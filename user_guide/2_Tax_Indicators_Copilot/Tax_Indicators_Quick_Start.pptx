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840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9A227"/>
                </a:solidFill>
                <a:latin typeface="Arial"/>
              </a:rPr>
              <a:t>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8404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Add tax indicators to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3840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D9E2F3"/>
                </a:solidFill>
                <a:latin typeface="Arial"/>
              </a:rPr>
              <a:t>with GitHub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38404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9E2F3"/>
                </a:solidFill>
                <a:latin typeface="Arial"/>
              </a:rPr>
              <a:t>Copilot adds four rows under Tax revenue in the Global Fiscal Indicators dashboard: personal income tax, corporate income tax, VAT and excises (% of GDP). The data are already in the repo.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73152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864"/>
                </a:solidFill>
                <a:latin typeface="Arial"/>
              </a:rPr>
              <a:t>What you need (we assume you have this)</a:t>
            </a:r>
          </a:p>
        </p:txBody>
      </p:sp>
      <p:sp>
        <p:nvSpPr>
          <p:cNvPr id="8" name="Oval 7"/>
          <p:cNvSpPr/>
          <p:nvPr/>
        </p:nvSpPr>
        <p:spPr>
          <a:xfrm>
            <a:off x="5303520" y="1371600"/>
            <a:ext cx="411480" cy="411480"/>
          </a:xfrm>
          <a:prstGeom prst="ellipse">
            <a:avLst/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389888"/>
            <a:ext cx="5760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The new-ai-tools repo is downloaded on your laptop and up to date.</a:t>
            </a:r>
          </a:p>
        </p:txBody>
      </p:sp>
      <p:sp>
        <p:nvSpPr>
          <p:cNvPr id="10" name="Oval 9"/>
          <p:cNvSpPr/>
          <p:nvPr/>
        </p:nvSpPr>
        <p:spPr>
          <a:xfrm>
            <a:off x="5303520" y="2240280"/>
            <a:ext cx="411480" cy="411480"/>
          </a:xfrm>
          <a:prstGeom prst="ellipse">
            <a:avLst/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258568"/>
            <a:ext cx="5760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GitHub Copilot is installed and signed in (if not: Presentations/GitHub_Copilot_AI_User_Guide.pptx).</a:t>
            </a:r>
          </a:p>
        </p:txBody>
      </p:sp>
      <p:sp>
        <p:nvSpPr>
          <p:cNvPr id="12" name="Oval 11"/>
          <p:cNvSpPr/>
          <p:nvPr/>
        </p:nvSpPr>
        <p:spPr>
          <a:xfrm>
            <a:off x="5303520" y="3108960"/>
            <a:ext cx="411480" cy="411480"/>
          </a:xfrm>
          <a:prstGeom prst="ellipse">
            <a:avLst/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127248"/>
            <a:ext cx="5760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Python is set up for the dashboard (TaxMacroFiscalDashboard/build/0_setup.bat, run once).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5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Arial"/>
              </a:rPr>
              <a:t>Add tax indicators to the dashboard  ·  quick start with GitHub Copilot  ·  October 2026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27632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Open the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93392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Open the new-ai-tools folder in VS Code. Click Sync to get the latest.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42032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23744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Open Copilot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89504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Pick Agent mode and the model Claude Sonnet.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38144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19856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Paste Prompt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85615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Copilot reads the files and tells you its plan. Nothing changes yet.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34256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315968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Paste Prompt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681728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Copilot makes the change and rebuilds. Click Keep. Check the numbers (last page).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230368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21208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Paste Prompt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577840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Copilot saves version 1.4 and pushes it to GitHub. Done.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Copy and paste, one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Arial"/>
              </a:rPr>
              <a:t>Add tax indicators to the dashboard  ·  quick start with GitHub Copilot  ·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1 -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554480"/>
            <a:ext cx="822960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00200"/>
            <a:ext cx="80467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Read TaxMacroFiscalDashboard/build/README.md. I want four new indicators in the Fiscal block, indented under tax_revenue_pct_gdp, from the IMF WoRLD file already in raw_data (world-imf2026.xlsx, already % of GDP): pit_revenue_pct_gdp = TaxIncI, cit_revenue_pct_gdp = TaxIncC, vat_revenue_pct_gdp = TaxSalG, excise_revenue_pct_gdp = TaxSalExc. Labels start "of which:". Tell me your plan in a short list. Do not edit yet.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2 - do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3108960"/>
            <a:ext cx="822960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154680"/>
            <a:ext cx="80467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Go ahead: change the Python script, the R script and config/indicators.csv as planned. Then rebuild (build_global_indicators.py, then build_dashboard.py) and show me Indonesia's five tax rows.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3 - save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206240"/>
            <a:ext cx="82296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4251960"/>
            <a:ext cx="8046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Save this as version 1.4 following VersionNotes.md. Then commit and push.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Check: Indonesia, % of GDP (2024)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Arial"/>
              </a:rPr>
              <a:t>Add tax indicators to the dashboard  ·  quick start with GitHub Copilot  ·  October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Tax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737360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10.08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Personal income 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423160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1.79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Corporate income tax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108960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2.65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94759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VAT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794759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3.52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3891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80559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Excises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480559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1.11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