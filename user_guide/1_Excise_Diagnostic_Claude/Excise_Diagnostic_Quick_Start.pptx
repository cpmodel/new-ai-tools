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Arial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Excise diagnostic for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Arial"/>
              </a:rPr>
              <a:t>with Claude (deep research)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38404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E2F3"/>
                </a:solidFill>
                <a:latin typeface="Arial"/>
              </a:rPr>
              <a:t>Claude researches Indonesia's excise laws and writes the diagnostic: a Word report and an Excel workbook.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3152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Arial"/>
              </a:rPr>
              <a:t>What you need (we assume you have this)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137160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38988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The new-ai-tools repo is downloaded on your laptop and up to date.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24028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25856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You have a Claude account with Projects and Research (deep research) switched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291840"/>
            <a:ext cx="6309360" cy="18288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329184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429000"/>
            <a:ext cx="5943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Arial"/>
              </a:rPr>
              <a:t>⚠  Deep research uses a lot of credits.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931920"/>
            <a:ext cx="5943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Go one prompt at a time. Read each answer before you send the next. If an answer goes wrong, stop and fix it before going on. Never ask for the whole report in one 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Excise diagnostic for Indonesia  ·  quick start with Claude (deep research)  ·  October 2026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27632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Make 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In Claude: Projects &gt; New project. Call it "Excise - Indonesia".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23744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Add two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9504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excise_diagnostic_process.md (in the repo: ExciseDiagnostic/process_files/) and INDONESIA_INPUTS.md (in this folder).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6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Start a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85615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New chat inside the Project. Switch on Research.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15968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81728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Read the answer. Is every rate quoted, with its date and a link? Then paste Prompt 2, and so on to Prompt 6.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120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Save the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77840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Put the Word report and the Excel file in ExciseDiagnostic/country_results/Indonesia/.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Copy and paste,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Excise diagnostic for Indonesia  ·  quick start with Claude (deep research)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1 - the laws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54480"/>
            <a:ext cx="822960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80467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Use the excise diagnostic process file and INDONESIA_INPUTS.md. Run stage A1 for Indonesia, 2020-01-01 to 2026-09-30: find the excise laws and regulations and list every rate as printed, with its article, date and a link. If you cannot get a source, give me a list of links to download. Stop after A1.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2 - the schedule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880360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A2. Stop after A2.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3 - the numbers and workbook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447288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493008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A3. No comparator. Stop after A3.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4 - the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14216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059936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A4. Stop after A4.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26864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5 - the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581144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626864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A5. Stop after A5.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93792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6 - the final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5148072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193792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A6. Give me the report as a Word file and the workbook as an Excel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Excise diagnostic for Indonesia  ·  quick start with Claude (deep research)  · 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quoted as printed, with 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231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a working link for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089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marked data_gap, never guessed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59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94759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pending ones listed, not applied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645920"/>
            <a:ext cx="3749039" cy="2743200"/>
          </a:xfrm>
          <a:prstGeom prst="rect">
            <a:avLst/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783080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Subsidy diagnostic instead?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31720"/>
            <a:ext cx="34747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Use the subsidy prompt at the end of PROMPTS.md in place of Prompt 1. There is no subsidy process file yet, so treat the result as a first draft.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