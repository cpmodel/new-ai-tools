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0972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Arial"/>
              </a:rPr>
              <a:t>USER GUIDE  ·  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AI Tools Quick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D9E2F3"/>
                </a:solidFill>
                <a:latin typeface="Arial"/>
              </a:rPr>
              <a:t>Two worked examples: an excise diagnostic for Indonesia (Claude) and new tax indicators in the dashboard (GitHub Copilot)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D9E2F3"/>
                </a:solidFill>
                <a:latin typeface="Arial"/>
              </a:rPr>
              <a:t>October 2026  ·  Everything you need is in AI_Tools_Quick_Start_Kit.zip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THE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Which AI for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20440" cy="26517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20440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  <a:latin typeface="Arial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claude.ai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08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Deep research and writing. Finds laws and budget papers on the web, reads them, and writes the report and workbook. Use it for Example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554480"/>
            <a:ext cx="3520440" cy="26517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554480"/>
            <a:ext cx="3520440" cy="7315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  <a:latin typeface="Arial"/>
              </a:rPr>
              <a:t>GitHub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24028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VS Code or the Copilot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606040"/>
            <a:ext cx="3108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Changes files in our repo: code, config, rebuilds the dashboard, pushes to GitHub. Use it for Example 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554480"/>
            <a:ext cx="3520440" cy="26517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554480"/>
            <a:ext cx="35204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  <a:latin typeface="Arial"/>
              </a:rPr>
              <a:t>.md process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224028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in the repo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606040"/>
            <a:ext cx="310896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Plain-text instructions the AI follows step by step. You give them to the AI. You do not need to edit them.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Arial"/>
              </a:rPr>
              <a:t>Before you start (once)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✓  A Claude account that has Projects and Research (deep research).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✓  GitHub Copilot set up, and the repo cloned to C:\Users\&lt;you&gt;\Repos\new-ai-tools (see Presentations/GitHub_Copilot_AI_User_Guide.pptx).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✓  This kit unzipped. Folder 1 is for Example 1, folder 2 for Example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EXAMPLE 1 · CLAUDE · DEEP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Excise diagnostic for Indonesia in seven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A structured snapshot of Indonesia's excise schedule at 30 Sept 2026: every excise line, quoted from the law, standardized, with gaps and erosion flagged. Output: a Word report and an Excel workbook.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011679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Create a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On claude.ai: Projects &gt; Create project. Name it "Excise - Indonesia".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33472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87752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Add 3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34640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Project knowledge &gt; Add: excise_diagnostic_process.md, Excise_Diagnostic_CrossCountry.xlsx, INDONESIA_INPUTS.md (all in kit folder 1).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55263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09544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Start a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56432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New chat inside the Project. Turn on Research and Web search. Pick the most capable model.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77055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31335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Paste Prompt 0, then A1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78223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From PROMPTS.md. Prompt 0 checks Claude understood. A1 builds the legal history.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498848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53128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If Claude asks for 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700016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It gives you a links list and a .bat file. Run the .bat (or click the links), upload the PDFs to the Project, type "continue".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1206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074920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Check, then next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321808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Every rate quoted with its provision and date, every source linked. Then send A2, A3 ... A6, one per message.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742432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696712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Save the outputs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943600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Download the Word report and Excel workbook into ExciseDiagnostic/country_results/Indonesia/.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1965960"/>
            <a:ext cx="3977639" cy="31089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0" y="1965960"/>
            <a:ext cx="3977639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2130552"/>
            <a:ext cx="36118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The six prompts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251460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2514600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Legislative history, 2020 to cut-off, rates as printed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898648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898648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Current schedule, every line, rate trajectory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282696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282696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Parameters, standard schedule, workbook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3666744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666744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Findings (Level 1), every number traced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050791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4050791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Peer-review register, corrections applied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44348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A6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434840"/>
            <a:ext cx="2697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Final Word report and Excel workbook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5257800"/>
            <a:ext cx="3977639" cy="1051560"/>
          </a:xfrm>
          <a:prstGeom prst="rect">
            <a:avLst/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8120" y="5303520"/>
            <a:ext cx="3749039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Arial"/>
              </a:rPr>
              <a:t>Short on time? Add excise_part1_fuel.md to the Project and run Part 1 (fuel) only, with the prompts in that file.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</a:rPr>
              <a:t>Subsidy diagnostic: see the variant prompt in PROMPTS.md (first draft; no subsidy process file yet).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EXAMPLE 1 · THE FIRST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What you paste: prompt A1 (the rest are in PROMPTS.md)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949440" cy="47548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66294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Using the excise diagnostic process specification (master) and the inputs in INDONESIA_INPUTS.md, run stage A1 for Indonesia, from 2020-01-01 to 2026-09-30. Research the Indonesian legal texts yourself first (laws, government regulations, Ministry of Finance regulations - PMK - and budget documents). Output the legislative history instrument by instrument, quoting every rate as printed with its provision and effective date. Mark unreadable tables "not legible". List customs-tariff changes separately. List pending bills and announced-but-not-in-force excises (for example on sugar-sweetened beverages and plastics) - record them, do not apply them. Give the link for every source. If you cannot fetch a source, run the data step: give me the links list and the .bat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463040"/>
            <a:ext cx="3886200" cy="47548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463040"/>
            <a:ext cx="3886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520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What to check in the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01168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0116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Every rate quoted as printed, with its article and 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395728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395728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A working link for every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779776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779776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Pending bills listed, not applied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63824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63824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Unreadable tables marked "not legible"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547872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547872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Gaps marked data_gap, never guessed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9319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3192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Then paste A2. If not right, tell Claude what to fix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EXAMPLE 2 · GITHUB COPILOT · EDITS THE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Add four tax indicators to the dashboard in seven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Add four rows under Tax revenue (% GDP) in the Global Fiscal Indicators dashboard: personal income tax, corporate income tax, VAT and excises, all % of GDP. The data are already in the repo (IMF WoRLD 2026), so nothing to download.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011679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Open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VS Code &gt; File &gt; Open Folder &gt; Repos\new-ai-tools. Pull (Sync) first.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633472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87752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Open Copilot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34640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Choose Agent mode and the model Claude Sonnet.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55263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09544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Prompt 1 -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56432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Copilot reads the README and lists what it will change. Nothing is edited yet.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77055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31335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Prompt 2 - 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78223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It edits 3 files: the Python build, the R build and config/indicators.csv. Click Keep.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498848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53128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Prompt 3 - build and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700016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It rebuilds and shows Indonesia's rows. Compare with the numbers below.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5120640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074920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Prompt 4 - new 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321808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It ships v1.4 of the workbook and updates VersionNotes.md.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742432"/>
            <a:ext cx="384048" cy="38404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696712"/>
            <a:ext cx="6263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Prompt 5 -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943600"/>
            <a:ext cx="6263640" cy="37490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It commits and pushes to GitHub (or double-click SyncRepo.bat).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1965960"/>
            <a:ext cx="3977639" cy="2743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0" y="1965960"/>
            <a:ext cx="3977639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2130552"/>
            <a:ext cx="36118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Check: Indonesia 2024, % of GDP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2514600"/>
            <a:ext cx="218770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Arial"/>
              </a:rPr>
              <a:t>Tax 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67544" y="2514600"/>
            <a:ext cx="1511503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10.08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843784"/>
            <a:ext cx="218770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Arial"/>
              </a:rPr>
              <a:t>Personal income tax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67544" y="2843784"/>
            <a:ext cx="1511503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1.79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172968"/>
            <a:ext cx="218770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Arial"/>
              </a:rPr>
              <a:t>Corporate income tax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67544" y="3172968"/>
            <a:ext cx="1511503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2.65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3502151"/>
            <a:ext cx="218770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Arial"/>
              </a:rPr>
              <a:t>VAT / general sales tax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67544" y="3502151"/>
            <a:ext cx="1511503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3.52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31335"/>
            <a:ext cx="218770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  <a:latin typeface="Arial"/>
              </a:rPr>
              <a:t>Excises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7544" y="3831335"/>
            <a:ext cx="1511503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1.11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4892040"/>
            <a:ext cx="3977639" cy="1417320"/>
          </a:xfrm>
          <a:prstGeom prst="rect">
            <a:avLst/>
          </a:prstGeom>
          <a:solidFill>
            <a:srgbClr val="FFF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8120" y="4956048"/>
            <a:ext cx="3749039" cy="1325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The four parts add to less than total tax (9.07 vs 10.08): trade, property and other taxes are the rest.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git diff should show only the files Copilot listed in its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EXAMPLE 2 · THE FIRST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What you paste: prompt 1 asks for a plan, prompt 2 says go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949440" cy="475488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66294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Read AGENTS.md, TaxMacroFiscalDashboard/build/README.md and TaxMacroFiscalDashboard/VersionNotes.md. I want to add four indicators to the Fiscal block, indented under tax_revenue_pct_gdp, all from the IMF WoRLD file already in raw_data (world-imf2026.xlsx, already % of GDP):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pit_revenue_pct_gdp = TaxIncI, "of which: personal income tax (% GDP)"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cit_revenue_pct_gdp = TaxIncC, "of which: corporate income tax (% GDP)"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vat_revenue_pct_gdp = TaxSalG, "of which: VAT / general sales tax (% GDP)"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excise_revenue_pct_gdp = TaxSalExc, "of which: excises (% GDP)"</a:t>
            </a:r>
          </a:p>
          <a:p>
            <a:pPr algn="l"/>
            <a:r>
              <a:rPr sz="1200" b="0">
                <a:solidFill>
                  <a:srgbClr val="262626"/>
                </a:solidFill>
                <a:latin typeface="Consolas"/>
              </a:rPr>
              <a:t>Tell me which files you will change and how, in a short list. Do not edit anything yet.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463040"/>
            <a:ext cx="3886200" cy="47548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463040"/>
            <a:ext cx="3886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520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Arial"/>
              </a:rPr>
              <a:t>Then, one per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01168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011680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Go ahead: edit Python, R and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395728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395728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Build and show Indonesia's 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779776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779776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Ship v1.4, update VersionNotes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63824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63824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Commit and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547872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547872"/>
            <a:ext cx="2606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If anything else changes, say "undo that"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Arial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Arial"/>
              </a:rPr>
              <a:t>Five golden rules, and what is in the 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Arial"/>
              </a:rPr>
              <a:t>AI Tools Quick Start  ·  October 2026  ·  Screens and model names change over 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Arial"/>
              </a:rPr>
              <a:t>One prompt per message. Wait for the answer.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96312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Arial"/>
              </a:rPr>
              <a:t>Check each answer before the next prompt. You are the reviewer.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91839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364991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Arial"/>
              </a:rPr>
              <a:t>No number without a source. Missing data stays missing (data_gap).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233672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Arial"/>
              </a:rPr>
              <a:t>Ask for a plan first ("do not edit yet"), then say "go ahead".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029200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102352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Arial"/>
              </a:rPr>
              <a:t>Save outputs in the repo folder, then push, so the team has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5623560" cy="47548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463040"/>
            <a:ext cx="5623560" cy="7315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Arial"/>
              </a:rPr>
              <a:t>AI_Tools_Quick_Start_Kit.zip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103120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AI_Tools_Quick_Start.docx / .pptx / README.md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331720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This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67004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1_Excise_Indonesia_Claude/PROMPTS.md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89864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Copy-paste prompts A1-A6, plus the subsidy variant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236976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1_Excise_Indonesia_Claude/INDONESIA_INPUTS.md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465576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Country, currency, cut-off, the laws to look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8039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1_Excise_Indonesia_Claude/process_files/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32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The six .md process files (master + 5 parts)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370832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1_Excise_Indonesia_Claude/Excise_Diagnostic_CrossCountry.xlsx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599432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Workbook layout for Claude to follow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937760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1_Excise_Indonesia_Claude/Example_SLE_Excise_Diagnostic.docx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166360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What a finished report looks like (Sierra Leone)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0468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50" b="1">
                <a:solidFill>
                  <a:srgbClr val="2E75B6"/>
                </a:solidFill>
                <a:latin typeface="Consolas"/>
              </a:rPr>
              <a:t>2_Tax_Indicators_Copilot/PROMPTS.md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733288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Copy-paste prompts 1-5 and the checks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