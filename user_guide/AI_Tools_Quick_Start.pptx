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AI Tools Quick Start (GitHub Copilot)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828800"/>
            <a:ext cx="10972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C9A227"/>
                </a:solidFill>
                <a:latin typeface="Arial"/>
              </a:rPr>
              <a:t>You need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The new-ai-tools repo on your laptop, and GitHub Copilot in VS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C9A227"/>
                </a:solidFill>
                <a:latin typeface="Arial"/>
              </a:rPr>
              <a:t>To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Open the repo in VS Code, click Sync, open Copilot Chat in Agent mode. Paste one prompt. Read the answer. Then paste the next.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D9E2F3"/>
                </a:solidFill>
                <a:latin typeface="Arial"/>
              </a:rPr>
              <a:t>Appendix – With Claude instead: make a Claude Project, add excise_diagnostic_process.md to it, switch on Research, and paste the same prompts.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1. Excise diagnostic for Indonesia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E75B6"/>
                </a:solidFill>
                <a:latin typeface="Arial"/>
              </a:rPr>
              <a:t>Model: Claude Opus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051560"/>
            <a:ext cx="6126480" cy="502920"/>
          </a:xfrm>
          <a:prstGeom prst="rect">
            <a:avLst/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23560" y="1078992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</a:rPr>
              <a:t>⚠  Uses a lot of credits: one prompt at a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04040"/>
                </a:solidFill>
                <a:latin typeface="Arial"/>
              </a:rPr>
              <a:t>First, attach excise_diagnostic_process.md to the chat (drag it in, or click Add Context). It is the instruction file Copilot follows.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Paste: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972800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onsolas"/>
              </a:rPr>
              <a:t>Using the attached file, run stage A1 for Indonesia, 2020 to 2026-09-30. Stop after A1.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Then, one at a time: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86200"/>
            <a:ext cx="109728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95344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62626"/>
                </a:solidFill>
                <a:latin typeface="Consolas"/>
              </a:rPr>
              <a:t>Run stage A2.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343400"/>
            <a:ext cx="109728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52544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62626"/>
                </a:solidFill>
                <a:latin typeface="Consolas"/>
              </a:rPr>
              <a:t>Run stage A3.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800600"/>
            <a:ext cx="109728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09744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62626"/>
                </a:solidFill>
                <a:latin typeface="Consolas"/>
              </a:rPr>
              <a:t>Run stage A4.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57800"/>
            <a:ext cx="109728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66944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62626"/>
                </a:solidFill>
                <a:latin typeface="Consolas"/>
              </a:rPr>
              <a:t>Run stage A5.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15000"/>
            <a:ext cx="109728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724144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62626"/>
                </a:solidFill>
                <a:latin typeface="Consolas"/>
              </a:rPr>
              <a:t>Run stage A6 and save the Word report and Excel workbook in ExciseDiagnostic/country_results/Indonesia/.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09360"/>
            <a:ext cx="10972800" cy="5486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7336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Arial"/>
              </a:rPr>
              <a:t>Check: Every rate has a date and a source link.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2. Add tax indicators to the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E75B6"/>
                </a:solidFill>
                <a:latin typeface="Arial"/>
              </a:rPr>
              <a:t>Model: Claude Sonnet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Paste: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  <a:latin typeface="Consolas"/>
              </a:rPr>
              <a:t>Add VAT, personal income tax, corporate income tax and excises (% of GDP) to the dashboard, under Tax revenue, from the IMF WoRLD file already in raw_data. Follow TaxMacroFiscalDashboard/build/README.md. Then rebuild and show me Indonesia.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864"/>
                </a:solidFill>
                <a:latin typeface="Arial"/>
              </a:rPr>
              <a:t>Then: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40480"/>
            <a:ext cx="10972800" cy="38404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9624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262626"/>
                </a:solidFill>
                <a:latin typeface="Consolas"/>
              </a:rPr>
              <a:t>Commit and push.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846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  <a:latin typeface="Arial"/>
              </a:rPr>
              <a:t>Check: Indonesia, % of GDP: tax 10.08 · VAT 3.52 · corporate 2.65 · personal 1.79 · excises 1.11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