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Arial"/>
              </a:rPr>
              <a:t>USER GUIDE · GITHUB COPILOT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AI Tools Quick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0" i="0">
                <a:solidFill>
                  <a:srgbClr val="D9E2F3"/>
                </a:solidFill>
                <a:latin typeface="Arial"/>
              </a:rPr>
              <a:t>Two examples with the GitHub Copilot app: an excise diagnostic for Indonesia, and new tax indicators in the dashboard.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1" i="0">
                <a:solidFill>
                  <a:srgbClr val="C9A227"/>
                </a:solidFill>
                <a:latin typeface="Arial"/>
              </a:rPr>
              <a:t>We assume you already have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429000"/>
            <a:ext cx="365760" cy="365760"/>
          </a:xfrm>
          <a:prstGeom prst="ellipse">
            <a:avLst/>
          </a:prstGeom>
          <a:solidFill>
            <a:srgbClr val="3A7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4107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The new-ai-tools repo downloaded on your laptop (C:\Users\&lt;you&gt;\Repos\new-ai-tools) and up to date.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069080"/>
            <a:ext cx="365760" cy="365760"/>
          </a:xfrm>
          <a:prstGeom prst="ellipse">
            <a:avLst/>
          </a:prstGeom>
          <a:solidFill>
            <a:srgbClr val="3A7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507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The GitHub Copilot app installed (Microsoft Store) and signed in with your GitHub account.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709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 i="1">
                <a:solidFill>
                  <a:srgbClr val="D9E2F3"/>
                </a:solidFill>
                <a:latin typeface="Arial"/>
              </a:rPr>
              <a:t>Not there yet? See Presentations/GitHub_Copilot_AI_User_Guide.pptx.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Steps 1-2 set up a session. Then do Example 1 or Example 2. Step 3 saves your 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9A227"/>
                </a:solidFill>
                <a:latin typeface="Arial"/>
              </a:rPr>
              <a:t>STEP 1 · ONCE PER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i="0">
                <a:solidFill>
                  <a:srgbClr val="1F3864"/>
                </a:solidFill>
                <a:latin typeface="Arial"/>
              </a:rPr>
              <a:t>Open the repo and start a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AI Tools Quick Start  ·  GitHub Copilot app  ·  October 2026  ·  Screens change over 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26464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Add the repo (first time 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703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In the sidebar, click + next to Projects, then Open folder. Pick Repos\new-ai-tools. It stays in the sidebar.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98064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Start a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3703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Point at new-ai-tools in the sidebar and click the + next to it.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2062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69663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Work in your folder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80559"/>
            <a:ext cx="3703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Under the prompt box, open the workspace selector and choose Current checkout. Copilot then edits the repo folder on your laptop.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344168"/>
            <a:ext cx="6729983" cy="2108747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_addpr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675120" cy="205388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471203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1">
                <a:solidFill>
                  <a:srgbClr val="404040"/>
                </a:solidFill>
                <a:latin typeface="Arial"/>
              </a:rPr>
              <a:t>+ next to Projects, then Open folder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203" y="3950207"/>
            <a:ext cx="4341114" cy="211226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_che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635" y="3977639"/>
            <a:ext cx="4286250" cy="2057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0" y="6080759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1">
                <a:solidFill>
                  <a:srgbClr val="404040"/>
                </a:solidFill>
                <a:latin typeface="Arial"/>
              </a:rPr>
              <a:t>Workspace selector, then Current checkout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9A227"/>
                </a:solidFill>
                <a:latin typeface="Arial"/>
              </a:rPr>
              <a:t>STEP 2 · EVERY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i="0">
                <a:solidFill>
                  <a:srgbClr val="1F3864"/>
                </a:solidFill>
                <a:latin typeface="Arial"/>
              </a:rPr>
              <a:t>Pick the model and the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AI Tools Quick Start  ·  GitHub Copilot app  ·  October 2026  ·  Screens change over 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26464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703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Click the model chip under the prompt box. Switch Auto off, then pick Model: Claude Sonnet for everyday work, Claude Opus for the excise research.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98064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3703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Click the mode chip and pick Interactive: Copilot asks before it acts.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2062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69663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Credits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80559"/>
            <a:ext cx="3703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Type /context at any time to see the AI credits the session has 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344168"/>
            <a:ext cx="6729983" cy="202164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6675120" cy="19667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384096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1">
                <a:solidFill>
                  <a:srgbClr val="404040"/>
                </a:solidFill>
                <a:latin typeface="Arial"/>
              </a:rPr>
              <a:t>Model chip: Auto off, then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5728" y="3950207"/>
            <a:ext cx="4322064" cy="211226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160" y="3977639"/>
            <a:ext cx="4267200" cy="2057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0" y="6080759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1">
                <a:solidFill>
                  <a:srgbClr val="404040"/>
                </a:solidFill>
                <a:latin typeface="Arial"/>
              </a:rPr>
              <a:t>Mode chip: pick Interactive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9A227"/>
                </a:solidFill>
                <a:latin typeface="Arial"/>
              </a:rPr>
              <a:t>EXAMPLE 1 · CLAUDE OPUS ·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i="0">
                <a:solidFill>
                  <a:srgbClr val="1F3864"/>
                </a:solidFill>
                <a:latin typeface="Arial"/>
              </a:rPr>
              <a:t>Excise diagnostic for Indonesia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AI Tools Quick Start  ·  GitHub Copilot app  ·  October 2026  ·  Screens change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6583680" cy="86868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73152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309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0392B"/>
                </a:solidFill>
                <a:latin typeface="Arial"/>
              </a:rPr>
              <a:t>⚠  Deep research uses a lot of credits. Send one prompt, read the answer, then send the next. Check /context as you go. Stop and fix anything wrong before going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Attach the instructions: type @ and pick user_guide/excise_diagnostic_process.md (or drag the file onto the prompt box).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Paste: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658368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6400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262626"/>
                </a:solidFill>
                <a:latin typeface="Consolas"/>
              </a:rPr>
              <a:t>@user_guide/excise_diagnostic_process.md Follow this file. Run stage A1 for Indonesia, 2020 to 2026-09-30. Search the web for the laws. Stop after A1.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0624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Then, one at a time: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79"/>
            <a:ext cx="6583680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53712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</a:rPr>
              <a:t>Run stage A2.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19471"/>
            <a:ext cx="6583680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46903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</a:rPr>
              <a:t>Run stage A3.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312663"/>
            <a:ext cx="6583680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0095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</a:rPr>
              <a:t>Run stage A4.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05855"/>
            <a:ext cx="6583680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33287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</a:rPr>
              <a:t>Run stage A5.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099047"/>
            <a:ext cx="658368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126479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</a:rPr>
              <a:t>Run stage A6. Save the Word report and Excel workbook in ExciseDiagnostic/country_results/Indonesia/.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79208" y="1344168"/>
            <a:ext cx="4352544" cy="2472309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_wor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297680" cy="241744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406640" y="3834765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1">
                <a:solidFill>
                  <a:srgbClr val="404040"/>
                </a:solidFill>
                <a:latin typeface="Arial"/>
              </a:rPr>
              <a:t>A session at work: the steps on the left, the plan on the right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5212080"/>
            <a:ext cx="4297680" cy="9144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06640" y="521208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0" y="52578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Check: Every rate quoted with its date and a source link; missing data says data_gap.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9A227"/>
                </a:solidFill>
                <a:latin typeface="Arial"/>
              </a:rPr>
              <a:t>EXAMPLE 2 · CLAUDE SONNET ·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i="0">
                <a:solidFill>
                  <a:srgbClr val="1F3864"/>
                </a:solidFill>
                <a:latin typeface="Arial"/>
              </a:rPr>
              <a:t>Add tax indicators to the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AI Tools Quick Start  ·  GitHub Copilot app  ·  October 2026  ·  Screens change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Paste: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19"/>
            <a:ext cx="65836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73351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262626"/>
                </a:solidFill>
                <a:latin typeface="Consolas"/>
              </a:rPr>
              <a:t>Add VAT, personal income tax, corporate income tax and excises (% of GDP) to the dashboard, under Tax revenue, from the IMF WoRLD file already in raw_data. Follow TaxMacroFiscalDashboard/build/README.md. Do not change anything else. Then rebuild and show me Indonesia.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Then: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91840"/>
            <a:ext cx="6583680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19272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</a:rPr>
              <a:t>Commit and push with a clear message.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79208" y="1344168"/>
            <a:ext cx="4352544" cy="2472309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297680" cy="24174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06640" y="3834765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1">
                <a:solidFill>
                  <a:srgbClr val="404040"/>
                </a:solidFill>
                <a:latin typeface="Arial"/>
              </a:rPr>
              <a:t>The Changes view: every edit as a diff before you keep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5212080"/>
            <a:ext cx="4297680" cy="9144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521208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2578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Check: Indonesia, % of GDP: tax 10.08 · VAT 3.52 · corporate 2.65 · personal 1.79 · excises 1.11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9A227"/>
                </a:solidFill>
                <a:latin typeface="Arial"/>
              </a:rPr>
              <a:t>STEP 3 · SAVE YOUR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i="0">
                <a:solidFill>
                  <a:srgbClr val="1F3864"/>
                </a:solidFill>
                <a:latin typeface="Arial"/>
              </a:rPr>
              <a:t>Send it to GitHub, so the team has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AI Tools Quick Start  ·  GitHub Copilot app  ·  October 2026  ·  Screens change over 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26464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Ask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5166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Type: Commit and push with a clear message. Copilot shows what it will commit; approve it.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5176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15184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Or use the 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26080"/>
            <a:ext cx="5166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Double-click SyncRepo.bat in the repo folder (pull, commit, push).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03904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114800"/>
            <a:ext cx="5166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On github.com/cpmodel/new-ai-tools your change shows as the latest commit.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463040"/>
            <a:ext cx="5029200" cy="18288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463040"/>
            <a:ext cx="73152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Appendix: with Claude instead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96596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With Claude instead: on claude.ai make a Project, add excise_diagnostic_process.md, switch on Research, and paste the same prompts.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1">
                <a:solidFill>
                  <a:srgbClr val="808080"/>
                </a:solidFill>
                <a:latin typeface="Arial"/>
              </a:rPr>
              <a:t>Screenshots: GitHub, "GitHub Copilot app for Beginners" (github.com/github/copilot-app-for-beginners), MIT License, Copyright GitHub, Inc. The model names in them are examples; your screen will differ slightly.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