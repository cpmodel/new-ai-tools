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guide assumes no prior experience with Git or Copilot. Sections 1 and 2 are for anyone; sections 3 and 4 are for people changing the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key idea: the workbook is downstream of the database, which is downstream of the raw files. Change something upstream and you re-run to see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someone gets stuck, it is almost always the PATH tickbox on the Python installer, or not restarting.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0_setup.bat says no Python found, PATH was not ticked. Reinstall Python and tick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Emphasise: raw_data is append-only in practice. If a source is revised, put the new copy in raw_data_downloaded and diff before replacing.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Stress the dash versus zero distinction. A country with no data shows a dash; a genuine zero shows 0.00 and reads Yes under Data?.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Kenya is the best teaching example because the answer is counter-intuitive: a climate fiscal tool that tells you the climate fiscal levers are irrelevant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Step 4 is the one people forget. The script can extract a series perfectly and it will still not appear until it is declared in indicators.csv.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coverage question is the single most useful discipline here. Most abandoned indicators were abandoned on coverage.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# attachment is the single most useful Copilot habit. Without it the model guesses at the file's structure.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biggest risk at this step is Copilot editing the KEEP list directly instead of the config. Say so explicitly.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Coverage and source columns in the dashboard are derived automatically. You do not type them 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 push is rejected, someone else pushed first. Run git pull, resolve anything flagged, then push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point that the tooling is designed to fail loudly. Silence plus plausible numbers is the dangerous case, and the guards exist to prevent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WORLD BANK GROUP  ·  USER GUIDE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828800"/>
            <a:ext cx="868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TaxMacroFiscalDashboard</a:t>
            </a:r>
            <a:endParaRPr lang="en-US" sz="4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8036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E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to use the dashboard, and how to add new data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4747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FA89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 indicators  ·  217 countries  ·  16 public datasets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60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4160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up your machine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931920" y="4160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Python, Git, VS Code, Copilot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5262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4526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 the dashboard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931920" y="4526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a country profile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8920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4892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new data source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931920" y="48920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Find it, wire it in, rebuild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5257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5257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your work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931920" y="5257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back to GitHub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github.com/sjstretton/new-ai-tools  ·  local folder: fiscal-climate-ai-tools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Three pieces: raw files go in, a database comes out,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dashboard reads the database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556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Nothing talks to the internet while it runs. Everything is files on your own machine.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3383280" cy="269748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487168"/>
            <a:ext cx="310896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9611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96112" y="292608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source files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327355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raw_data\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896112" y="3639312"/>
            <a:ext cx="2871216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96112" y="3767328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 spreadsheets, CSVs and PDFs downloaded from the IMF, World Bank, OECD, Ember and others. You never edit these.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4078224" y="33832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89120" y="2240280"/>
            <a:ext cx="3383280" cy="269748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45152" y="2487168"/>
            <a:ext cx="310896" cy="310896"/>
          </a:xfrm>
          <a:prstGeom prst="rect">
            <a:avLst/>
          </a:prstGeom>
          <a:solidFill>
            <a:srgbClr val="1F6F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64515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4645152" y="292608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database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645152" y="327355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output\global_data_long.csv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645152" y="3639312"/>
            <a:ext cx="2871216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45152" y="3767328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tidy table: country, indicator, value, year, source. Built by a Python script that reads every raw file.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827264" y="338328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▶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138160" y="2240280"/>
            <a:ext cx="3383280" cy="269748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394192" y="2487168"/>
            <a:ext cx="310896" cy="310896"/>
          </a:xfrm>
          <a:prstGeom prst="rect">
            <a:avLst/>
          </a:prstGeom>
          <a:solidFill>
            <a:srgbClr val="0E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3941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394192" y="2926080"/>
            <a:ext cx="287121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dashboard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8394192" y="3273552"/>
            <a:ext cx="28712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Global_fiscal_indicators.xlsx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394192" y="3639312"/>
            <a:ext cx="2871216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394192" y="3767328"/>
            <a:ext cx="287121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Excel workbook that reads the database and shows one country at a time. This is what most people open.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0080" y="5166360"/>
            <a:ext cx="10881360" cy="73152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32688" y="5166360"/>
            <a:ext cx="1029614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only want to look at numbers:  </a:t>
            </a:r>
            <a:pPr indent="0" marL="0">
              <a:buNone/>
            </a:pPr>
            <a:r>
              <a:rPr lang="en-US" sz="12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the Excel workbook and skip to section 02. You do not need Python, Git or Copilot.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·  SETUP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Four free tools. Here is what each one is for,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 one sentence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47088"/>
            <a:ext cx="310896" cy="310896"/>
          </a:xfrm>
          <a:prstGeom prst="rect">
            <a:avLst/>
          </a:prstGeom>
          <a:solidFill>
            <a:srgbClr val="1F6F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8470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82880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Python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2606040" y="182880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language the scripts are written in. Installing it lets your computer run them.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903720" y="1828800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python.org/downloads  →  Download  →  run the installer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903720" y="210312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 “Add python.exe to PATH” on the first screen. Everything fails without it.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1088136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2871216"/>
            <a:ext cx="310896" cy="310896"/>
          </a:xfrm>
          <a:prstGeom prst="rect">
            <a:avLst/>
          </a:prstGeom>
          <a:solidFill>
            <a:srgbClr val="1F6F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529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Git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06040" y="2852928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Keeps a history of every change to the project and syncs it with GitHub.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903720" y="2852928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git-scm.com/download/win  →  run the installer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903720" y="3127248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Accept every default. There are a lot of screens; none of them matter.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3694176"/>
            <a:ext cx="1088136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080" y="3895344"/>
            <a:ext cx="310896" cy="310896"/>
          </a:xfrm>
          <a:prstGeom prst="rect">
            <a:avLst/>
          </a:prstGeom>
          <a:solidFill>
            <a:srgbClr val="1F6F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40080" y="38953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097280" y="38770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VS Code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2606040" y="3877056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editor you open the project in. This is where Copilot lives.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6903720" y="3877056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code.visualstudio.com  →  Download  →  run the installer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6903720" y="415137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Tick “Add to PATH” and “Open with Code” if offered.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40080" y="4718304"/>
            <a:ext cx="1088136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0080" y="4919472"/>
            <a:ext cx="310896" cy="310896"/>
          </a:xfrm>
          <a:prstGeom prst="rect">
            <a:avLst/>
          </a:prstGeom>
          <a:solidFill>
            <a:srgbClr val="1F6F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640080" y="4919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097280" y="490118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GitHub Copilot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2606040" y="4901184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5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 assistant inside VS Code. You describe a change in English and it edits the code.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6903720" y="4901184"/>
            <a:ext cx="4617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VS Code: Extensions (the blocks icon) → search “GitHub Copilot” → Install → sign in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903720" y="5175504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for World Bank staff via your GitHub account. Install “Copilot Chat” too.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40080" y="5742432"/>
            <a:ext cx="1088136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0080" y="62727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Restart your computer after installing Python and Git. Windows only picks up the PATH change on restart, and half of all setup problems are this.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·  SETUP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Getting the project: clone it once, then run two files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556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“repo” is just a folder whose history lives on GitHub. Cloning copies it to your machine.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 this once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2514600"/>
            <a:ext cx="5486400" cy="1508760"/>
          </a:xfrm>
          <a:prstGeom prst="rect">
            <a:avLst/>
          </a:prstGeom>
          <a:solidFill>
            <a:srgbClr val="EDF1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4672" y="2624328"/>
            <a:ext cx="5157216" cy="1289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C:\Users\&lt;you&gt;\Documents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clone https://github.com/sjstretton/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new-ai-tools fiscal-climate-ai-tools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 fiscal-climate-ai-tools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4114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a terminal with Start → type “cmd” → Enter. The folder name is yours to choose; the rest must match.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21945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Then, in Windows Explorer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6537960" y="254203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0_setup.bat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8869680" y="254203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Installs the Python packages. Once only.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304495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1_build_database.bat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304495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Reads raw_data\ and builds the database. Two minutes.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537960" y="354787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2_build_tool.bat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8869680" y="354787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Builds the Excel dashboard from the database.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537960" y="4114800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Double-click each, in order. A black window opens, prints what it is doing, and waits for a key press at the end.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4892040"/>
            <a:ext cx="10881360" cy="960120"/>
          </a:xfrm>
          <a:prstGeom prst="rect">
            <a:avLst/>
          </a:prstGeom>
          <a:solidFill>
            <a:srgbClr val="0E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60120" y="5047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E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dashboard is now at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60120" y="532180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fiscal-climate-ai-tools\output\Global_fiscal_indicators.xlsx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  ·  SETUP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What is in the folder, and which parts you will touch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760720" cy="3931920"/>
          </a:xfrm>
          <a:prstGeom prst="rect">
            <a:avLst/>
          </a:prstGeom>
          <a:solidFill>
            <a:srgbClr val="EDF1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2075688"/>
            <a:ext cx="543153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fiscal-climate-ai-tools\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0_setup.bat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0b_download_sources.bat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1_build_database.bat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2_build_tool.bat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SyncAllRepos.bat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RepoDirectory.csv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README.md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config\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indicators.csv        &lt;- you edit this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sources.csv           &lt;- you edit this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raw_data\               &lt;- you add files here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raw_data_downloaded\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raw_data_not_used\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b="1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scripts\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build_global_indicators.py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build_global_indicators.R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build_dashboard.py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download_sources.py</a:t>
            </a:r>
            <a:endParaRPr lang="en-US" sz="1000" dirty="0"/>
          </a:p>
          <a:p>
            <a:pPr indent="0" marL="0">
              <a:lnSpc>
                <a:spcPts val="126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output\                 &lt;- created on first run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675120" y="1965960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config\indicators.csv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675120" y="2212848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one place the indicator set is defined. 53 rows: which block an indicator sits in, its label, which way is good, whether it is scored. Both scripts read it.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675120" y="2770632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config\sources.csv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675120" y="301752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row per dataset: where it came from, what it is used for, and whether it can be downloaded automatically.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675120" y="3575304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raw_data\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675120" y="3822192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downloaded source files. Add new ones here. Never edit a file already in it — the numbers were built from these.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4379976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6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scripts\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4626864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Python that does the work. You will change build_global_indicators.py when adding a source, with Copilot's help.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0" y="5184648"/>
            <a:ext cx="4846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output\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5431536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generated. Safe to delete — rerun the two .bat files and it comes back.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·  USING THE DASHBOARD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the workbook, pick a country in the yellow cell,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and the whole profile fills in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6596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columns, left to right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0428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Indicator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2057400" y="230428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being measured.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67004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2057400" y="2670048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words. Good / Medium / Bad where there is a right direction. High / Medium / Low where the number is a size, not a verdict.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145536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Score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2057400" y="3145536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same thing as a number, 1 to 10. Bigger is always better within a block.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36210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2057400" y="362102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actual figure, in the units named in the indicator label.</a:t>
            </a:r>
            <a:endParaRPr lang="en-US" sz="95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98678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2057400" y="398678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it was observed. These differ — anything from 2013 to 2025.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435254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Direction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057400" y="435254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way is good, spelled out.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71830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source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2057400" y="471830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Which file the number came from.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0840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Cov.</a:t>
            </a:r>
            <a:endParaRPr lang="en-US" sz="1050" dirty="0"/>
          </a:p>
        </p:txBody>
      </p:sp>
      <p:sp>
        <p:nvSpPr>
          <p:cNvPr id="20" name="Text 18"/>
          <p:cNvSpPr txBox="1"/>
          <p:nvPr/>
        </p:nvSpPr>
        <p:spPr>
          <a:xfrm>
            <a:off x="2057400" y="508406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many of the 217 countries have this indicator at all.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544982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Data?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057400" y="5449824"/>
            <a:ext cx="42976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Whether THIS country has it. A dash means missing, not zero.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720840" y="1965960"/>
            <a:ext cx="4800600" cy="393192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95160" y="2212848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NINE BLOCKS</a:t>
            </a:r>
            <a:endParaRPr lang="en-US" sz="900" dirty="0"/>
          </a:p>
        </p:txBody>
      </p:sp>
      <p:sp>
        <p:nvSpPr>
          <p:cNvPr id="25" name="Text 23"/>
          <p:cNvSpPr txBox="1"/>
          <p:nvPr/>
        </p:nvSpPr>
        <p:spPr>
          <a:xfrm>
            <a:off x="6995160" y="256032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Fiscal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8275320" y="256032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they pay for it?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995160" y="284835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PIMA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275320" y="28483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they build it?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995160" y="313639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1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275320" y="313639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does capital cost?</a:t>
            </a:r>
            <a:endParaRPr lang="en-US" sz="1000" dirty="0"/>
          </a:p>
        </p:txBody>
      </p:sp>
      <p:sp>
        <p:nvSpPr>
          <p:cNvPr id="31" name="Text 29"/>
          <p:cNvSpPr txBox="1"/>
          <p:nvPr/>
        </p:nvSpPr>
        <p:spPr>
          <a:xfrm>
            <a:off x="6995160" y="342442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2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8275320" y="342442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finances it, what risk?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6995160" y="3712464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1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8275320" y="37124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Fossil money in the budget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995160" y="4000500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2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8275320" y="4000500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Sells fossil fuels, or buys?</a:t>
            </a:r>
            <a:endParaRPr lang="en-US" sz="1000" dirty="0"/>
          </a:p>
        </p:txBody>
      </p:sp>
      <p:sp>
        <p:nvSpPr>
          <p:cNvPr id="37" name="Text 35"/>
          <p:cNvSpPr txBox="1"/>
          <p:nvPr/>
        </p:nvSpPr>
        <p:spPr>
          <a:xfrm>
            <a:off x="6995160" y="4288536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 3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8275320" y="428853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is power generated?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6995160" y="457657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A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8275320" y="4576572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users pay for energy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6995160" y="486460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B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275320" y="486460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sector is organised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995160" y="5207508"/>
            <a:ext cx="4251960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995160" y="5317236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i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first four judge. The next three explain. The last two are reference detail. Each block shows an average and a count of how many indicators this country has.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640080" y="62727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the dashboard looks empty when you first open it, press Ctrl+Alt+F9 to make Excel recalculate. Other sheets: Data_wide, Data_long, Scores, Spec, Sources.</a:t>
            </a:r>
            <a:endParaRPr lang="en-US" sz="900" dirty="0"/>
          </a:p>
        </p:txBody>
      </p:sp>
      <p:sp>
        <p:nvSpPr>
          <p:cNvPr id="46" name="Text 44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  ·  USING THE DASHBOARD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Worked example: what Kenya's profile actually tells you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5029200" cy="320040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94560"/>
            <a:ext cx="4480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KENYA — BLOCK VERDICTS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5420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they pay?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3383280" y="25420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4480560" y="25420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3.7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9077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they build?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383280" y="29077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6F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Good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480560" y="29077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7.1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914400" y="327355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of capital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383280" y="327355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Bad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80560" y="32735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363931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Financing and risk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383280" y="363931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Medium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63931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914400" y="4005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Fossil fiscal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383280" y="40050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Low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400507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3708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Trade and extraction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383280" y="437083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Low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4480560" y="437083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14400" y="47365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generation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383280" y="473659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Low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4480560" y="473659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5943600" y="1984248"/>
            <a:ext cx="310896" cy="310896"/>
          </a:xfrm>
          <a:prstGeom prst="rect">
            <a:avLst/>
          </a:prstGeom>
          <a:solidFill>
            <a:srgbClr val="1F6F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0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6400800" y="19659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Read the four assessment blocks first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2258568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say Bad: fiscal space, and cost of capital. Delivery is actually Good. So the problem is money, not capacity to spend it.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943600" y="3099816"/>
            <a:ext cx="310896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0" y="30998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308152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Then use context to explain why</a:t>
            </a:r>
            <a:endParaRPr lang="en-US" sz="1400" dirty="0"/>
          </a:p>
        </p:txBody>
      </p:sp>
      <p:sp>
        <p:nvSpPr>
          <p:cNvPr id="34" name="Text 32"/>
          <p:cNvSpPr txBox="1"/>
          <p:nvPr/>
        </p:nvSpPr>
        <p:spPr>
          <a:xfrm>
            <a:off x="6400800" y="3374136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three context blocks read Low. Kenya has almost no fossil revenue to reform and is already 88% renewable, so there is no domestic energy-pricing lever to pull.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943600" y="4215384"/>
            <a:ext cx="310896" cy="310896"/>
          </a:xfrm>
          <a:prstGeom prst="rect">
            <a:avLst/>
          </a:prstGeom>
          <a:solidFill>
            <a:srgbClr val="0E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0" y="42153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400800" y="4197096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That changes the recommendation</a:t>
            </a:r>
            <a:endParaRPr lang="en-US" sz="1400" dirty="0"/>
          </a:p>
        </p:txBody>
      </p:sp>
      <p:sp>
        <p:nvSpPr>
          <p:cNvPr id="38" name="Text 36"/>
          <p:cNvSpPr txBox="1"/>
          <p:nvPr/>
        </p:nvSpPr>
        <p:spPr>
          <a:xfrm>
            <a:off x="6400800" y="4489704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Subsidy reform advice would be pointless here. Kenya borrows privately at 9.5% against a 6.3pp official-to-private spread — this is a cost-of-capital problem.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0080" y="5394960"/>
            <a:ext cx="10881360" cy="566928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32688" y="5394960"/>
            <a:ext cx="102961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E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not average across blocks.  </a:t>
            </a:r>
            <a:pPr indent="0" marL="0">
              <a:buNone/>
            </a:pPr>
            <a:r>
              <a:rPr lang="en-US" sz="11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There are no defensible weights between them, and a single number would hide exactly the distinction that tells you which instrument fits.</a:t>
            </a:r>
            <a:endParaRPr lang="en-US" sz="1150" dirty="0"/>
          </a:p>
        </p:txBody>
      </p:sp>
      <p:sp>
        <p:nvSpPr>
          <p:cNvPr id="41" name="Text 39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·  ADDING A DATA SOURCE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Five steps. Copilot does most of step 3;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rest is copying files and editing one CSV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556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here on, use GitHub Copilot in VS Code rather than a browser chat — it can see your files and edit them directly.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2103120" cy="24231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41248" y="2514600"/>
            <a:ext cx="310896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41248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41248" y="2944368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Find the data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41248" y="3566160"/>
            <a:ext cx="1700784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41248" y="3694176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Copilot to search for a source that covers the concept you want, for as many countries as possible.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962656" y="2286000"/>
            <a:ext cx="2103120" cy="24231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63824" y="2514600"/>
            <a:ext cx="310896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163824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163824" y="2944368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Download it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163824" y="3566160"/>
            <a:ext cx="1700784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163824" y="3694176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Save the file into raw_data\ with a clear name. Add a row to config\sources.csv saying where it came from.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285232" y="2286000"/>
            <a:ext cx="2103120" cy="24231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0" y="2514600"/>
            <a:ext cx="310896" cy="310896"/>
          </a:xfrm>
          <a:prstGeom prst="rect">
            <a:avLst/>
          </a:prstGeom>
          <a:solidFill>
            <a:srgbClr val="1F6F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0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3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0" y="2944368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Teach the script to read it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0" y="3566160"/>
            <a:ext cx="1700784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0" y="3694176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 Copilot to add an extraction block to build_global_indicators.py, following the pattern of an existing source.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7607808" y="2286000"/>
            <a:ext cx="2103120" cy="24231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808976" y="2514600"/>
            <a:ext cx="310896" cy="310896"/>
          </a:xfrm>
          <a:prstGeom prst="rect">
            <a:avLst/>
          </a:prstGeom>
          <a:solidFill>
            <a:srgbClr val="1F6F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808976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4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7808976" y="2944368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Declare the indicator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808976" y="3566160"/>
            <a:ext cx="1700784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808976" y="3694176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row to config\indicators.csv: which block, what label, which way is good, whether it is scored.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930384" y="2286000"/>
            <a:ext cx="2103120" cy="24231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31552" y="2514600"/>
            <a:ext cx="310896" cy="310896"/>
          </a:xfrm>
          <a:prstGeom prst="rect">
            <a:avLst/>
          </a:prstGeom>
          <a:solidFill>
            <a:srgbClr val="0E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131552" y="25146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5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0131552" y="2944368"/>
            <a:ext cx="170078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Rebuild and check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10131552" y="3566160"/>
            <a:ext cx="1700784" cy="0"/>
          </a:xfrm>
          <a:prstGeom prst="line">
            <a:avLst/>
          </a:prstGeom>
          <a:noFill/>
          <a:ln w="9525">
            <a:solidFill>
              <a:srgbClr val="DCE1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31552" y="3694176"/>
            <a:ext cx="1700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 1_build_database.bat then 2_build_tool.bat. Open the dashboard and find your new row.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40080" y="4983480"/>
            <a:ext cx="10881360" cy="914400"/>
          </a:xfrm>
          <a:prstGeom prst="rect">
            <a:avLst/>
          </a:prstGeom>
          <a:solidFill>
            <a:srgbClr val="0E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60120" y="5120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safety net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960120" y="5413248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AEBE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add a row to indicators.csv but the script does not produce it, the build stops with PIPELINE/CONFIG MISMATCH and names the indicator. It will not quietly give you a half-built dashboard.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·  STEP 1 — FIND THE DATA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Prompt Copilot to find a source, and make it report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coverage before you commit to anything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Copilot Chat in VS Code with Ctrl+Alt+I, then paste: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640080" y="2121408"/>
            <a:ext cx="6766560" cy="3200400"/>
          </a:xfrm>
          <a:prstGeom prst="rect">
            <a:avLst/>
          </a:prstGeom>
          <a:solidFill>
            <a:srgbClr val="EDF1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04672" y="2231136"/>
            <a:ext cx="6437376" cy="2980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need a new indicator for the TaxMacroFiscalDashboard: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sovereign credit rating, or a numeric equivalent.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Find me a public dataset that covers as many of the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217 countries in config/indicators.csv as possible.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each candidate tell me: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how many countries and which years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the exact download URL and file format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whether it needs a login or a query builder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licence terms for World Bank publication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write any code yet.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2121408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Always ask for coverage first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2377440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indicator covering 40 countries will sit at the bottom of the dashboard and rarely be usable. Below about 70 of 217, think hard about whether it earns a column.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310896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Ask for the download route, not the homepage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3364992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publishers only offer a query builder or a JavaScript page. Knowing that up front saves you hunting for a direct link that does not exist.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40965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“Do not write code yet” matters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4352544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will otherwise jump straight to editing the script against a source you have not seen. Decide on the source first.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5084064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Check the licence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5340096"/>
            <a:ext cx="3886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 datasets prohibit redistribution. BOOST, for example, requires citation and bars commercial use.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62727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can browse the web when you ask it to. If it answers from memory instead, add: “search the web and give me live URLs you have actually checked”.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·  STEP 2 — ADD IT TO THE THREAD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Put the file in raw_data, then show it to Copilot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before asking for any code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984248"/>
            <a:ext cx="310896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9842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19659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Save the file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97280" y="225856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Drop the download into raw_data\ . Keep the publisher's filename if it is meaningful; otherwise rename it so you can recognise it in a year.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40080" y="3172968"/>
            <a:ext cx="310896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172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31546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Open it in VS Code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344728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Drag the folder onto VS Code, or File → Open Folder. Copilot can only see files in the open folder.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4361688"/>
            <a:ext cx="310896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3616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43434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Attach it to the chat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636008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Copilot Chat, type # and start typing the filename, then pick it from the list. That puts the actual file in front of the model.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26480" y="1965960"/>
            <a:ext cx="5394960" cy="3931920"/>
          </a:xfrm>
          <a:prstGeom prst="rect">
            <a:avLst/>
          </a:prstGeom>
          <a:solidFill>
            <a:srgbClr val="EDF1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91072" y="2075688"/>
            <a:ext cx="5065776" cy="3712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#sovereign_ratings_2026.csv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This is a new source for the dashboard. Before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writing any code, tell me: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Its shape - one row per what? which columns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hold the country, the year, the value?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How countries are identified - ISO3 codes or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names? If names, how many fail to match the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list in config/indicators.csv?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How many of the 217 countries it covers, and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the latest year with real data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Anything that looks like a missing value coded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as a number - 0, -99, 'n/a', a repeated row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Show me the first 5 rows.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5532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i="1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Point 4 is not paranoia. Three separate bugs in this project came from a missing value arriving as a zero and being silently scored.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·  STEP 3 — UPDATE THE SCRIPT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Ask Copilot to copy an existing pattern rather than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invent a new one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6766560" cy="3657600"/>
          </a:xfrm>
          <a:prstGeom prst="rect">
            <a:avLst/>
          </a:prstGeom>
          <a:solidFill>
            <a:srgbClr val="EDF1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04672" y="1984248"/>
            <a:ext cx="6437376" cy="343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0"/>
              </a:lnSpc>
              <a:buNone/>
            </a:pPr>
            <a:r>
              <a:rPr lang="en-US" sz="1000" b="1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#build_global_indicators.py  #sovereign_ratings_2026.csv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an extraction block for this source to STAGE 1.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Follow the pattern of the World Bank RISE block: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put it in STAGE 1, before the WACC section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use emit() for every observation, all years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use to_iso(series, "source name") for country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names so unmatched labels get reported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name the indicator sovereign_rating_score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- pass the filename as the source argument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a comment block above it in the same style as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others at the top of the file: where the data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comes from, the download URL, and any format trap.</a:t>
            </a: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endParaRPr lang="en-US" sz="1000" dirty="0"/>
          </a:p>
          <a:p>
            <a:pPr indent="0" marL="0">
              <a:lnSpc>
                <a:spcPts val="134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 NOT change the KEEP list - it reads from config.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7635240" y="187452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Name an existing block to copy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7635240" y="2130552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“Follow the pattern of the RISE block” gets you code that matches the file's conventions. Without it, Copilot invents its own style and the file drifts.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635240" y="2953512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Insist on emit() and to_iso()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635240" y="3209544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emit() filters to the country list and drops nulls. to_iso() handles the fact that every publisher spells Côte d'Ivoire differently, and reports what it could not match.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7635240" y="4032504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Keep all years in stage 1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4288536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pipeline keeps the full history, then takes the latest observation per country at stage 2. Do not pre-filter to one year.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635240" y="5111496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6F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Then read what it wrote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7635240" y="5367528"/>
            <a:ext cx="3886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Copilot is good at this and still gets things wrong. Check it used the right column and did not silently drop rows.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6272784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 script mirrors the Python one. If you keep both in step, ask Copilot for the same change in build_global_indicators.R and check the two outputs match.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F6F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  ·  STEP 4 — DECLARE IT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One row in config\indicators.csv decides everything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about how it appears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7452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2148840" y="187452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Position in the dashboard. Renumber so it sits inside the block you want.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2585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block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2148840" y="225856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of the nine: Fiscal, PIMA, Finance 1, Finance 2, Context 1–3, Appendix A or B.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1576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148840" y="271576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Must match the indicator name your script emits, exactly.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9981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2148840" y="309981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appears on the dashboard. Include the units.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483864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direction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2148840" y="3483864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words: “High = worse”, “High = better”, or a magnitude phrase.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867912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eval_scale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148840" y="3867912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GMB for Good/Medium/Bad, HML for High/Medium/Low, blank for not evaluated.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251960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score_flag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2148840" y="4251960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if high scores high, -1 if high scores low, 0 for no score.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636008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indent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148840" y="4636008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to nest it under the row above, as a component of a total.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020056"/>
            <a:ext cx="1417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5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headline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2148840" y="5020056"/>
            <a:ext cx="4846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to mark it the block's lead indicator. One per block.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187452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 just ask: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858000" y="2194560"/>
            <a:ext cx="4663440" cy="2286000"/>
          </a:xfrm>
          <a:prstGeom prst="rect">
            <a:avLst/>
          </a:prstGeom>
          <a:solidFill>
            <a:srgbClr val="EDF1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022592" y="2304288"/>
            <a:ext cx="4334256" cy="2066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20"/>
              </a:lnSpc>
              <a:buNone/>
            </a:pPr>
            <a:r>
              <a:rPr lang="en-US" sz="1000" b="1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#config/indicators.csv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Add a row for sovereign_rating_score.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Put it in the Finance 1 block, after the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private creditor rate. A higher rating is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better. Not the headline indicator.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Renumber the order column so everything</a:t>
            </a:r>
            <a:endParaRPr lang="en-US" sz="1000" dirty="0"/>
          </a:p>
          <a:p>
            <a:pPr indent="0" marL="0">
              <a:lnSpc>
                <a:spcPts val="132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after it still runs in sequence.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858000" y="4617720"/>
            <a:ext cx="4663440" cy="1280160"/>
          </a:xfrm>
          <a:prstGeom prst="rect">
            <a:avLst/>
          </a:prstGeom>
          <a:solidFill>
            <a:srgbClr val="F4F6F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32320" y="4773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Then rebuild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7132320" y="5047488"/>
            <a:ext cx="4114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Double-click 1_build_database.bat, then 2_build_tool.bat. Open the workbook and look for your row. If the build stops with PIPELINE/CONFIG MISMATCH, the code in the config does not match what the script emits.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10881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  ·  COMMIT YOUR WORK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881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Saving your changes back to GitHub: one double-click,</a:t>
            </a:r>
            <a:endParaRPr lang="en-US" sz="2700" dirty="0"/>
          </a:p>
          <a:p>
            <a:pPr indent="0" marL="0">
              <a:lnSpc>
                <a:spcPts val="3200"/>
              </a:lnSpc>
              <a:buNone/>
            </a:pPr>
            <a:r>
              <a:rPr lang="en-US" sz="2700" b="1" dirty="0">
                <a:solidFill>
                  <a:srgbClr val="0E1B2A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or three commands if you prefer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5564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Commit means “record this version”. Push means “send it to GitHub so others get it”. Pull means “get their changes first”.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6B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easy way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60320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Double-click SyncAllRepos.bat in the project folder. It pulls the latest, shows you what changed, asks for a message, then pushes.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40080" y="3154680"/>
            <a:ext cx="5212080" cy="914400"/>
          </a:xfrm>
          <a:prstGeom prst="rect">
            <a:avLst/>
          </a:prstGeom>
          <a:solidFill>
            <a:srgbClr val="EDF1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04672" y="3264408"/>
            <a:ext cx="4882896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SyncAllRepos.bat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SyncAllRepos.bat "added sovereign ratings"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16052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second form skips the prompt — useful once you know what you changed.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309360" y="22402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5621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manual way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309360" y="256032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A6B7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a terminal, inside the project folder. Run these in order every time.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2926080"/>
            <a:ext cx="5212080" cy="1691640"/>
          </a:xfrm>
          <a:prstGeom prst="rect">
            <a:avLst/>
          </a:prstGeom>
          <a:solidFill>
            <a:srgbClr val="EDF1F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73952" y="3035808"/>
            <a:ext cx="4882896" cy="1472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pull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status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add -A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commit -m "added sovereign ratings"</a:t>
            </a:r>
            <a:endParaRPr lang="en-US" sz="1000" dirty="0"/>
          </a:p>
          <a:p>
            <a:pPr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0E1B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4709160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git status before you add shows exactly what is about to be included. Look at it.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40080" y="5120640"/>
            <a:ext cx="10881360" cy="868680"/>
          </a:xfrm>
          <a:prstGeom prst="rect">
            <a:avLst/>
          </a:prstGeom>
          <a:solidFill>
            <a:srgbClr val="0E1B2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5257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Commit the config and the scripts. Do not commit output\.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60120" y="5532120"/>
            <a:ext cx="10424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AEBE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output\ is generated — anyone can rebuild it in two minutes, and committing large binaries makes the repo slow forever. Raw source files are a judgement call: commit them if the repo is the shared record, otherwise keep a copy on a network drive.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0" y="627278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C05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TROUBLESHOOTING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972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The five things that actually go wrong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29968"/>
            <a:ext cx="310896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011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“no Python found on PATH”</a:t>
            </a:r>
            <a:endParaRPr lang="en-US" sz="1150" dirty="0"/>
          </a:p>
        </p:txBody>
      </p:sp>
      <p:sp>
        <p:nvSpPr>
          <p:cNvPr id="7" name="Text 5"/>
          <p:cNvSpPr txBox="1"/>
          <p:nvPr/>
        </p:nvSpPr>
        <p:spPr>
          <a:xfrm>
            <a:off x="5212080" y="2011680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AEBE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tickbox was missed during install. Reinstall Python and tick “Add python.exe to PATH”, then restart.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310896" cy="310896"/>
          </a:xfrm>
          <a:prstGeom prst="rect">
            <a:avLst/>
          </a:prstGeom>
          <a:solidFill>
            <a:srgbClr val="C0562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28346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97280" y="28163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PIPELINE/CONFIG MISMATCH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5212080" y="2816352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AEBE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config\indicators.csv names an indicator the script does not produce. Usually a typo in the code column, or the script edit was never saved.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639312"/>
            <a:ext cx="310896" cy="310896"/>
          </a:xfrm>
          <a:prstGeom prst="rect">
            <a:avLst/>
          </a:prstGeom>
          <a:solidFill>
            <a:srgbClr val="4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639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097280" y="3621024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dashboard looks empty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212080" y="3621024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AEBE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 has not recalculated. Press Ctrl+Alt+F9.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443984"/>
            <a:ext cx="310896" cy="310896"/>
          </a:xfrm>
          <a:prstGeom prst="rect">
            <a:avLst/>
          </a:prstGeom>
          <a:solidFill>
            <a:srgbClr val="4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4439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04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425696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Everything shows 0.00 for one country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5212080" y="4425696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AEBE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are looking at an old build. Re-run both .bat files. A genuine zero shows Yes under Data?; a missing value shows a dash.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5248656"/>
            <a:ext cx="310896" cy="310896"/>
          </a:xfrm>
          <a:prstGeom prst="rect">
            <a:avLst/>
          </a:prstGeom>
          <a:solidFill>
            <a:srgbClr val="4FA8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248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entury Schoolbook" pitchFamily="34" charset="0"/>
                <a:ea typeface="Century Schoolbook" pitchFamily="34" charset="-122"/>
                <a:cs typeface="Century Schoolbook" pitchFamily="34" charset="-120"/>
              </a:rPr>
              <a:t>05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097280" y="5230368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 rejected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5212080" y="5230368"/>
            <a:ext cx="6309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50"/>
              </a:lnSpc>
              <a:buNone/>
            </a:pPr>
            <a:r>
              <a:rPr lang="en-US" sz="1100" dirty="0">
                <a:solidFill>
                  <a:srgbClr val="AEBEC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Somebody pushed before you. Run git pull, then push again.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943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3A0A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Still stuck? Paste the whole error into Copilot Chat along with #build_global_indicators.py and ask what it means. The error messages in this project are written to be readable.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TaxMacroFiscalDashboard — user guide</dc:title>
  <dc:subject>PptxGenJS Presentation</dc:subject>
  <dc:creator>Stephen</dc:creator>
  <cp:lastModifiedBy>Stephen</cp:lastModifiedBy>
  <cp:revision>1</cp:revision>
  <dcterms:created xsi:type="dcterms:W3CDTF">2026-09-30T23:38:15Z</dcterms:created>
  <dcterms:modified xsi:type="dcterms:W3CDTF">2026-09-30T23:38:15Z</dcterms:modified>
</cp:coreProperties>
</file>