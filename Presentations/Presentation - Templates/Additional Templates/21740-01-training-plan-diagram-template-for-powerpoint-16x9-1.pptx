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7" r:id="rId2"/>
    <p:sldId id="276" r:id="rId3"/>
    <p:sldId id="268" r:id="rId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24"/>
  </p:normalViewPr>
  <p:slideViewPr>
    <p:cSldViewPr>
      <p:cViewPr varScale="1">
        <p:scale>
          <a:sx n="75" d="100"/>
          <a:sy n="75" d="100"/>
        </p:scale>
        <p:origin x="72" y="29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8149-41DE-B86B-0480-8116B4A8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Training Plan Diagram Template for PowerPoint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7FD6567-7E40-3695-19C4-26B8C9EF3A57}"/>
              </a:ext>
            </a:extLst>
          </p:cNvPr>
          <p:cNvSpPr/>
          <p:nvPr/>
        </p:nvSpPr>
        <p:spPr>
          <a:xfrm>
            <a:off x="4262378" y="1621073"/>
            <a:ext cx="3664068" cy="4230950"/>
          </a:xfrm>
          <a:custGeom>
            <a:avLst/>
            <a:gdLst>
              <a:gd name="connsiteX0" fmla="*/ 3058491 w 3058490"/>
              <a:gd name="connsiteY0" fmla="*/ 2648782 h 3531680"/>
              <a:gd name="connsiteX1" fmla="*/ 3058491 w 3058490"/>
              <a:gd name="connsiteY1" fmla="*/ 882898 h 3531680"/>
              <a:gd name="connsiteX2" fmla="*/ 1529289 w 3058490"/>
              <a:gd name="connsiteY2" fmla="*/ 0 h 3531680"/>
              <a:gd name="connsiteX3" fmla="*/ 0 w 3058490"/>
              <a:gd name="connsiteY3" fmla="*/ 882898 h 3531680"/>
              <a:gd name="connsiteX4" fmla="*/ 0 w 3058490"/>
              <a:gd name="connsiteY4" fmla="*/ 2648782 h 3531680"/>
              <a:gd name="connsiteX5" fmla="*/ 1529289 w 3058490"/>
              <a:gd name="connsiteY5" fmla="*/ 3531680 h 353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8490" h="3531680">
                <a:moveTo>
                  <a:pt x="3058491" y="2648782"/>
                </a:moveTo>
                <a:lnTo>
                  <a:pt x="3058491" y="882898"/>
                </a:lnTo>
                <a:lnTo>
                  <a:pt x="1529289" y="0"/>
                </a:lnTo>
                <a:lnTo>
                  <a:pt x="0" y="882898"/>
                </a:lnTo>
                <a:lnTo>
                  <a:pt x="0" y="2648782"/>
                </a:lnTo>
                <a:lnTo>
                  <a:pt x="1529289" y="3531680"/>
                </a:lnTo>
                <a:close/>
              </a:path>
            </a:pathLst>
          </a:custGeom>
          <a:noFill/>
          <a:ln w="8702" cap="flat">
            <a:solidFill>
              <a:schemeClr val="bg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34B81E-7250-657F-083F-17C0FE9740A5}"/>
              </a:ext>
            </a:extLst>
          </p:cNvPr>
          <p:cNvSpPr/>
          <p:nvPr/>
        </p:nvSpPr>
        <p:spPr>
          <a:xfrm>
            <a:off x="4573308" y="1970708"/>
            <a:ext cx="3058490" cy="3531680"/>
          </a:xfrm>
          <a:custGeom>
            <a:avLst/>
            <a:gdLst>
              <a:gd name="connsiteX0" fmla="*/ 3058491 w 3058490"/>
              <a:gd name="connsiteY0" fmla="*/ 2648782 h 3531680"/>
              <a:gd name="connsiteX1" fmla="*/ 3058491 w 3058490"/>
              <a:gd name="connsiteY1" fmla="*/ 882898 h 3531680"/>
              <a:gd name="connsiteX2" fmla="*/ 1529289 w 3058490"/>
              <a:gd name="connsiteY2" fmla="*/ 0 h 3531680"/>
              <a:gd name="connsiteX3" fmla="*/ 0 w 3058490"/>
              <a:gd name="connsiteY3" fmla="*/ 882898 h 3531680"/>
              <a:gd name="connsiteX4" fmla="*/ 0 w 3058490"/>
              <a:gd name="connsiteY4" fmla="*/ 2648782 h 3531680"/>
              <a:gd name="connsiteX5" fmla="*/ 1529289 w 3058490"/>
              <a:gd name="connsiteY5" fmla="*/ 3531680 h 353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8490" h="3531680">
                <a:moveTo>
                  <a:pt x="3058491" y="2648782"/>
                </a:moveTo>
                <a:lnTo>
                  <a:pt x="3058491" y="882898"/>
                </a:lnTo>
                <a:lnTo>
                  <a:pt x="1529289" y="0"/>
                </a:lnTo>
                <a:lnTo>
                  <a:pt x="0" y="882898"/>
                </a:lnTo>
                <a:lnTo>
                  <a:pt x="0" y="2648782"/>
                </a:lnTo>
                <a:lnTo>
                  <a:pt x="1529289" y="3531680"/>
                </a:lnTo>
                <a:close/>
              </a:path>
            </a:pathLst>
          </a:custGeom>
          <a:solidFill>
            <a:srgbClr val="D8D8D8"/>
          </a:solidFill>
          <a:ln w="87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18E3E7C5-9429-6AA4-91F5-46AA53A4A5A9}"/>
              </a:ext>
            </a:extLst>
          </p:cNvPr>
          <p:cNvSpPr/>
          <p:nvPr/>
        </p:nvSpPr>
        <p:spPr>
          <a:xfrm>
            <a:off x="810911" y="1291096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Arrow: Chevron 13">
            <a:extLst>
              <a:ext uri="{FF2B5EF4-FFF2-40B4-BE49-F238E27FC236}">
                <a16:creationId xmlns:a16="http://schemas.microsoft.com/office/drawing/2014/main" id="{416941EF-805D-5165-51D1-BC13B666367C}"/>
              </a:ext>
            </a:extLst>
          </p:cNvPr>
          <p:cNvSpPr/>
          <p:nvPr/>
        </p:nvSpPr>
        <p:spPr>
          <a:xfrm flipH="1">
            <a:off x="6594466" y="1291096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Arrow: Chevron 13">
            <a:extLst>
              <a:ext uri="{FF2B5EF4-FFF2-40B4-BE49-F238E27FC236}">
                <a16:creationId xmlns:a16="http://schemas.microsoft.com/office/drawing/2014/main" id="{E88834FD-6D24-2937-5854-9890B3C4FC14}"/>
              </a:ext>
            </a:extLst>
          </p:cNvPr>
          <p:cNvSpPr/>
          <p:nvPr/>
        </p:nvSpPr>
        <p:spPr>
          <a:xfrm flipV="1">
            <a:off x="810911" y="4724960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Arrow: Chevron 13">
            <a:extLst>
              <a:ext uri="{FF2B5EF4-FFF2-40B4-BE49-F238E27FC236}">
                <a16:creationId xmlns:a16="http://schemas.microsoft.com/office/drawing/2014/main" id="{A17CFEDE-25DD-51FC-6554-357686714044}"/>
              </a:ext>
            </a:extLst>
          </p:cNvPr>
          <p:cNvSpPr/>
          <p:nvPr/>
        </p:nvSpPr>
        <p:spPr>
          <a:xfrm flipH="1" flipV="1">
            <a:off x="6594466" y="4724960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E52CCFC9-CBA3-0A08-EE6F-18887F0C4687}"/>
              </a:ext>
            </a:extLst>
          </p:cNvPr>
          <p:cNvSpPr/>
          <p:nvPr/>
        </p:nvSpPr>
        <p:spPr>
          <a:xfrm>
            <a:off x="822820" y="3023582"/>
            <a:ext cx="4123693" cy="1430683"/>
          </a:xfrm>
          <a:custGeom>
            <a:avLst/>
            <a:gdLst>
              <a:gd name="connsiteX0" fmla="*/ 0 w 3862647"/>
              <a:gd name="connsiteY0" fmla="*/ 0 h 1430683"/>
              <a:gd name="connsiteX1" fmla="*/ 3761884 w 3862647"/>
              <a:gd name="connsiteY1" fmla="*/ 0 h 1430683"/>
              <a:gd name="connsiteX2" fmla="*/ 3862647 w 3862647"/>
              <a:gd name="connsiteY2" fmla="*/ 715342 h 1430683"/>
              <a:gd name="connsiteX3" fmla="*/ 3761884 w 3862647"/>
              <a:gd name="connsiteY3" fmla="*/ 1430683 h 1430683"/>
              <a:gd name="connsiteX4" fmla="*/ 0 w 3862647"/>
              <a:gd name="connsiteY4" fmla="*/ 1430683 h 1430683"/>
              <a:gd name="connsiteX5" fmla="*/ 100763 w 3862647"/>
              <a:gd name="connsiteY5" fmla="*/ 715342 h 1430683"/>
              <a:gd name="connsiteX6" fmla="*/ 0 w 3862647"/>
              <a:gd name="connsiteY6" fmla="*/ 0 h 1430683"/>
              <a:gd name="connsiteX0" fmla="*/ 0 w 4280937"/>
              <a:gd name="connsiteY0" fmla="*/ 0 h 1430683"/>
              <a:gd name="connsiteX1" fmla="*/ 3761884 w 4280937"/>
              <a:gd name="connsiteY1" fmla="*/ 0 h 1430683"/>
              <a:gd name="connsiteX2" fmla="*/ 4280937 w 4280937"/>
              <a:gd name="connsiteY2" fmla="*/ 725070 h 1430683"/>
              <a:gd name="connsiteX3" fmla="*/ 3761884 w 4280937"/>
              <a:gd name="connsiteY3" fmla="*/ 1430683 h 1430683"/>
              <a:gd name="connsiteX4" fmla="*/ 0 w 4280937"/>
              <a:gd name="connsiteY4" fmla="*/ 1430683 h 1430683"/>
              <a:gd name="connsiteX5" fmla="*/ 100763 w 4280937"/>
              <a:gd name="connsiteY5" fmla="*/ 715342 h 1430683"/>
              <a:gd name="connsiteX6" fmla="*/ 0 w 4280937"/>
              <a:gd name="connsiteY6" fmla="*/ 0 h 143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80937" h="1430683">
                <a:moveTo>
                  <a:pt x="0" y="0"/>
                </a:moveTo>
                <a:lnTo>
                  <a:pt x="3761884" y="0"/>
                </a:lnTo>
                <a:lnTo>
                  <a:pt x="4280937" y="725070"/>
                </a:lnTo>
                <a:lnTo>
                  <a:pt x="3761884" y="1430683"/>
                </a:lnTo>
                <a:lnTo>
                  <a:pt x="0" y="1430683"/>
                </a:lnTo>
                <a:lnTo>
                  <a:pt x="100763" y="7153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Arrow: Chevron 31">
            <a:extLst>
              <a:ext uri="{FF2B5EF4-FFF2-40B4-BE49-F238E27FC236}">
                <a16:creationId xmlns:a16="http://schemas.microsoft.com/office/drawing/2014/main" id="{C34BAE38-9DD7-4839-1313-4DAD73948715}"/>
              </a:ext>
            </a:extLst>
          </p:cNvPr>
          <p:cNvSpPr/>
          <p:nvPr/>
        </p:nvSpPr>
        <p:spPr>
          <a:xfrm rot="10800000">
            <a:off x="7254222" y="3023582"/>
            <a:ext cx="4123693" cy="1430683"/>
          </a:xfrm>
          <a:custGeom>
            <a:avLst/>
            <a:gdLst>
              <a:gd name="connsiteX0" fmla="*/ 0 w 3862647"/>
              <a:gd name="connsiteY0" fmla="*/ 0 h 1430683"/>
              <a:gd name="connsiteX1" fmla="*/ 3761884 w 3862647"/>
              <a:gd name="connsiteY1" fmla="*/ 0 h 1430683"/>
              <a:gd name="connsiteX2" fmla="*/ 3862647 w 3862647"/>
              <a:gd name="connsiteY2" fmla="*/ 715342 h 1430683"/>
              <a:gd name="connsiteX3" fmla="*/ 3761884 w 3862647"/>
              <a:gd name="connsiteY3" fmla="*/ 1430683 h 1430683"/>
              <a:gd name="connsiteX4" fmla="*/ 0 w 3862647"/>
              <a:gd name="connsiteY4" fmla="*/ 1430683 h 1430683"/>
              <a:gd name="connsiteX5" fmla="*/ 100763 w 3862647"/>
              <a:gd name="connsiteY5" fmla="*/ 715342 h 1430683"/>
              <a:gd name="connsiteX6" fmla="*/ 0 w 3862647"/>
              <a:gd name="connsiteY6" fmla="*/ 0 h 1430683"/>
              <a:gd name="connsiteX0" fmla="*/ 0 w 4280937"/>
              <a:gd name="connsiteY0" fmla="*/ 0 h 1430683"/>
              <a:gd name="connsiteX1" fmla="*/ 3761884 w 4280937"/>
              <a:gd name="connsiteY1" fmla="*/ 0 h 1430683"/>
              <a:gd name="connsiteX2" fmla="*/ 4280937 w 4280937"/>
              <a:gd name="connsiteY2" fmla="*/ 725070 h 1430683"/>
              <a:gd name="connsiteX3" fmla="*/ 3761884 w 4280937"/>
              <a:gd name="connsiteY3" fmla="*/ 1430683 h 1430683"/>
              <a:gd name="connsiteX4" fmla="*/ 0 w 4280937"/>
              <a:gd name="connsiteY4" fmla="*/ 1430683 h 1430683"/>
              <a:gd name="connsiteX5" fmla="*/ 100763 w 4280937"/>
              <a:gd name="connsiteY5" fmla="*/ 715342 h 1430683"/>
              <a:gd name="connsiteX6" fmla="*/ 0 w 4280937"/>
              <a:gd name="connsiteY6" fmla="*/ 0 h 143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80937" h="1430683">
                <a:moveTo>
                  <a:pt x="0" y="0"/>
                </a:moveTo>
                <a:lnTo>
                  <a:pt x="3761884" y="0"/>
                </a:lnTo>
                <a:lnTo>
                  <a:pt x="4280937" y="725070"/>
                </a:lnTo>
                <a:lnTo>
                  <a:pt x="3761884" y="1430683"/>
                </a:lnTo>
                <a:lnTo>
                  <a:pt x="0" y="1430683"/>
                </a:lnTo>
                <a:lnTo>
                  <a:pt x="100763" y="7153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2982108-9067-1339-8A09-832FF65DC0DC}"/>
              </a:ext>
            </a:extLst>
          </p:cNvPr>
          <p:cNvSpPr/>
          <p:nvPr/>
        </p:nvSpPr>
        <p:spPr>
          <a:xfrm>
            <a:off x="4870276" y="2783518"/>
            <a:ext cx="2503116" cy="2890338"/>
          </a:xfrm>
          <a:custGeom>
            <a:avLst/>
            <a:gdLst>
              <a:gd name="connsiteX0" fmla="*/ 2253877 w 2253876"/>
              <a:gd name="connsiteY0" fmla="*/ 1951885 h 2602542"/>
              <a:gd name="connsiteX1" fmla="*/ 2253877 w 2253876"/>
              <a:gd name="connsiteY1" fmla="*/ 650657 h 2602542"/>
              <a:gd name="connsiteX2" fmla="*/ 1126982 w 2253876"/>
              <a:gd name="connsiteY2" fmla="*/ 0 h 2602542"/>
              <a:gd name="connsiteX3" fmla="*/ 0 w 2253876"/>
              <a:gd name="connsiteY3" fmla="*/ 650657 h 2602542"/>
              <a:gd name="connsiteX4" fmla="*/ 0 w 2253876"/>
              <a:gd name="connsiteY4" fmla="*/ 1951885 h 2602542"/>
              <a:gd name="connsiteX5" fmla="*/ 1126982 w 2253876"/>
              <a:gd name="connsiteY5" fmla="*/ 2602543 h 260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53876" h="2602542">
                <a:moveTo>
                  <a:pt x="2253877" y="1951885"/>
                </a:moveTo>
                <a:lnTo>
                  <a:pt x="2253877" y="650657"/>
                </a:lnTo>
                <a:lnTo>
                  <a:pt x="1126982" y="0"/>
                </a:lnTo>
                <a:lnTo>
                  <a:pt x="0" y="650657"/>
                </a:lnTo>
                <a:lnTo>
                  <a:pt x="0" y="1951885"/>
                </a:lnTo>
                <a:lnTo>
                  <a:pt x="1126982" y="2602543"/>
                </a:lnTo>
                <a:close/>
              </a:path>
            </a:pathLst>
          </a:custGeom>
          <a:solidFill>
            <a:schemeClr val="tx1">
              <a:alpha val="33000"/>
            </a:schemeClr>
          </a:solidFill>
          <a:ln w="8702" cap="flat">
            <a:noFill/>
            <a:prstDash val="solid"/>
            <a:miter/>
          </a:ln>
          <a:effectLst>
            <a:softEdge rad="5207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29D225-AA16-F2F9-609A-3D6138643735}"/>
              </a:ext>
            </a:extLst>
          </p:cNvPr>
          <p:cNvSpPr/>
          <p:nvPr/>
        </p:nvSpPr>
        <p:spPr>
          <a:xfrm>
            <a:off x="4975615" y="2435277"/>
            <a:ext cx="2253876" cy="2602542"/>
          </a:xfrm>
          <a:custGeom>
            <a:avLst/>
            <a:gdLst>
              <a:gd name="connsiteX0" fmla="*/ 2253877 w 2253876"/>
              <a:gd name="connsiteY0" fmla="*/ 1951885 h 2602542"/>
              <a:gd name="connsiteX1" fmla="*/ 2253877 w 2253876"/>
              <a:gd name="connsiteY1" fmla="*/ 650657 h 2602542"/>
              <a:gd name="connsiteX2" fmla="*/ 1126982 w 2253876"/>
              <a:gd name="connsiteY2" fmla="*/ 0 h 2602542"/>
              <a:gd name="connsiteX3" fmla="*/ 0 w 2253876"/>
              <a:gd name="connsiteY3" fmla="*/ 650657 h 2602542"/>
              <a:gd name="connsiteX4" fmla="*/ 0 w 2253876"/>
              <a:gd name="connsiteY4" fmla="*/ 1951885 h 2602542"/>
              <a:gd name="connsiteX5" fmla="*/ 1126982 w 2253876"/>
              <a:gd name="connsiteY5" fmla="*/ 2602543 h 260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53876" h="2602542">
                <a:moveTo>
                  <a:pt x="2253877" y="1951885"/>
                </a:moveTo>
                <a:lnTo>
                  <a:pt x="2253877" y="650657"/>
                </a:lnTo>
                <a:lnTo>
                  <a:pt x="1126982" y="0"/>
                </a:lnTo>
                <a:lnTo>
                  <a:pt x="0" y="650657"/>
                </a:lnTo>
                <a:lnTo>
                  <a:pt x="0" y="1951885"/>
                </a:lnTo>
                <a:lnTo>
                  <a:pt x="1126982" y="2602543"/>
                </a:lnTo>
                <a:close/>
              </a:path>
            </a:pathLst>
          </a:custGeom>
          <a:solidFill>
            <a:schemeClr val="bg1"/>
          </a:solidFill>
          <a:ln w="87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47E819-C973-0D01-0B48-089B4846BAAF}"/>
              </a:ext>
            </a:extLst>
          </p:cNvPr>
          <p:cNvSpPr txBox="1"/>
          <p:nvPr/>
        </p:nvSpPr>
        <p:spPr>
          <a:xfrm>
            <a:off x="5331767" y="3231092"/>
            <a:ext cx="1541572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i="0" dirty="0">
                <a:solidFill>
                  <a:srgbClr val="000000"/>
                </a:solidFill>
                <a:effectLst/>
              </a:rPr>
              <a:t>TRAINING PLAN DIAGRAM</a:t>
            </a:r>
            <a:endParaRPr lang="en-IN" sz="20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D53550-5975-5856-F82B-7555604029D4}"/>
              </a:ext>
            </a:extLst>
          </p:cNvPr>
          <p:cNvSpPr/>
          <p:nvPr/>
        </p:nvSpPr>
        <p:spPr>
          <a:xfrm>
            <a:off x="6470978" y="2300497"/>
            <a:ext cx="548758" cy="54875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6CAC24-71CA-F23C-5F85-5053B5A6C3A7}"/>
              </a:ext>
            </a:extLst>
          </p:cNvPr>
          <p:cNvSpPr/>
          <p:nvPr/>
        </p:nvSpPr>
        <p:spPr>
          <a:xfrm>
            <a:off x="5186358" y="2300497"/>
            <a:ext cx="548758" cy="54875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2982F6-7E35-FFC6-270B-5FA6FD2A8F0D}"/>
              </a:ext>
            </a:extLst>
          </p:cNvPr>
          <p:cNvSpPr/>
          <p:nvPr/>
        </p:nvSpPr>
        <p:spPr>
          <a:xfrm>
            <a:off x="6470978" y="4623820"/>
            <a:ext cx="548758" cy="54875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8E33ADE-EC68-7C6C-5CCC-EA21F7DB5F42}"/>
              </a:ext>
            </a:extLst>
          </p:cNvPr>
          <p:cNvSpPr/>
          <p:nvPr/>
        </p:nvSpPr>
        <p:spPr>
          <a:xfrm>
            <a:off x="5186358" y="4623820"/>
            <a:ext cx="548758" cy="54875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078605-02D1-1B5C-BBF7-A6A4313BA6B9}"/>
              </a:ext>
            </a:extLst>
          </p:cNvPr>
          <p:cNvSpPr/>
          <p:nvPr/>
        </p:nvSpPr>
        <p:spPr>
          <a:xfrm>
            <a:off x="4501414" y="3464544"/>
            <a:ext cx="548758" cy="5487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FF5C41-9F74-D541-1D44-3A2EF10BAA04}"/>
              </a:ext>
            </a:extLst>
          </p:cNvPr>
          <p:cNvSpPr/>
          <p:nvPr/>
        </p:nvSpPr>
        <p:spPr>
          <a:xfrm>
            <a:off x="7156799" y="3464544"/>
            <a:ext cx="548758" cy="54875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C8316C-FFB0-E69C-E57B-90D556D6A85A}"/>
              </a:ext>
            </a:extLst>
          </p:cNvPr>
          <p:cNvSpPr txBox="1"/>
          <p:nvPr/>
        </p:nvSpPr>
        <p:spPr>
          <a:xfrm>
            <a:off x="2871083" y="1780436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</a:rPr>
              <a:t>TOPICS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A42A70-E647-5B47-5B05-DCB61CAD4651}"/>
              </a:ext>
            </a:extLst>
          </p:cNvPr>
          <p:cNvSpPr txBox="1"/>
          <p:nvPr/>
        </p:nvSpPr>
        <p:spPr>
          <a:xfrm>
            <a:off x="2871083" y="3508091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</a:rPr>
              <a:t>BUDGET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EE3430-050F-6C08-E890-665136141EB2}"/>
              </a:ext>
            </a:extLst>
          </p:cNvPr>
          <p:cNvSpPr txBox="1"/>
          <p:nvPr/>
        </p:nvSpPr>
        <p:spPr>
          <a:xfrm>
            <a:off x="2871083" y="5214300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</a:rPr>
              <a:t>TRAINING MATERIALS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BBD32B-D943-9282-3365-5A201151C554}"/>
              </a:ext>
            </a:extLst>
          </p:cNvPr>
          <p:cNvSpPr txBox="1"/>
          <p:nvPr/>
        </p:nvSpPr>
        <p:spPr>
          <a:xfrm>
            <a:off x="7883037" y="1780436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TEAM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A59F66-9595-0328-658E-C24FAB61C1C9}"/>
              </a:ext>
            </a:extLst>
          </p:cNvPr>
          <p:cNvSpPr txBox="1"/>
          <p:nvPr/>
        </p:nvSpPr>
        <p:spPr>
          <a:xfrm>
            <a:off x="7883037" y="3508091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TRAINING STRATEGY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FD132D-566B-FF25-F929-F023F004D9DD}"/>
              </a:ext>
            </a:extLst>
          </p:cNvPr>
          <p:cNvSpPr txBox="1"/>
          <p:nvPr/>
        </p:nvSpPr>
        <p:spPr>
          <a:xfrm>
            <a:off x="7883037" y="5214300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FEEDBACK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99DF2E-3CDB-94CA-3F29-6070C6C6CDE9}"/>
              </a:ext>
            </a:extLst>
          </p:cNvPr>
          <p:cNvSpPr txBox="1"/>
          <p:nvPr/>
        </p:nvSpPr>
        <p:spPr>
          <a:xfrm>
            <a:off x="1481560" y="1652118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bg1"/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B08D03-CE33-054C-8305-9BEE223557E2}"/>
              </a:ext>
            </a:extLst>
          </p:cNvPr>
          <p:cNvSpPr txBox="1"/>
          <p:nvPr/>
        </p:nvSpPr>
        <p:spPr>
          <a:xfrm>
            <a:off x="1481560" y="3379773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bg1"/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EB215C-6D11-AEAC-6F04-DC9C996A1395}"/>
              </a:ext>
            </a:extLst>
          </p:cNvPr>
          <p:cNvSpPr txBox="1"/>
          <p:nvPr/>
        </p:nvSpPr>
        <p:spPr>
          <a:xfrm>
            <a:off x="1481560" y="5085982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bg1"/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5524A8-1CE1-71CB-8A7A-2E1E4A5B1C62}"/>
              </a:ext>
            </a:extLst>
          </p:cNvPr>
          <p:cNvSpPr txBox="1"/>
          <p:nvPr/>
        </p:nvSpPr>
        <p:spPr>
          <a:xfrm>
            <a:off x="9514394" y="1652118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237B45-8C60-56EF-60D3-152431D0B775}"/>
              </a:ext>
            </a:extLst>
          </p:cNvPr>
          <p:cNvSpPr txBox="1"/>
          <p:nvPr/>
        </p:nvSpPr>
        <p:spPr>
          <a:xfrm>
            <a:off x="9514394" y="3379773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199FBC-3CAA-C808-8CEA-B20F4A42C413}"/>
              </a:ext>
            </a:extLst>
          </p:cNvPr>
          <p:cNvSpPr txBox="1"/>
          <p:nvPr/>
        </p:nvSpPr>
        <p:spPr>
          <a:xfrm>
            <a:off x="9514394" y="5085982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16A00AA-B390-A00A-9042-8884B61E3A52}"/>
              </a:ext>
            </a:extLst>
          </p:cNvPr>
          <p:cNvSpPr/>
          <p:nvPr/>
        </p:nvSpPr>
        <p:spPr>
          <a:xfrm>
            <a:off x="10539151" y="1479338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F9B6C4B-0CDB-A953-1D25-36F674EC5A19}"/>
              </a:ext>
            </a:extLst>
          </p:cNvPr>
          <p:cNvSpPr/>
          <p:nvPr/>
        </p:nvSpPr>
        <p:spPr>
          <a:xfrm>
            <a:off x="10539151" y="3206993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A8C9209-7C99-507B-1668-048C644FBCC4}"/>
              </a:ext>
            </a:extLst>
          </p:cNvPr>
          <p:cNvSpPr/>
          <p:nvPr/>
        </p:nvSpPr>
        <p:spPr>
          <a:xfrm>
            <a:off x="10539151" y="4913202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6FA34BB-C1EC-0D7D-6A63-E7B239391214}"/>
              </a:ext>
            </a:extLst>
          </p:cNvPr>
          <p:cNvSpPr/>
          <p:nvPr/>
        </p:nvSpPr>
        <p:spPr>
          <a:xfrm>
            <a:off x="10866371" y="1632030"/>
            <a:ext cx="758476" cy="75847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A751293-9B5B-27D9-9D8B-A15D20A65A38}"/>
              </a:ext>
            </a:extLst>
          </p:cNvPr>
          <p:cNvSpPr/>
          <p:nvPr/>
        </p:nvSpPr>
        <p:spPr>
          <a:xfrm>
            <a:off x="10866371" y="3359685"/>
            <a:ext cx="758476" cy="75847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E8A93A3-FE38-EF44-CD15-D5351308E4CF}"/>
              </a:ext>
            </a:extLst>
          </p:cNvPr>
          <p:cNvSpPr/>
          <p:nvPr/>
        </p:nvSpPr>
        <p:spPr>
          <a:xfrm>
            <a:off x="10866371" y="5065894"/>
            <a:ext cx="758476" cy="75847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CCB4E3-F744-A593-E842-7C0E380231CE}"/>
              </a:ext>
            </a:extLst>
          </p:cNvPr>
          <p:cNvSpPr txBox="1"/>
          <p:nvPr/>
        </p:nvSpPr>
        <p:spPr>
          <a:xfrm>
            <a:off x="5280239" y="2392004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E33376-12A6-F1A0-F26E-4D53E2D40540}"/>
              </a:ext>
            </a:extLst>
          </p:cNvPr>
          <p:cNvSpPr txBox="1"/>
          <p:nvPr/>
        </p:nvSpPr>
        <p:spPr>
          <a:xfrm>
            <a:off x="6564859" y="2392004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E64BC5-4B5D-77B9-D7B5-CC849D0AFAAF}"/>
              </a:ext>
            </a:extLst>
          </p:cNvPr>
          <p:cNvSpPr txBox="1"/>
          <p:nvPr/>
        </p:nvSpPr>
        <p:spPr>
          <a:xfrm>
            <a:off x="7250680" y="3556051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8DC6EF-1FBB-9F5A-B188-80970E6ED907}"/>
              </a:ext>
            </a:extLst>
          </p:cNvPr>
          <p:cNvSpPr txBox="1"/>
          <p:nvPr/>
        </p:nvSpPr>
        <p:spPr>
          <a:xfrm>
            <a:off x="6564859" y="4715327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87C9EC-6B8B-C0A5-CB45-C74AA1264EC2}"/>
              </a:ext>
            </a:extLst>
          </p:cNvPr>
          <p:cNvSpPr txBox="1"/>
          <p:nvPr/>
        </p:nvSpPr>
        <p:spPr>
          <a:xfrm>
            <a:off x="5280239" y="4715327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5DD8E4-26F8-FA0C-0632-630DBD541083}"/>
              </a:ext>
            </a:extLst>
          </p:cNvPr>
          <p:cNvSpPr txBox="1"/>
          <p:nvPr/>
        </p:nvSpPr>
        <p:spPr>
          <a:xfrm>
            <a:off x="4595295" y="3556051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6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F0C151BD-CB9F-6E0F-05D9-4473956EC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2507" y="1778166"/>
            <a:ext cx="466205" cy="466205"/>
          </a:xfrm>
          <a:prstGeom prst="rect">
            <a:avLst/>
          </a:prstGeom>
        </p:spPr>
      </p:pic>
      <p:pic>
        <p:nvPicPr>
          <p:cNvPr id="15" name="Graphic 14" descr="Chess pieces with solid fill">
            <a:extLst>
              <a:ext uri="{FF2B5EF4-FFF2-40B4-BE49-F238E27FC236}">
                <a16:creationId xmlns:a16="http://schemas.microsoft.com/office/drawing/2014/main" id="{6A1BFE37-166A-8B7E-3435-9BD12CE04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12507" y="3505821"/>
            <a:ext cx="466205" cy="466205"/>
          </a:xfrm>
          <a:prstGeom prst="rect">
            <a:avLst/>
          </a:prstGeom>
        </p:spPr>
      </p:pic>
      <p:pic>
        <p:nvPicPr>
          <p:cNvPr id="17" name="Graphic 16" descr="Rating 3 Star with solid fill">
            <a:extLst>
              <a:ext uri="{FF2B5EF4-FFF2-40B4-BE49-F238E27FC236}">
                <a16:creationId xmlns:a16="http://schemas.microsoft.com/office/drawing/2014/main" id="{C231619B-5685-59F7-A66D-6564EFB77B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12507" y="5212030"/>
            <a:ext cx="466205" cy="466205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039CC90A-E305-FDB4-45B7-57728322D935}"/>
              </a:ext>
            </a:extLst>
          </p:cNvPr>
          <p:cNvSpPr/>
          <p:nvPr/>
        </p:nvSpPr>
        <p:spPr>
          <a:xfrm>
            <a:off x="539745" y="1479338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818176F-6BEC-6E3B-9D85-E66002FC6943}"/>
              </a:ext>
            </a:extLst>
          </p:cNvPr>
          <p:cNvSpPr/>
          <p:nvPr/>
        </p:nvSpPr>
        <p:spPr>
          <a:xfrm>
            <a:off x="539745" y="3206993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FD7A59-F6FF-8083-E5EC-9A205F0CAA6A}"/>
              </a:ext>
            </a:extLst>
          </p:cNvPr>
          <p:cNvSpPr/>
          <p:nvPr/>
        </p:nvSpPr>
        <p:spPr>
          <a:xfrm>
            <a:off x="539745" y="4913202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D1E3BF5-C000-4767-372D-B06459CC83AF}"/>
              </a:ext>
            </a:extLst>
          </p:cNvPr>
          <p:cNvSpPr/>
          <p:nvPr/>
        </p:nvSpPr>
        <p:spPr>
          <a:xfrm>
            <a:off x="563978" y="1632030"/>
            <a:ext cx="758476" cy="75847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A00DF09-18D4-DB9F-81AD-957E9399678F}"/>
              </a:ext>
            </a:extLst>
          </p:cNvPr>
          <p:cNvSpPr/>
          <p:nvPr/>
        </p:nvSpPr>
        <p:spPr>
          <a:xfrm>
            <a:off x="563978" y="3359685"/>
            <a:ext cx="758476" cy="75847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5B03623-0916-1D9D-D4F0-4391651CF3CE}"/>
              </a:ext>
            </a:extLst>
          </p:cNvPr>
          <p:cNvSpPr/>
          <p:nvPr/>
        </p:nvSpPr>
        <p:spPr>
          <a:xfrm>
            <a:off x="563978" y="5065894"/>
            <a:ext cx="758476" cy="758476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 descr="Checklist with solid fill">
            <a:extLst>
              <a:ext uri="{FF2B5EF4-FFF2-40B4-BE49-F238E27FC236}">
                <a16:creationId xmlns:a16="http://schemas.microsoft.com/office/drawing/2014/main" id="{018A763E-BBD1-CCC5-6B11-7E26DA38DE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915" y="1818968"/>
            <a:ext cx="384602" cy="384600"/>
          </a:xfrm>
          <a:prstGeom prst="rect">
            <a:avLst/>
          </a:prstGeom>
        </p:spPr>
      </p:pic>
      <p:pic>
        <p:nvPicPr>
          <p:cNvPr id="8" name="Graphic 7" descr="Gold bars with solid fill">
            <a:extLst>
              <a:ext uri="{FF2B5EF4-FFF2-40B4-BE49-F238E27FC236}">
                <a16:creationId xmlns:a16="http://schemas.microsoft.com/office/drawing/2014/main" id="{FA9774F5-CCED-AAE9-E980-8EBE115883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114" y="3505821"/>
            <a:ext cx="466205" cy="466205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655A297B-6677-05C9-B9D3-F6D63A058D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114" y="5212030"/>
            <a:ext cx="466205" cy="46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6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8149-41DE-B86B-0480-8116B4A8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Training Plan Diagram Template for PowerPoint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7FD6567-7E40-3695-19C4-26B8C9EF3A57}"/>
              </a:ext>
            </a:extLst>
          </p:cNvPr>
          <p:cNvSpPr/>
          <p:nvPr/>
        </p:nvSpPr>
        <p:spPr>
          <a:xfrm>
            <a:off x="4262378" y="1621073"/>
            <a:ext cx="3664068" cy="4230950"/>
          </a:xfrm>
          <a:custGeom>
            <a:avLst/>
            <a:gdLst>
              <a:gd name="connsiteX0" fmla="*/ 3058491 w 3058490"/>
              <a:gd name="connsiteY0" fmla="*/ 2648782 h 3531680"/>
              <a:gd name="connsiteX1" fmla="*/ 3058491 w 3058490"/>
              <a:gd name="connsiteY1" fmla="*/ 882898 h 3531680"/>
              <a:gd name="connsiteX2" fmla="*/ 1529289 w 3058490"/>
              <a:gd name="connsiteY2" fmla="*/ 0 h 3531680"/>
              <a:gd name="connsiteX3" fmla="*/ 0 w 3058490"/>
              <a:gd name="connsiteY3" fmla="*/ 882898 h 3531680"/>
              <a:gd name="connsiteX4" fmla="*/ 0 w 3058490"/>
              <a:gd name="connsiteY4" fmla="*/ 2648782 h 3531680"/>
              <a:gd name="connsiteX5" fmla="*/ 1529289 w 3058490"/>
              <a:gd name="connsiteY5" fmla="*/ 3531680 h 353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8490" h="3531680">
                <a:moveTo>
                  <a:pt x="3058491" y="2648782"/>
                </a:moveTo>
                <a:lnTo>
                  <a:pt x="3058491" y="882898"/>
                </a:lnTo>
                <a:lnTo>
                  <a:pt x="1529289" y="0"/>
                </a:lnTo>
                <a:lnTo>
                  <a:pt x="0" y="882898"/>
                </a:lnTo>
                <a:lnTo>
                  <a:pt x="0" y="2648782"/>
                </a:lnTo>
                <a:lnTo>
                  <a:pt x="1529289" y="3531680"/>
                </a:lnTo>
                <a:close/>
              </a:path>
            </a:pathLst>
          </a:custGeom>
          <a:noFill/>
          <a:ln w="8702" cap="flat">
            <a:solidFill>
              <a:schemeClr val="bg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34B81E-7250-657F-083F-17C0FE9740A5}"/>
              </a:ext>
            </a:extLst>
          </p:cNvPr>
          <p:cNvSpPr/>
          <p:nvPr/>
        </p:nvSpPr>
        <p:spPr>
          <a:xfrm>
            <a:off x="4573308" y="1970708"/>
            <a:ext cx="3058490" cy="3531680"/>
          </a:xfrm>
          <a:custGeom>
            <a:avLst/>
            <a:gdLst>
              <a:gd name="connsiteX0" fmla="*/ 3058491 w 3058490"/>
              <a:gd name="connsiteY0" fmla="*/ 2648782 h 3531680"/>
              <a:gd name="connsiteX1" fmla="*/ 3058491 w 3058490"/>
              <a:gd name="connsiteY1" fmla="*/ 882898 h 3531680"/>
              <a:gd name="connsiteX2" fmla="*/ 1529289 w 3058490"/>
              <a:gd name="connsiteY2" fmla="*/ 0 h 3531680"/>
              <a:gd name="connsiteX3" fmla="*/ 0 w 3058490"/>
              <a:gd name="connsiteY3" fmla="*/ 882898 h 3531680"/>
              <a:gd name="connsiteX4" fmla="*/ 0 w 3058490"/>
              <a:gd name="connsiteY4" fmla="*/ 2648782 h 3531680"/>
              <a:gd name="connsiteX5" fmla="*/ 1529289 w 3058490"/>
              <a:gd name="connsiteY5" fmla="*/ 3531680 h 353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8490" h="3531680">
                <a:moveTo>
                  <a:pt x="3058491" y="2648782"/>
                </a:moveTo>
                <a:lnTo>
                  <a:pt x="3058491" y="882898"/>
                </a:lnTo>
                <a:lnTo>
                  <a:pt x="1529289" y="0"/>
                </a:lnTo>
                <a:lnTo>
                  <a:pt x="0" y="882898"/>
                </a:lnTo>
                <a:lnTo>
                  <a:pt x="0" y="2648782"/>
                </a:lnTo>
                <a:lnTo>
                  <a:pt x="1529289" y="3531680"/>
                </a:lnTo>
                <a:close/>
              </a:path>
            </a:pathLst>
          </a:custGeom>
          <a:solidFill>
            <a:srgbClr val="D8D8D8"/>
          </a:solidFill>
          <a:ln w="87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18E3E7C5-9429-6AA4-91F5-46AA53A4A5A9}"/>
              </a:ext>
            </a:extLst>
          </p:cNvPr>
          <p:cNvSpPr/>
          <p:nvPr/>
        </p:nvSpPr>
        <p:spPr>
          <a:xfrm>
            <a:off x="810911" y="1291096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Arrow: Chevron 13">
            <a:extLst>
              <a:ext uri="{FF2B5EF4-FFF2-40B4-BE49-F238E27FC236}">
                <a16:creationId xmlns:a16="http://schemas.microsoft.com/office/drawing/2014/main" id="{416941EF-805D-5165-51D1-BC13B666367C}"/>
              </a:ext>
            </a:extLst>
          </p:cNvPr>
          <p:cNvSpPr/>
          <p:nvPr/>
        </p:nvSpPr>
        <p:spPr>
          <a:xfrm flipH="1">
            <a:off x="6594466" y="1291096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Arrow: Chevron 13">
            <a:extLst>
              <a:ext uri="{FF2B5EF4-FFF2-40B4-BE49-F238E27FC236}">
                <a16:creationId xmlns:a16="http://schemas.microsoft.com/office/drawing/2014/main" id="{E88834FD-6D24-2937-5854-9890B3C4FC14}"/>
              </a:ext>
            </a:extLst>
          </p:cNvPr>
          <p:cNvSpPr/>
          <p:nvPr/>
        </p:nvSpPr>
        <p:spPr>
          <a:xfrm flipV="1">
            <a:off x="810911" y="4724960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Arrow: Chevron 13">
            <a:extLst>
              <a:ext uri="{FF2B5EF4-FFF2-40B4-BE49-F238E27FC236}">
                <a16:creationId xmlns:a16="http://schemas.microsoft.com/office/drawing/2014/main" id="{A17CFEDE-25DD-51FC-6554-357686714044}"/>
              </a:ext>
            </a:extLst>
          </p:cNvPr>
          <p:cNvSpPr/>
          <p:nvPr/>
        </p:nvSpPr>
        <p:spPr>
          <a:xfrm flipH="1" flipV="1">
            <a:off x="6594466" y="4724960"/>
            <a:ext cx="4783449" cy="1440344"/>
          </a:xfrm>
          <a:custGeom>
            <a:avLst/>
            <a:gdLst>
              <a:gd name="connsiteX0" fmla="*/ 0 w 4104456"/>
              <a:gd name="connsiteY0" fmla="*/ 0 h 1224136"/>
              <a:gd name="connsiteX1" fmla="*/ 3973461 w 4104456"/>
              <a:gd name="connsiteY1" fmla="*/ 0 h 1224136"/>
              <a:gd name="connsiteX2" fmla="*/ 4104456 w 4104456"/>
              <a:gd name="connsiteY2" fmla="*/ 612068 h 1224136"/>
              <a:gd name="connsiteX3" fmla="*/ 3973461 w 4104456"/>
              <a:gd name="connsiteY3" fmla="*/ 1224136 h 1224136"/>
              <a:gd name="connsiteX4" fmla="*/ 0 w 4104456"/>
              <a:gd name="connsiteY4" fmla="*/ 1224136 h 1224136"/>
              <a:gd name="connsiteX5" fmla="*/ 130995 w 4104456"/>
              <a:gd name="connsiteY5" fmla="*/ 612068 h 1224136"/>
              <a:gd name="connsiteX6" fmla="*/ 0 w 4104456"/>
              <a:gd name="connsiteY6" fmla="*/ 0 h 1224136"/>
              <a:gd name="connsiteX0" fmla="*/ 0 w 4812378"/>
              <a:gd name="connsiteY0" fmla="*/ 0 h 1270829"/>
              <a:gd name="connsiteX1" fmla="*/ 3973461 w 4812378"/>
              <a:gd name="connsiteY1" fmla="*/ 0 h 1270829"/>
              <a:gd name="connsiteX2" fmla="*/ 4812378 w 4812378"/>
              <a:gd name="connsiteY2" fmla="*/ 1270829 h 1270829"/>
              <a:gd name="connsiteX3" fmla="*/ 3973461 w 4812378"/>
              <a:gd name="connsiteY3" fmla="*/ 1224136 h 1270829"/>
              <a:gd name="connsiteX4" fmla="*/ 0 w 4812378"/>
              <a:gd name="connsiteY4" fmla="*/ 1224136 h 1270829"/>
              <a:gd name="connsiteX5" fmla="*/ 130995 w 4812378"/>
              <a:gd name="connsiteY5" fmla="*/ 612068 h 1270829"/>
              <a:gd name="connsiteX6" fmla="*/ 0 w 4812378"/>
              <a:gd name="connsiteY6" fmla="*/ 0 h 1270829"/>
              <a:gd name="connsiteX0" fmla="*/ 0 w 4684559"/>
              <a:gd name="connsiteY0" fmla="*/ 0 h 1224136"/>
              <a:gd name="connsiteX1" fmla="*/ 3973461 w 4684559"/>
              <a:gd name="connsiteY1" fmla="*/ 0 h 1224136"/>
              <a:gd name="connsiteX2" fmla="*/ 4684559 w 4684559"/>
              <a:gd name="connsiteY2" fmla="*/ 1034855 h 1224136"/>
              <a:gd name="connsiteX3" fmla="*/ 3973461 w 4684559"/>
              <a:gd name="connsiteY3" fmla="*/ 1224136 h 1224136"/>
              <a:gd name="connsiteX4" fmla="*/ 0 w 4684559"/>
              <a:gd name="connsiteY4" fmla="*/ 1224136 h 1224136"/>
              <a:gd name="connsiteX5" fmla="*/ 130995 w 4684559"/>
              <a:gd name="connsiteY5" fmla="*/ 612068 h 1224136"/>
              <a:gd name="connsiteX6" fmla="*/ 0 w 4684559"/>
              <a:gd name="connsiteY6" fmla="*/ 0 h 1224136"/>
              <a:gd name="connsiteX0" fmla="*/ 0 w 4265459"/>
              <a:gd name="connsiteY0" fmla="*/ 0 h 1224136"/>
              <a:gd name="connsiteX1" fmla="*/ 3973461 w 4265459"/>
              <a:gd name="connsiteY1" fmla="*/ 0 h 1224136"/>
              <a:gd name="connsiteX2" fmla="*/ 4265459 w 4265459"/>
              <a:gd name="connsiteY2" fmla="*/ 755455 h 1224136"/>
              <a:gd name="connsiteX3" fmla="*/ 3973461 w 4265459"/>
              <a:gd name="connsiteY3" fmla="*/ 1224136 h 1224136"/>
              <a:gd name="connsiteX4" fmla="*/ 0 w 4265459"/>
              <a:gd name="connsiteY4" fmla="*/ 1224136 h 1224136"/>
              <a:gd name="connsiteX5" fmla="*/ 130995 w 4265459"/>
              <a:gd name="connsiteY5" fmla="*/ 612068 h 1224136"/>
              <a:gd name="connsiteX6" fmla="*/ 0 w 4265459"/>
              <a:gd name="connsiteY6" fmla="*/ 0 h 1224136"/>
              <a:gd name="connsiteX0" fmla="*/ 0 w 4926940"/>
              <a:gd name="connsiteY0" fmla="*/ 0 h 1339115"/>
              <a:gd name="connsiteX1" fmla="*/ 3973461 w 4926940"/>
              <a:gd name="connsiteY1" fmla="*/ 0 h 1339115"/>
              <a:gd name="connsiteX2" fmla="*/ 4926940 w 4926940"/>
              <a:gd name="connsiteY2" fmla="*/ 1339115 h 1339115"/>
              <a:gd name="connsiteX3" fmla="*/ 3973461 w 4926940"/>
              <a:gd name="connsiteY3" fmla="*/ 1224136 h 1339115"/>
              <a:gd name="connsiteX4" fmla="*/ 0 w 4926940"/>
              <a:gd name="connsiteY4" fmla="*/ 1224136 h 1339115"/>
              <a:gd name="connsiteX5" fmla="*/ 130995 w 4926940"/>
              <a:gd name="connsiteY5" fmla="*/ 612068 h 1339115"/>
              <a:gd name="connsiteX6" fmla="*/ 0 w 4926940"/>
              <a:gd name="connsiteY6" fmla="*/ 0 h 1339115"/>
              <a:gd name="connsiteX0" fmla="*/ 0 w 4965851"/>
              <a:gd name="connsiteY0" fmla="*/ 0 h 1224136"/>
              <a:gd name="connsiteX1" fmla="*/ 3973461 w 4965851"/>
              <a:gd name="connsiteY1" fmla="*/ 0 h 1224136"/>
              <a:gd name="connsiteX2" fmla="*/ 4965851 w 4965851"/>
              <a:gd name="connsiteY2" fmla="*/ 1148964 h 1224136"/>
              <a:gd name="connsiteX3" fmla="*/ 3973461 w 4965851"/>
              <a:gd name="connsiteY3" fmla="*/ 1224136 h 1224136"/>
              <a:gd name="connsiteX4" fmla="*/ 0 w 4965851"/>
              <a:gd name="connsiteY4" fmla="*/ 1224136 h 1224136"/>
              <a:gd name="connsiteX5" fmla="*/ 130995 w 4965851"/>
              <a:gd name="connsiteY5" fmla="*/ 612068 h 1224136"/>
              <a:gd name="connsiteX6" fmla="*/ 0 w 4965851"/>
              <a:gd name="connsiteY6" fmla="*/ 0 h 122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5851" h="1224136">
                <a:moveTo>
                  <a:pt x="0" y="0"/>
                </a:moveTo>
                <a:lnTo>
                  <a:pt x="3973461" y="0"/>
                </a:lnTo>
                <a:lnTo>
                  <a:pt x="4965851" y="1148964"/>
                </a:lnTo>
                <a:lnTo>
                  <a:pt x="3973461" y="1224136"/>
                </a:lnTo>
                <a:lnTo>
                  <a:pt x="0" y="1224136"/>
                </a:lnTo>
                <a:lnTo>
                  <a:pt x="130995" y="61206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E52CCFC9-CBA3-0A08-EE6F-18887F0C4687}"/>
              </a:ext>
            </a:extLst>
          </p:cNvPr>
          <p:cNvSpPr/>
          <p:nvPr/>
        </p:nvSpPr>
        <p:spPr>
          <a:xfrm>
            <a:off x="822820" y="3023582"/>
            <a:ext cx="4123693" cy="1430683"/>
          </a:xfrm>
          <a:custGeom>
            <a:avLst/>
            <a:gdLst>
              <a:gd name="connsiteX0" fmla="*/ 0 w 3862647"/>
              <a:gd name="connsiteY0" fmla="*/ 0 h 1430683"/>
              <a:gd name="connsiteX1" fmla="*/ 3761884 w 3862647"/>
              <a:gd name="connsiteY1" fmla="*/ 0 h 1430683"/>
              <a:gd name="connsiteX2" fmla="*/ 3862647 w 3862647"/>
              <a:gd name="connsiteY2" fmla="*/ 715342 h 1430683"/>
              <a:gd name="connsiteX3" fmla="*/ 3761884 w 3862647"/>
              <a:gd name="connsiteY3" fmla="*/ 1430683 h 1430683"/>
              <a:gd name="connsiteX4" fmla="*/ 0 w 3862647"/>
              <a:gd name="connsiteY4" fmla="*/ 1430683 h 1430683"/>
              <a:gd name="connsiteX5" fmla="*/ 100763 w 3862647"/>
              <a:gd name="connsiteY5" fmla="*/ 715342 h 1430683"/>
              <a:gd name="connsiteX6" fmla="*/ 0 w 3862647"/>
              <a:gd name="connsiteY6" fmla="*/ 0 h 1430683"/>
              <a:gd name="connsiteX0" fmla="*/ 0 w 4280937"/>
              <a:gd name="connsiteY0" fmla="*/ 0 h 1430683"/>
              <a:gd name="connsiteX1" fmla="*/ 3761884 w 4280937"/>
              <a:gd name="connsiteY1" fmla="*/ 0 h 1430683"/>
              <a:gd name="connsiteX2" fmla="*/ 4280937 w 4280937"/>
              <a:gd name="connsiteY2" fmla="*/ 725070 h 1430683"/>
              <a:gd name="connsiteX3" fmla="*/ 3761884 w 4280937"/>
              <a:gd name="connsiteY3" fmla="*/ 1430683 h 1430683"/>
              <a:gd name="connsiteX4" fmla="*/ 0 w 4280937"/>
              <a:gd name="connsiteY4" fmla="*/ 1430683 h 1430683"/>
              <a:gd name="connsiteX5" fmla="*/ 100763 w 4280937"/>
              <a:gd name="connsiteY5" fmla="*/ 715342 h 1430683"/>
              <a:gd name="connsiteX6" fmla="*/ 0 w 4280937"/>
              <a:gd name="connsiteY6" fmla="*/ 0 h 143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80937" h="1430683">
                <a:moveTo>
                  <a:pt x="0" y="0"/>
                </a:moveTo>
                <a:lnTo>
                  <a:pt x="3761884" y="0"/>
                </a:lnTo>
                <a:lnTo>
                  <a:pt x="4280937" y="725070"/>
                </a:lnTo>
                <a:lnTo>
                  <a:pt x="3761884" y="1430683"/>
                </a:lnTo>
                <a:lnTo>
                  <a:pt x="0" y="1430683"/>
                </a:lnTo>
                <a:lnTo>
                  <a:pt x="100763" y="71534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Arrow: Chevron 31">
            <a:extLst>
              <a:ext uri="{FF2B5EF4-FFF2-40B4-BE49-F238E27FC236}">
                <a16:creationId xmlns:a16="http://schemas.microsoft.com/office/drawing/2014/main" id="{C34BAE38-9DD7-4839-1313-4DAD73948715}"/>
              </a:ext>
            </a:extLst>
          </p:cNvPr>
          <p:cNvSpPr/>
          <p:nvPr/>
        </p:nvSpPr>
        <p:spPr>
          <a:xfrm rot="10800000">
            <a:off x="7254222" y="3023582"/>
            <a:ext cx="4123693" cy="1430683"/>
          </a:xfrm>
          <a:custGeom>
            <a:avLst/>
            <a:gdLst>
              <a:gd name="connsiteX0" fmla="*/ 0 w 3862647"/>
              <a:gd name="connsiteY0" fmla="*/ 0 h 1430683"/>
              <a:gd name="connsiteX1" fmla="*/ 3761884 w 3862647"/>
              <a:gd name="connsiteY1" fmla="*/ 0 h 1430683"/>
              <a:gd name="connsiteX2" fmla="*/ 3862647 w 3862647"/>
              <a:gd name="connsiteY2" fmla="*/ 715342 h 1430683"/>
              <a:gd name="connsiteX3" fmla="*/ 3761884 w 3862647"/>
              <a:gd name="connsiteY3" fmla="*/ 1430683 h 1430683"/>
              <a:gd name="connsiteX4" fmla="*/ 0 w 3862647"/>
              <a:gd name="connsiteY4" fmla="*/ 1430683 h 1430683"/>
              <a:gd name="connsiteX5" fmla="*/ 100763 w 3862647"/>
              <a:gd name="connsiteY5" fmla="*/ 715342 h 1430683"/>
              <a:gd name="connsiteX6" fmla="*/ 0 w 3862647"/>
              <a:gd name="connsiteY6" fmla="*/ 0 h 1430683"/>
              <a:gd name="connsiteX0" fmla="*/ 0 w 4280937"/>
              <a:gd name="connsiteY0" fmla="*/ 0 h 1430683"/>
              <a:gd name="connsiteX1" fmla="*/ 3761884 w 4280937"/>
              <a:gd name="connsiteY1" fmla="*/ 0 h 1430683"/>
              <a:gd name="connsiteX2" fmla="*/ 4280937 w 4280937"/>
              <a:gd name="connsiteY2" fmla="*/ 725070 h 1430683"/>
              <a:gd name="connsiteX3" fmla="*/ 3761884 w 4280937"/>
              <a:gd name="connsiteY3" fmla="*/ 1430683 h 1430683"/>
              <a:gd name="connsiteX4" fmla="*/ 0 w 4280937"/>
              <a:gd name="connsiteY4" fmla="*/ 1430683 h 1430683"/>
              <a:gd name="connsiteX5" fmla="*/ 100763 w 4280937"/>
              <a:gd name="connsiteY5" fmla="*/ 715342 h 1430683"/>
              <a:gd name="connsiteX6" fmla="*/ 0 w 4280937"/>
              <a:gd name="connsiteY6" fmla="*/ 0 h 143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80937" h="1430683">
                <a:moveTo>
                  <a:pt x="0" y="0"/>
                </a:moveTo>
                <a:lnTo>
                  <a:pt x="3761884" y="0"/>
                </a:lnTo>
                <a:lnTo>
                  <a:pt x="4280937" y="725070"/>
                </a:lnTo>
                <a:lnTo>
                  <a:pt x="3761884" y="1430683"/>
                </a:lnTo>
                <a:lnTo>
                  <a:pt x="0" y="1430683"/>
                </a:lnTo>
                <a:lnTo>
                  <a:pt x="100763" y="71534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2982108-9067-1339-8A09-832FF65DC0DC}"/>
              </a:ext>
            </a:extLst>
          </p:cNvPr>
          <p:cNvSpPr/>
          <p:nvPr/>
        </p:nvSpPr>
        <p:spPr>
          <a:xfrm>
            <a:off x="4870276" y="2783518"/>
            <a:ext cx="2503116" cy="2890338"/>
          </a:xfrm>
          <a:custGeom>
            <a:avLst/>
            <a:gdLst>
              <a:gd name="connsiteX0" fmla="*/ 2253877 w 2253876"/>
              <a:gd name="connsiteY0" fmla="*/ 1951885 h 2602542"/>
              <a:gd name="connsiteX1" fmla="*/ 2253877 w 2253876"/>
              <a:gd name="connsiteY1" fmla="*/ 650657 h 2602542"/>
              <a:gd name="connsiteX2" fmla="*/ 1126982 w 2253876"/>
              <a:gd name="connsiteY2" fmla="*/ 0 h 2602542"/>
              <a:gd name="connsiteX3" fmla="*/ 0 w 2253876"/>
              <a:gd name="connsiteY3" fmla="*/ 650657 h 2602542"/>
              <a:gd name="connsiteX4" fmla="*/ 0 w 2253876"/>
              <a:gd name="connsiteY4" fmla="*/ 1951885 h 2602542"/>
              <a:gd name="connsiteX5" fmla="*/ 1126982 w 2253876"/>
              <a:gd name="connsiteY5" fmla="*/ 2602543 h 260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53876" h="2602542">
                <a:moveTo>
                  <a:pt x="2253877" y="1951885"/>
                </a:moveTo>
                <a:lnTo>
                  <a:pt x="2253877" y="650657"/>
                </a:lnTo>
                <a:lnTo>
                  <a:pt x="1126982" y="0"/>
                </a:lnTo>
                <a:lnTo>
                  <a:pt x="0" y="650657"/>
                </a:lnTo>
                <a:lnTo>
                  <a:pt x="0" y="1951885"/>
                </a:lnTo>
                <a:lnTo>
                  <a:pt x="1126982" y="2602543"/>
                </a:lnTo>
                <a:close/>
              </a:path>
            </a:pathLst>
          </a:custGeom>
          <a:solidFill>
            <a:schemeClr val="tx1">
              <a:alpha val="33000"/>
            </a:schemeClr>
          </a:solidFill>
          <a:ln w="8702" cap="flat">
            <a:noFill/>
            <a:prstDash val="solid"/>
            <a:miter/>
          </a:ln>
          <a:effectLst>
            <a:softEdge rad="5207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29D225-AA16-F2F9-609A-3D6138643735}"/>
              </a:ext>
            </a:extLst>
          </p:cNvPr>
          <p:cNvSpPr/>
          <p:nvPr/>
        </p:nvSpPr>
        <p:spPr>
          <a:xfrm>
            <a:off x="4975615" y="2435277"/>
            <a:ext cx="2253876" cy="2602542"/>
          </a:xfrm>
          <a:custGeom>
            <a:avLst/>
            <a:gdLst>
              <a:gd name="connsiteX0" fmla="*/ 2253877 w 2253876"/>
              <a:gd name="connsiteY0" fmla="*/ 1951885 h 2602542"/>
              <a:gd name="connsiteX1" fmla="*/ 2253877 w 2253876"/>
              <a:gd name="connsiteY1" fmla="*/ 650657 h 2602542"/>
              <a:gd name="connsiteX2" fmla="*/ 1126982 w 2253876"/>
              <a:gd name="connsiteY2" fmla="*/ 0 h 2602542"/>
              <a:gd name="connsiteX3" fmla="*/ 0 w 2253876"/>
              <a:gd name="connsiteY3" fmla="*/ 650657 h 2602542"/>
              <a:gd name="connsiteX4" fmla="*/ 0 w 2253876"/>
              <a:gd name="connsiteY4" fmla="*/ 1951885 h 2602542"/>
              <a:gd name="connsiteX5" fmla="*/ 1126982 w 2253876"/>
              <a:gd name="connsiteY5" fmla="*/ 2602543 h 260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53876" h="2602542">
                <a:moveTo>
                  <a:pt x="2253877" y="1951885"/>
                </a:moveTo>
                <a:lnTo>
                  <a:pt x="2253877" y="650657"/>
                </a:lnTo>
                <a:lnTo>
                  <a:pt x="1126982" y="0"/>
                </a:lnTo>
                <a:lnTo>
                  <a:pt x="0" y="650657"/>
                </a:lnTo>
                <a:lnTo>
                  <a:pt x="0" y="1951885"/>
                </a:lnTo>
                <a:lnTo>
                  <a:pt x="1126982" y="2602543"/>
                </a:lnTo>
                <a:close/>
              </a:path>
            </a:pathLst>
          </a:custGeom>
          <a:solidFill>
            <a:schemeClr val="bg1"/>
          </a:solidFill>
          <a:ln w="87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47E819-C973-0D01-0B48-089B4846BAAF}"/>
              </a:ext>
            </a:extLst>
          </p:cNvPr>
          <p:cNvSpPr txBox="1"/>
          <p:nvPr/>
        </p:nvSpPr>
        <p:spPr>
          <a:xfrm>
            <a:off x="5331767" y="3231092"/>
            <a:ext cx="1541572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i="0" dirty="0">
                <a:solidFill>
                  <a:srgbClr val="000000"/>
                </a:solidFill>
                <a:effectLst/>
              </a:rPr>
              <a:t>TRAINING PLAN DIAGRAM</a:t>
            </a:r>
            <a:endParaRPr lang="en-IN" sz="20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D53550-5975-5856-F82B-7555604029D4}"/>
              </a:ext>
            </a:extLst>
          </p:cNvPr>
          <p:cNvSpPr/>
          <p:nvPr/>
        </p:nvSpPr>
        <p:spPr>
          <a:xfrm>
            <a:off x="6470978" y="2300497"/>
            <a:ext cx="548758" cy="5487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6CAC24-71CA-F23C-5F85-5053B5A6C3A7}"/>
              </a:ext>
            </a:extLst>
          </p:cNvPr>
          <p:cNvSpPr/>
          <p:nvPr/>
        </p:nvSpPr>
        <p:spPr>
          <a:xfrm>
            <a:off x="5186358" y="2300497"/>
            <a:ext cx="548758" cy="5487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2982F6-7E35-FFC6-270B-5FA6FD2A8F0D}"/>
              </a:ext>
            </a:extLst>
          </p:cNvPr>
          <p:cNvSpPr/>
          <p:nvPr/>
        </p:nvSpPr>
        <p:spPr>
          <a:xfrm>
            <a:off x="6470978" y="4623820"/>
            <a:ext cx="548758" cy="5487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8E33ADE-EC68-7C6C-5CCC-EA21F7DB5F42}"/>
              </a:ext>
            </a:extLst>
          </p:cNvPr>
          <p:cNvSpPr/>
          <p:nvPr/>
        </p:nvSpPr>
        <p:spPr>
          <a:xfrm>
            <a:off x="5186358" y="4623820"/>
            <a:ext cx="548758" cy="54875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078605-02D1-1B5C-BBF7-A6A4313BA6B9}"/>
              </a:ext>
            </a:extLst>
          </p:cNvPr>
          <p:cNvSpPr/>
          <p:nvPr/>
        </p:nvSpPr>
        <p:spPr>
          <a:xfrm>
            <a:off x="4501414" y="3464544"/>
            <a:ext cx="548758" cy="54875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FF5C41-9F74-D541-1D44-3A2EF10BAA04}"/>
              </a:ext>
            </a:extLst>
          </p:cNvPr>
          <p:cNvSpPr/>
          <p:nvPr/>
        </p:nvSpPr>
        <p:spPr>
          <a:xfrm>
            <a:off x="7156799" y="3464544"/>
            <a:ext cx="548758" cy="54875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C8316C-FFB0-E69C-E57B-90D556D6A85A}"/>
              </a:ext>
            </a:extLst>
          </p:cNvPr>
          <p:cNvSpPr txBox="1"/>
          <p:nvPr/>
        </p:nvSpPr>
        <p:spPr>
          <a:xfrm>
            <a:off x="2871083" y="1780436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800" b="1" dirty="0"/>
              <a:t>TOPICS</a:t>
            </a:r>
            <a:endParaRPr lang="en-IN" sz="1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A42A70-E647-5B47-5B05-DCB61CAD4651}"/>
              </a:ext>
            </a:extLst>
          </p:cNvPr>
          <p:cNvSpPr txBox="1"/>
          <p:nvPr/>
        </p:nvSpPr>
        <p:spPr>
          <a:xfrm>
            <a:off x="2871083" y="3508091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800" b="1" dirty="0"/>
              <a:t>BUDGET</a:t>
            </a:r>
            <a:endParaRPr lang="en-IN" sz="1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EE3430-050F-6C08-E890-665136141EB2}"/>
              </a:ext>
            </a:extLst>
          </p:cNvPr>
          <p:cNvSpPr txBox="1"/>
          <p:nvPr/>
        </p:nvSpPr>
        <p:spPr>
          <a:xfrm>
            <a:off x="2871083" y="5214300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800" b="1" dirty="0"/>
              <a:t>TRAINING MATERIALS</a:t>
            </a:r>
            <a:endParaRPr lang="en-IN" sz="1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BBD32B-D943-9282-3365-5A201151C554}"/>
              </a:ext>
            </a:extLst>
          </p:cNvPr>
          <p:cNvSpPr txBox="1"/>
          <p:nvPr/>
        </p:nvSpPr>
        <p:spPr>
          <a:xfrm>
            <a:off x="7883037" y="1780436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/>
              <a:t>TEAM</a:t>
            </a:r>
            <a:endParaRPr lang="en-IN" sz="1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A59F66-9595-0328-658E-C24FAB61C1C9}"/>
              </a:ext>
            </a:extLst>
          </p:cNvPr>
          <p:cNvSpPr txBox="1"/>
          <p:nvPr/>
        </p:nvSpPr>
        <p:spPr>
          <a:xfrm>
            <a:off x="7883037" y="3508091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/>
              <a:t>TRAINING STRATEGY</a:t>
            </a:r>
            <a:endParaRPr lang="en-IN" sz="18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FD132D-566B-FF25-F929-F023F004D9DD}"/>
              </a:ext>
            </a:extLst>
          </p:cNvPr>
          <p:cNvSpPr txBox="1"/>
          <p:nvPr/>
        </p:nvSpPr>
        <p:spPr>
          <a:xfrm>
            <a:off x="7883037" y="5214300"/>
            <a:ext cx="138584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800" b="1" dirty="0"/>
              <a:t>FEEDBACK</a:t>
            </a:r>
            <a:endParaRPr lang="en-IN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99DF2E-3CDB-94CA-3F29-6070C6C6CDE9}"/>
              </a:ext>
            </a:extLst>
          </p:cNvPr>
          <p:cNvSpPr txBox="1"/>
          <p:nvPr/>
        </p:nvSpPr>
        <p:spPr>
          <a:xfrm>
            <a:off x="1481560" y="1652118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B08D03-CE33-054C-8305-9BEE223557E2}"/>
              </a:ext>
            </a:extLst>
          </p:cNvPr>
          <p:cNvSpPr txBox="1"/>
          <p:nvPr/>
        </p:nvSpPr>
        <p:spPr>
          <a:xfrm>
            <a:off x="1481560" y="3379773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EB215C-6D11-AEAC-6F04-DC9C996A1395}"/>
              </a:ext>
            </a:extLst>
          </p:cNvPr>
          <p:cNvSpPr txBox="1"/>
          <p:nvPr/>
        </p:nvSpPr>
        <p:spPr>
          <a:xfrm>
            <a:off x="1481560" y="5085982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5524A8-1CE1-71CB-8A7A-2E1E4A5B1C62}"/>
              </a:ext>
            </a:extLst>
          </p:cNvPr>
          <p:cNvSpPr txBox="1"/>
          <p:nvPr/>
        </p:nvSpPr>
        <p:spPr>
          <a:xfrm>
            <a:off x="9514394" y="1652118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237B45-8C60-56EF-60D3-152431D0B775}"/>
              </a:ext>
            </a:extLst>
          </p:cNvPr>
          <p:cNvSpPr txBox="1"/>
          <p:nvPr/>
        </p:nvSpPr>
        <p:spPr>
          <a:xfrm>
            <a:off x="9514394" y="3379773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199FBC-3CAA-C808-8CEA-B20F4A42C413}"/>
              </a:ext>
            </a:extLst>
          </p:cNvPr>
          <p:cNvSpPr txBox="1"/>
          <p:nvPr/>
        </p:nvSpPr>
        <p:spPr>
          <a:xfrm>
            <a:off x="9514394" y="5085982"/>
            <a:ext cx="1250065" cy="718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CCB4E3-F744-A593-E842-7C0E380231CE}"/>
              </a:ext>
            </a:extLst>
          </p:cNvPr>
          <p:cNvSpPr txBox="1"/>
          <p:nvPr/>
        </p:nvSpPr>
        <p:spPr>
          <a:xfrm>
            <a:off x="5280239" y="2392004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E33376-12A6-F1A0-F26E-4D53E2D40540}"/>
              </a:ext>
            </a:extLst>
          </p:cNvPr>
          <p:cNvSpPr txBox="1"/>
          <p:nvPr/>
        </p:nvSpPr>
        <p:spPr>
          <a:xfrm>
            <a:off x="6564859" y="2392004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E64BC5-4B5D-77B9-D7B5-CC849D0AFAAF}"/>
              </a:ext>
            </a:extLst>
          </p:cNvPr>
          <p:cNvSpPr txBox="1"/>
          <p:nvPr/>
        </p:nvSpPr>
        <p:spPr>
          <a:xfrm>
            <a:off x="7250680" y="3556051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8DC6EF-1FBB-9F5A-B188-80970E6ED907}"/>
              </a:ext>
            </a:extLst>
          </p:cNvPr>
          <p:cNvSpPr txBox="1"/>
          <p:nvPr/>
        </p:nvSpPr>
        <p:spPr>
          <a:xfrm>
            <a:off x="6564859" y="4715327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87C9EC-6B8B-C0A5-CB45-C74AA1264EC2}"/>
              </a:ext>
            </a:extLst>
          </p:cNvPr>
          <p:cNvSpPr txBox="1"/>
          <p:nvPr/>
        </p:nvSpPr>
        <p:spPr>
          <a:xfrm>
            <a:off x="5280239" y="4715327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5DD8E4-26F8-FA0C-0632-630DBD541083}"/>
              </a:ext>
            </a:extLst>
          </p:cNvPr>
          <p:cNvSpPr txBox="1"/>
          <p:nvPr/>
        </p:nvSpPr>
        <p:spPr>
          <a:xfrm>
            <a:off x="4595295" y="3556051"/>
            <a:ext cx="360996" cy="36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6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B22B63C-F552-3835-2964-D997F4EA7B13}"/>
              </a:ext>
            </a:extLst>
          </p:cNvPr>
          <p:cNvSpPr/>
          <p:nvPr/>
        </p:nvSpPr>
        <p:spPr>
          <a:xfrm>
            <a:off x="10539151" y="1479338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70AA2D7-8186-F496-ADC9-F5CC374C94DC}"/>
              </a:ext>
            </a:extLst>
          </p:cNvPr>
          <p:cNvSpPr/>
          <p:nvPr/>
        </p:nvSpPr>
        <p:spPr>
          <a:xfrm>
            <a:off x="10539151" y="3206993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BBAFD1D-10BE-0968-BB52-9AF0B4C5ED81}"/>
              </a:ext>
            </a:extLst>
          </p:cNvPr>
          <p:cNvSpPr/>
          <p:nvPr/>
        </p:nvSpPr>
        <p:spPr>
          <a:xfrm>
            <a:off x="10539151" y="4913202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6BC0236-4EC4-92A0-B272-F3D0A82A5F25}"/>
              </a:ext>
            </a:extLst>
          </p:cNvPr>
          <p:cNvSpPr/>
          <p:nvPr/>
        </p:nvSpPr>
        <p:spPr>
          <a:xfrm>
            <a:off x="10866371" y="1632030"/>
            <a:ext cx="758476" cy="7584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D694668-DC12-2ACB-201F-2BDC990026CA}"/>
              </a:ext>
            </a:extLst>
          </p:cNvPr>
          <p:cNvSpPr/>
          <p:nvPr/>
        </p:nvSpPr>
        <p:spPr>
          <a:xfrm>
            <a:off x="10866371" y="3359685"/>
            <a:ext cx="758476" cy="75847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B6E31B0-C36C-262A-2204-51CD3519847A}"/>
              </a:ext>
            </a:extLst>
          </p:cNvPr>
          <p:cNvSpPr/>
          <p:nvPr/>
        </p:nvSpPr>
        <p:spPr>
          <a:xfrm>
            <a:off x="10866371" y="5065894"/>
            <a:ext cx="758476" cy="75847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0" name="Graphic 79" descr="Users with solid fill">
            <a:extLst>
              <a:ext uri="{FF2B5EF4-FFF2-40B4-BE49-F238E27FC236}">
                <a16:creationId xmlns:a16="http://schemas.microsoft.com/office/drawing/2014/main" id="{EE4F4B2E-9B9F-B596-9232-CAD019675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2507" y="1778166"/>
            <a:ext cx="466205" cy="466205"/>
          </a:xfrm>
          <a:prstGeom prst="rect">
            <a:avLst/>
          </a:prstGeom>
        </p:spPr>
      </p:pic>
      <p:pic>
        <p:nvPicPr>
          <p:cNvPr id="81" name="Graphic 80" descr="Chess pieces with solid fill">
            <a:extLst>
              <a:ext uri="{FF2B5EF4-FFF2-40B4-BE49-F238E27FC236}">
                <a16:creationId xmlns:a16="http://schemas.microsoft.com/office/drawing/2014/main" id="{4F7E5B3E-F1B1-3399-9A17-B718E4B79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12507" y="3505821"/>
            <a:ext cx="466205" cy="466205"/>
          </a:xfrm>
          <a:prstGeom prst="rect">
            <a:avLst/>
          </a:prstGeom>
        </p:spPr>
      </p:pic>
      <p:pic>
        <p:nvPicPr>
          <p:cNvPr id="82" name="Graphic 81" descr="Rating 3 Star with solid fill">
            <a:extLst>
              <a:ext uri="{FF2B5EF4-FFF2-40B4-BE49-F238E27FC236}">
                <a16:creationId xmlns:a16="http://schemas.microsoft.com/office/drawing/2014/main" id="{3F240D2B-204B-322E-8A78-398C67DB7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12507" y="5212030"/>
            <a:ext cx="466205" cy="466205"/>
          </a:xfrm>
          <a:prstGeom prst="rect">
            <a:avLst/>
          </a:prstGeom>
        </p:spPr>
      </p:pic>
      <p:sp>
        <p:nvSpPr>
          <p:cNvPr id="83" name="Oval 82">
            <a:extLst>
              <a:ext uri="{FF2B5EF4-FFF2-40B4-BE49-F238E27FC236}">
                <a16:creationId xmlns:a16="http://schemas.microsoft.com/office/drawing/2014/main" id="{A19CD28E-C95B-1B74-B78E-A54A4084C2A3}"/>
              </a:ext>
            </a:extLst>
          </p:cNvPr>
          <p:cNvSpPr/>
          <p:nvPr/>
        </p:nvSpPr>
        <p:spPr>
          <a:xfrm>
            <a:off x="539745" y="1479338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E4A8484-DB29-B4EB-1E22-9B42953A5492}"/>
              </a:ext>
            </a:extLst>
          </p:cNvPr>
          <p:cNvSpPr/>
          <p:nvPr/>
        </p:nvSpPr>
        <p:spPr>
          <a:xfrm>
            <a:off x="539745" y="3206993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1D3210-F4A3-88DF-35BE-87A88D01C8A1}"/>
              </a:ext>
            </a:extLst>
          </p:cNvPr>
          <p:cNvSpPr/>
          <p:nvPr/>
        </p:nvSpPr>
        <p:spPr>
          <a:xfrm>
            <a:off x="539745" y="4913202"/>
            <a:ext cx="1086792" cy="1086792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4F8E107-EBAD-0401-03B0-8B697006663A}"/>
              </a:ext>
            </a:extLst>
          </p:cNvPr>
          <p:cNvSpPr/>
          <p:nvPr/>
        </p:nvSpPr>
        <p:spPr>
          <a:xfrm>
            <a:off x="563978" y="1632030"/>
            <a:ext cx="758476" cy="7584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E7D41BB-8A58-7819-3135-AB0DADB42D93}"/>
              </a:ext>
            </a:extLst>
          </p:cNvPr>
          <p:cNvSpPr/>
          <p:nvPr/>
        </p:nvSpPr>
        <p:spPr>
          <a:xfrm>
            <a:off x="563978" y="3359685"/>
            <a:ext cx="758476" cy="7584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4FF89EB-86FA-287E-33C5-9FF4BA8249BF}"/>
              </a:ext>
            </a:extLst>
          </p:cNvPr>
          <p:cNvSpPr/>
          <p:nvPr/>
        </p:nvSpPr>
        <p:spPr>
          <a:xfrm>
            <a:off x="563978" y="5065894"/>
            <a:ext cx="758476" cy="75847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9" name="Graphic 88" descr="Checklist with solid fill">
            <a:extLst>
              <a:ext uri="{FF2B5EF4-FFF2-40B4-BE49-F238E27FC236}">
                <a16:creationId xmlns:a16="http://schemas.microsoft.com/office/drawing/2014/main" id="{DF5323E6-E59C-95F7-E259-CFBBEB429FC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915" y="1818968"/>
            <a:ext cx="384602" cy="384600"/>
          </a:xfrm>
          <a:prstGeom prst="rect">
            <a:avLst/>
          </a:prstGeom>
        </p:spPr>
      </p:pic>
      <p:pic>
        <p:nvPicPr>
          <p:cNvPr id="90" name="Graphic 89" descr="Gold bars with solid fill">
            <a:extLst>
              <a:ext uri="{FF2B5EF4-FFF2-40B4-BE49-F238E27FC236}">
                <a16:creationId xmlns:a16="http://schemas.microsoft.com/office/drawing/2014/main" id="{BBEC8D56-FEA2-65B4-67EC-4A74CD53AB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114" y="3505821"/>
            <a:ext cx="466205" cy="466205"/>
          </a:xfrm>
          <a:prstGeom prst="rect">
            <a:avLst/>
          </a:prstGeom>
        </p:spPr>
      </p:pic>
      <p:pic>
        <p:nvPicPr>
          <p:cNvPr id="91" name="Graphic 90" descr="Lecturer with solid fill">
            <a:extLst>
              <a:ext uri="{FF2B5EF4-FFF2-40B4-BE49-F238E27FC236}">
                <a16:creationId xmlns:a16="http://schemas.microsoft.com/office/drawing/2014/main" id="{BEA412FF-D9C2-84E8-5749-000C5ED77A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114" y="5212030"/>
            <a:ext cx="466205" cy="46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93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6904</TotalTime>
  <Words>153</Words>
  <Application>Microsoft Office PowerPoint</Application>
  <PresentationFormat>Custom</PresentationFormat>
  <Paragraphs>42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Training Plan Diagram Template for PowerPoint</vt:lpstr>
      <vt:lpstr>Training Plan Diagram Template for PowerPoint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Plan Diagram Template for PowerPoint</dc:title>
  <dc:creator>Julian</dc:creator>
  <cp:lastModifiedBy>Julian M</cp:lastModifiedBy>
  <cp:revision>107</cp:revision>
  <dcterms:created xsi:type="dcterms:W3CDTF">2013-09-12T13:05:01Z</dcterms:created>
  <dcterms:modified xsi:type="dcterms:W3CDTF">2023-01-03T12:32:18Z</dcterms:modified>
</cp:coreProperties>
</file>