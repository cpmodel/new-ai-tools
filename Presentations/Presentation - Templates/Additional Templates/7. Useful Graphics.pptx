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9"/>
  </p:notesMasterIdLst>
  <p:sldIdLst>
    <p:sldId id="256" r:id="rId2"/>
    <p:sldId id="276" r:id="rId3"/>
    <p:sldId id="295" r:id="rId4"/>
    <p:sldId id="277" r:id="rId5"/>
    <p:sldId id="351" r:id="rId6"/>
    <p:sldId id="377" r:id="rId7"/>
    <p:sldId id="2141411846" r:id="rId8"/>
  </p:sldIdLst>
  <p:sldSz cx="9144000" cy="5143500" type="screen16x9"/>
  <p:notesSz cx="6858000" cy="9144000"/>
  <p:embeddedFontLst>
    <p:embeddedFont>
      <p:font typeface="Andes" panose="02000000000000000000" pitchFamily="50" charset="0"/>
      <p:regular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Georgia" panose="02040502050405020303" pitchFamily="18" charset="0"/>
      <p:regular r:id="rId15"/>
      <p:bold r:id="rId16"/>
      <p:italic r:id="rId17"/>
      <p:boldItalic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  <p:embeddedFont>
      <p:font typeface="Trebuchet MS" panose="020B060302020202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B0A593-2E63-4D61-9B83-D764FA42DC45}" v="1" dt="2024-02-01T15:59:22.0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6" d="100"/>
          <a:sy n="136" d="100"/>
        </p:scale>
        <p:origin x="816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font" Target="fonts/font17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a60c463aa0_0_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g2a60c463aa0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15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mple Text Slide">
  <p:cSld name="Simple Text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267700" y="226219"/>
            <a:ext cx="8564100" cy="5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244"/>
              </a:buClr>
              <a:buSzPts val="2400"/>
              <a:buFont typeface="Arial"/>
              <a:buNone/>
              <a:defRPr sz="2400" b="1" i="0">
                <a:solidFill>
                  <a:srgbClr val="00224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305800" y="1005841"/>
            <a:ext cx="8525700" cy="36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9FDA"/>
              </a:buClr>
              <a:buSzPts val="2100"/>
              <a:buChar char="•"/>
              <a:defRPr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0" y="687944"/>
            <a:ext cx="9144000" cy="127500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889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rebuchet MS"/>
              <a:buNone/>
            </a:pPr>
            <a:endParaRPr sz="10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355092" y="4741545"/>
            <a:ext cx="545100" cy="2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98A8B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98A8B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98A8B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98A8B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98A8B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98A8B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98A8B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98A8B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98A8B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Style 1.2">
  <p:cSld name="Title Slide - Style 1.2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/>
          <p:nvPr/>
        </p:nvSpPr>
        <p:spPr>
          <a:xfrm rot="10800000" flipH="1">
            <a:off x="0" y="-57"/>
            <a:ext cx="9144000" cy="3360000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889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rebuchet MS"/>
              <a:buNone/>
            </a:pPr>
            <a:endParaRPr sz="10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0" y="3177540"/>
            <a:ext cx="9144000" cy="188400"/>
          </a:xfrm>
          <a:prstGeom prst="rect">
            <a:avLst/>
          </a:prstGeom>
          <a:solidFill>
            <a:srgbClr val="009FDA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889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rebuchet MS"/>
              <a:buNone/>
            </a:pPr>
            <a:endParaRPr sz="10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" name="Google Shape;44;p6"/>
          <p:cNvSpPr txBox="1">
            <a:spLocks noGrp="1"/>
          </p:cNvSpPr>
          <p:nvPr>
            <p:ph type="ctrTitle"/>
          </p:nvPr>
        </p:nvSpPr>
        <p:spPr>
          <a:xfrm>
            <a:off x="1043940" y="17883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sz="4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ubTitle" idx="1"/>
          </p:nvPr>
        </p:nvSpPr>
        <p:spPr>
          <a:xfrm>
            <a:off x="1043940" y="203858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9FDA"/>
              </a:buClr>
              <a:buSzPts val="1800"/>
              <a:buNone/>
              <a:defRPr sz="1800" b="1">
                <a:solidFill>
                  <a:srgbClr val="009FD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261554" y="3524251"/>
            <a:ext cx="3640200" cy="10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783C"/>
              </a:buClr>
              <a:buSzPts val="1100"/>
              <a:buFont typeface="Arial"/>
              <a:buNone/>
              <a:defRPr sz="11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783C"/>
              </a:buClr>
              <a:buSzPts val="1100"/>
              <a:buFont typeface="Noto Sans Symbols"/>
              <a:buNone/>
              <a:defRPr sz="11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dt" idx="10"/>
          </p:nvPr>
        </p:nvSpPr>
        <p:spPr>
          <a:xfrm>
            <a:off x="4456510" y="4580335"/>
            <a:ext cx="34455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0" bIns="3427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Title: V2">
  <p:cSld name="Master Title: V2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7"/>
          <p:cNvPicPr preferRelativeResize="0"/>
          <p:nvPr/>
        </p:nvPicPr>
        <p:blipFill rotWithShape="1">
          <a:blip r:embed="rId2">
            <a:alphaModFix amt="30000"/>
          </a:blip>
          <a:srcRect/>
          <a:stretch/>
        </p:blipFill>
        <p:spPr>
          <a:xfrm>
            <a:off x="3133426" y="848226"/>
            <a:ext cx="5938819" cy="4454113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7"/>
          <p:cNvSpPr txBox="1">
            <a:spLocks noGrp="1"/>
          </p:cNvSpPr>
          <p:nvPr>
            <p:ph type="ctrTitle"/>
          </p:nvPr>
        </p:nvSpPr>
        <p:spPr>
          <a:xfrm>
            <a:off x="1065178" y="2969242"/>
            <a:ext cx="7538100" cy="7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ubTitle" idx="1"/>
          </p:nvPr>
        </p:nvSpPr>
        <p:spPr>
          <a:xfrm>
            <a:off x="1065328" y="3848487"/>
            <a:ext cx="7539900" cy="4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None/>
              <a:defRPr sz="15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01">
  <p:cSld name="Content 01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>
            <a:spLocks noGrp="1"/>
          </p:cNvSpPr>
          <p:nvPr>
            <p:ph type="title"/>
          </p:nvPr>
        </p:nvSpPr>
        <p:spPr>
          <a:xfrm>
            <a:off x="323850" y="76568"/>
            <a:ext cx="8496300" cy="6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1"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EDCC5-E573-4F29-85CE-D0FDF008C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100"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291E0-9D49-45B0-8AD0-DA7406428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3FED0-2A1D-4540-93C0-7BA50D006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D720A-1A49-4164-9E9D-AE26431BF9F7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FE9F5-5456-4C3B-9CF2-6A5348BE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BAE82-46DC-4958-941E-045EFDA43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3B7E2-E351-488A-9922-7813F5750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591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83552" y="72370"/>
            <a:ext cx="8536598" cy="620024"/>
          </a:xfrm>
        </p:spPr>
        <p:txBody>
          <a:bodyPr/>
          <a:lstStyle>
            <a:lvl1pPr>
              <a:defRPr sz="2100" b="1">
                <a:latin typeface="Andes" panose="02000000000000000000" pitchFamily="50" charset="0"/>
              </a:defRPr>
            </a:lvl1pPr>
          </a:lstStyle>
          <a:p>
            <a:r>
              <a:rPr lang="en-US" noProof="0" err="1"/>
              <a:t>Titlemaster</a:t>
            </a:r>
            <a:endParaRPr lang="en-US" noProof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Andes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ndes" panose="02000000000000000000" pitchFamily="50" charset="0"/>
              </a:defRPr>
            </a:lvl1pPr>
          </a:lstStyle>
          <a:p>
            <a:fld id="{3E63B7E2-E351-488A-9922-7813F5750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257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23850" y="76568"/>
            <a:ext cx="8496300" cy="675175"/>
          </a:xfrm>
        </p:spPr>
        <p:txBody>
          <a:bodyPr/>
          <a:lstStyle>
            <a:lvl1pPr>
              <a:defRPr sz="2100" b="1">
                <a:latin typeface="Andes" panose="02000000000000000000" pitchFamily="50" charset="0"/>
              </a:defRPr>
            </a:lvl1pPr>
          </a:lstStyle>
          <a:p>
            <a:r>
              <a:rPr lang="en-US" noProof="0" err="1"/>
              <a:t>Titlemaster</a:t>
            </a:r>
            <a:endParaRPr lang="en-US" noProof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Andes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ndes" panose="02000000000000000000" pitchFamily="50" charset="0"/>
              </a:defRPr>
            </a:lvl1pPr>
          </a:lstStyle>
          <a:p>
            <a:fld id="{3E63B7E2-E351-488A-9922-7813F575052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nhaltsplatzhalter 5"/>
          <p:cNvSpPr>
            <a:spLocks noGrp="1"/>
          </p:cNvSpPr>
          <p:nvPr>
            <p:ph sz="quarter" idx="12" hasCustomPrompt="1"/>
          </p:nvPr>
        </p:nvSpPr>
        <p:spPr/>
        <p:txBody>
          <a:bodyPr/>
          <a:lstStyle>
            <a:lvl1pPr>
              <a:defRPr>
                <a:latin typeface="Andes" panose="02000000000000000000" pitchFamily="50" charset="0"/>
              </a:defRPr>
            </a:lvl1pPr>
            <a:lvl2pPr>
              <a:defRPr>
                <a:latin typeface="Andes" panose="02000000000000000000" pitchFamily="50" charset="0"/>
              </a:defRPr>
            </a:lvl2pPr>
            <a:lvl3pPr marL="271463" indent="-271463">
              <a:buFont typeface="Arial" panose="020B0604020202020204" pitchFamily="34" charset="0"/>
              <a:buChar char="•"/>
              <a:defRPr>
                <a:latin typeface="Andes" panose="02000000000000000000" pitchFamily="50" charset="0"/>
              </a:defRPr>
            </a:lvl3pPr>
            <a:lvl4pPr>
              <a:defRPr>
                <a:latin typeface="Andes" panose="02000000000000000000" pitchFamily="50" charset="0"/>
              </a:defRPr>
            </a:lvl4pPr>
            <a:lvl5pPr>
              <a:defRPr>
                <a:latin typeface="Andes" panose="02000000000000000000" pitchFamily="50" charset="0"/>
              </a:defRPr>
            </a:lvl5pPr>
            <a:lvl6pPr>
              <a:defRPr>
                <a:latin typeface="Andes" panose="02000000000000000000" pitchFamily="50" charset="0"/>
              </a:defRPr>
            </a:lvl6pPr>
          </a:lstStyle>
          <a:p>
            <a:pPr lvl="0"/>
            <a:r>
              <a:rPr lang="en-US" noProof="0" err="1"/>
              <a:t>Textmaster</a:t>
            </a:r>
            <a:endParaRPr lang="en-US" noProof="0"/>
          </a:p>
          <a:p>
            <a:pPr lvl="1"/>
            <a:r>
              <a:rPr lang="en-US" noProof="0"/>
              <a:t>Second Layer</a:t>
            </a:r>
          </a:p>
          <a:p>
            <a:pPr lvl="2"/>
            <a:r>
              <a:rPr lang="en-US" noProof="0"/>
              <a:t>Third Layer</a:t>
            </a:r>
          </a:p>
          <a:p>
            <a:pPr lvl="3"/>
            <a:r>
              <a:rPr lang="en-US" noProof="0"/>
              <a:t>Fourth Layer</a:t>
            </a:r>
          </a:p>
          <a:p>
            <a:pPr lvl="4"/>
            <a:r>
              <a:rPr lang="en-US" noProof="0"/>
              <a:t>Fifth Layer</a:t>
            </a:r>
          </a:p>
          <a:p>
            <a:pPr lvl="5"/>
            <a:r>
              <a:rPr lang="en-US" noProof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54169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23850" y="76568"/>
            <a:ext cx="8496300" cy="675175"/>
          </a:xfrm>
        </p:spPr>
        <p:txBody>
          <a:bodyPr/>
          <a:lstStyle>
            <a:lvl1pPr>
              <a:defRPr sz="2100" b="1">
                <a:latin typeface="Andes" panose="02000000000000000000" pitchFamily="50" charset="0"/>
              </a:defRPr>
            </a:lvl1pPr>
          </a:lstStyle>
          <a:p>
            <a:r>
              <a:rPr lang="en-US" noProof="0" err="1"/>
              <a:t>Titlemaster</a:t>
            </a:r>
            <a:endParaRPr lang="en-US" noProof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Andes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ndes" panose="02000000000000000000" pitchFamily="50" charset="0"/>
              </a:defRPr>
            </a:lvl1pPr>
          </a:lstStyle>
          <a:p>
            <a:fld id="{3E63B7E2-E351-488A-9922-7813F575052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nhaltsplatzhalter 5"/>
          <p:cNvSpPr>
            <a:spLocks noGrp="1"/>
          </p:cNvSpPr>
          <p:nvPr>
            <p:ph sz="quarter" idx="12" hasCustomPrompt="1"/>
          </p:nvPr>
        </p:nvSpPr>
        <p:spPr/>
        <p:txBody>
          <a:bodyPr/>
          <a:lstStyle>
            <a:lvl1pPr>
              <a:defRPr>
                <a:latin typeface="Andes" panose="02000000000000000000" pitchFamily="50" charset="0"/>
              </a:defRPr>
            </a:lvl1pPr>
            <a:lvl2pPr>
              <a:defRPr>
                <a:latin typeface="Andes" panose="02000000000000000000" pitchFamily="50" charset="0"/>
              </a:defRPr>
            </a:lvl2pPr>
            <a:lvl3pPr marL="271463" indent="-271463">
              <a:buFont typeface="Arial" panose="020B0604020202020204" pitchFamily="34" charset="0"/>
              <a:buChar char="•"/>
              <a:defRPr>
                <a:latin typeface="Andes" panose="02000000000000000000" pitchFamily="50" charset="0"/>
              </a:defRPr>
            </a:lvl3pPr>
            <a:lvl4pPr>
              <a:defRPr>
                <a:latin typeface="Andes" panose="02000000000000000000" pitchFamily="50" charset="0"/>
              </a:defRPr>
            </a:lvl4pPr>
            <a:lvl5pPr>
              <a:defRPr>
                <a:latin typeface="Andes" panose="02000000000000000000" pitchFamily="50" charset="0"/>
              </a:defRPr>
            </a:lvl5pPr>
            <a:lvl6pPr>
              <a:defRPr>
                <a:latin typeface="Andes" panose="02000000000000000000" pitchFamily="50" charset="0"/>
              </a:defRPr>
            </a:lvl6pPr>
          </a:lstStyle>
          <a:p>
            <a:pPr lvl="0"/>
            <a:r>
              <a:rPr lang="en-US" noProof="0" err="1"/>
              <a:t>Textmaster</a:t>
            </a:r>
            <a:endParaRPr lang="en-US" noProof="0"/>
          </a:p>
          <a:p>
            <a:pPr lvl="1"/>
            <a:r>
              <a:rPr lang="en-US" noProof="0"/>
              <a:t>Second Layer</a:t>
            </a:r>
          </a:p>
          <a:p>
            <a:pPr lvl="2"/>
            <a:r>
              <a:rPr lang="en-US" noProof="0"/>
              <a:t>Third Layer</a:t>
            </a:r>
          </a:p>
          <a:p>
            <a:pPr lvl="3"/>
            <a:r>
              <a:rPr lang="en-US" noProof="0"/>
              <a:t>Fourth Layer</a:t>
            </a:r>
          </a:p>
          <a:p>
            <a:pPr lvl="4"/>
            <a:r>
              <a:rPr lang="en-US" noProof="0"/>
              <a:t>Fifth Layer</a:t>
            </a:r>
          </a:p>
          <a:p>
            <a:pPr lvl="5"/>
            <a:r>
              <a:rPr lang="en-US" noProof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644947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83552" y="72370"/>
            <a:ext cx="8536598" cy="620024"/>
          </a:xfrm>
        </p:spPr>
        <p:txBody>
          <a:bodyPr/>
          <a:lstStyle>
            <a:lvl1pPr>
              <a:defRPr sz="2100" b="1">
                <a:latin typeface="Andes" panose="02000000000000000000" pitchFamily="50" charset="0"/>
              </a:defRPr>
            </a:lvl1pPr>
          </a:lstStyle>
          <a:p>
            <a:r>
              <a:rPr lang="en-US" noProof="0" err="1"/>
              <a:t>Titlemaster</a:t>
            </a:r>
            <a:endParaRPr lang="en-US" noProof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Andes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ndes" panose="02000000000000000000" pitchFamily="50" charset="0"/>
              </a:defRPr>
            </a:lvl1pPr>
          </a:lstStyle>
          <a:p>
            <a:fld id="{3E63B7E2-E351-488A-9922-7813F5750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483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23850" y="76568"/>
            <a:ext cx="8496300" cy="675175"/>
          </a:xfrm>
        </p:spPr>
        <p:txBody>
          <a:bodyPr/>
          <a:lstStyle>
            <a:lvl1pPr>
              <a:defRPr sz="2100" b="1">
                <a:latin typeface="Andes" panose="02000000000000000000" pitchFamily="50" charset="0"/>
              </a:defRPr>
            </a:lvl1pPr>
          </a:lstStyle>
          <a:p>
            <a:r>
              <a:rPr lang="en-US" noProof="0" err="1"/>
              <a:t>Titlemaster</a:t>
            </a:r>
            <a:endParaRPr lang="en-US" noProof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Andes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ndes" panose="02000000000000000000" pitchFamily="50" charset="0"/>
              </a:defRPr>
            </a:lvl1pPr>
          </a:lstStyle>
          <a:p>
            <a:fld id="{3E63B7E2-E351-488A-9922-7813F575052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nhaltsplatzhalter 5"/>
          <p:cNvSpPr>
            <a:spLocks noGrp="1"/>
          </p:cNvSpPr>
          <p:nvPr>
            <p:ph sz="quarter" idx="12" hasCustomPrompt="1"/>
          </p:nvPr>
        </p:nvSpPr>
        <p:spPr/>
        <p:txBody>
          <a:bodyPr/>
          <a:lstStyle>
            <a:lvl1pPr>
              <a:defRPr>
                <a:latin typeface="Andes" panose="02000000000000000000" pitchFamily="50" charset="0"/>
              </a:defRPr>
            </a:lvl1pPr>
            <a:lvl2pPr>
              <a:defRPr>
                <a:latin typeface="Andes" panose="02000000000000000000" pitchFamily="50" charset="0"/>
              </a:defRPr>
            </a:lvl2pPr>
            <a:lvl3pPr marL="271463" indent="-271463">
              <a:buFont typeface="Arial" panose="020B0604020202020204" pitchFamily="34" charset="0"/>
              <a:buChar char="•"/>
              <a:defRPr>
                <a:latin typeface="Andes" panose="02000000000000000000" pitchFamily="50" charset="0"/>
              </a:defRPr>
            </a:lvl3pPr>
            <a:lvl4pPr>
              <a:defRPr>
                <a:latin typeface="Andes" panose="02000000000000000000" pitchFamily="50" charset="0"/>
              </a:defRPr>
            </a:lvl4pPr>
            <a:lvl5pPr>
              <a:defRPr>
                <a:latin typeface="Andes" panose="02000000000000000000" pitchFamily="50" charset="0"/>
              </a:defRPr>
            </a:lvl5pPr>
            <a:lvl6pPr>
              <a:defRPr>
                <a:latin typeface="Andes" panose="02000000000000000000" pitchFamily="50" charset="0"/>
              </a:defRPr>
            </a:lvl6pPr>
          </a:lstStyle>
          <a:p>
            <a:pPr lvl="0"/>
            <a:r>
              <a:rPr lang="en-US" noProof="0" err="1"/>
              <a:t>Textmaster</a:t>
            </a:r>
            <a:endParaRPr lang="en-US" noProof="0"/>
          </a:p>
          <a:p>
            <a:pPr lvl="1"/>
            <a:r>
              <a:rPr lang="en-US" noProof="0"/>
              <a:t>Second Layer</a:t>
            </a:r>
          </a:p>
          <a:p>
            <a:pPr lvl="2"/>
            <a:r>
              <a:rPr lang="en-US" noProof="0"/>
              <a:t>Third Layer</a:t>
            </a:r>
          </a:p>
          <a:p>
            <a:pPr lvl="3"/>
            <a:r>
              <a:rPr lang="en-US" noProof="0"/>
              <a:t>Fourth Layer</a:t>
            </a:r>
          </a:p>
          <a:p>
            <a:pPr lvl="4"/>
            <a:r>
              <a:rPr lang="en-US" noProof="0"/>
              <a:t>Fifth Layer</a:t>
            </a:r>
          </a:p>
          <a:p>
            <a:pPr lvl="5"/>
            <a:r>
              <a:rPr lang="en-US" noProof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234517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3498"/>
            <a:ext cx="3898720" cy="972109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70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D29DD13-E7CE-CD40-CC13-3D082FB689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75650" y="303495"/>
            <a:ext cx="2895600" cy="972109"/>
          </a:xfrm>
        </p:spPr>
        <p:txBody>
          <a:bodyPr anchor="ctr">
            <a:noAutofit/>
          </a:bodyPr>
          <a:lstStyle>
            <a:lvl1pPr marL="0" indent="0">
              <a:buNone/>
              <a:defRPr sz="1350"/>
            </a:lvl1pPr>
            <a:lvl2pPr marL="457121" indent="0">
              <a:buNone/>
              <a:defRPr sz="1350"/>
            </a:lvl2pPr>
            <a:lvl3pPr marL="914240" indent="0">
              <a:buNone/>
              <a:defRPr sz="1350"/>
            </a:lvl3pPr>
            <a:lvl4pPr marL="1371360" indent="0">
              <a:buNone/>
              <a:defRPr sz="1350"/>
            </a:lvl4pPr>
            <a:lvl5pPr marL="1828480" indent="0">
              <a:buNone/>
              <a:defRPr sz="1350"/>
            </a:lvl5pPr>
          </a:lstStyle>
          <a:p>
            <a:pPr lvl="0"/>
            <a:r>
              <a:rPr lang="en-US" dirty="0"/>
              <a:t>Insert your desired text here. This is a sample text.</a:t>
            </a:r>
          </a:p>
        </p:txBody>
      </p:sp>
    </p:spTree>
    <p:extLst>
      <p:ext uri="{BB962C8B-B14F-4D97-AF65-F5344CB8AC3E}">
        <p14:creationId xmlns:p14="http://schemas.microsoft.com/office/powerpoint/2010/main" val="506731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0257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1175"/>
            <a:ext cx="5833179" cy="533311"/>
          </a:xfrm>
        </p:spPr>
        <p:txBody>
          <a:bodyPr>
            <a:noAutofit/>
          </a:bodyPr>
          <a:lstStyle>
            <a:lvl1pPr>
              <a:defRPr sz="2400" b="1">
                <a:latin typeface="+mj-lt"/>
                <a:ea typeface="Century Gothic" charset="0"/>
                <a:cs typeface="Century Gothic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320" y="814253"/>
            <a:ext cx="2969095" cy="383153"/>
          </a:xfrm>
        </p:spPr>
        <p:txBody>
          <a:bodyPr>
            <a:normAutofit/>
          </a:bodyPr>
          <a:lstStyle>
            <a:lvl1pPr marL="342840" marR="0" indent="-342840" algn="l" defTabSz="9142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 sz="1500" baseline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342840" marR="0" lvl="0" indent="-342840" algn="l" defTabSz="9142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Edit this 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7287877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1175"/>
            <a:ext cx="5833179" cy="533311"/>
          </a:xfrm>
        </p:spPr>
        <p:txBody>
          <a:bodyPr>
            <a:noAutofit/>
          </a:bodyPr>
          <a:lstStyle>
            <a:lvl1pPr>
              <a:defRPr sz="2400" b="1">
                <a:latin typeface="+mj-lt"/>
                <a:ea typeface="Century Gothic" charset="0"/>
                <a:cs typeface="Century Gothic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320" y="814253"/>
            <a:ext cx="2969095" cy="383153"/>
          </a:xfrm>
        </p:spPr>
        <p:txBody>
          <a:bodyPr>
            <a:normAutofit/>
          </a:bodyPr>
          <a:lstStyle>
            <a:lvl1pPr marL="342840" marR="0" indent="-342840" algn="l" defTabSz="9142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 sz="1500" baseline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342840" marR="0" lvl="0" indent="-342840" algn="l" defTabSz="91424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Edit this 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47287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4" r:id="rId4"/>
    <p:sldLayoutId id="2147483656" r:id="rId5"/>
    <p:sldLayoutId id="2147483660" r:id="rId6"/>
    <p:sldLayoutId id="2147483662" r:id="rId7"/>
    <p:sldLayoutId id="2147483664" r:id="rId8"/>
    <p:sldLayoutId id="2147483665" r:id="rId9"/>
    <p:sldLayoutId id="2147483666" r:id="rId10"/>
    <p:sldLayoutId id="2147483667" r:id="rId11"/>
    <p:sldLayoutId id="2147483669" r:id="rId12"/>
    <p:sldLayoutId id="2147483670" r:id="rId13"/>
    <p:sldLayoutId id="2147483671" r:id="rId14"/>
    <p:sldLayoutId id="2147483672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>
            <a:spLocks noGrp="1"/>
          </p:cNvSpPr>
          <p:nvPr>
            <p:ph type="ctrTitle"/>
          </p:nvPr>
        </p:nvSpPr>
        <p:spPr>
          <a:xfrm>
            <a:off x="1043940" y="80748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Gill Sans"/>
              <a:buNone/>
            </a:pPr>
            <a:r>
              <a:rPr lang="en-US" dirty="0">
                <a:latin typeface="Andes" panose="02000000000000000000" pitchFamily="50" charset="0"/>
              </a:rPr>
              <a:t>Useful Graphics</a:t>
            </a:r>
            <a:endParaRPr b="1" dirty="0">
              <a:latin typeface="Andes" panose="02000000000000000000" pitchFamily="50" charset="0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Gill Sans"/>
              <a:buNone/>
            </a:pPr>
            <a:endParaRPr sz="3800" b="1" dirty="0">
              <a:solidFill>
                <a:srgbClr val="009FDA"/>
              </a:solidFill>
              <a:latin typeface="Andes" panose="02000000000000000000" pitchFamily="50" charset="0"/>
            </a:endParaRPr>
          </a:p>
        </p:txBody>
      </p:sp>
      <p:sp>
        <p:nvSpPr>
          <p:cNvPr id="75" name="Google Shape;75;p12"/>
          <p:cNvSpPr txBox="1">
            <a:spLocks noGrp="1"/>
          </p:cNvSpPr>
          <p:nvPr>
            <p:ph type="body" idx="2"/>
          </p:nvPr>
        </p:nvSpPr>
        <p:spPr>
          <a:xfrm>
            <a:off x="5118804" y="3695701"/>
            <a:ext cx="3640200" cy="10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83C"/>
              </a:buClr>
              <a:buSzPts val="1100"/>
              <a:buFont typeface="Arial"/>
              <a:buNone/>
            </a:pPr>
            <a:endParaRPr sz="1500" dirty="0">
              <a:latin typeface="Andes" panose="02000000000000000000" pitchFamily="50" charset="0"/>
            </a:endParaRPr>
          </a:p>
        </p:txBody>
      </p:sp>
      <p:sp>
        <p:nvSpPr>
          <p:cNvPr id="76" name="Google Shape;76;p12"/>
          <p:cNvSpPr txBox="1">
            <a:spLocks noGrp="1"/>
          </p:cNvSpPr>
          <p:nvPr>
            <p:ph type="subTitle" idx="1"/>
          </p:nvPr>
        </p:nvSpPr>
        <p:spPr>
          <a:xfrm>
            <a:off x="1510800" y="2188144"/>
            <a:ext cx="6122400" cy="124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endParaRPr i="1" dirty="0">
              <a:latin typeface="Andes" panose="02000000000000000000" pitchFamily="50" charset="0"/>
            </a:endParaRPr>
          </a:p>
        </p:txBody>
      </p:sp>
      <p:pic>
        <p:nvPicPr>
          <p:cNvPr id="77" name="Google Shape;77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700" y="3626232"/>
            <a:ext cx="4747325" cy="1184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C7D8E4E7-3091-4979-90F5-C89A0F5967AB}"/>
              </a:ext>
            </a:extLst>
          </p:cNvPr>
          <p:cNvSpPr/>
          <p:nvPr/>
        </p:nvSpPr>
        <p:spPr>
          <a:xfrm rot="10800000">
            <a:off x="4504279" y="3707161"/>
            <a:ext cx="243454" cy="209873"/>
          </a:xfrm>
          <a:prstGeom prst="triangle">
            <a:avLst/>
          </a:prstGeom>
          <a:solidFill>
            <a:srgbClr val="0072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Andes" panose="02000000000000000000" pitchFamily="50" charset="0"/>
            </a:endParaRPr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36EE5C80-C843-4D54-A289-D045310E1BB0}"/>
              </a:ext>
            </a:extLst>
          </p:cNvPr>
          <p:cNvSpPr/>
          <p:nvPr/>
        </p:nvSpPr>
        <p:spPr>
          <a:xfrm rot="10800000">
            <a:off x="7289506" y="3710026"/>
            <a:ext cx="243454" cy="209873"/>
          </a:xfrm>
          <a:prstGeom prst="triangle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Andes" panose="02000000000000000000" pitchFamily="50" charset="0"/>
            </a:endParaRP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64154352-7FC4-46DC-8485-0C06300F40B2}"/>
              </a:ext>
            </a:extLst>
          </p:cNvPr>
          <p:cNvSpPr/>
          <p:nvPr/>
        </p:nvSpPr>
        <p:spPr>
          <a:xfrm rot="10800000">
            <a:off x="1668965" y="3704296"/>
            <a:ext cx="243454" cy="209873"/>
          </a:xfrm>
          <a:prstGeom prst="triangle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Andes" panose="02000000000000000000" pitchFamily="50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1A08EC5-F627-47E1-9E4F-17738FC93231}"/>
              </a:ext>
            </a:extLst>
          </p:cNvPr>
          <p:cNvCxnSpPr/>
          <p:nvPr/>
        </p:nvCxnSpPr>
        <p:spPr>
          <a:xfrm>
            <a:off x="1787191" y="4191930"/>
            <a:ext cx="5566118" cy="0"/>
          </a:xfrm>
          <a:prstGeom prst="line">
            <a:avLst/>
          </a:prstGeom>
          <a:ln w="38100">
            <a:gradFill>
              <a:gsLst>
                <a:gs pos="0">
                  <a:srgbClr val="2E75B6"/>
                </a:gs>
                <a:gs pos="55000">
                  <a:srgbClr val="005688"/>
                </a:gs>
                <a:gs pos="100000">
                  <a:srgbClr val="333F50"/>
                </a:gs>
              </a:gsLst>
              <a:lin ang="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004BBC3-34AB-47E9-83EA-BCC5E015AA02}"/>
              </a:ext>
            </a:extLst>
          </p:cNvPr>
          <p:cNvSpPr/>
          <p:nvPr/>
        </p:nvSpPr>
        <p:spPr>
          <a:xfrm>
            <a:off x="6408964" y="1893438"/>
            <a:ext cx="1890210" cy="1816275"/>
          </a:xfrm>
          <a:prstGeom prst="roundRect">
            <a:avLst>
              <a:gd name="adj" fmla="val 549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>
              <a:latin typeface="Andes" panose="02000000000000000000" pitchFamily="50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8349C1D-ED48-4EEC-85D4-DA44BD6DC653}"/>
              </a:ext>
            </a:extLst>
          </p:cNvPr>
          <p:cNvSpPr/>
          <p:nvPr/>
        </p:nvSpPr>
        <p:spPr>
          <a:xfrm>
            <a:off x="6412463" y="2569046"/>
            <a:ext cx="1885952" cy="338943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>
              <a:latin typeface="Andes" panose="02000000000000000000" pitchFamily="50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554C2BE-7162-4526-8752-6E61A534E1E0}"/>
              </a:ext>
            </a:extLst>
          </p:cNvPr>
          <p:cNvSpPr/>
          <p:nvPr/>
        </p:nvSpPr>
        <p:spPr>
          <a:xfrm>
            <a:off x="3623776" y="1893438"/>
            <a:ext cx="1890210" cy="1816275"/>
          </a:xfrm>
          <a:prstGeom prst="roundRect">
            <a:avLst>
              <a:gd name="adj" fmla="val 549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>
              <a:latin typeface="Andes" panose="02000000000000000000" pitchFamily="50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AF199A8-F036-4072-8077-FF9F99385B5B}"/>
              </a:ext>
            </a:extLst>
          </p:cNvPr>
          <p:cNvSpPr/>
          <p:nvPr/>
        </p:nvSpPr>
        <p:spPr>
          <a:xfrm>
            <a:off x="3623776" y="2569046"/>
            <a:ext cx="1883212" cy="33894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>
              <a:latin typeface="Andes" panose="02000000000000000000" pitchFamily="50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985EE48-3E6A-423B-AB69-5F53061A399A}"/>
              </a:ext>
            </a:extLst>
          </p:cNvPr>
          <p:cNvSpPr/>
          <p:nvPr/>
        </p:nvSpPr>
        <p:spPr>
          <a:xfrm>
            <a:off x="845586" y="1893438"/>
            <a:ext cx="1890210" cy="1816275"/>
          </a:xfrm>
          <a:prstGeom prst="roundRect">
            <a:avLst>
              <a:gd name="adj" fmla="val 549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>
              <a:latin typeface="Andes" panose="02000000000000000000" pitchFamily="50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33C316-6FDB-41DE-A71C-0C7BE628F408}"/>
              </a:ext>
            </a:extLst>
          </p:cNvPr>
          <p:cNvSpPr/>
          <p:nvPr/>
        </p:nvSpPr>
        <p:spPr>
          <a:xfrm>
            <a:off x="994901" y="2982544"/>
            <a:ext cx="1591580" cy="628377"/>
          </a:xfrm>
          <a:prstGeom prst="rect">
            <a:avLst/>
          </a:prstGeom>
        </p:spPr>
        <p:txBody>
          <a:bodyPr wrap="square" lIns="0" rIns="0" anchor="t">
            <a:spAutoFit/>
          </a:bodyPr>
          <a:lstStyle/>
          <a:p>
            <a:pPr>
              <a:spcBef>
                <a:spcPts val="375"/>
              </a:spcBef>
            </a:pPr>
            <a:r>
              <a:rPr lang="en-IN" sz="1050" dirty="0">
                <a:solidFill>
                  <a:schemeClr val="bg1"/>
                </a:solidFill>
                <a:latin typeface="Andes" panose="020000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This is a sample text.</a:t>
            </a:r>
          </a:p>
          <a:p>
            <a:pPr>
              <a:spcBef>
                <a:spcPts val="375"/>
              </a:spcBef>
            </a:pPr>
            <a:r>
              <a:rPr lang="en-IN" sz="1050" dirty="0">
                <a:solidFill>
                  <a:schemeClr val="bg1"/>
                </a:solidFill>
                <a:latin typeface="Andes" panose="020000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Insert your desired text here.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1BF2B07-7E38-43DE-8866-3AAF65A263B2}"/>
              </a:ext>
            </a:extLst>
          </p:cNvPr>
          <p:cNvSpPr/>
          <p:nvPr/>
        </p:nvSpPr>
        <p:spPr>
          <a:xfrm>
            <a:off x="845586" y="2569046"/>
            <a:ext cx="1883212" cy="3389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>
              <a:latin typeface="Andes" panose="02000000000000000000" pitchFamily="50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A7149A-3E21-408D-9FA8-E0918ED8661C}"/>
              </a:ext>
            </a:extLst>
          </p:cNvPr>
          <p:cNvSpPr txBox="1"/>
          <p:nvPr/>
        </p:nvSpPr>
        <p:spPr>
          <a:xfrm>
            <a:off x="3744968" y="2595516"/>
            <a:ext cx="164782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350" dirty="0">
                <a:solidFill>
                  <a:schemeClr val="bg1"/>
                </a:solidFill>
                <a:latin typeface="Andes" panose="020000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Placeholder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AF58683-37E4-4D53-B36D-735145F3B034}"/>
              </a:ext>
            </a:extLst>
          </p:cNvPr>
          <p:cNvSpPr/>
          <p:nvPr/>
        </p:nvSpPr>
        <p:spPr>
          <a:xfrm>
            <a:off x="3773091" y="2982544"/>
            <a:ext cx="1591580" cy="628377"/>
          </a:xfrm>
          <a:prstGeom prst="rect">
            <a:avLst/>
          </a:prstGeom>
        </p:spPr>
        <p:txBody>
          <a:bodyPr wrap="square" lIns="0" rIns="0" anchor="t">
            <a:spAutoFit/>
          </a:bodyPr>
          <a:lstStyle/>
          <a:p>
            <a:pPr>
              <a:spcBef>
                <a:spcPts val="375"/>
              </a:spcBef>
            </a:pPr>
            <a:r>
              <a:rPr lang="en-IN" sz="1050" dirty="0">
                <a:solidFill>
                  <a:schemeClr val="bg1"/>
                </a:solidFill>
                <a:latin typeface="Andes" panose="020000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This is a sample text.</a:t>
            </a:r>
          </a:p>
          <a:p>
            <a:pPr>
              <a:spcBef>
                <a:spcPts val="375"/>
              </a:spcBef>
            </a:pPr>
            <a:r>
              <a:rPr lang="en-IN" sz="1050" dirty="0">
                <a:solidFill>
                  <a:schemeClr val="bg1"/>
                </a:solidFill>
                <a:latin typeface="Andes" panose="020000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Insert your desired text here.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50B3366-875C-4CE8-8274-1336F6D3207E}"/>
              </a:ext>
            </a:extLst>
          </p:cNvPr>
          <p:cNvSpPr txBox="1"/>
          <p:nvPr/>
        </p:nvSpPr>
        <p:spPr>
          <a:xfrm>
            <a:off x="6530156" y="2595516"/>
            <a:ext cx="164782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350" dirty="0">
                <a:solidFill>
                  <a:schemeClr val="bg1"/>
                </a:solidFill>
                <a:latin typeface="Andes" panose="020000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Placeholder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F8B80ED-C406-4371-94C3-99E2BF435989}"/>
              </a:ext>
            </a:extLst>
          </p:cNvPr>
          <p:cNvSpPr/>
          <p:nvPr/>
        </p:nvSpPr>
        <p:spPr>
          <a:xfrm>
            <a:off x="6558279" y="2982544"/>
            <a:ext cx="1591580" cy="628377"/>
          </a:xfrm>
          <a:prstGeom prst="rect">
            <a:avLst/>
          </a:prstGeom>
        </p:spPr>
        <p:txBody>
          <a:bodyPr wrap="square" lIns="0" rIns="0" anchor="t">
            <a:spAutoFit/>
          </a:bodyPr>
          <a:lstStyle/>
          <a:p>
            <a:pPr>
              <a:spcBef>
                <a:spcPts val="375"/>
              </a:spcBef>
            </a:pPr>
            <a:r>
              <a:rPr lang="en-IN" sz="1050" dirty="0">
                <a:solidFill>
                  <a:schemeClr val="bg1"/>
                </a:solidFill>
                <a:latin typeface="Andes" panose="020000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This is a sample text.</a:t>
            </a:r>
          </a:p>
          <a:p>
            <a:pPr>
              <a:spcBef>
                <a:spcPts val="375"/>
              </a:spcBef>
            </a:pPr>
            <a:r>
              <a:rPr lang="en-IN" sz="1050" dirty="0">
                <a:solidFill>
                  <a:schemeClr val="bg1"/>
                </a:solidFill>
                <a:latin typeface="Andes" panose="020000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Insert your desired text here.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ndes" panose="02000000000000000000" pitchFamily="50" charset="0"/>
              </a:rPr>
              <a:t>3-Phase Planning Timeline PowerPoint Template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  <a:latin typeface="Andes" panose="02000000000000000000" pitchFamily="50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9AB3537-914E-47AD-9341-4496795009DF}"/>
              </a:ext>
            </a:extLst>
          </p:cNvPr>
          <p:cNvSpPr/>
          <p:nvPr/>
        </p:nvSpPr>
        <p:spPr>
          <a:xfrm>
            <a:off x="966779" y="2001140"/>
            <a:ext cx="1647825" cy="48393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38100" dist="508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>
                <a:solidFill>
                  <a:schemeClr val="tx1">
                    <a:lumMod val="75000"/>
                    <a:lumOff val="25000"/>
                  </a:schemeClr>
                </a:solidFill>
                <a:latin typeface="Andes" panose="020000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Phase 1</a:t>
            </a:r>
            <a:endParaRPr lang="en-IN" sz="1050" b="1" dirty="0">
              <a:solidFill>
                <a:schemeClr val="tx1">
                  <a:lumMod val="75000"/>
                  <a:lumOff val="25000"/>
                </a:schemeClr>
              </a:solidFill>
              <a:latin typeface="Andes" panose="02000000000000000000" pitchFamily="50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AB9E2F2-1B53-421F-A392-19DFEB07A232}"/>
              </a:ext>
            </a:extLst>
          </p:cNvPr>
          <p:cNvSpPr/>
          <p:nvPr/>
        </p:nvSpPr>
        <p:spPr>
          <a:xfrm>
            <a:off x="3748088" y="2001140"/>
            <a:ext cx="1647825" cy="48393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38100" dist="508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>
                <a:solidFill>
                  <a:schemeClr val="tx1">
                    <a:lumMod val="75000"/>
                    <a:lumOff val="25000"/>
                  </a:schemeClr>
                </a:solidFill>
                <a:latin typeface="Andes" panose="020000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Phase 2</a:t>
            </a:r>
            <a:endParaRPr lang="en-IN" sz="1050" b="1" dirty="0">
              <a:solidFill>
                <a:schemeClr val="tx1">
                  <a:lumMod val="75000"/>
                  <a:lumOff val="25000"/>
                </a:schemeClr>
              </a:solidFill>
              <a:latin typeface="Andes" panose="02000000000000000000" pitchFamily="50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475A6BF-4A86-4E96-8250-E56A080E1B27}"/>
              </a:ext>
            </a:extLst>
          </p:cNvPr>
          <p:cNvSpPr/>
          <p:nvPr/>
        </p:nvSpPr>
        <p:spPr>
          <a:xfrm>
            <a:off x="6529397" y="2001140"/>
            <a:ext cx="1647825" cy="48393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38100" dist="508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b="1">
                <a:solidFill>
                  <a:schemeClr val="tx1">
                    <a:lumMod val="75000"/>
                    <a:lumOff val="25000"/>
                  </a:schemeClr>
                </a:solidFill>
                <a:latin typeface="Andes" panose="020000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Phase 3</a:t>
            </a:r>
            <a:endParaRPr lang="en-IN" sz="1050" b="1" dirty="0">
              <a:solidFill>
                <a:schemeClr val="tx1">
                  <a:lumMod val="75000"/>
                  <a:lumOff val="25000"/>
                </a:schemeClr>
              </a:solidFill>
              <a:latin typeface="Andes" panose="02000000000000000000" pitchFamily="50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CFEF6C-FB4B-4935-8390-5BCEDC4A5CCC}"/>
              </a:ext>
            </a:extLst>
          </p:cNvPr>
          <p:cNvSpPr txBox="1"/>
          <p:nvPr/>
        </p:nvSpPr>
        <p:spPr>
          <a:xfrm>
            <a:off x="966779" y="2595516"/>
            <a:ext cx="164782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350" dirty="0">
                <a:solidFill>
                  <a:schemeClr val="bg1"/>
                </a:solidFill>
                <a:latin typeface="Andes" panose="020000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Placeholder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525C610-718D-4ECD-88B4-D6E29D220A64}"/>
              </a:ext>
            </a:extLst>
          </p:cNvPr>
          <p:cNvSpPr/>
          <p:nvPr/>
        </p:nvSpPr>
        <p:spPr>
          <a:xfrm>
            <a:off x="1625174" y="4029912"/>
            <a:ext cx="324036" cy="324036"/>
          </a:xfrm>
          <a:prstGeom prst="ellipse">
            <a:avLst/>
          </a:prstGeom>
          <a:solidFill>
            <a:schemeClr val="bg1"/>
          </a:solidFill>
          <a:ln w="508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Andes" panose="02000000000000000000" pitchFamily="50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0046CA6-195E-4CD4-8B9B-71E6B4D3B9BE}"/>
              </a:ext>
            </a:extLst>
          </p:cNvPr>
          <p:cNvSpPr/>
          <p:nvPr/>
        </p:nvSpPr>
        <p:spPr>
          <a:xfrm>
            <a:off x="4463988" y="4029912"/>
            <a:ext cx="324036" cy="324036"/>
          </a:xfrm>
          <a:prstGeom prst="ellipse">
            <a:avLst/>
          </a:prstGeom>
          <a:solidFill>
            <a:schemeClr val="bg1"/>
          </a:solidFill>
          <a:ln w="50800">
            <a:solidFill>
              <a:srgbClr val="0056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Andes" panose="02000000000000000000" pitchFamily="50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CB24C98-9E30-454E-8F49-1A429F079EFF}"/>
              </a:ext>
            </a:extLst>
          </p:cNvPr>
          <p:cNvSpPr/>
          <p:nvPr/>
        </p:nvSpPr>
        <p:spPr>
          <a:xfrm>
            <a:off x="7249214" y="4029912"/>
            <a:ext cx="324036" cy="324036"/>
          </a:xfrm>
          <a:prstGeom prst="ellipse">
            <a:avLst/>
          </a:prstGeom>
          <a:solidFill>
            <a:schemeClr val="bg1"/>
          </a:solidFill>
          <a:ln w="508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Andes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E1EAB-8DFA-492D-93B8-261BAB97F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latin typeface="Andes" panose="02000000000000000000" pitchFamily="50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7085228-69EA-96CB-2309-593ACDE0E2FF}"/>
              </a:ext>
            </a:extLst>
          </p:cNvPr>
          <p:cNvGrpSpPr/>
          <p:nvPr/>
        </p:nvGrpSpPr>
        <p:grpSpPr>
          <a:xfrm>
            <a:off x="420807" y="1005490"/>
            <a:ext cx="8464271" cy="1625181"/>
            <a:chOff x="458273" y="490818"/>
            <a:chExt cx="8464271" cy="162518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E659EEA-1989-4608-B1E4-2E9C0A5887E9}"/>
                </a:ext>
              </a:extLst>
            </p:cNvPr>
            <p:cNvSpPr/>
            <p:nvPr/>
          </p:nvSpPr>
          <p:spPr>
            <a:xfrm>
              <a:off x="5732717" y="490818"/>
              <a:ext cx="3189827" cy="16251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97000" rtlCol="0" anchor="ctr"/>
            <a:lstStyle/>
            <a:p>
              <a:pPr marL="257175" indent="-257175">
                <a:spcAft>
                  <a:spcPts val="150"/>
                </a:spcAft>
                <a:buFont typeface="+mj-lt"/>
                <a:buAutoNum type="arabicPeriod"/>
              </a:pPr>
              <a:endParaRPr lang="en-GB" sz="1200" dirty="0">
                <a:solidFill>
                  <a:schemeClr val="tx1"/>
                </a:solidFill>
                <a:latin typeface="Andes" panose="02000000000000000000" pitchFamily="50" charset="0"/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0E19D86-BAE7-4899-B061-75B0934CE14A}"/>
                </a:ext>
              </a:extLst>
            </p:cNvPr>
            <p:cNvSpPr/>
            <p:nvPr/>
          </p:nvSpPr>
          <p:spPr>
            <a:xfrm>
              <a:off x="458273" y="1147578"/>
              <a:ext cx="4144765" cy="499111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 sz="1050">
                <a:solidFill>
                  <a:schemeClr val="tx1"/>
                </a:solidFill>
                <a:latin typeface="Andes" panose="02000000000000000000" pitchFamily="50" charset="0"/>
              </a:endParaRPr>
            </a:p>
          </p:txBody>
        </p:sp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5B862EFE-DEB4-40FE-B8A7-66DF92FC520E}"/>
                </a:ext>
              </a:extLst>
            </p:cNvPr>
            <p:cNvSpPr/>
            <p:nvPr/>
          </p:nvSpPr>
          <p:spPr>
            <a:xfrm>
              <a:off x="3244953" y="899213"/>
              <a:ext cx="2709541" cy="995838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GB" sz="1050">
                <a:solidFill>
                  <a:schemeClr val="tx1"/>
                </a:solidFill>
                <a:latin typeface="Andes" panose="02000000000000000000" pitchFamily="50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339E04A-0798-4A87-94C3-DB00857D9B51}"/>
                </a:ext>
              </a:extLst>
            </p:cNvPr>
            <p:cNvSpPr/>
            <p:nvPr/>
          </p:nvSpPr>
          <p:spPr>
            <a:xfrm>
              <a:off x="530891" y="1208417"/>
              <a:ext cx="378000" cy="37742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050" b="1">
                  <a:solidFill>
                    <a:schemeClr val="tx1"/>
                  </a:solidFill>
                  <a:latin typeface="Andes" panose="02000000000000000000" pitchFamily="50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133CAA4-8C4F-4BC3-8D45-738DBD72EFEF}"/>
                </a:ext>
              </a:extLst>
            </p:cNvPr>
            <p:cNvSpPr>
              <a:spLocks/>
            </p:cNvSpPr>
            <p:nvPr/>
          </p:nvSpPr>
          <p:spPr>
            <a:xfrm>
              <a:off x="3498067" y="1077092"/>
              <a:ext cx="1619939" cy="640080"/>
            </a:xfrm>
            <a:prstGeom prst="roundRect">
              <a:avLst>
                <a:gd name="adj" fmla="val 23810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 dirty="0">
                <a:solidFill>
                  <a:schemeClr val="tx1"/>
                </a:solidFill>
                <a:latin typeface="Andes" panose="02000000000000000000" pitchFamily="50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AC399D0-E60A-4F9A-B851-B3617AB6DBCA}"/>
                </a:ext>
              </a:extLst>
            </p:cNvPr>
            <p:cNvSpPr txBox="1">
              <a:spLocks/>
            </p:cNvSpPr>
            <p:nvPr/>
          </p:nvSpPr>
          <p:spPr>
            <a:xfrm>
              <a:off x="1060928" y="1304799"/>
              <a:ext cx="2285271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endParaRPr lang="en-US" sz="1200" b="1" dirty="0">
                <a:solidFill>
                  <a:schemeClr val="bg1"/>
                </a:solidFill>
                <a:latin typeface="Andes" panose="02000000000000000000" pitchFamily="50" charset="0"/>
                <a:cs typeface="Arial" pitchFamily="34" charset="0"/>
              </a:endParaRP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2F0B0A1-42B5-BA1D-A78E-5917D4A89D4F}"/>
              </a:ext>
            </a:extLst>
          </p:cNvPr>
          <p:cNvSpPr/>
          <p:nvPr/>
        </p:nvSpPr>
        <p:spPr>
          <a:xfrm>
            <a:off x="5692440" y="4113165"/>
            <a:ext cx="3135940" cy="525079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7000" tIns="34290" rIns="68580" bIns="34290" rtlCol="0" anchor="ctr"/>
          <a:lstStyle/>
          <a:p>
            <a:pPr>
              <a:spcAft>
                <a:spcPts val="150"/>
              </a:spcAft>
            </a:pPr>
            <a:endParaRPr lang="en-US" sz="1050" dirty="0">
              <a:solidFill>
                <a:schemeClr val="tx1"/>
              </a:solidFill>
              <a:latin typeface="Andes" panose="02000000000000000000" pitchFamily="50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45E96DB-A5B2-197D-DE72-F55A5534E80D}"/>
              </a:ext>
            </a:extLst>
          </p:cNvPr>
          <p:cNvSpPr/>
          <p:nvPr/>
        </p:nvSpPr>
        <p:spPr>
          <a:xfrm>
            <a:off x="427236" y="4052326"/>
            <a:ext cx="4144765" cy="499111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1050">
              <a:solidFill>
                <a:schemeClr val="tx1"/>
              </a:solidFill>
              <a:latin typeface="Andes" panose="02000000000000000000" pitchFamily="50" charset="0"/>
            </a:endParaRP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854BBE3D-0450-B4BA-8FC6-82AA052DE7FA}"/>
              </a:ext>
            </a:extLst>
          </p:cNvPr>
          <p:cNvSpPr/>
          <p:nvPr/>
        </p:nvSpPr>
        <p:spPr>
          <a:xfrm>
            <a:off x="3213916" y="3803961"/>
            <a:ext cx="2709541" cy="995838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sz="1050">
              <a:solidFill>
                <a:schemeClr val="tx1"/>
              </a:solidFill>
              <a:latin typeface="Andes" panose="02000000000000000000" pitchFamily="50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C848FE4-9F80-5DD3-4151-01B443226953}"/>
              </a:ext>
            </a:extLst>
          </p:cNvPr>
          <p:cNvSpPr/>
          <p:nvPr/>
        </p:nvSpPr>
        <p:spPr>
          <a:xfrm>
            <a:off x="499854" y="4113166"/>
            <a:ext cx="378000" cy="37742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50" b="1">
                <a:solidFill>
                  <a:schemeClr val="tx1"/>
                </a:solidFill>
                <a:latin typeface="Andes" panose="02000000000000000000" pitchFamily="50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EC8BA6E-6C19-9F36-5086-F74A4D0CB7E6}"/>
              </a:ext>
            </a:extLst>
          </p:cNvPr>
          <p:cNvSpPr/>
          <p:nvPr/>
        </p:nvSpPr>
        <p:spPr>
          <a:xfrm>
            <a:off x="3467030" y="3981840"/>
            <a:ext cx="1619939" cy="640080"/>
          </a:xfrm>
          <a:prstGeom prst="roundRect">
            <a:avLst>
              <a:gd name="adj" fmla="val 23810"/>
            </a:avLst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GB" sz="1200" dirty="0">
              <a:solidFill>
                <a:schemeClr val="tx1"/>
              </a:solidFill>
              <a:latin typeface="Andes" panose="02000000000000000000" pitchFamily="50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70D41F-CAAD-4489-201F-C85D694E6449}"/>
              </a:ext>
            </a:extLst>
          </p:cNvPr>
          <p:cNvSpPr txBox="1">
            <a:spLocks/>
          </p:cNvSpPr>
          <p:nvPr/>
        </p:nvSpPr>
        <p:spPr>
          <a:xfrm>
            <a:off x="1029891" y="3754406"/>
            <a:ext cx="2285271" cy="18466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endParaRPr lang="en-US" sz="1200" b="1">
              <a:latin typeface="Andes" panose="02000000000000000000" pitchFamily="50" charset="0"/>
              <a:cs typeface="Arial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AF5C94-7F16-FDA8-5BEE-2A5002EB0A28}"/>
              </a:ext>
            </a:extLst>
          </p:cNvPr>
          <p:cNvSpPr txBox="1">
            <a:spLocks/>
          </p:cNvSpPr>
          <p:nvPr/>
        </p:nvSpPr>
        <p:spPr>
          <a:xfrm>
            <a:off x="3467029" y="3754406"/>
            <a:ext cx="1619939" cy="18466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endParaRPr lang="en-US" sz="1200" b="1">
              <a:latin typeface="Andes" panose="02000000000000000000" pitchFamily="50" charset="0"/>
              <a:cs typeface="Arial" pitchFamily="34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40BA65C-FE9F-9806-6979-521A0728C27F}"/>
              </a:ext>
            </a:extLst>
          </p:cNvPr>
          <p:cNvGrpSpPr/>
          <p:nvPr/>
        </p:nvGrpSpPr>
        <p:grpSpPr>
          <a:xfrm>
            <a:off x="427236" y="2716212"/>
            <a:ext cx="8401144" cy="1111026"/>
            <a:chOff x="445983" y="2341038"/>
            <a:chExt cx="8401144" cy="111102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FF24BD6-B83B-FCDF-FB21-0B1786127027}"/>
                </a:ext>
              </a:extLst>
            </p:cNvPr>
            <p:cNvSpPr/>
            <p:nvPr/>
          </p:nvSpPr>
          <p:spPr>
            <a:xfrm>
              <a:off x="5720427" y="2341038"/>
              <a:ext cx="3126700" cy="1111026"/>
            </a:xfrm>
            <a:prstGeom prst="rect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2970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150"/>
                </a:spcAft>
              </a:pPr>
              <a:endParaRPr lang="en-GB" sz="1200" dirty="0">
                <a:solidFill>
                  <a:schemeClr val="tx1"/>
                </a:solidFill>
                <a:latin typeface="Andes" panose="02000000000000000000" pitchFamily="50" charset="0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3876A8E-1C61-B0FF-A29C-2D21357FEED3}"/>
                </a:ext>
              </a:extLst>
            </p:cNvPr>
            <p:cNvSpPr/>
            <p:nvPr/>
          </p:nvSpPr>
          <p:spPr>
            <a:xfrm>
              <a:off x="445983" y="2646997"/>
              <a:ext cx="4144765" cy="499111"/>
            </a:xfrm>
            <a:prstGeom prst="roundRect">
              <a:avLst>
                <a:gd name="adj" fmla="val 50000"/>
              </a:avLst>
            </a:prstGeom>
            <a:solidFill>
              <a:srgbClr val="ED7D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050">
                <a:solidFill>
                  <a:schemeClr val="tx1"/>
                </a:solidFill>
                <a:latin typeface="Andes" panose="02000000000000000000" pitchFamily="50" charset="0"/>
              </a:endParaRPr>
            </a:p>
          </p:txBody>
        </p:sp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04AD90E9-2550-4B69-39CF-FCE912729FE4}"/>
                </a:ext>
              </a:extLst>
            </p:cNvPr>
            <p:cNvSpPr/>
            <p:nvPr/>
          </p:nvSpPr>
          <p:spPr>
            <a:xfrm>
              <a:off x="3232663" y="2398632"/>
              <a:ext cx="2709541" cy="995838"/>
            </a:xfrm>
            <a:prstGeom prst="rightArrow">
              <a:avLst/>
            </a:prstGeom>
            <a:solidFill>
              <a:srgbClr val="ED7D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050">
                <a:solidFill>
                  <a:schemeClr val="tx1"/>
                </a:solidFill>
                <a:latin typeface="Andes" panose="02000000000000000000" pitchFamily="50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D5E05C5-0F07-7FE9-3A42-0FD052DD3000}"/>
                </a:ext>
              </a:extLst>
            </p:cNvPr>
            <p:cNvSpPr/>
            <p:nvPr/>
          </p:nvSpPr>
          <p:spPr>
            <a:xfrm>
              <a:off x="518601" y="2707837"/>
              <a:ext cx="378000" cy="37742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1350" b="1" dirty="0">
                  <a:solidFill>
                    <a:schemeClr val="tx1"/>
                  </a:solidFill>
                  <a:latin typeface="Andes" panose="02000000000000000000" pitchFamily="50" charset="0"/>
                  <a:cs typeface="Arial"/>
                </a:rPr>
                <a:t>2</a:t>
              </a:r>
              <a:endParaRPr lang="en-GB" sz="1350" b="1" dirty="0">
                <a:solidFill>
                  <a:schemeClr val="tx1"/>
                </a:solidFill>
                <a:latin typeface="Andes" panose="02000000000000000000" pitchFamily="50" charset="0"/>
                <a:cs typeface="Arial" panose="020B0604020202020204" pitchFamily="34" charset="0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B862F7F0-FF70-941E-AD80-9B17584E8797}"/>
                </a:ext>
              </a:extLst>
            </p:cNvPr>
            <p:cNvSpPr>
              <a:spLocks/>
            </p:cNvSpPr>
            <p:nvPr/>
          </p:nvSpPr>
          <p:spPr>
            <a:xfrm>
              <a:off x="3485776" y="2576511"/>
              <a:ext cx="1619939" cy="640080"/>
            </a:xfrm>
            <a:prstGeom prst="roundRect">
              <a:avLst>
                <a:gd name="adj" fmla="val 23810"/>
              </a:avLst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68580" tIns="34290" rIns="68580" bIns="3429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 dirty="0">
                <a:solidFill>
                  <a:schemeClr val="tx1"/>
                </a:solidFill>
                <a:latin typeface="Andes" panose="02000000000000000000" pitchFamily="50" charset="0"/>
                <a:cs typeface="Arial" panose="020B0604020202020204" pitchFamily="34" charset="0"/>
              </a:endParaRPr>
            </a:p>
          </p:txBody>
        </p:sp>
        <p:sp>
          <p:nvSpPr>
            <p:cNvPr id="18" name="TextBox 8">
              <a:extLst>
                <a:ext uri="{FF2B5EF4-FFF2-40B4-BE49-F238E27FC236}">
                  <a16:creationId xmlns:a16="http://schemas.microsoft.com/office/drawing/2014/main" id="{F354E000-2944-8213-C337-134C5C7D2EE3}"/>
                </a:ext>
              </a:extLst>
            </p:cNvPr>
            <p:cNvSpPr txBox="1">
              <a:spLocks/>
            </p:cNvSpPr>
            <p:nvPr/>
          </p:nvSpPr>
          <p:spPr>
            <a:xfrm>
              <a:off x="1048638" y="2804219"/>
              <a:ext cx="2285271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200" b="1" kern="0" dirty="0">
                <a:solidFill>
                  <a:schemeClr val="bg1"/>
                </a:solidFill>
                <a:latin typeface="Andes" panose="02000000000000000000" pitchFamily="50" charset="0"/>
                <a:cs typeface="Arial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C38EB57-FB66-D10D-2745-4F908D143566}"/>
              </a:ext>
            </a:extLst>
          </p:cNvPr>
          <p:cNvGrpSpPr/>
          <p:nvPr/>
        </p:nvGrpSpPr>
        <p:grpSpPr>
          <a:xfrm>
            <a:off x="530891" y="1001902"/>
            <a:ext cx="4629118" cy="184666"/>
            <a:chOff x="530891" y="1001902"/>
            <a:chExt cx="4629118" cy="184666"/>
          </a:xfrm>
        </p:grpSpPr>
        <p:sp>
          <p:nvSpPr>
            <p:cNvPr id="31" name="TextBox 6">
              <a:extLst>
                <a:ext uri="{FF2B5EF4-FFF2-40B4-BE49-F238E27FC236}">
                  <a16:creationId xmlns:a16="http://schemas.microsoft.com/office/drawing/2014/main" id="{0B53A545-1922-7B41-DB64-4453BD704E95}"/>
                </a:ext>
              </a:extLst>
            </p:cNvPr>
            <p:cNvSpPr txBox="1">
              <a:spLocks/>
            </p:cNvSpPr>
            <p:nvPr/>
          </p:nvSpPr>
          <p:spPr>
            <a:xfrm>
              <a:off x="3540070" y="1001902"/>
              <a:ext cx="161993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b="1" kern="0" dirty="0">
                  <a:latin typeface="Andes" panose="02000000000000000000" pitchFamily="50" charset="0"/>
                  <a:cs typeface="Arial" pitchFamily="34" charset="0"/>
                </a:rPr>
                <a:t>Timeline</a:t>
              </a:r>
            </a:p>
          </p:txBody>
        </p:sp>
        <p:sp>
          <p:nvSpPr>
            <p:cNvPr id="32" name="TextBox 7">
              <a:extLst>
                <a:ext uri="{FF2B5EF4-FFF2-40B4-BE49-F238E27FC236}">
                  <a16:creationId xmlns:a16="http://schemas.microsoft.com/office/drawing/2014/main" id="{EE3FBF5D-5A56-3F0B-C0E8-10F20735B333}"/>
                </a:ext>
              </a:extLst>
            </p:cNvPr>
            <p:cNvSpPr txBox="1">
              <a:spLocks/>
            </p:cNvSpPr>
            <p:nvPr/>
          </p:nvSpPr>
          <p:spPr>
            <a:xfrm>
              <a:off x="530891" y="1001902"/>
              <a:ext cx="228527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b="1" kern="0" dirty="0">
                  <a:latin typeface="Andes" panose="02000000000000000000" pitchFamily="50" charset="0"/>
                  <a:cs typeface="Arial" pitchFamily="34" charset="0"/>
                </a:rPr>
                <a:t>Tool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85054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A4F4D08-EF37-68C4-5DDD-9B00AAEDE458}"/>
              </a:ext>
            </a:extLst>
          </p:cNvPr>
          <p:cNvSpPr/>
          <p:nvPr/>
        </p:nvSpPr>
        <p:spPr>
          <a:xfrm>
            <a:off x="451017" y="2002537"/>
            <a:ext cx="8251723" cy="619064"/>
          </a:xfrm>
          <a:prstGeom prst="roundRect">
            <a:avLst>
              <a:gd name="adj" fmla="val 667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>
              <a:latin typeface="Andes" panose="02000000000000000000" pitchFamily="50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52AFD98-A872-240B-5C7F-30BDEE8D9E3E}"/>
              </a:ext>
            </a:extLst>
          </p:cNvPr>
          <p:cNvSpPr/>
          <p:nvPr/>
        </p:nvSpPr>
        <p:spPr>
          <a:xfrm>
            <a:off x="1786978" y="1470569"/>
            <a:ext cx="2331808" cy="593829"/>
          </a:xfrm>
          <a:prstGeom prst="roundRect">
            <a:avLst>
              <a:gd name="adj" fmla="val 8781"/>
            </a:avLst>
          </a:prstGeom>
          <a:solidFill>
            <a:schemeClr val="tx1">
              <a:alpha val="60000"/>
            </a:schemeClr>
          </a:soli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>
              <a:latin typeface="Andes" panose="02000000000000000000" pitchFamily="50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0F8C4BF-6965-171B-EF40-FE195BD53579}"/>
              </a:ext>
            </a:extLst>
          </p:cNvPr>
          <p:cNvSpPr/>
          <p:nvPr/>
        </p:nvSpPr>
        <p:spPr>
          <a:xfrm>
            <a:off x="4039907" y="1470569"/>
            <a:ext cx="2331808" cy="593829"/>
          </a:xfrm>
          <a:prstGeom prst="roundRect">
            <a:avLst>
              <a:gd name="adj" fmla="val 8781"/>
            </a:avLst>
          </a:prstGeom>
          <a:solidFill>
            <a:schemeClr val="tx1">
              <a:alpha val="60000"/>
            </a:schemeClr>
          </a:soli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>
              <a:latin typeface="Andes" panose="02000000000000000000" pitchFamily="50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F1758F5-5933-81E2-7777-B6F60AF6B207}"/>
              </a:ext>
            </a:extLst>
          </p:cNvPr>
          <p:cNvSpPr/>
          <p:nvPr/>
        </p:nvSpPr>
        <p:spPr>
          <a:xfrm>
            <a:off x="6292835" y="1470569"/>
            <a:ext cx="2331808" cy="593829"/>
          </a:xfrm>
          <a:prstGeom prst="roundRect">
            <a:avLst>
              <a:gd name="adj" fmla="val 8781"/>
            </a:avLst>
          </a:prstGeom>
          <a:solidFill>
            <a:schemeClr val="tx1">
              <a:alpha val="60000"/>
            </a:schemeClr>
          </a:soli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>
              <a:latin typeface="Andes" panose="02000000000000000000" pitchFamily="50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FB7F194-5753-E470-506F-C33AD31C2A53}"/>
              </a:ext>
            </a:extLst>
          </p:cNvPr>
          <p:cNvSpPr/>
          <p:nvPr/>
        </p:nvSpPr>
        <p:spPr>
          <a:xfrm>
            <a:off x="451017" y="2655718"/>
            <a:ext cx="8251723" cy="619064"/>
          </a:xfrm>
          <a:prstGeom prst="roundRect">
            <a:avLst>
              <a:gd name="adj" fmla="val 667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>
              <a:latin typeface="Andes" panose="02000000000000000000" pitchFamily="50" charset="0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21775A46-E851-6843-F2B2-2A3BA21F8FFD}"/>
              </a:ext>
            </a:extLst>
          </p:cNvPr>
          <p:cNvSpPr/>
          <p:nvPr/>
        </p:nvSpPr>
        <p:spPr>
          <a:xfrm>
            <a:off x="451017" y="3962080"/>
            <a:ext cx="8251723" cy="619064"/>
          </a:xfrm>
          <a:prstGeom prst="roundRect">
            <a:avLst>
              <a:gd name="adj" fmla="val 667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>
              <a:latin typeface="Andes" panose="02000000000000000000" pitchFamily="50" charset="0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6C2DF79-D63E-BD63-03D8-DB8B7E51D79C}"/>
              </a:ext>
            </a:extLst>
          </p:cNvPr>
          <p:cNvSpPr/>
          <p:nvPr/>
        </p:nvSpPr>
        <p:spPr>
          <a:xfrm>
            <a:off x="451017" y="3308899"/>
            <a:ext cx="8251723" cy="619064"/>
          </a:xfrm>
          <a:prstGeom prst="roundRect">
            <a:avLst>
              <a:gd name="adj" fmla="val 667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>
              <a:latin typeface="Andes" panose="02000000000000000000" pitchFamily="50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3A2555-B2E9-8DEB-B405-A828E2532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272" y="205980"/>
            <a:ext cx="8227457" cy="533311"/>
          </a:xfrm>
        </p:spPr>
        <p:txBody>
          <a:bodyPr/>
          <a:lstStyle/>
          <a:p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ndes" panose="02000000000000000000" pitchFamily="50" charset="0"/>
              </a:rPr>
              <a:t>Above The Line Marketing Slide Template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Andes" panose="02000000000000000000" pitchFamily="50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A96AB1A-F90D-2530-943E-759F4DF54FC2}"/>
              </a:ext>
            </a:extLst>
          </p:cNvPr>
          <p:cNvSpPr/>
          <p:nvPr/>
        </p:nvSpPr>
        <p:spPr>
          <a:xfrm>
            <a:off x="2039138" y="850393"/>
            <a:ext cx="2022016" cy="3893381"/>
          </a:xfrm>
          <a:prstGeom prst="roundRect">
            <a:avLst>
              <a:gd name="adj" fmla="val 7417"/>
            </a:avLst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>
              <a:latin typeface="Andes" panose="02000000000000000000" pitchFamily="50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4E21D9D-CB59-742E-5B7C-15EC51AECFD4}"/>
              </a:ext>
            </a:extLst>
          </p:cNvPr>
          <p:cNvSpPr/>
          <p:nvPr/>
        </p:nvSpPr>
        <p:spPr>
          <a:xfrm>
            <a:off x="4292066" y="850393"/>
            <a:ext cx="2022016" cy="3893381"/>
          </a:xfrm>
          <a:prstGeom prst="roundRect">
            <a:avLst>
              <a:gd name="adj" fmla="val 7417"/>
            </a:avLst>
          </a:pr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>
              <a:latin typeface="Andes" panose="02000000000000000000" pitchFamily="50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06894DE-3D00-C2C6-5575-E33D2F9B7030}"/>
              </a:ext>
            </a:extLst>
          </p:cNvPr>
          <p:cNvSpPr/>
          <p:nvPr/>
        </p:nvSpPr>
        <p:spPr>
          <a:xfrm>
            <a:off x="6544995" y="850393"/>
            <a:ext cx="2022016" cy="3893381"/>
          </a:xfrm>
          <a:prstGeom prst="roundRect">
            <a:avLst>
              <a:gd name="adj" fmla="val 7417"/>
            </a:avLst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>
              <a:latin typeface="Andes" panose="02000000000000000000" pitchFamily="50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79243A-60CC-B2B4-5391-AA0823848144}"/>
              </a:ext>
            </a:extLst>
          </p:cNvPr>
          <p:cNvSpPr txBox="1"/>
          <p:nvPr/>
        </p:nvSpPr>
        <p:spPr>
          <a:xfrm>
            <a:off x="6721542" y="2092390"/>
            <a:ext cx="1668920" cy="4393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ndes" panose="02000000000000000000" pitchFamily="50" charset="0"/>
                <a:ea typeface="Calibri Light" charset="0"/>
                <a:cs typeface="Segoe UI" panose="020B0502040204020203" pitchFamily="34" charset="0"/>
              </a:rPr>
              <a:t>This is a sample text. Insert your desired text here.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  <a:latin typeface="Andes" panose="02000000000000000000" pitchFamily="50" charset="0"/>
              <a:cs typeface="Arial" panose="020B0604020202020204" pitchFamily="34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B1F8349-AA56-5C46-3C10-04B7469FE43A}"/>
              </a:ext>
            </a:extLst>
          </p:cNvPr>
          <p:cNvSpPr/>
          <p:nvPr/>
        </p:nvSpPr>
        <p:spPr>
          <a:xfrm>
            <a:off x="1954733" y="1354122"/>
            <a:ext cx="2190826" cy="529062"/>
          </a:xfrm>
          <a:prstGeom prst="roundRect">
            <a:avLst>
              <a:gd name="adj" fmla="val 878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>
              <a:latin typeface="Andes" panose="02000000000000000000" pitchFamily="50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EE7B645-172C-E94A-CAB0-F2AB210BDD86}"/>
              </a:ext>
            </a:extLst>
          </p:cNvPr>
          <p:cNvSpPr/>
          <p:nvPr/>
        </p:nvSpPr>
        <p:spPr>
          <a:xfrm>
            <a:off x="4207661" y="1354122"/>
            <a:ext cx="2190826" cy="529062"/>
          </a:xfrm>
          <a:prstGeom prst="roundRect">
            <a:avLst>
              <a:gd name="adj" fmla="val 8781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>
              <a:latin typeface="Andes" panose="02000000000000000000" pitchFamily="50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CA58877-0C56-26B4-DA68-47361B7D33C2}"/>
              </a:ext>
            </a:extLst>
          </p:cNvPr>
          <p:cNvSpPr/>
          <p:nvPr/>
        </p:nvSpPr>
        <p:spPr>
          <a:xfrm>
            <a:off x="6460590" y="1354122"/>
            <a:ext cx="2190826" cy="529062"/>
          </a:xfrm>
          <a:prstGeom prst="roundRect">
            <a:avLst>
              <a:gd name="adj" fmla="val 8781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>
              <a:latin typeface="Andes" panose="02000000000000000000" pitchFamily="50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4986DF-CAC5-CDDE-5804-E35DBDCE0103}"/>
              </a:ext>
            </a:extLst>
          </p:cNvPr>
          <p:cNvSpPr txBox="1"/>
          <p:nvPr/>
        </p:nvSpPr>
        <p:spPr>
          <a:xfrm>
            <a:off x="2282872" y="1504926"/>
            <a:ext cx="1534547" cy="22526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ndes" panose="02000000000000000000" pitchFamily="50" charset="0"/>
              </a:rPr>
              <a:t>ABOVE THE LINE</a:t>
            </a:r>
            <a:endParaRPr lang="en-IN" sz="1200" dirty="0">
              <a:solidFill>
                <a:schemeClr val="bg1"/>
              </a:solidFill>
              <a:latin typeface="Andes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57437E-8E8D-4E46-A433-E5E740C35938}"/>
              </a:ext>
            </a:extLst>
          </p:cNvPr>
          <p:cNvSpPr txBox="1"/>
          <p:nvPr/>
        </p:nvSpPr>
        <p:spPr>
          <a:xfrm>
            <a:off x="4535800" y="1506020"/>
            <a:ext cx="1534547" cy="22526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ndes" panose="02000000000000000000" pitchFamily="50" charset="0"/>
              </a:rPr>
              <a:t>BELOW THE LINE</a:t>
            </a:r>
            <a:endParaRPr lang="en-IN" sz="1200" dirty="0">
              <a:solidFill>
                <a:schemeClr val="bg1"/>
              </a:solidFill>
              <a:latin typeface="Andes" panose="02000000000000000000" pitchFamily="50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53BE5F-916E-A7F2-D57F-C9354E088FDE}"/>
              </a:ext>
            </a:extLst>
          </p:cNvPr>
          <p:cNvSpPr txBox="1"/>
          <p:nvPr/>
        </p:nvSpPr>
        <p:spPr>
          <a:xfrm>
            <a:off x="6788728" y="1506020"/>
            <a:ext cx="1534547" cy="22526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ndes" panose="02000000000000000000" pitchFamily="50" charset="0"/>
              </a:rPr>
              <a:t>THROUGH THE LINE</a:t>
            </a:r>
            <a:endParaRPr lang="en-IN" sz="1200" dirty="0">
              <a:solidFill>
                <a:schemeClr val="bg1"/>
              </a:solidFill>
              <a:latin typeface="Andes" panose="02000000000000000000" pitchFamily="50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F1D259-0156-CCA3-FED6-470F558511C1}"/>
              </a:ext>
            </a:extLst>
          </p:cNvPr>
          <p:cNvSpPr txBox="1"/>
          <p:nvPr/>
        </p:nvSpPr>
        <p:spPr>
          <a:xfrm>
            <a:off x="2780961" y="1005841"/>
            <a:ext cx="538369" cy="277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ndes" panose="02000000000000000000" pitchFamily="50" charset="0"/>
                <a:ea typeface="Segoe UI Black" panose="020B0A02040204020203" pitchFamily="34" charset="0"/>
              </a:rPr>
              <a:t>ATL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86708D-B2C3-C86C-8F52-088A5C05C814}"/>
              </a:ext>
            </a:extLst>
          </p:cNvPr>
          <p:cNvSpPr txBox="1"/>
          <p:nvPr/>
        </p:nvSpPr>
        <p:spPr>
          <a:xfrm>
            <a:off x="5035812" y="1005841"/>
            <a:ext cx="534522" cy="277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ndes" panose="02000000000000000000" pitchFamily="50" charset="0"/>
                <a:ea typeface="Segoe UI Black" panose="020B0A02040204020203" pitchFamily="34" charset="0"/>
              </a:rPr>
              <a:t>BTL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B069011-E3F1-EBBA-2ACD-104BBF4727C4}"/>
              </a:ext>
            </a:extLst>
          </p:cNvPr>
          <p:cNvSpPr txBox="1"/>
          <p:nvPr/>
        </p:nvSpPr>
        <p:spPr>
          <a:xfrm>
            <a:off x="7289680" y="1005841"/>
            <a:ext cx="532646" cy="277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ndes" panose="02000000000000000000" pitchFamily="50" charset="0"/>
                <a:ea typeface="Segoe UI Black" panose="020B0A02040204020203" pitchFamily="34" charset="0"/>
              </a:rPr>
              <a:t>TTL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3313786-E779-DEE4-1C13-7327F27A4B2B}"/>
              </a:ext>
            </a:extLst>
          </p:cNvPr>
          <p:cNvSpPr txBox="1"/>
          <p:nvPr/>
        </p:nvSpPr>
        <p:spPr>
          <a:xfrm>
            <a:off x="1055392" y="2199434"/>
            <a:ext cx="833593" cy="22526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ndes" panose="02000000000000000000" pitchFamily="50" charset="0"/>
              </a:rPr>
              <a:t>MEDIA</a:t>
            </a:r>
            <a:endParaRPr lang="en-IN" sz="1200" b="1" dirty="0">
              <a:solidFill>
                <a:schemeClr val="tx1">
                  <a:lumMod val="85000"/>
                  <a:lumOff val="15000"/>
                </a:schemeClr>
              </a:solidFill>
              <a:latin typeface="Andes" panose="02000000000000000000" pitchFamily="50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9CE7C5B-503B-B688-365B-08D5A60A1552}"/>
              </a:ext>
            </a:extLst>
          </p:cNvPr>
          <p:cNvSpPr txBox="1"/>
          <p:nvPr/>
        </p:nvSpPr>
        <p:spPr>
          <a:xfrm>
            <a:off x="1055392" y="2852615"/>
            <a:ext cx="833593" cy="22526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ndes" panose="02000000000000000000" pitchFamily="50" charset="0"/>
              </a:rPr>
              <a:t>COST</a:t>
            </a:r>
            <a:endParaRPr lang="en-IN" sz="1200" b="1" dirty="0">
              <a:solidFill>
                <a:schemeClr val="tx1">
                  <a:lumMod val="85000"/>
                  <a:lumOff val="15000"/>
                </a:schemeClr>
              </a:solidFill>
              <a:latin typeface="Andes" panose="02000000000000000000" pitchFamily="50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2193E22-A119-5B8C-6FCC-95498F17EEC8}"/>
              </a:ext>
            </a:extLst>
          </p:cNvPr>
          <p:cNvSpPr txBox="1"/>
          <p:nvPr/>
        </p:nvSpPr>
        <p:spPr>
          <a:xfrm>
            <a:off x="1055392" y="3505796"/>
            <a:ext cx="833593" cy="22526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ndes" panose="02000000000000000000" pitchFamily="50" charset="0"/>
              </a:rPr>
              <a:t>AUDIENCE</a:t>
            </a:r>
            <a:endParaRPr lang="en-IN" sz="1200" b="1" dirty="0">
              <a:solidFill>
                <a:schemeClr val="tx1">
                  <a:lumMod val="85000"/>
                  <a:lumOff val="15000"/>
                </a:schemeClr>
              </a:solidFill>
              <a:latin typeface="Andes" panose="02000000000000000000" pitchFamily="50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0D1D151-DD4F-AFA6-D40D-C0BBC43D3992}"/>
              </a:ext>
            </a:extLst>
          </p:cNvPr>
          <p:cNvSpPr txBox="1"/>
          <p:nvPr/>
        </p:nvSpPr>
        <p:spPr>
          <a:xfrm>
            <a:off x="1055392" y="4158978"/>
            <a:ext cx="833593" cy="22526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ndes" panose="02000000000000000000" pitchFamily="50" charset="0"/>
              </a:rPr>
              <a:t>FEEDBACK</a:t>
            </a:r>
            <a:endParaRPr lang="en-IN" sz="1200" b="1" dirty="0">
              <a:solidFill>
                <a:schemeClr val="tx1">
                  <a:lumMod val="85000"/>
                  <a:lumOff val="15000"/>
                </a:schemeClr>
              </a:solidFill>
              <a:latin typeface="Andes" panose="02000000000000000000" pitchFamily="50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BF08532-BC8C-0A12-9A39-444DF3C9D55E}"/>
              </a:ext>
            </a:extLst>
          </p:cNvPr>
          <p:cNvSpPr txBox="1"/>
          <p:nvPr/>
        </p:nvSpPr>
        <p:spPr>
          <a:xfrm>
            <a:off x="4468613" y="2092390"/>
            <a:ext cx="1668920" cy="4393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ndes" panose="02000000000000000000" pitchFamily="50" charset="0"/>
                <a:ea typeface="Calibri Light" charset="0"/>
                <a:cs typeface="Segoe UI" panose="020B0502040204020203" pitchFamily="34" charset="0"/>
              </a:rPr>
              <a:t>This is a sample text. Insert your desired text here.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  <a:latin typeface="Andes" panose="02000000000000000000" pitchFamily="50" charset="0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72A0340-D352-B274-96F4-C98D1B9FD55C}"/>
              </a:ext>
            </a:extLst>
          </p:cNvPr>
          <p:cNvSpPr txBox="1"/>
          <p:nvPr/>
        </p:nvSpPr>
        <p:spPr>
          <a:xfrm>
            <a:off x="2215685" y="2092390"/>
            <a:ext cx="1668920" cy="4393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ndes" panose="02000000000000000000" pitchFamily="50" charset="0"/>
                <a:ea typeface="Calibri Light" charset="0"/>
                <a:cs typeface="Segoe UI" panose="020B0502040204020203" pitchFamily="34" charset="0"/>
              </a:rPr>
              <a:t>This is a sample text. Insert your desired text here.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  <a:latin typeface="Andes" panose="02000000000000000000" pitchFamily="50" charset="0"/>
              <a:cs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9D87912-A820-B085-1F83-921A72FEBFE7}"/>
              </a:ext>
            </a:extLst>
          </p:cNvPr>
          <p:cNvSpPr txBox="1"/>
          <p:nvPr/>
        </p:nvSpPr>
        <p:spPr>
          <a:xfrm>
            <a:off x="6721542" y="2745571"/>
            <a:ext cx="1668920" cy="4393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ndes" panose="02000000000000000000" pitchFamily="50" charset="0"/>
                <a:ea typeface="Calibri Light" charset="0"/>
                <a:cs typeface="Segoe UI" panose="020B0502040204020203" pitchFamily="34" charset="0"/>
              </a:rPr>
              <a:t>This is a sample text. Insert your desired text here.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  <a:latin typeface="Andes" panose="02000000000000000000" pitchFamily="50" charset="0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412929F-4A23-ABA1-7BE7-DCB9F8C79B5D}"/>
              </a:ext>
            </a:extLst>
          </p:cNvPr>
          <p:cNvSpPr txBox="1"/>
          <p:nvPr/>
        </p:nvSpPr>
        <p:spPr>
          <a:xfrm>
            <a:off x="4468613" y="2745571"/>
            <a:ext cx="1668920" cy="4393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ndes" panose="02000000000000000000" pitchFamily="50" charset="0"/>
                <a:ea typeface="Calibri Light" charset="0"/>
                <a:cs typeface="Segoe UI" panose="020B0502040204020203" pitchFamily="34" charset="0"/>
              </a:rPr>
              <a:t>This is a sample text. Insert your desired text here.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  <a:latin typeface="Andes" panose="02000000000000000000" pitchFamily="50" charset="0"/>
              <a:cs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734FDF9-A608-03ED-10C9-7267652B3ED7}"/>
              </a:ext>
            </a:extLst>
          </p:cNvPr>
          <p:cNvSpPr txBox="1"/>
          <p:nvPr/>
        </p:nvSpPr>
        <p:spPr>
          <a:xfrm>
            <a:off x="2215685" y="2745571"/>
            <a:ext cx="1668920" cy="4393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ndes" panose="02000000000000000000" pitchFamily="50" charset="0"/>
                <a:ea typeface="Calibri Light" charset="0"/>
                <a:cs typeface="Segoe UI" panose="020B0502040204020203" pitchFamily="34" charset="0"/>
              </a:rPr>
              <a:t>This is a sample text. Insert your desired text here.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  <a:latin typeface="Andes" panose="02000000000000000000" pitchFamily="50" charset="0"/>
              <a:cs typeface="Arial" panose="020B0604020202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6E2F13-A57E-B025-A999-8E316B25E289}"/>
              </a:ext>
            </a:extLst>
          </p:cNvPr>
          <p:cNvSpPr txBox="1"/>
          <p:nvPr/>
        </p:nvSpPr>
        <p:spPr>
          <a:xfrm>
            <a:off x="6721542" y="3398752"/>
            <a:ext cx="1668920" cy="4393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ndes" panose="02000000000000000000" pitchFamily="50" charset="0"/>
                <a:ea typeface="Calibri Light" charset="0"/>
                <a:cs typeface="Segoe UI" panose="020B0502040204020203" pitchFamily="34" charset="0"/>
              </a:rPr>
              <a:t>This is a sample text. Insert your desired text here.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  <a:latin typeface="Andes" panose="02000000000000000000" pitchFamily="50" charset="0"/>
              <a:cs typeface="Arial" panose="020B06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2D1E395-3E7C-F105-54E5-554F5DDFC458}"/>
              </a:ext>
            </a:extLst>
          </p:cNvPr>
          <p:cNvSpPr txBox="1"/>
          <p:nvPr/>
        </p:nvSpPr>
        <p:spPr>
          <a:xfrm>
            <a:off x="4468613" y="3398752"/>
            <a:ext cx="1668920" cy="4393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ndes" panose="02000000000000000000" pitchFamily="50" charset="0"/>
                <a:ea typeface="Calibri Light" charset="0"/>
                <a:cs typeface="Segoe UI" panose="020B0502040204020203" pitchFamily="34" charset="0"/>
              </a:rPr>
              <a:t>This is a sample text. Insert your desired text here.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  <a:latin typeface="Andes" panose="02000000000000000000" pitchFamily="50" charset="0"/>
              <a:cs typeface="Arial" panose="020B0604020202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BBA347E-5342-E7A5-AD9A-9DE6A8106D3D}"/>
              </a:ext>
            </a:extLst>
          </p:cNvPr>
          <p:cNvSpPr txBox="1"/>
          <p:nvPr/>
        </p:nvSpPr>
        <p:spPr>
          <a:xfrm>
            <a:off x="2215685" y="3398752"/>
            <a:ext cx="1668920" cy="4393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ndes" panose="02000000000000000000" pitchFamily="50" charset="0"/>
                <a:ea typeface="Calibri Light" charset="0"/>
                <a:cs typeface="Segoe UI" panose="020B0502040204020203" pitchFamily="34" charset="0"/>
              </a:rPr>
              <a:t>This is a sample text. Insert your desired text here.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  <a:latin typeface="Andes" panose="02000000000000000000" pitchFamily="50" charset="0"/>
              <a:cs typeface="Arial" panose="020B060402020202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0570C74-AEF7-33E9-6395-23795667C252}"/>
              </a:ext>
            </a:extLst>
          </p:cNvPr>
          <p:cNvSpPr txBox="1"/>
          <p:nvPr/>
        </p:nvSpPr>
        <p:spPr>
          <a:xfrm>
            <a:off x="6721542" y="4051934"/>
            <a:ext cx="1668920" cy="4393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ndes" panose="02000000000000000000" pitchFamily="50" charset="0"/>
                <a:ea typeface="Calibri Light" charset="0"/>
                <a:cs typeface="Segoe UI" panose="020B0502040204020203" pitchFamily="34" charset="0"/>
              </a:rPr>
              <a:t>This is a sample text. Insert your desired text here.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  <a:latin typeface="Andes" panose="02000000000000000000" pitchFamily="50" charset="0"/>
              <a:cs typeface="Arial" panose="020B060402020202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5FC5C7C-4698-F289-0BBC-A05D56D26B9E}"/>
              </a:ext>
            </a:extLst>
          </p:cNvPr>
          <p:cNvSpPr txBox="1"/>
          <p:nvPr/>
        </p:nvSpPr>
        <p:spPr>
          <a:xfrm>
            <a:off x="4468613" y="4051934"/>
            <a:ext cx="1668920" cy="4393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ndes" panose="02000000000000000000" pitchFamily="50" charset="0"/>
                <a:ea typeface="Calibri Light" charset="0"/>
                <a:cs typeface="Segoe UI" panose="020B0502040204020203" pitchFamily="34" charset="0"/>
              </a:rPr>
              <a:t>This is a sample text. Insert your desired text here.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  <a:latin typeface="Andes" panose="02000000000000000000" pitchFamily="50" charset="0"/>
              <a:cs typeface="Arial" panose="020B0604020202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C054BDB-5629-6A6A-11CF-C432919BEB58}"/>
              </a:ext>
            </a:extLst>
          </p:cNvPr>
          <p:cNvSpPr txBox="1"/>
          <p:nvPr/>
        </p:nvSpPr>
        <p:spPr>
          <a:xfrm>
            <a:off x="2215685" y="4051934"/>
            <a:ext cx="1668920" cy="4393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ndes" panose="02000000000000000000" pitchFamily="50" charset="0"/>
                <a:ea typeface="Calibri Light" charset="0"/>
                <a:cs typeface="Segoe UI" panose="020B0502040204020203" pitchFamily="34" charset="0"/>
              </a:rPr>
              <a:t>This is a sample text. Insert your desired text here.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  <a:latin typeface="Andes" panose="02000000000000000000" pitchFamily="50" charset="0"/>
              <a:cs typeface="Arial" panose="020B0604020202020204" pitchFamily="34" charset="0"/>
            </a:endParaRPr>
          </a:p>
        </p:txBody>
      </p:sp>
      <p:pic>
        <p:nvPicPr>
          <p:cNvPr id="67" name="Graphic 66" descr="Presentation with media with solid fill">
            <a:extLst>
              <a:ext uri="{FF2B5EF4-FFF2-40B4-BE49-F238E27FC236}">
                <a16:creationId xmlns:a16="http://schemas.microsoft.com/office/drawing/2014/main" id="{ABE54014-E2A8-FA43-49B5-D8DAA1C8B1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191" y="2153473"/>
            <a:ext cx="317190" cy="317190"/>
          </a:xfrm>
          <a:prstGeom prst="rect">
            <a:avLst/>
          </a:prstGeom>
        </p:spPr>
      </p:pic>
      <p:pic>
        <p:nvPicPr>
          <p:cNvPr id="69" name="Graphic 68" descr="Coins with solid fill">
            <a:extLst>
              <a:ext uri="{FF2B5EF4-FFF2-40B4-BE49-F238E27FC236}">
                <a16:creationId xmlns:a16="http://schemas.microsoft.com/office/drawing/2014/main" id="{8FF8812D-C6B0-5BF2-C73F-AE597C7786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7191" y="2806654"/>
            <a:ext cx="317190" cy="317190"/>
          </a:xfrm>
          <a:prstGeom prst="rect">
            <a:avLst/>
          </a:prstGeom>
        </p:spPr>
      </p:pic>
      <p:pic>
        <p:nvPicPr>
          <p:cNvPr id="71" name="Graphic 70" descr="Clapping hands with solid fill">
            <a:extLst>
              <a:ext uri="{FF2B5EF4-FFF2-40B4-BE49-F238E27FC236}">
                <a16:creationId xmlns:a16="http://schemas.microsoft.com/office/drawing/2014/main" id="{04169DF3-95B9-4E3A-98FF-C2BB72C3E4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7191" y="3459835"/>
            <a:ext cx="317190" cy="317190"/>
          </a:xfrm>
          <a:prstGeom prst="rect">
            <a:avLst/>
          </a:prstGeom>
        </p:spPr>
      </p:pic>
      <p:pic>
        <p:nvPicPr>
          <p:cNvPr id="73" name="Graphic 72" descr="Rating with solid fill">
            <a:extLst>
              <a:ext uri="{FF2B5EF4-FFF2-40B4-BE49-F238E27FC236}">
                <a16:creationId xmlns:a16="http://schemas.microsoft.com/office/drawing/2014/main" id="{EA5E33DA-9744-EA61-254D-85BC9E21A3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7191" y="4113017"/>
            <a:ext cx="317190" cy="31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03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BEDC2A0F-4D6F-4800-A0FD-BFE41A408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ndes" panose="02000000000000000000" pitchFamily="50" charset="0"/>
              </a:rPr>
              <a:t>4-STEP CIRCULAR INFOGRAPHIC</a:t>
            </a:r>
            <a:endParaRPr lang="en-IN" dirty="0">
              <a:latin typeface="Andes" panose="02000000000000000000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6A477E-A44B-4E71-91A3-E84B3701CE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>
                <a:latin typeface="Andes" panose="02000000000000000000" pitchFamily="50" charset="0"/>
              </a:rPr>
              <a:t>Edit this presentation title</a:t>
            </a:r>
          </a:p>
          <a:p>
            <a:endParaRPr lang="en-US">
              <a:latin typeface="Andes" panose="02000000000000000000" pitchFamily="50" charset="0"/>
            </a:endParaRPr>
          </a:p>
          <a:p>
            <a:endParaRPr lang="en-US">
              <a:latin typeface="Andes" panose="02000000000000000000" pitchFamily="50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639752B-A526-48B3-8468-F90B8FA1F31A}"/>
              </a:ext>
            </a:extLst>
          </p:cNvPr>
          <p:cNvGrpSpPr/>
          <p:nvPr/>
        </p:nvGrpSpPr>
        <p:grpSpPr>
          <a:xfrm>
            <a:off x="3495860" y="2072539"/>
            <a:ext cx="2180373" cy="2180372"/>
            <a:chOff x="7974013" y="2551113"/>
            <a:chExt cx="2306637" cy="2306637"/>
          </a:xfrm>
        </p:grpSpPr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FC74311C-B542-4CB0-8070-5428B7F08CF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58288" y="2551113"/>
              <a:ext cx="1122362" cy="1122362"/>
            </a:xfrm>
            <a:custGeom>
              <a:avLst/>
              <a:gdLst>
                <a:gd name="T0" fmla="*/ 522 w 720"/>
                <a:gd name="T1" fmla="*/ 720 h 720"/>
                <a:gd name="T2" fmla="*/ 720 w 720"/>
                <a:gd name="T3" fmla="*/ 720 h 720"/>
                <a:gd name="T4" fmla="*/ 550 w 720"/>
                <a:gd name="T5" fmla="*/ 268 h 720"/>
                <a:gd name="T6" fmla="*/ 603 w 720"/>
                <a:gd name="T7" fmla="*/ 216 h 720"/>
                <a:gd name="T8" fmla="*/ 639 w 720"/>
                <a:gd name="T9" fmla="*/ 252 h 720"/>
                <a:gd name="T10" fmla="*/ 650 w 720"/>
                <a:gd name="T11" fmla="*/ 70 h 720"/>
                <a:gd name="T12" fmla="*/ 468 w 720"/>
                <a:gd name="T13" fmla="*/ 81 h 720"/>
                <a:gd name="T14" fmla="*/ 504 w 720"/>
                <a:gd name="T15" fmla="*/ 117 h 720"/>
                <a:gd name="T16" fmla="*/ 451 w 720"/>
                <a:gd name="T17" fmla="*/ 169 h 720"/>
                <a:gd name="T18" fmla="*/ 0 w 720"/>
                <a:gd name="T19" fmla="*/ 0 h 720"/>
                <a:gd name="T20" fmla="*/ 0 w 720"/>
                <a:gd name="T21" fmla="*/ 198 h 720"/>
                <a:gd name="T22" fmla="*/ 522 w 720"/>
                <a:gd name="T23" fmla="*/ 72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0" h="720">
                  <a:moveTo>
                    <a:pt x="522" y="720"/>
                  </a:moveTo>
                  <a:cubicBezTo>
                    <a:pt x="720" y="720"/>
                    <a:pt x="720" y="720"/>
                    <a:pt x="720" y="720"/>
                  </a:cubicBezTo>
                  <a:cubicBezTo>
                    <a:pt x="715" y="548"/>
                    <a:pt x="652" y="391"/>
                    <a:pt x="550" y="268"/>
                  </a:cubicBezTo>
                  <a:cubicBezTo>
                    <a:pt x="603" y="216"/>
                    <a:pt x="603" y="216"/>
                    <a:pt x="603" y="216"/>
                  </a:cubicBezTo>
                  <a:cubicBezTo>
                    <a:pt x="639" y="252"/>
                    <a:pt x="639" y="252"/>
                    <a:pt x="639" y="252"/>
                  </a:cubicBezTo>
                  <a:cubicBezTo>
                    <a:pt x="650" y="70"/>
                    <a:pt x="650" y="70"/>
                    <a:pt x="650" y="70"/>
                  </a:cubicBezTo>
                  <a:cubicBezTo>
                    <a:pt x="468" y="81"/>
                    <a:pt x="468" y="81"/>
                    <a:pt x="468" y="81"/>
                  </a:cubicBezTo>
                  <a:cubicBezTo>
                    <a:pt x="504" y="117"/>
                    <a:pt x="504" y="117"/>
                    <a:pt x="504" y="117"/>
                  </a:cubicBezTo>
                  <a:cubicBezTo>
                    <a:pt x="451" y="169"/>
                    <a:pt x="451" y="169"/>
                    <a:pt x="451" y="169"/>
                  </a:cubicBezTo>
                  <a:cubicBezTo>
                    <a:pt x="328" y="67"/>
                    <a:pt x="171" y="4"/>
                    <a:pt x="0" y="0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283" y="208"/>
                    <a:pt x="511" y="436"/>
                    <a:pt x="522" y="72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050">
                <a:latin typeface="Andes" panose="02000000000000000000" pitchFamily="50" charset="0"/>
              </a:endParaRPr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177A72CC-64D8-4E55-8618-E411C3148AB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58288" y="3735388"/>
              <a:ext cx="1122362" cy="1122362"/>
            </a:xfrm>
            <a:custGeom>
              <a:avLst/>
              <a:gdLst>
                <a:gd name="T0" fmla="*/ 522 w 720"/>
                <a:gd name="T1" fmla="*/ 0 h 719"/>
                <a:gd name="T2" fmla="*/ 0 w 720"/>
                <a:gd name="T3" fmla="*/ 521 h 719"/>
                <a:gd name="T4" fmla="*/ 0 w 720"/>
                <a:gd name="T5" fmla="*/ 719 h 719"/>
                <a:gd name="T6" fmla="*/ 451 w 720"/>
                <a:gd name="T7" fmla="*/ 550 h 719"/>
                <a:gd name="T8" fmla="*/ 504 w 720"/>
                <a:gd name="T9" fmla="*/ 602 h 719"/>
                <a:gd name="T10" fmla="*/ 468 w 720"/>
                <a:gd name="T11" fmla="*/ 638 h 719"/>
                <a:gd name="T12" fmla="*/ 650 w 720"/>
                <a:gd name="T13" fmla="*/ 649 h 719"/>
                <a:gd name="T14" fmla="*/ 638 w 720"/>
                <a:gd name="T15" fmla="*/ 467 h 719"/>
                <a:gd name="T16" fmla="*/ 603 w 720"/>
                <a:gd name="T17" fmla="*/ 503 h 719"/>
                <a:gd name="T18" fmla="*/ 550 w 720"/>
                <a:gd name="T19" fmla="*/ 451 h 719"/>
                <a:gd name="T20" fmla="*/ 720 w 720"/>
                <a:gd name="T21" fmla="*/ 0 h 719"/>
                <a:gd name="T22" fmla="*/ 522 w 720"/>
                <a:gd name="T23" fmla="*/ 0 h 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0" h="719">
                  <a:moveTo>
                    <a:pt x="522" y="0"/>
                  </a:moveTo>
                  <a:cubicBezTo>
                    <a:pt x="511" y="283"/>
                    <a:pt x="283" y="511"/>
                    <a:pt x="0" y="521"/>
                  </a:cubicBezTo>
                  <a:cubicBezTo>
                    <a:pt x="0" y="719"/>
                    <a:pt x="0" y="719"/>
                    <a:pt x="0" y="719"/>
                  </a:cubicBezTo>
                  <a:cubicBezTo>
                    <a:pt x="171" y="715"/>
                    <a:pt x="328" y="652"/>
                    <a:pt x="451" y="550"/>
                  </a:cubicBezTo>
                  <a:cubicBezTo>
                    <a:pt x="504" y="602"/>
                    <a:pt x="504" y="602"/>
                    <a:pt x="504" y="602"/>
                  </a:cubicBezTo>
                  <a:cubicBezTo>
                    <a:pt x="468" y="638"/>
                    <a:pt x="468" y="638"/>
                    <a:pt x="468" y="638"/>
                  </a:cubicBezTo>
                  <a:cubicBezTo>
                    <a:pt x="650" y="649"/>
                    <a:pt x="650" y="649"/>
                    <a:pt x="650" y="649"/>
                  </a:cubicBezTo>
                  <a:cubicBezTo>
                    <a:pt x="638" y="467"/>
                    <a:pt x="638" y="467"/>
                    <a:pt x="638" y="467"/>
                  </a:cubicBezTo>
                  <a:cubicBezTo>
                    <a:pt x="603" y="503"/>
                    <a:pt x="603" y="503"/>
                    <a:pt x="603" y="503"/>
                  </a:cubicBezTo>
                  <a:cubicBezTo>
                    <a:pt x="550" y="451"/>
                    <a:pt x="550" y="451"/>
                    <a:pt x="550" y="451"/>
                  </a:cubicBezTo>
                  <a:cubicBezTo>
                    <a:pt x="652" y="328"/>
                    <a:pt x="715" y="171"/>
                    <a:pt x="720" y="0"/>
                  </a:cubicBezTo>
                  <a:lnTo>
                    <a:pt x="52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050">
                <a:latin typeface="Andes" panose="02000000000000000000" pitchFamily="50" charset="0"/>
              </a:endParaRPr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BCAEB77D-053E-4D19-9939-069B8E19E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4013" y="3735388"/>
              <a:ext cx="1122362" cy="1122362"/>
            </a:xfrm>
            <a:custGeom>
              <a:avLst/>
              <a:gdLst>
                <a:gd name="T0" fmla="*/ 198 w 720"/>
                <a:gd name="T1" fmla="*/ 0 h 719"/>
                <a:gd name="T2" fmla="*/ 0 w 720"/>
                <a:gd name="T3" fmla="*/ 0 h 719"/>
                <a:gd name="T4" fmla="*/ 170 w 720"/>
                <a:gd name="T5" fmla="*/ 451 h 719"/>
                <a:gd name="T6" fmla="*/ 117 w 720"/>
                <a:gd name="T7" fmla="*/ 503 h 719"/>
                <a:gd name="T8" fmla="*/ 81 w 720"/>
                <a:gd name="T9" fmla="*/ 467 h 719"/>
                <a:gd name="T10" fmla="*/ 70 w 720"/>
                <a:gd name="T11" fmla="*/ 649 h 719"/>
                <a:gd name="T12" fmla="*/ 252 w 720"/>
                <a:gd name="T13" fmla="*/ 638 h 719"/>
                <a:gd name="T14" fmla="*/ 216 w 720"/>
                <a:gd name="T15" fmla="*/ 602 h 719"/>
                <a:gd name="T16" fmla="*/ 269 w 720"/>
                <a:gd name="T17" fmla="*/ 550 h 719"/>
                <a:gd name="T18" fmla="*/ 720 w 720"/>
                <a:gd name="T19" fmla="*/ 719 h 719"/>
                <a:gd name="T20" fmla="*/ 720 w 720"/>
                <a:gd name="T21" fmla="*/ 521 h 719"/>
                <a:gd name="T22" fmla="*/ 198 w 720"/>
                <a:gd name="T23" fmla="*/ 0 h 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0" h="719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5" y="171"/>
                    <a:pt x="68" y="328"/>
                    <a:pt x="170" y="451"/>
                  </a:cubicBezTo>
                  <a:cubicBezTo>
                    <a:pt x="117" y="503"/>
                    <a:pt x="117" y="503"/>
                    <a:pt x="117" y="503"/>
                  </a:cubicBezTo>
                  <a:cubicBezTo>
                    <a:pt x="81" y="467"/>
                    <a:pt x="81" y="467"/>
                    <a:pt x="81" y="467"/>
                  </a:cubicBezTo>
                  <a:cubicBezTo>
                    <a:pt x="70" y="649"/>
                    <a:pt x="70" y="649"/>
                    <a:pt x="70" y="649"/>
                  </a:cubicBezTo>
                  <a:cubicBezTo>
                    <a:pt x="252" y="638"/>
                    <a:pt x="252" y="638"/>
                    <a:pt x="252" y="638"/>
                  </a:cubicBezTo>
                  <a:cubicBezTo>
                    <a:pt x="216" y="602"/>
                    <a:pt x="216" y="602"/>
                    <a:pt x="216" y="602"/>
                  </a:cubicBezTo>
                  <a:cubicBezTo>
                    <a:pt x="269" y="550"/>
                    <a:pt x="269" y="550"/>
                    <a:pt x="269" y="550"/>
                  </a:cubicBezTo>
                  <a:cubicBezTo>
                    <a:pt x="392" y="652"/>
                    <a:pt x="549" y="715"/>
                    <a:pt x="720" y="719"/>
                  </a:cubicBezTo>
                  <a:cubicBezTo>
                    <a:pt x="720" y="521"/>
                    <a:pt x="720" y="521"/>
                    <a:pt x="720" y="521"/>
                  </a:cubicBezTo>
                  <a:cubicBezTo>
                    <a:pt x="436" y="511"/>
                    <a:pt x="209" y="283"/>
                    <a:pt x="1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050">
                <a:latin typeface="Andes" panose="02000000000000000000" pitchFamily="50" charset="0"/>
              </a:endParaRPr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AB06E008-4E24-465B-A354-F3176D78E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4013" y="2551113"/>
              <a:ext cx="1122362" cy="1122362"/>
            </a:xfrm>
            <a:custGeom>
              <a:avLst/>
              <a:gdLst>
                <a:gd name="T0" fmla="*/ 216 w 720"/>
                <a:gd name="T1" fmla="*/ 117 h 720"/>
                <a:gd name="T2" fmla="*/ 252 w 720"/>
                <a:gd name="T3" fmla="*/ 81 h 720"/>
                <a:gd name="T4" fmla="*/ 70 w 720"/>
                <a:gd name="T5" fmla="*/ 70 h 720"/>
                <a:gd name="T6" fmla="*/ 81 w 720"/>
                <a:gd name="T7" fmla="*/ 252 h 720"/>
                <a:gd name="T8" fmla="*/ 117 w 720"/>
                <a:gd name="T9" fmla="*/ 216 h 720"/>
                <a:gd name="T10" fmla="*/ 170 w 720"/>
                <a:gd name="T11" fmla="*/ 268 h 720"/>
                <a:gd name="T12" fmla="*/ 0 w 720"/>
                <a:gd name="T13" fmla="*/ 720 h 720"/>
                <a:gd name="T14" fmla="*/ 198 w 720"/>
                <a:gd name="T15" fmla="*/ 720 h 720"/>
                <a:gd name="T16" fmla="*/ 720 w 720"/>
                <a:gd name="T17" fmla="*/ 198 h 720"/>
                <a:gd name="T18" fmla="*/ 720 w 720"/>
                <a:gd name="T19" fmla="*/ 0 h 720"/>
                <a:gd name="T20" fmla="*/ 269 w 720"/>
                <a:gd name="T21" fmla="*/ 169 h 720"/>
                <a:gd name="T22" fmla="*/ 216 w 720"/>
                <a:gd name="T23" fmla="*/ 117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0" h="720">
                  <a:moveTo>
                    <a:pt x="216" y="117"/>
                  </a:moveTo>
                  <a:cubicBezTo>
                    <a:pt x="252" y="81"/>
                    <a:pt x="252" y="81"/>
                    <a:pt x="252" y="81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81" y="252"/>
                    <a:pt x="81" y="252"/>
                    <a:pt x="81" y="252"/>
                  </a:cubicBezTo>
                  <a:cubicBezTo>
                    <a:pt x="117" y="216"/>
                    <a:pt x="117" y="216"/>
                    <a:pt x="117" y="216"/>
                  </a:cubicBezTo>
                  <a:cubicBezTo>
                    <a:pt x="170" y="268"/>
                    <a:pt x="170" y="268"/>
                    <a:pt x="170" y="268"/>
                  </a:cubicBezTo>
                  <a:cubicBezTo>
                    <a:pt x="68" y="391"/>
                    <a:pt x="5" y="548"/>
                    <a:pt x="0" y="720"/>
                  </a:cubicBezTo>
                  <a:cubicBezTo>
                    <a:pt x="198" y="720"/>
                    <a:pt x="198" y="720"/>
                    <a:pt x="198" y="720"/>
                  </a:cubicBezTo>
                  <a:cubicBezTo>
                    <a:pt x="209" y="436"/>
                    <a:pt x="436" y="208"/>
                    <a:pt x="720" y="198"/>
                  </a:cubicBezTo>
                  <a:cubicBezTo>
                    <a:pt x="720" y="0"/>
                    <a:pt x="720" y="0"/>
                    <a:pt x="720" y="0"/>
                  </a:cubicBezTo>
                  <a:cubicBezTo>
                    <a:pt x="549" y="4"/>
                    <a:pt x="392" y="67"/>
                    <a:pt x="269" y="169"/>
                  </a:cubicBezTo>
                  <a:lnTo>
                    <a:pt x="216" y="11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IN" sz="1050">
                <a:latin typeface="Andes" panose="02000000000000000000" pitchFamily="50" charset="0"/>
              </a:endParaRPr>
            </a:p>
          </p:txBody>
        </p:sp>
      </p:grpSp>
      <p:sp>
        <p:nvSpPr>
          <p:cNvPr id="2" name="Freeform 17">
            <a:extLst>
              <a:ext uri="{FF2B5EF4-FFF2-40B4-BE49-F238E27FC236}">
                <a16:creationId xmlns:a16="http://schemas.microsoft.com/office/drawing/2014/main" id="{AF213918-A3F1-40AD-8B0E-5D90E6974BFE}"/>
              </a:ext>
            </a:extLst>
          </p:cNvPr>
          <p:cNvSpPr>
            <a:spLocks noEditPoints="1"/>
          </p:cNvSpPr>
          <p:nvPr/>
        </p:nvSpPr>
        <p:spPr bwMode="auto">
          <a:xfrm>
            <a:off x="4353601" y="2987929"/>
            <a:ext cx="464894" cy="408149"/>
          </a:xfrm>
          <a:custGeom>
            <a:avLst/>
            <a:gdLst>
              <a:gd name="T0" fmla="*/ 2312 w 2382"/>
              <a:gd name="T1" fmla="*/ 279 h 2092"/>
              <a:gd name="T2" fmla="*/ 2312 w 2382"/>
              <a:gd name="T3" fmla="*/ 279 h 2092"/>
              <a:gd name="T4" fmla="*/ 1679 w 2382"/>
              <a:gd name="T5" fmla="*/ 279 h 2092"/>
              <a:gd name="T6" fmla="*/ 1679 w 2382"/>
              <a:gd name="T7" fmla="*/ 209 h 2092"/>
              <a:gd name="T8" fmla="*/ 1470 w 2382"/>
              <a:gd name="T9" fmla="*/ 0 h 2092"/>
              <a:gd name="T10" fmla="*/ 912 w 2382"/>
              <a:gd name="T11" fmla="*/ 0 h 2092"/>
              <a:gd name="T12" fmla="*/ 703 w 2382"/>
              <a:gd name="T13" fmla="*/ 209 h 2092"/>
              <a:gd name="T14" fmla="*/ 703 w 2382"/>
              <a:gd name="T15" fmla="*/ 279 h 2092"/>
              <a:gd name="T16" fmla="*/ 70 w 2382"/>
              <a:gd name="T17" fmla="*/ 279 h 2092"/>
              <a:gd name="T18" fmla="*/ 0 w 2382"/>
              <a:gd name="T19" fmla="*/ 348 h 2092"/>
              <a:gd name="T20" fmla="*/ 0 w 2382"/>
              <a:gd name="T21" fmla="*/ 1883 h 2092"/>
              <a:gd name="T22" fmla="*/ 210 w 2382"/>
              <a:gd name="T23" fmla="*/ 2092 h 2092"/>
              <a:gd name="T24" fmla="*/ 2172 w 2382"/>
              <a:gd name="T25" fmla="*/ 2092 h 2092"/>
              <a:gd name="T26" fmla="*/ 2382 w 2382"/>
              <a:gd name="T27" fmla="*/ 1883 h 2092"/>
              <a:gd name="T28" fmla="*/ 2382 w 2382"/>
              <a:gd name="T29" fmla="*/ 350 h 2092"/>
              <a:gd name="T30" fmla="*/ 2382 w 2382"/>
              <a:gd name="T31" fmla="*/ 350 h 2092"/>
              <a:gd name="T32" fmla="*/ 2312 w 2382"/>
              <a:gd name="T33" fmla="*/ 279 h 2092"/>
              <a:gd name="T34" fmla="*/ 842 w 2382"/>
              <a:gd name="T35" fmla="*/ 209 h 2092"/>
              <a:gd name="T36" fmla="*/ 912 w 2382"/>
              <a:gd name="T37" fmla="*/ 139 h 2092"/>
              <a:gd name="T38" fmla="*/ 1470 w 2382"/>
              <a:gd name="T39" fmla="*/ 139 h 2092"/>
              <a:gd name="T40" fmla="*/ 1540 w 2382"/>
              <a:gd name="T41" fmla="*/ 209 h 2092"/>
              <a:gd name="T42" fmla="*/ 1540 w 2382"/>
              <a:gd name="T43" fmla="*/ 279 h 2092"/>
              <a:gd name="T44" fmla="*/ 842 w 2382"/>
              <a:gd name="T45" fmla="*/ 279 h 2092"/>
              <a:gd name="T46" fmla="*/ 842 w 2382"/>
              <a:gd name="T47" fmla="*/ 209 h 2092"/>
              <a:gd name="T48" fmla="*/ 2215 w 2382"/>
              <a:gd name="T49" fmla="*/ 418 h 2092"/>
              <a:gd name="T50" fmla="*/ 1998 w 2382"/>
              <a:gd name="T51" fmla="*/ 1068 h 2092"/>
              <a:gd name="T52" fmla="*/ 1932 w 2382"/>
              <a:gd name="T53" fmla="*/ 1116 h 2092"/>
              <a:gd name="T54" fmla="*/ 1540 w 2382"/>
              <a:gd name="T55" fmla="*/ 1116 h 2092"/>
              <a:gd name="T56" fmla="*/ 1540 w 2382"/>
              <a:gd name="T57" fmla="*/ 1046 h 2092"/>
              <a:gd name="T58" fmla="*/ 1470 w 2382"/>
              <a:gd name="T59" fmla="*/ 976 h 2092"/>
              <a:gd name="T60" fmla="*/ 912 w 2382"/>
              <a:gd name="T61" fmla="*/ 976 h 2092"/>
              <a:gd name="T62" fmla="*/ 842 w 2382"/>
              <a:gd name="T63" fmla="*/ 1046 h 2092"/>
              <a:gd name="T64" fmla="*/ 842 w 2382"/>
              <a:gd name="T65" fmla="*/ 1116 h 2092"/>
              <a:gd name="T66" fmla="*/ 450 w 2382"/>
              <a:gd name="T67" fmla="*/ 1116 h 2092"/>
              <a:gd name="T68" fmla="*/ 384 w 2382"/>
              <a:gd name="T69" fmla="*/ 1068 h 2092"/>
              <a:gd name="T70" fmla="*/ 167 w 2382"/>
              <a:gd name="T71" fmla="*/ 418 h 2092"/>
              <a:gd name="T72" fmla="*/ 2215 w 2382"/>
              <a:gd name="T73" fmla="*/ 418 h 2092"/>
              <a:gd name="T74" fmla="*/ 1400 w 2382"/>
              <a:gd name="T75" fmla="*/ 1116 h 2092"/>
              <a:gd name="T76" fmla="*/ 1400 w 2382"/>
              <a:gd name="T77" fmla="*/ 1255 h 2092"/>
              <a:gd name="T78" fmla="*/ 982 w 2382"/>
              <a:gd name="T79" fmla="*/ 1255 h 2092"/>
              <a:gd name="T80" fmla="*/ 982 w 2382"/>
              <a:gd name="T81" fmla="*/ 1116 h 2092"/>
              <a:gd name="T82" fmla="*/ 1400 w 2382"/>
              <a:gd name="T83" fmla="*/ 1116 h 2092"/>
              <a:gd name="T84" fmla="*/ 2242 w 2382"/>
              <a:gd name="T85" fmla="*/ 1883 h 2092"/>
              <a:gd name="T86" fmla="*/ 2172 w 2382"/>
              <a:gd name="T87" fmla="*/ 1953 h 2092"/>
              <a:gd name="T88" fmla="*/ 210 w 2382"/>
              <a:gd name="T89" fmla="*/ 1953 h 2092"/>
              <a:gd name="T90" fmla="*/ 140 w 2382"/>
              <a:gd name="T91" fmla="*/ 1883 h 2092"/>
              <a:gd name="T92" fmla="*/ 140 w 2382"/>
              <a:gd name="T93" fmla="*/ 778 h 2092"/>
              <a:gd name="T94" fmla="*/ 251 w 2382"/>
              <a:gd name="T95" fmla="*/ 1112 h 2092"/>
              <a:gd name="T96" fmla="*/ 450 w 2382"/>
              <a:gd name="T97" fmla="*/ 1255 h 2092"/>
              <a:gd name="T98" fmla="*/ 842 w 2382"/>
              <a:gd name="T99" fmla="*/ 1255 h 2092"/>
              <a:gd name="T100" fmla="*/ 842 w 2382"/>
              <a:gd name="T101" fmla="*/ 1325 h 2092"/>
              <a:gd name="T102" fmla="*/ 912 w 2382"/>
              <a:gd name="T103" fmla="*/ 1395 h 2092"/>
              <a:gd name="T104" fmla="*/ 1470 w 2382"/>
              <a:gd name="T105" fmla="*/ 1395 h 2092"/>
              <a:gd name="T106" fmla="*/ 1540 w 2382"/>
              <a:gd name="T107" fmla="*/ 1325 h 2092"/>
              <a:gd name="T108" fmla="*/ 1540 w 2382"/>
              <a:gd name="T109" fmla="*/ 1255 h 2092"/>
              <a:gd name="T110" fmla="*/ 1932 w 2382"/>
              <a:gd name="T111" fmla="*/ 1255 h 2092"/>
              <a:gd name="T112" fmla="*/ 2131 w 2382"/>
              <a:gd name="T113" fmla="*/ 1112 h 2092"/>
              <a:gd name="T114" fmla="*/ 2242 w 2382"/>
              <a:gd name="T115" fmla="*/ 778 h 2092"/>
              <a:gd name="T116" fmla="*/ 2242 w 2382"/>
              <a:gd name="T117" fmla="*/ 1883 h 20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382" h="2092">
                <a:moveTo>
                  <a:pt x="2312" y="279"/>
                </a:moveTo>
                <a:cubicBezTo>
                  <a:pt x="2312" y="279"/>
                  <a:pt x="2312" y="279"/>
                  <a:pt x="2312" y="279"/>
                </a:cubicBezTo>
                <a:cubicBezTo>
                  <a:pt x="1679" y="279"/>
                  <a:pt x="1679" y="279"/>
                  <a:pt x="1679" y="279"/>
                </a:cubicBezTo>
                <a:cubicBezTo>
                  <a:pt x="1679" y="209"/>
                  <a:pt x="1679" y="209"/>
                  <a:pt x="1679" y="209"/>
                </a:cubicBezTo>
                <a:cubicBezTo>
                  <a:pt x="1679" y="93"/>
                  <a:pt x="1585" y="0"/>
                  <a:pt x="1470" y="0"/>
                </a:cubicBezTo>
                <a:cubicBezTo>
                  <a:pt x="912" y="0"/>
                  <a:pt x="912" y="0"/>
                  <a:pt x="912" y="0"/>
                </a:cubicBezTo>
                <a:cubicBezTo>
                  <a:pt x="797" y="0"/>
                  <a:pt x="703" y="93"/>
                  <a:pt x="703" y="209"/>
                </a:cubicBezTo>
                <a:cubicBezTo>
                  <a:pt x="703" y="279"/>
                  <a:pt x="703" y="279"/>
                  <a:pt x="703" y="279"/>
                </a:cubicBezTo>
                <a:cubicBezTo>
                  <a:pt x="70" y="279"/>
                  <a:pt x="70" y="279"/>
                  <a:pt x="70" y="279"/>
                </a:cubicBezTo>
                <a:cubicBezTo>
                  <a:pt x="31" y="279"/>
                  <a:pt x="0" y="310"/>
                  <a:pt x="0" y="348"/>
                </a:cubicBezTo>
                <a:cubicBezTo>
                  <a:pt x="0" y="1883"/>
                  <a:pt x="0" y="1883"/>
                  <a:pt x="0" y="1883"/>
                </a:cubicBezTo>
                <a:cubicBezTo>
                  <a:pt x="0" y="1999"/>
                  <a:pt x="94" y="2092"/>
                  <a:pt x="210" y="2092"/>
                </a:cubicBezTo>
                <a:cubicBezTo>
                  <a:pt x="2172" y="2092"/>
                  <a:pt x="2172" y="2092"/>
                  <a:pt x="2172" y="2092"/>
                </a:cubicBezTo>
                <a:cubicBezTo>
                  <a:pt x="2288" y="2092"/>
                  <a:pt x="2382" y="1999"/>
                  <a:pt x="2382" y="1883"/>
                </a:cubicBezTo>
                <a:cubicBezTo>
                  <a:pt x="2382" y="350"/>
                  <a:pt x="2382" y="350"/>
                  <a:pt x="2382" y="350"/>
                </a:cubicBezTo>
                <a:cubicBezTo>
                  <a:pt x="2382" y="350"/>
                  <a:pt x="2382" y="350"/>
                  <a:pt x="2382" y="350"/>
                </a:cubicBezTo>
                <a:cubicBezTo>
                  <a:pt x="2379" y="304"/>
                  <a:pt x="2351" y="279"/>
                  <a:pt x="2312" y="279"/>
                </a:cubicBezTo>
                <a:close/>
                <a:moveTo>
                  <a:pt x="842" y="209"/>
                </a:moveTo>
                <a:cubicBezTo>
                  <a:pt x="842" y="170"/>
                  <a:pt x="874" y="139"/>
                  <a:pt x="912" y="139"/>
                </a:cubicBezTo>
                <a:cubicBezTo>
                  <a:pt x="1470" y="139"/>
                  <a:pt x="1470" y="139"/>
                  <a:pt x="1470" y="139"/>
                </a:cubicBezTo>
                <a:cubicBezTo>
                  <a:pt x="1508" y="139"/>
                  <a:pt x="1540" y="170"/>
                  <a:pt x="1540" y="209"/>
                </a:cubicBezTo>
                <a:cubicBezTo>
                  <a:pt x="1540" y="279"/>
                  <a:pt x="1540" y="279"/>
                  <a:pt x="1540" y="279"/>
                </a:cubicBezTo>
                <a:cubicBezTo>
                  <a:pt x="842" y="279"/>
                  <a:pt x="842" y="279"/>
                  <a:pt x="842" y="279"/>
                </a:cubicBezTo>
                <a:lnTo>
                  <a:pt x="842" y="209"/>
                </a:lnTo>
                <a:close/>
                <a:moveTo>
                  <a:pt x="2215" y="418"/>
                </a:moveTo>
                <a:cubicBezTo>
                  <a:pt x="1998" y="1068"/>
                  <a:pt x="1998" y="1068"/>
                  <a:pt x="1998" y="1068"/>
                </a:cubicBezTo>
                <a:cubicBezTo>
                  <a:pt x="1989" y="1097"/>
                  <a:pt x="1962" y="1116"/>
                  <a:pt x="1932" y="1116"/>
                </a:cubicBezTo>
                <a:cubicBezTo>
                  <a:pt x="1540" y="1116"/>
                  <a:pt x="1540" y="1116"/>
                  <a:pt x="1540" y="1116"/>
                </a:cubicBezTo>
                <a:cubicBezTo>
                  <a:pt x="1540" y="1046"/>
                  <a:pt x="1540" y="1046"/>
                  <a:pt x="1540" y="1046"/>
                </a:cubicBezTo>
                <a:cubicBezTo>
                  <a:pt x="1540" y="1007"/>
                  <a:pt x="1509" y="976"/>
                  <a:pt x="1470" y="976"/>
                </a:cubicBezTo>
                <a:cubicBezTo>
                  <a:pt x="912" y="976"/>
                  <a:pt x="912" y="976"/>
                  <a:pt x="912" y="976"/>
                </a:cubicBezTo>
                <a:cubicBezTo>
                  <a:pt x="873" y="976"/>
                  <a:pt x="842" y="1007"/>
                  <a:pt x="842" y="1046"/>
                </a:cubicBezTo>
                <a:cubicBezTo>
                  <a:pt x="842" y="1116"/>
                  <a:pt x="842" y="1116"/>
                  <a:pt x="842" y="1116"/>
                </a:cubicBezTo>
                <a:cubicBezTo>
                  <a:pt x="450" y="1116"/>
                  <a:pt x="450" y="1116"/>
                  <a:pt x="450" y="1116"/>
                </a:cubicBezTo>
                <a:cubicBezTo>
                  <a:pt x="420" y="1116"/>
                  <a:pt x="393" y="1097"/>
                  <a:pt x="384" y="1068"/>
                </a:cubicBezTo>
                <a:cubicBezTo>
                  <a:pt x="167" y="418"/>
                  <a:pt x="167" y="418"/>
                  <a:pt x="167" y="418"/>
                </a:cubicBezTo>
                <a:lnTo>
                  <a:pt x="2215" y="418"/>
                </a:lnTo>
                <a:close/>
                <a:moveTo>
                  <a:pt x="1400" y="1116"/>
                </a:moveTo>
                <a:cubicBezTo>
                  <a:pt x="1400" y="1255"/>
                  <a:pt x="1400" y="1255"/>
                  <a:pt x="1400" y="1255"/>
                </a:cubicBezTo>
                <a:cubicBezTo>
                  <a:pt x="982" y="1255"/>
                  <a:pt x="982" y="1255"/>
                  <a:pt x="982" y="1255"/>
                </a:cubicBezTo>
                <a:cubicBezTo>
                  <a:pt x="982" y="1116"/>
                  <a:pt x="982" y="1116"/>
                  <a:pt x="982" y="1116"/>
                </a:cubicBezTo>
                <a:lnTo>
                  <a:pt x="1400" y="1116"/>
                </a:lnTo>
                <a:close/>
                <a:moveTo>
                  <a:pt x="2242" y="1883"/>
                </a:moveTo>
                <a:cubicBezTo>
                  <a:pt x="2242" y="1922"/>
                  <a:pt x="2211" y="1953"/>
                  <a:pt x="2172" y="1953"/>
                </a:cubicBezTo>
                <a:cubicBezTo>
                  <a:pt x="210" y="1953"/>
                  <a:pt x="210" y="1953"/>
                  <a:pt x="210" y="1953"/>
                </a:cubicBezTo>
                <a:cubicBezTo>
                  <a:pt x="171" y="1953"/>
                  <a:pt x="140" y="1922"/>
                  <a:pt x="140" y="1883"/>
                </a:cubicBezTo>
                <a:cubicBezTo>
                  <a:pt x="140" y="778"/>
                  <a:pt x="140" y="778"/>
                  <a:pt x="140" y="778"/>
                </a:cubicBezTo>
                <a:cubicBezTo>
                  <a:pt x="251" y="1112"/>
                  <a:pt x="251" y="1112"/>
                  <a:pt x="251" y="1112"/>
                </a:cubicBezTo>
                <a:cubicBezTo>
                  <a:pt x="280" y="1198"/>
                  <a:pt x="360" y="1255"/>
                  <a:pt x="450" y="1255"/>
                </a:cubicBezTo>
                <a:cubicBezTo>
                  <a:pt x="842" y="1255"/>
                  <a:pt x="842" y="1255"/>
                  <a:pt x="842" y="1255"/>
                </a:cubicBezTo>
                <a:cubicBezTo>
                  <a:pt x="842" y="1325"/>
                  <a:pt x="842" y="1325"/>
                  <a:pt x="842" y="1325"/>
                </a:cubicBezTo>
                <a:cubicBezTo>
                  <a:pt x="842" y="1364"/>
                  <a:pt x="873" y="1395"/>
                  <a:pt x="912" y="1395"/>
                </a:cubicBezTo>
                <a:cubicBezTo>
                  <a:pt x="1470" y="1395"/>
                  <a:pt x="1470" y="1395"/>
                  <a:pt x="1470" y="1395"/>
                </a:cubicBezTo>
                <a:cubicBezTo>
                  <a:pt x="1509" y="1395"/>
                  <a:pt x="1540" y="1364"/>
                  <a:pt x="1540" y="1325"/>
                </a:cubicBezTo>
                <a:cubicBezTo>
                  <a:pt x="1540" y="1255"/>
                  <a:pt x="1540" y="1255"/>
                  <a:pt x="1540" y="1255"/>
                </a:cubicBezTo>
                <a:cubicBezTo>
                  <a:pt x="1932" y="1255"/>
                  <a:pt x="1932" y="1255"/>
                  <a:pt x="1932" y="1255"/>
                </a:cubicBezTo>
                <a:cubicBezTo>
                  <a:pt x="2022" y="1255"/>
                  <a:pt x="2102" y="1198"/>
                  <a:pt x="2131" y="1112"/>
                </a:cubicBezTo>
                <a:cubicBezTo>
                  <a:pt x="2242" y="778"/>
                  <a:pt x="2242" y="778"/>
                  <a:pt x="2242" y="778"/>
                </a:cubicBezTo>
                <a:lnTo>
                  <a:pt x="2242" y="1883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N" sz="1050">
              <a:latin typeface="Andes" panose="02000000000000000000" pitchFamily="50" charset="0"/>
            </a:endParaRPr>
          </a:p>
        </p:txBody>
      </p:sp>
      <p:sp>
        <p:nvSpPr>
          <p:cNvPr id="22" name="Freeform 32">
            <a:extLst>
              <a:ext uri="{FF2B5EF4-FFF2-40B4-BE49-F238E27FC236}">
                <a16:creationId xmlns:a16="http://schemas.microsoft.com/office/drawing/2014/main" id="{16E92070-10B5-441D-981F-6243C252BB01}"/>
              </a:ext>
            </a:extLst>
          </p:cNvPr>
          <p:cNvSpPr>
            <a:spLocks noEditPoints="1"/>
          </p:cNvSpPr>
          <p:nvPr/>
        </p:nvSpPr>
        <p:spPr bwMode="auto">
          <a:xfrm>
            <a:off x="3079079" y="4223631"/>
            <a:ext cx="356741" cy="297458"/>
          </a:xfrm>
          <a:custGeom>
            <a:avLst/>
            <a:gdLst>
              <a:gd name="T0" fmla="*/ 3061 w 4766"/>
              <a:gd name="T1" fmla="*/ 2218 h 3974"/>
              <a:gd name="T2" fmla="*/ 3455 w 4766"/>
              <a:gd name="T3" fmla="*/ 2539 h 3974"/>
              <a:gd name="T4" fmla="*/ 3609 w 4766"/>
              <a:gd name="T5" fmla="*/ 3035 h 3974"/>
              <a:gd name="T6" fmla="*/ 3511 w 4766"/>
              <a:gd name="T7" fmla="*/ 3797 h 3974"/>
              <a:gd name="T8" fmla="*/ 3231 w 4766"/>
              <a:gd name="T9" fmla="*/ 3888 h 3974"/>
              <a:gd name="T10" fmla="*/ 2716 w 4766"/>
              <a:gd name="T11" fmla="*/ 3967 h 3974"/>
              <a:gd name="T12" fmla="*/ 2057 w 4766"/>
              <a:gd name="T13" fmla="*/ 3948 h 3974"/>
              <a:gd name="T14" fmla="*/ 1278 w 4766"/>
              <a:gd name="T15" fmla="*/ 3780 h 3974"/>
              <a:gd name="T16" fmla="*/ 1266 w 4766"/>
              <a:gd name="T17" fmla="*/ 2771 h 3974"/>
              <a:gd name="T18" fmla="*/ 1552 w 4766"/>
              <a:gd name="T19" fmla="*/ 2350 h 3974"/>
              <a:gd name="T20" fmla="*/ 2029 w 4766"/>
              <a:gd name="T21" fmla="*/ 2153 h 3974"/>
              <a:gd name="T22" fmla="*/ 4136 w 4766"/>
              <a:gd name="T23" fmla="*/ 1472 h 3974"/>
              <a:gd name="T24" fmla="*/ 4561 w 4766"/>
              <a:gd name="T25" fmla="*/ 1755 h 3974"/>
              <a:gd name="T26" fmla="*/ 4760 w 4766"/>
              <a:gd name="T27" fmla="*/ 2228 h 3974"/>
              <a:gd name="T28" fmla="*/ 4691 w 4766"/>
              <a:gd name="T29" fmla="*/ 3073 h 3974"/>
              <a:gd name="T30" fmla="*/ 4454 w 4766"/>
              <a:gd name="T31" fmla="*/ 3155 h 3974"/>
              <a:gd name="T32" fmla="*/ 3982 w 4766"/>
              <a:gd name="T33" fmla="*/ 3243 h 3974"/>
              <a:gd name="T34" fmla="*/ 3739 w 4766"/>
              <a:gd name="T35" fmla="*/ 2761 h 3974"/>
              <a:gd name="T36" fmla="*/ 3473 w 4766"/>
              <a:gd name="T37" fmla="*/ 2301 h 3974"/>
              <a:gd name="T38" fmla="*/ 3016 w 4766"/>
              <a:gd name="T39" fmla="*/ 2028 h 3974"/>
              <a:gd name="T40" fmla="*/ 3261 w 4766"/>
              <a:gd name="T41" fmla="*/ 1603 h 3974"/>
              <a:gd name="T42" fmla="*/ 1561 w 4766"/>
              <a:gd name="T43" fmla="*/ 1521 h 3974"/>
              <a:gd name="T44" fmla="*/ 1763 w 4766"/>
              <a:gd name="T45" fmla="*/ 1968 h 3974"/>
              <a:gd name="T46" fmla="*/ 1427 w 4766"/>
              <a:gd name="T47" fmla="*/ 2240 h 3974"/>
              <a:gd name="T48" fmla="*/ 1124 w 4766"/>
              <a:gd name="T49" fmla="*/ 2674 h 3974"/>
              <a:gd name="T50" fmla="*/ 947 w 4766"/>
              <a:gd name="T51" fmla="*/ 3244 h 3974"/>
              <a:gd name="T52" fmla="*/ 192 w 4766"/>
              <a:gd name="T53" fmla="*/ 3106 h 3974"/>
              <a:gd name="T54" fmla="*/ 18 w 4766"/>
              <a:gd name="T55" fmla="*/ 2141 h 3974"/>
              <a:gd name="T56" fmla="*/ 262 w 4766"/>
              <a:gd name="T57" fmla="*/ 1693 h 3974"/>
              <a:gd name="T58" fmla="*/ 714 w 4766"/>
              <a:gd name="T59" fmla="*/ 1450 h 3974"/>
              <a:gd name="T60" fmla="*/ 2638 w 4766"/>
              <a:gd name="T61" fmla="*/ 751 h 3974"/>
              <a:gd name="T62" fmla="*/ 2981 w 4766"/>
              <a:gd name="T63" fmla="*/ 999 h 3974"/>
              <a:gd name="T64" fmla="*/ 3117 w 4766"/>
              <a:gd name="T65" fmla="*/ 1408 h 3974"/>
              <a:gd name="T66" fmla="*/ 2981 w 4766"/>
              <a:gd name="T67" fmla="*/ 1816 h 3974"/>
              <a:gd name="T68" fmla="*/ 2638 w 4766"/>
              <a:gd name="T69" fmla="*/ 2066 h 3974"/>
              <a:gd name="T70" fmla="*/ 2196 w 4766"/>
              <a:gd name="T71" fmla="*/ 2066 h 3974"/>
              <a:gd name="T72" fmla="*/ 1854 w 4766"/>
              <a:gd name="T73" fmla="*/ 1817 h 3974"/>
              <a:gd name="T74" fmla="*/ 1719 w 4766"/>
              <a:gd name="T75" fmla="*/ 1408 h 3974"/>
              <a:gd name="T76" fmla="*/ 1854 w 4766"/>
              <a:gd name="T77" fmla="*/ 999 h 3974"/>
              <a:gd name="T78" fmla="*/ 2196 w 4766"/>
              <a:gd name="T79" fmla="*/ 751 h 3974"/>
              <a:gd name="T80" fmla="*/ 3723 w 4766"/>
              <a:gd name="T81" fmla="*/ 16 h 3974"/>
              <a:gd name="T82" fmla="*/ 4092 w 4766"/>
              <a:gd name="T83" fmla="*/ 228 h 3974"/>
              <a:gd name="T84" fmla="*/ 4268 w 4766"/>
              <a:gd name="T85" fmla="*/ 617 h 3974"/>
              <a:gd name="T86" fmla="*/ 4177 w 4766"/>
              <a:gd name="T87" fmla="*/ 1042 h 3974"/>
              <a:gd name="T88" fmla="*/ 3862 w 4766"/>
              <a:gd name="T89" fmla="*/ 1324 h 3974"/>
              <a:gd name="T90" fmla="*/ 3420 w 4766"/>
              <a:gd name="T91" fmla="*/ 1367 h 3974"/>
              <a:gd name="T92" fmla="*/ 3187 w 4766"/>
              <a:gd name="T93" fmla="*/ 1018 h 3974"/>
              <a:gd name="T94" fmla="*/ 2875 w 4766"/>
              <a:gd name="T95" fmla="*/ 682 h 3974"/>
              <a:gd name="T96" fmla="*/ 3032 w 4766"/>
              <a:gd name="T97" fmla="*/ 254 h 3974"/>
              <a:gd name="T98" fmla="*/ 3414 w 4766"/>
              <a:gd name="T99" fmla="*/ 18 h 3974"/>
              <a:gd name="T100" fmla="*/ 1413 w 4766"/>
              <a:gd name="T101" fmla="*/ 35 h 3974"/>
              <a:gd name="T102" fmla="*/ 1755 w 4766"/>
              <a:gd name="T103" fmla="*/ 283 h 3974"/>
              <a:gd name="T104" fmla="*/ 1890 w 4766"/>
              <a:gd name="T105" fmla="*/ 693 h 3974"/>
              <a:gd name="T106" fmla="*/ 1675 w 4766"/>
              <a:gd name="T107" fmla="*/ 971 h 3974"/>
              <a:gd name="T108" fmla="*/ 1449 w 4766"/>
              <a:gd name="T109" fmla="*/ 1336 h 3974"/>
              <a:gd name="T110" fmla="*/ 1041 w 4766"/>
              <a:gd name="T111" fmla="*/ 1369 h 3974"/>
              <a:gd name="T112" fmla="*/ 672 w 4766"/>
              <a:gd name="T113" fmla="*/ 1157 h 3974"/>
              <a:gd name="T114" fmla="*/ 496 w 4766"/>
              <a:gd name="T115" fmla="*/ 768 h 3974"/>
              <a:gd name="T116" fmla="*/ 589 w 4766"/>
              <a:gd name="T117" fmla="*/ 343 h 3974"/>
              <a:gd name="T118" fmla="*/ 903 w 4766"/>
              <a:gd name="T119" fmla="*/ 61 h 39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4766" h="3974">
                <a:moveTo>
                  <a:pt x="2121" y="2147"/>
                </a:moveTo>
                <a:lnTo>
                  <a:pt x="2714" y="2147"/>
                </a:lnTo>
                <a:lnTo>
                  <a:pt x="2805" y="2153"/>
                </a:lnTo>
                <a:lnTo>
                  <a:pt x="2894" y="2166"/>
                </a:lnTo>
                <a:lnTo>
                  <a:pt x="2979" y="2187"/>
                </a:lnTo>
                <a:lnTo>
                  <a:pt x="3061" y="2218"/>
                </a:lnTo>
                <a:lnTo>
                  <a:pt x="3140" y="2254"/>
                </a:lnTo>
                <a:lnTo>
                  <a:pt x="3214" y="2299"/>
                </a:lnTo>
                <a:lnTo>
                  <a:pt x="3282" y="2350"/>
                </a:lnTo>
                <a:lnTo>
                  <a:pt x="3347" y="2408"/>
                </a:lnTo>
                <a:lnTo>
                  <a:pt x="3404" y="2470"/>
                </a:lnTo>
                <a:lnTo>
                  <a:pt x="3455" y="2539"/>
                </a:lnTo>
                <a:lnTo>
                  <a:pt x="3501" y="2613"/>
                </a:lnTo>
                <a:lnTo>
                  <a:pt x="3539" y="2690"/>
                </a:lnTo>
                <a:lnTo>
                  <a:pt x="3568" y="2771"/>
                </a:lnTo>
                <a:lnTo>
                  <a:pt x="3590" y="2856"/>
                </a:lnTo>
                <a:lnTo>
                  <a:pt x="3605" y="2944"/>
                </a:lnTo>
                <a:lnTo>
                  <a:pt x="3609" y="3035"/>
                </a:lnTo>
                <a:lnTo>
                  <a:pt x="3609" y="3753"/>
                </a:lnTo>
                <a:lnTo>
                  <a:pt x="3603" y="3753"/>
                </a:lnTo>
                <a:lnTo>
                  <a:pt x="3558" y="3777"/>
                </a:lnTo>
                <a:lnTo>
                  <a:pt x="3549" y="3781"/>
                </a:lnTo>
                <a:lnTo>
                  <a:pt x="3534" y="3788"/>
                </a:lnTo>
                <a:lnTo>
                  <a:pt x="3511" y="3797"/>
                </a:lnTo>
                <a:lnTo>
                  <a:pt x="3482" y="3810"/>
                </a:lnTo>
                <a:lnTo>
                  <a:pt x="3445" y="3823"/>
                </a:lnTo>
                <a:lnTo>
                  <a:pt x="3403" y="3839"/>
                </a:lnTo>
                <a:lnTo>
                  <a:pt x="3351" y="3855"/>
                </a:lnTo>
                <a:lnTo>
                  <a:pt x="3294" y="3871"/>
                </a:lnTo>
                <a:lnTo>
                  <a:pt x="3231" y="3888"/>
                </a:lnTo>
                <a:lnTo>
                  <a:pt x="3161" y="3906"/>
                </a:lnTo>
                <a:lnTo>
                  <a:pt x="3083" y="3920"/>
                </a:lnTo>
                <a:lnTo>
                  <a:pt x="3001" y="3935"/>
                </a:lnTo>
                <a:lnTo>
                  <a:pt x="2912" y="3948"/>
                </a:lnTo>
                <a:lnTo>
                  <a:pt x="2817" y="3959"/>
                </a:lnTo>
                <a:lnTo>
                  <a:pt x="2716" y="3967"/>
                </a:lnTo>
                <a:lnTo>
                  <a:pt x="2608" y="3973"/>
                </a:lnTo>
                <a:lnTo>
                  <a:pt x="2495" y="3974"/>
                </a:lnTo>
                <a:lnTo>
                  <a:pt x="2391" y="3973"/>
                </a:lnTo>
                <a:lnTo>
                  <a:pt x="2284" y="3968"/>
                </a:lnTo>
                <a:lnTo>
                  <a:pt x="2173" y="3959"/>
                </a:lnTo>
                <a:lnTo>
                  <a:pt x="2057" y="3948"/>
                </a:lnTo>
                <a:lnTo>
                  <a:pt x="1937" y="3932"/>
                </a:lnTo>
                <a:lnTo>
                  <a:pt x="1813" y="3912"/>
                </a:lnTo>
                <a:lnTo>
                  <a:pt x="1685" y="3887"/>
                </a:lnTo>
                <a:lnTo>
                  <a:pt x="1553" y="3856"/>
                </a:lnTo>
                <a:lnTo>
                  <a:pt x="1417" y="3822"/>
                </a:lnTo>
                <a:lnTo>
                  <a:pt x="1278" y="3780"/>
                </a:lnTo>
                <a:lnTo>
                  <a:pt x="1228" y="3765"/>
                </a:lnTo>
                <a:lnTo>
                  <a:pt x="1225" y="3753"/>
                </a:lnTo>
                <a:lnTo>
                  <a:pt x="1225" y="3035"/>
                </a:lnTo>
                <a:lnTo>
                  <a:pt x="1231" y="2944"/>
                </a:lnTo>
                <a:lnTo>
                  <a:pt x="1244" y="2856"/>
                </a:lnTo>
                <a:lnTo>
                  <a:pt x="1266" y="2771"/>
                </a:lnTo>
                <a:lnTo>
                  <a:pt x="1297" y="2690"/>
                </a:lnTo>
                <a:lnTo>
                  <a:pt x="1334" y="2613"/>
                </a:lnTo>
                <a:lnTo>
                  <a:pt x="1379" y="2539"/>
                </a:lnTo>
                <a:lnTo>
                  <a:pt x="1430" y="2470"/>
                </a:lnTo>
                <a:lnTo>
                  <a:pt x="1489" y="2408"/>
                </a:lnTo>
                <a:lnTo>
                  <a:pt x="1552" y="2350"/>
                </a:lnTo>
                <a:lnTo>
                  <a:pt x="1621" y="2299"/>
                </a:lnTo>
                <a:lnTo>
                  <a:pt x="1695" y="2254"/>
                </a:lnTo>
                <a:lnTo>
                  <a:pt x="1773" y="2218"/>
                </a:lnTo>
                <a:lnTo>
                  <a:pt x="1855" y="2187"/>
                </a:lnTo>
                <a:lnTo>
                  <a:pt x="1941" y="2166"/>
                </a:lnTo>
                <a:lnTo>
                  <a:pt x="2029" y="2153"/>
                </a:lnTo>
                <a:lnTo>
                  <a:pt x="2121" y="2147"/>
                </a:lnTo>
                <a:close/>
                <a:moveTo>
                  <a:pt x="3282" y="1433"/>
                </a:moveTo>
                <a:lnTo>
                  <a:pt x="3870" y="1433"/>
                </a:lnTo>
                <a:lnTo>
                  <a:pt x="3962" y="1437"/>
                </a:lnTo>
                <a:lnTo>
                  <a:pt x="4050" y="1450"/>
                </a:lnTo>
                <a:lnTo>
                  <a:pt x="4136" y="1472"/>
                </a:lnTo>
                <a:lnTo>
                  <a:pt x="4218" y="1502"/>
                </a:lnTo>
                <a:lnTo>
                  <a:pt x="4296" y="1540"/>
                </a:lnTo>
                <a:lnTo>
                  <a:pt x="4370" y="1584"/>
                </a:lnTo>
                <a:lnTo>
                  <a:pt x="4439" y="1635"/>
                </a:lnTo>
                <a:lnTo>
                  <a:pt x="4502" y="1693"/>
                </a:lnTo>
                <a:lnTo>
                  <a:pt x="4561" y="1755"/>
                </a:lnTo>
                <a:lnTo>
                  <a:pt x="4612" y="1823"/>
                </a:lnTo>
                <a:lnTo>
                  <a:pt x="4657" y="1897"/>
                </a:lnTo>
                <a:lnTo>
                  <a:pt x="4694" y="1974"/>
                </a:lnTo>
                <a:lnTo>
                  <a:pt x="4725" y="2055"/>
                </a:lnTo>
                <a:lnTo>
                  <a:pt x="4747" y="2141"/>
                </a:lnTo>
                <a:lnTo>
                  <a:pt x="4760" y="2228"/>
                </a:lnTo>
                <a:lnTo>
                  <a:pt x="4766" y="2320"/>
                </a:lnTo>
                <a:lnTo>
                  <a:pt x="4766" y="3038"/>
                </a:lnTo>
                <a:lnTo>
                  <a:pt x="4760" y="3038"/>
                </a:lnTo>
                <a:lnTo>
                  <a:pt x="4713" y="3061"/>
                </a:lnTo>
                <a:lnTo>
                  <a:pt x="4706" y="3065"/>
                </a:lnTo>
                <a:lnTo>
                  <a:pt x="4691" y="3073"/>
                </a:lnTo>
                <a:lnTo>
                  <a:pt x="4669" y="3081"/>
                </a:lnTo>
                <a:lnTo>
                  <a:pt x="4640" y="3095"/>
                </a:lnTo>
                <a:lnTo>
                  <a:pt x="4603" y="3108"/>
                </a:lnTo>
                <a:lnTo>
                  <a:pt x="4561" y="3124"/>
                </a:lnTo>
                <a:lnTo>
                  <a:pt x="4511" y="3139"/>
                </a:lnTo>
                <a:lnTo>
                  <a:pt x="4454" y="3155"/>
                </a:lnTo>
                <a:lnTo>
                  <a:pt x="4391" y="3173"/>
                </a:lnTo>
                <a:lnTo>
                  <a:pt x="4322" y="3189"/>
                </a:lnTo>
                <a:lnTo>
                  <a:pt x="4246" y="3205"/>
                </a:lnTo>
                <a:lnTo>
                  <a:pt x="4164" y="3219"/>
                </a:lnTo>
                <a:lnTo>
                  <a:pt x="4076" y="3232"/>
                </a:lnTo>
                <a:lnTo>
                  <a:pt x="3982" y="3243"/>
                </a:lnTo>
                <a:lnTo>
                  <a:pt x="3881" y="3251"/>
                </a:lnTo>
                <a:lnTo>
                  <a:pt x="3776" y="3257"/>
                </a:lnTo>
                <a:lnTo>
                  <a:pt x="3776" y="3035"/>
                </a:lnTo>
                <a:lnTo>
                  <a:pt x="3771" y="2942"/>
                </a:lnTo>
                <a:lnTo>
                  <a:pt x="3758" y="2849"/>
                </a:lnTo>
                <a:lnTo>
                  <a:pt x="3739" y="2761"/>
                </a:lnTo>
                <a:lnTo>
                  <a:pt x="3711" y="2674"/>
                </a:lnTo>
                <a:lnTo>
                  <a:pt x="3676" y="2591"/>
                </a:lnTo>
                <a:lnTo>
                  <a:pt x="3634" y="2513"/>
                </a:lnTo>
                <a:lnTo>
                  <a:pt x="3587" y="2437"/>
                </a:lnTo>
                <a:lnTo>
                  <a:pt x="3533" y="2366"/>
                </a:lnTo>
                <a:lnTo>
                  <a:pt x="3473" y="2301"/>
                </a:lnTo>
                <a:lnTo>
                  <a:pt x="3408" y="2240"/>
                </a:lnTo>
                <a:lnTo>
                  <a:pt x="3338" y="2185"/>
                </a:lnTo>
                <a:lnTo>
                  <a:pt x="3263" y="2135"/>
                </a:lnTo>
                <a:lnTo>
                  <a:pt x="3184" y="2093"/>
                </a:lnTo>
                <a:lnTo>
                  <a:pt x="3102" y="2057"/>
                </a:lnTo>
                <a:lnTo>
                  <a:pt x="3016" y="2028"/>
                </a:lnTo>
                <a:lnTo>
                  <a:pt x="3073" y="1968"/>
                </a:lnTo>
                <a:lnTo>
                  <a:pt x="3124" y="1903"/>
                </a:lnTo>
                <a:lnTo>
                  <a:pt x="3168" y="1833"/>
                </a:lnTo>
                <a:lnTo>
                  <a:pt x="3206" y="1761"/>
                </a:lnTo>
                <a:lnTo>
                  <a:pt x="3237" y="1684"/>
                </a:lnTo>
                <a:lnTo>
                  <a:pt x="3261" y="1603"/>
                </a:lnTo>
                <a:lnTo>
                  <a:pt x="3275" y="1518"/>
                </a:lnTo>
                <a:lnTo>
                  <a:pt x="3282" y="1433"/>
                </a:lnTo>
                <a:close/>
                <a:moveTo>
                  <a:pt x="895" y="1433"/>
                </a:moveTo>
                <a:lnTo>
                  <a:pt x="1488" y="1433"/>
                </a:lnTo>
                <a:lnTo>
                  <a:pt x="1553" y="1436"/>
                </a:lnTo>
                <a:lnTo>
                  <a:pt x="1561" y="1521"/>
                </a:lnTo>
                <a:lnTo>
                  <a:pt x="1575" y="1604"/>
                </a:lnTo>
                <a:lnTo>
                  <a:pt x="1599" y="1685"/>
                </a:lnTo>
                <a:lnTo>
                  <a:pt x="1630" y="1762"/>
                </a:lnTo>
                <a:lnTo>
                  <a:pt x="1668" y="1835"/>
                </a:lnTo>
                <a:lnTo>
                  <a:pt x="1712" y="1904"/>
                </a:lnTo>
                <a:lnTo>
                  <a:pt x="1763" y="1968"/>
                </a:lnTo>
                <a:lnTo>
                  <a:pt x="1818" y="2028"/>
                </a:lnTo>
                <a:lnTo>
                  <a:pt x="1733" y="2057"/>
                </a:lnTo>
                <a:lnTo>
                  <a:pt x="1650" y="2093"/>
                </a:lnTo>
                <a:lnTo>
                  <a:pt x="1571" y="2135"/>
                </a:lnTo>
                <a:lnTo>
                  <a:pt x="1498" y="2185"/>
                </a:lnTo>
                <a:lnTo>
                  <a:pt x="1427" y="2240"/>
                </a:lnTo>
                <a:lnTo>
                  <a:pt x="1362" y="2301"/>
                </a:lnTo>
                <a:lnTo>
                  <a:pt x="1303" y="2366"/>
                </a:lnTo>
                <a:lnTo>
                  <a:pt x="1249" y="2437"/>
                </a:lnTo>
                <a:lnTo>
                  <a:pt x="1201" y="2513"/>
                </a:lnTo>
                <a:lnTo>
                  <a:pt x="1160" y="2591"/>
                </a:lnTo>
                <a:lnTo>
                  <a:pt x="1124" y="2674"/>
                </a:lnTo>
                <a:lnTo>
                  <a:pt x="1097" y="2761"/>
                </a:lnTo>
                <a:lnTo>
                  <a:pt x="1076" y="2849"/>
                </a:lnTo>
                <a:lnTo>
                  <a:pt x="1064" y="2942"/>
                </a:lnTo>
                <a:lnTo>
                  <a:pt x="1060" y="3035"/>
                </a:lnTo>
                <a:lnTo>
                  <a:pt x="1060" y="3253"/>
                </a:lnTo>
                <a:lnTo>
                  <a:pt x="947" y="3244"/>
                </a:lnTo>
                <a:lnTo>
                  <a:pt x="832" y="3232"/>
                </a:lnTo>
                <a:lnTo>
                  <a:pt x="712" y="3216"/>
                </a:lnTo>
                <a:lnTo>
                  <a:pt x="587" y="3196"/>
                </a:lnTo>
                <a:lnTo>
                  <a:pt x="460" y="3171"/>
                </a:lnTo>
                <a:lnTo>
                  <a:pt x="328" y="3141"/>
                </a:lnTo>
                <a:lnTo>
                  <a:pt x="192" y="3106"/>
                </a:lnTo>
                <a:lnTo>
                  <a:pt x="51" y="3065"/>
                </a:lnTo>
                <a:lnTo>
                  <a:pt x="1" y="3050"/>
                </a:lnTo>
                <a:lnTo>
                  <a:pt x="0" y="3038"/>
                </a:lnTo>
                <a:lnTo>
                  <a:pt x="0" y="2320"/>
                </a:lnTo>
                <a:lnTo>
                  <a:pt x="4" y="2228"/>
                </a:lnTo>
                <a:lnTo>
                  <a:pt x="18" y="2141"/>
                </a:lnTo>
                <a:lnTo>
                  <a:pt x="41" y="2055"/>
                </a:lnTo>
                <a:lnTo>
                  <a:pt x="70" y="1974"/>
                </a:lnTo>
                <a:lnTo>
                  <a:pt x="108" y="1897"/>
                </a:lnTo>
                <a:lnTo>
                  <a:pt x="152" y="1823"/>
                </a:lnTo>
                <a:lnTo>
                  <a:pt x="205" y="1755"/>
                </a:lnTo>
                <a:lnTo>
                  <a:pt x="262" y="1693"/>
                </a:lnTo>
                <a:lnTo>
                  <a:pt x="326" y="1635"/>
                </a:lnTo>
                <a:lnTo>
                  <a:pt x="395" y="1584"/>
                </a:lnTo>
                <a:lnTo>
                  <a:pt x="469" y="1540"/>
                </a:lnTo>
                <a:lnTo>
                  <a:pt x="546" y="1502"/>
                </a:lnTo>
                <a:lnTo>
                  <a:pt x="630" y="1472"/>
                </a:lnTo>
                <a:lnTo>
                  <a:pt x="714" y="1450"/>
                </a:lnTo>
                <a:lnTo>
                  <a:pt x="804" y="1437"/>
                </a:lnTo>
                <a:lnTo>
                  <a:pt x="895" y="1433"/>
                </a:lnTo>
                <a:close/>
                <a:moveTo>
                  <a:pt x="2417" y="714"/>
                </a:moveTo>
                <a:lnTo>
                  <a:pt x="2493" y="719"/>
                </a:lnTo>
                <a:lnTo>
                  <a:pt x="2568" y="730"/>
                </a:lnTo>
                <a:lnTo>
                  <a:pt x="2638" y="751"/>
                </a:lnTo>
                <a:lnTo>
                  <a:pt x="2706" y="777"/>
                </a:lnTo>
                <a:lnTo>
                  <a:pt x="2770" y="810"/>
                </a:lnTo>
                <a:lnTo>
                  <a:pt x="2830" y="848"/>
                </a:lnTo>
                <a:lnTo>
                  <a:pt x="2886" y="893"/>
                </a:lnTo>
                <a:lnTo>
                  <a:pt x="2937" y="944"/>
                </a:lnTo>
                <a:lnTo>
                  <a:pt x="2981" y="999"/>
                </a:lnTo>
                <a:lnTo>
                  <a:pt x="3020" y="1058"/>
                </a:lnTo>
                <a:lnTo>
                  <a:pt x="3054" y="1121"/>
                </a:lnTo>
                <a:lnTo>
                  <a:pt x="3080" y="1189"/>
                </a:lnTo>
                <a:lnTo>
                  <a:pt x="3101" y="1259"/>
                </a:lnTo>
                <a:lnTo>
                  <a:pt x="3113" y="1333"/>
                </a:lnTo>
                <a:lnTo>
                  <a:pt x="3117" y="1408"/>
                </a:lnTo>
                <a:lnTo>
                  <a:pt x="3113" y="1484"/>
                </a:lnTo>
                <a:lnTo>
                  <a:pt x="3101" y="1556"/>
                </a:lnTo>
                <a:lnTo>
                  <a:pt x="3080" y="1626"/>
                </a:lnTo>
                <a:lnTo>
                  <a:pt x="3054" y="1694"/>
                </a:lnTo>
                <a:lnTo>
                  <a:pt x="3020" y="1758"/>
                </a:lnTo>
                <a:lnTo>
                  <a:pt x="2981" y="1816"/>
                </a:lnTo>
                <a:lnTo>
                  <a:pt x="2937" y="1871"/>
                </a:lnTo>
                <a:lnTo>
                  <a:pt x="2886" y="1922"/>
                </a:lnTo>
                <a:lnTo>
                  <a:pt x="2830" y="1967"/>
                </a:lnTo>
                <a:lnTo>
                  <a:pt x="2770" y="2006"/>
                </a:lnTo>
                <a:lnTo>
                  <a:pt x="2706" y="2038"/>
                </a:lnTo>
                <a:lnTo>
                  <a:pt x="2638" y="2066"/>
                </a:lnTo>
                <a:lnTo>
                  <a:pt x="2568" y="2084"/>
                </a:lnTo>
                <a:lnTo>
                  <a:pt x="2493" y="2096"/>
                </a:lnTo>
                <a:lnTo>
                  <a:pt x="2417" y="2100"/>
                </a:lnTo>
                <a:lnTo>
                  <a:pt x="2341" y="2096"/>
                </a:lnTo>
                <a:lnTo>
                  <a:pt x="2268" y="2084"/>
                </a:lnTo>
                <a:lnTo>
                  <a:pt x="2196" y="2066"/>
                </a:lnTo>
                <a:lnTo>
                  <a:pt x="2129" y="2038"/>
                </a:lnTo>
                <a:lnTo>
                  <a:pt x="2064" y="2006"/>
                </a:lnTo>
                <a:lnTo>
                  <a:pt x="2004" y="1967"/>
                </a:lnTo>
                <a:lnTo>
                  <a:pt x="1949" y="1922"/>
                </a:lnTo>
                <a:lnTo>
                  <a:pt x="1899" y="1871"/>
                </a:lnTo>
                <a:lnTo>
                  <a:pt x="1854" y="1817"/>
                </a:lnTo>
                <a:lnTo>
                  <a:pt x="1814" y="1758"/>
                </a:lnTo>
                <a:lnTo>
                  <a:pt x="1780" y="1694"/>
                </a:lnTo>
                <a:lnTo>
                  <a:pt x="1754" y="1627"/>
                </a:lnTo>
                <a:lnTo>
                  <a:pt x="1735" y="1556"/>
                </a:lnTo>
                <a:lnTo>
                  <a:pt x="1723" y="1484"/>
                </a:lnTo>
                <a:lnTo>
                  <a:pt x="1719" y="1408"/>
                </a:lnTo>
                <a:lnTo>
                  <a:pt x="1723" y="1333"/>
                </a:lnTo>
                <a:lnTo>
                  <a:pt x="1735" y="1259"/>
                </a:lnTo>
                <a:lnTo>
                  <a:pt x="1754" y="1189"/>
                </a:lnTo>
                <a:lnTo>
                  <a:pt x="1780" y="1122"/>
                </a:lnTo>
                <a:lnTo>
                  <a:pt x="1814" y="1058"/>
                </a:lnTo>
                <a:lnTo>
                  <a:pt x="1854" y="999"/>
                </a:lnTo>
                <a:lnTo>
                  <a:pt x="1899" y="944"/>
                </a:lnTo>
                <a:lnTo>
                  <a:pt x="1949" y="893"/>
                </a:lnTo>
                <a:lnTo>
                  <a:pt x="2004" y="848"/>
                </a:lnTo>
                <a:lnTo>
                  <a:pt x="2064" y="810"/>
                </a:lnTo>
                <a:lnTo>
                  <a:pt x="2129" y="777"/>
                </a:lnTo>
                <a:lnTo>
                  <a:pt x="2196" y="751"/>
                </a:lnTo>
                <a:lnTo>
                  <a:pt x="2268" y="730"/>
                </a:lnTo>
                <a:lnTo>
                  <a:pt x="2341" y="719"/>
                </a:lnTo>
                <a:lnTo>
                  <a:pt x="2417" y="714"/>
                </a:lnTo>
                <a:close/>
                <a:moveTo>
                  <a:pt x="3574" y="0"/>
                </a:moveTo>
                <a:lnTo>
                  <a:pt x="3650" y="3"/>
                </a:lnTo>
                <a:lnTo>
                  <a:pt x="3723" y="16"/>
                </a:lnTo>
                <a:lnTo>
                  <a:pt x="3795" y="35"/>
                </a:lnTo>
                <a:lnTo>
                  <a:pt x="3862" y="61"/>
                </a:lnTo>
                <a:lnTo>
                  <a:pt x="3927" y="95"/>
                </a:lnTo>
                <a:lnTo>
                  <a:pt x="3987" y="134"/>
                </a:lnTo>
                <a:lnTo>
                  <a:pt x="4042" y="179"/>
                </a:lnTo>
                <a:lnTo>
                  <a:pt x="4092" y="228"/>
                </a:lnTo>
                <a:lnTo>
                  <a:pt x="4137" y="283"/>
                </a:lnTo>
                <a:lnTo>
                  <a:pt x="4177" y="343"/>
                </a:lnTo>
                <a:lnTo>
                  <a:pt x="4211" y="407"/>
                </a:lnTo>
                <a:lnTo>
                  <a:pt x="4237" y="473"/>
                </a:lnTo>
                <a:lnTo>
                  <a:pt x="4256" y="543"/>
                </a:lnTo>
                <a:lnTo>
                  <a:pt x="4268" y="617"/>
                </a:lnTo>
                <a:lnTo>
                  <a:pt x="4272" y="693"/>
                </a:lnTo>
                <a:lnTo>
                  <a:pt x="4268" y="768"/>
                </a:lnTo>
                <a:lnTo>
                  <a:pt x="4256" y="841"/>
                </a:lnTo>
                <a:lnTo>
                  <a:pt x="4237" y="912"/>
                </a:lnTo>
                <a:lnTo>
                  <a:pt x="4211" y="979"/>
                </a:lnTo>
                <a:lnTo>
                  <a:pt x="4177" y="1042"/>
                </a:lnTo>
                <a:lnTo>
                  <a:pt x="4137" y="1102"/>
                </a:lnTo>
                <a:lnTo>
                  <a:pt x="4092" y="1157"/>
                </a:lnTo>
                <a:lnTo>
                  <a:pt x="4042" y="1206"/>
                </a:lnTo>
                <a:lnTo>
                  <a:pt x="3987" y="1251"/>
                </a:lnTo>
                <a:lnTo>
                  <a:pt x="3927" y="1291"/>
                </a:lnTo>
                <a:lnTo>
                  <a:pt x="3862" y="1324"/>
                </a:lnTo>
                <a:lnTo>
                  <a:pt x="3795" y="1350"/>
                </a:lnTo>
                <a:lnTo>
                  <a:pt x="3723" y="1369"/>
                </a:lnTo>
                <a:lnTo>
                  <a:pt x="3650" y="1381"/>
                </a:lnTo>
                <a:lnTo>
                  <a:pt x="3574" y="1385"/>
                </a:lnTo>
                <a:lnTo>
                  <a:pt x="3496" y="1381"/>
                </a:lnTo>
                <a:lnTo>
                  <a:pt x="3420" y="1367"/>
                </a:lnTo>
                <a:lnTo>
                  <a:pt x="3347" y="1347"/>
                </a:lnTo>
                <a:lnTo>
                  <a:pt x="3278" y="1320"/>
                </a:lnTo>
                <a:lnTo>
                  <a:pt x="3266" y="1240"/>
                </a:lnTo>
                <a:lnTo>
                  <a:pt x="3247" y="1163"/>
                </a:lnTo>
                <a:lnTo>
                  <a:pt x="3221" y="1089"/>
                </a:lnTo>
                <a:lnTo>
                  <a:pt x="3187" y="1018"/>
                </a:lnTo>
                <a:lnTo>
                  <a:pt x="3149" y="951"/>
                </a:lnTo>
                <a:lnTo>
                  <a:pt x="3104" y="889"/>
                </a:lnTo>
                <a:lnTo>
                  <a:pt x="3054" y="829"/>
                </a:lnTo>
                <a:lnTo>
                  <a:pt x="3000" y="775"/>
                </a:lnTo>
                <a:lnTo>
                  <a:pt x="2940" y="726"/>
                </a:lnTo>
                <a:lnTo>
                  <a:pt x="2875" y="682"/>
                </a:lnTo>
                <a:lnTo>
                  <a:pt x="2881" y="603"/>
                </a:lnTo>
                <a:lnTo>
                  <a:pt x="2896" y="526"/>
                </a:lnTo>
                <a:lnTo>
                  <a:pt x="2919" y="452"/>
                </a:lnTo>
                <a:lnTo>
                  <a:pt x="2950" y="382"/>
                </a:lnTo>
                <a:lnTo>
                  <a:pt x="2988" y="315"/>
                </a:lnTo>
                <a:lnTo>
                  <a:pt x="3032" y="254"/>
                </a:lnTo>
                <a:lnTo>
                  <a:pt x="3083" y="199"/>
                </a:lnTo>
                <a:lnTo>
                  <a:pt x="3140" y="150"/>
                </a:lnTo>
                <a:lnTo>
                  <a:pt x="3202" y="106"/>
                </a:lnTo>
                <a:lnTo>
                  <a:pt x="3269" y="69"/>
                </a:lnTo>
                <a:lnTo>
                  <a:pt x="3340" y="40"/>
                </a:lnTo>
                <a:lnTo>
                  <a:pt x="3414" y="18"/>
                </a:lnTo>
                <a:lnTo>
                  <a:pt x="3493" y="5"/>
                </a:lnTo>
                <a:lnTo>
                  <a:pt x="3574" y="0"/>
                </a:lnTo>
                <a:close/>
                <a:moveTo>
                  <a:pt x="1192" y="0"/>
                </a:moveTo>
                <a:lnTo>
                  <a:pt x="1268" y="3"/>
                </a:lnTo>
                <a:lnTo>
                  <a:pt x="1341" y="16"/>
                </a:lnTo>
                <a:lnTo>
                  <a:pt x="1413" y="35"/>
                </a:lnTo>
                <a:lnTo>
                  <a:pt x="1480" y="61"/>
                </a:lnTo>
                <a:lnTo>
                  <a:pt x="1545" y="95"/>
                </a:lnTo>
                <a:lnTo>
                  <a:pt x="1605" y="134"/>
                </a:lnTo>
                <a:lnTo>
                  <a:pt x="1660" y="179"/>
                </a:lnTo>
                <a:lnTo>
                  <a:pt x="1710" y="228"/>
                </a:lnTo>
                <a:lnTo>
                  <a:pt x="1755" y="283"/>
                </a:lnTo>
                <a:lnTo>
                  <a:pt x="1795" y="343"/>
                </a:lnTo>
                <a:lnTo>
                  <a:pt x="1829" y="407"/>
                </a:lnTo>
                <a:lnTo>
                  <a:pt x="1855" y="473"/>
                </a:lnTo>
                <a:lnTo>
                  <a:pt x="1874" y="545"/>
                </a:lnTo>
                <a:lnTo>
                  <a:pt x="1886" y="617"/>
                </a:lnTo>
                <a:lnTo>
                  <a:pt x="1890" y="693"/>
                </a:lnTo>
                <a:lnTo>
                  <a:pt x="1890" y="711"/>
                </a:lnTo>
                <a:lnTo>
                  <a:pt x="1889" y="732"/>
                </a:lnTo>
                <a:lnTo>
                  <a:pt x="1827" y="784"/>
                </a:lnTo>
                <a:lnTo>
                  <a:pt x="1770" y="841"/>
                </a:lnTo>
                <a:lnTo>
                  <a:pt x="1719" y="905"/>
                </a:lnTo>
                <a:lnTo>
                  <a:pt x="1675" y="971"/>
                </a:lnTo>
                <a:lnTo>
                  <a:pt x="1635" y="1042"/>
                </a:lnTo>
                <a:lnTo>
                  <a:pt x="1605" y="1118"/>
                </a:lnTo>
                <a:lnTo>
                  <a:pt x="1580" y="1196"/>
                </a:lnTo>
                <a:lnTo>
                  <a:pt x="1564" y="1277"/>
                </a:lnTo>
                <a:lnTo>
                  <a:pt x="1508" y="1309"/>
                </a:lnTo>
                <a:lnTo>
                  <a:pt x="1449" y="1336"/>
                </a:lnTo>
                <a:lnTo>
                  <a:pt x="1388" y="1357"/>
                </a:lnTo>
                <a:lnTo>
                  <a:pt x="1325" y="1372"/>
                </a:lnTo>
                <a:lnTo>
                  <a:pt x="1259" y="1382"/>
                </a:lnTo>
                <a:lnTo>
                  <a:pt x="1192" y="1385"/>
                </a:lnTo>
                <a:lnTo>
                  <a:pt x="1116" y="1381"/>
                </a:lnTo>
                <a:lnTo>
                  <a:pt x="1041" y="1369"/>
                </a:lnTo>
                <a:lnTo>
                  <a:pt x="971" y="1350"/>
                </a:lnTo>
                <a:lnTo>
                  <a:pt x="903" y="1324"/>
                </a:lnTo>
                <a:lnTo>
                  <a:pt x="839" y="1291"/>
                </a:lnTo>
                <a:lnTo>
                  <a:pt x="779" y="1251"/>
                </a:lnTo>
                <a:lnTo>
                  <a:pt x="723" y="1206"/>
                </a:lnTo>
                <a:lnTo>
                  <a:pt x="672" y="1157"/>
                </a:lnTo>
                <a:lnTo>
                  <a:pt x="627" y="1102"/>
                </a:lnTo>
                <a:lnTo>
                  <a:pt x="589" y="1042"/>
                </a:lnTo>
                <a:lnTo>
                  <a:pt x="555" y="979"/>
                </a:lnTo>
                <a:lnTo>
                  <a:pt x="529" y="912"/>
                </a:lnTo>
                <a:lnTo>
                  <a:pt x="508" y="841"/>
                </a:lnTo>
                <a:lnTo>
                  <a:pt x="496" y="768"/>
                </a:lnTo>
                <a:lnTo>
                  <a:pt x="492" y="693"/>
                </a:lnTo>
                <a:lnTo>
                  <a:pt x="496" y="617"/>
                </a:lnTo>
                <a:lnTo>
                  <a:pt x="508" y="545"/>
                </a:lnTo>
                <a:lnTo>
                  <a:pt x="529" y="473"/>
                </a:lnTo>
                <a:lnTo>
                  <a:pt x="555" y="407"/>
                </a:lnTo>
                <a:lnTo>
                  <a:pt x="589" y="343"/>
                </a:lnTo>
                <a:lnTo>
                  <a:pt x="627" y="283"/>
                </a:lnTo>
                <a:lnTo>
                  <a:pt x="672" y="228"/>
                </a:lnTo>
                <a:lnTo>
                  <a:pt x="723" y="179"/>
                </a:lnTo>
                <a:lnTo>
                  <a:pt x="779" y="134"/>
                </a:lnTo>
                <a:lnTo>
                  <a:pt x="839" y="95"/>
                </a:lnTo>
                <a:lnTo>
                  <a:pt x="903" y="61"/>
                </a:lnTo>
                <a:lnTo>
                  <a:pt x="971" y="35"/>
                </a:lnTo>
                <a:lnTo>
                  <a:pt x="1041" y="16"/>
                </a:lnTo>
                <a:lnTo>
                  <a:pt x="1116" y="3"/>
                </a:lnTo>
                <a:lnTo>
                  <a:pt x="1192" y="0"/>
                </a:lnTo>
                <a:close/>
              </a:path>
            </a:pathLst>
          </a:custGeom>
          <a:solidFill>
            <a:schemeClr val="accent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050">
              <a:latin typeface="Andes" panose="02000000000000000000" pitchFamily="50" charset="0"/>
            </a:endParaRPr>
          </a:p>
        </p:txBody>
      </p:sp>
      <p:sp>
        <p:nvSpPr>
          <p:cNvPr id="24" name="Freeform 37">
            <a:extLst>
              <a:ext uri="{FF2B5EF4-FFF2-40B4-BE49-F238E27FC236}">
                <a16:creationId xmlns:a16="http://schemas.microsoft.com/office/drawing/2014/main" id="{6E380CB6-3422-469E-8DD3-0A67552548AF}"/>
              </a:ext>
            </a:extLst>
          </p:cNvPr>
          <p:cNvSpPr>
            <a:spLocks noEditPoints="1"/>
          </p:cNvSpPr>
          <p:nvPr/>
        </p:nvSpPr>
        <p:spPr bwMode="auto">
          <a:xfrm>
            <a:off x="5676233" y="4170032"/>
            <a:ext cx="388688" cy="404654"/>
          </a:xfrm>
          <a:custGeom>
            <a:avLst/>
            <a:gdLst>
              <a:gd name="T0" fmla="*/ 2128 w 3456"/>
              <a:gd name="T1" fmla="*/ 3100 h 3598"/>
              <a:gd name="T2" fmla="*/ 2098 w 3456"/>
              <a:gd name="T3" fmla="*/ 3359 h 3598"/>
              <a:gd name="T4" fmla="*/ 1947 w 3456"/>
              <a:gd name="T5" fmla="*/ 3556 h 3598"/>
              <a:gd name="T6" fmla="*/ 1548 w 3456"/>
              <a:gd name="T7" fmla="*/ 3586 h 3598"/>
              <a:gd name="T8" fmla="*/ 1402 w 3456"/>
              <a:gd name="T9" fmla="*/ 3395 h 3598"/>
              <a:gd name="T10" fmla="*/ 1317 w 3456"/>
              <a:gd name="T11" fmla="*/ 3143 h 3598"/>
              <a:gd name="T12" fmla="*/ 1418 w 3456"/>
              <a:gd name="T13" fmla="*/ 3042 h 3598"/>
              <a:gd name="T14" fmla="*/ 2964 w 3456"/>
              <a:gd name="T15" fmla="*/ 2824 h 3598"/>
              <a:gd name="T16" fmla="*/ 2934 w 3456"/>
              <a:gd name="T17" fmla="*/ 2961 h 3598"/>
              <a:gd name="T18" fmla="*/ 2808 w 3456"/>
              <a:gd name="T19" fmla="*/ 2948 h 3598"/>
              <a:gd name="T20" fmla="*/ 2545 w 3456"/>
              <a:gd name="T21" fmla="*/ 2577 h 3598"/>
              <a:gd name="T22" fmla="*/ 857 w 3456"/>
              <a:gd name="T23" fmla="*/ 2534 h 3598"/>
              <a:gd name="T24" fmla="*/ 919 w 3456"/>
              <a:gd name="T25" fmla="*/ 2661 h 3598"/>
              <a:gd name="T26" fmla="*/ 576 w 3456"/>
              <a:gd name="T27" fmla="*/ 2977 h 3598"/>
              <a:gd name="T28" fmla="*/ 477 w 3456"/>
              <a:gd name="T29" fmla="*/ 2888 h 3598"/>
              <a:gd name="T30" fmla="*/ 793 w 3456"/>
              <a:gd name="T31" fmla="*/ 2534 h 3598"/>
              <a:gd name="T32" fmla="*/ 3434 w 3456"/>
              <a:gd name="T33" fmla="*/ 1664 h 3598"/>
              <a:gd name="T34" fmla="*/ 3418 w 3456"/>
              <a:gd name="T35" fmla="*/ 1805 h 3598"/>
              <a:gd name="T36" fmla="*/ 2943 w 3456"/>
              <a:gd name="T37" fmla="*/ 1804 h 3598"/>
              <a:gd name="T38" fmla="*/ 2928 w 3456"/>
              <a:gd name="T39" fmla="*/ 1664 h 3598"/>
              <a:gd name="T40" fmla="*/ 473 w 3456"/>
              <a:gd name="T41" fmla="*/ 1629 h 3598"/>
              <a:gd name="T42" fmla="*/ 547 w 3456"/>
              <a:gd name="T43" fmla="*/ 1749 h 3598"/>
              <a:gd name="T44" fmla="*/ 100 w 3456"/>
              <a:gd name="T45" fmla="*/ 1827 h 3598"/>
              <a:gd name="T46" fmla="*/ 0 w 3456"/>
              <a:gd name="T47" fmla="*/ 1726 h 3598"/>
              <a:gd name="T48" fmla="*/ 100 w 3456"/>
              <a:gd name="T49" fmla="*/ 1626 h 3598"/>
              <a:gd name="T50" fmla="*/ 1371 w 3456"/>
              <a:gd name="T51" fmla="*/ 1200 h 3598"/>
              <a:gd name="T52" fmla="*/ 1117 w 3456"/>
              <a:gd name="T53" fmla="*/ 1540 h 3598"/>
              <a:gd name="T54" fmla="*/ 1125 w 3456"/>
              <a:gd name="T55" fmla="*/ 1808 h 3598"/>
              <a:gd name="T56" fmla="*/ 1266 w 3456"/>
              <a:gd name="T57" fmla="*/ 1793 h 3598"/>
              <a:gd name="T58" fmla="*/ 1339 w 3456"/>
              <a:gd name="T59" fmla="*/ 1524 h 3598"/>
              <a:gd name="T60" fmla="*/ 1619 w 3456"/>
              <a:gd name="T61" fmla="*/ 1304 h 3598"/>
              <a:gd name="T62" fmla="*/ 1817 w 3456"/>
              <a:gd name="T63" fmla="*/ 1235 h 3598"/>
              <a:gd name="T64" fmla="*/ 1773 w 3456"/>
              <a:gd name="T65" fmla="*/ 1100 h 3598"/>
              <a:gd name="T66" fmla="*/ 2018 w 3456"/>
              <a:gd name="T67" fmla="*/ 889 h 3598"/>
              <a:gd name="T68" fmla="*/ 2425 w 3456"/>
              <a:gd name="T69" fmla="*/ 1179 h 3598"/>
              <a:gd name="T70" fmla="*/ 2612 w 3456"/>
              <a:gd name="T71" fmla="*/ 1650 h 3598"/>
              <a:gd name="T72" fmla="*/ 2499 w 3456"/>
              <a:gd name="T73" fmla="*/ 2166 h 3598"/>
              <a:gd name="T74" fmla="*/ 2222 w 3456"/>
              <a:gd name="T75" fmla="*/ 2546 h 3598"/>
              <a:gd name="T76" fmla="*/ 2109 w 3456"/>
              <a:gd name="T77" fmla="*/ 2862 h 3598"/>
              <a:gd name="T78" fmla="*/ 1394 w 3456"/>
              <a:gd name="T79" fmla="*/ 2895 h 3598"/>
              <a:gd name="T80" fmla="*/ 1279 w 3456"/>
              <a:gd name="T81" fmla="*/ 2662 h 3598"/>
              <a:gd name="T82" fmla="*/ 1040 w 3456"/>
              <a:gd name="T83" fmla="*/ 2287 h 3598"/>
              <a:gd name="T84" fmla="*/ 845 w 3456"/>
              <a:gd name="T85" fmla="*/ 1814 h 3598"/>
              <a:gd name="T86" fmla="*/ 946 w 3456"/>
              <a:gd name="T87" fmla="*/ 1307 h 3598"/>
              <a:gd name="T88" fmla="*/ 1294 w 3456"/>
              <a:gd name="T89" fmla="*/ 953 h 3598"/>
              <a:gd name="T90" fmla="*/ 2868 w 3456"/>
              <a:gd name="T91" fmla="*/ 477 h 3598"/>
              <a:gd name="T92" fmla="*/ 2979 w 3456"/>
              <a:gd name="T93" fmla="*/ 566 h 3598"/>
              <a:gd name="T94" fmla="*/ 2669 w 3456"/>
              <a:gd name="T95" fmla="*/ 917 h 3598"/>
              <a:gd name="T96" fmla="*/ 2545 w 3456"/>
              <a:gd name="T97" fmla="*/ 877 h 3598"/>
              <a:gd name="T98" fmla="*/ 2808 w 3456"/>
              <a:gd name="T99" fmla="*/ 505 h 3598"/>
              <a:gd name="T100" fmla="*/ 628 w 3456"/>
              <a:gd name="T101" fmla="*/ 490 h 3598"/>
              <a:gd name="T102" fmla="*/ 919 w 3456"/>
              <a:gd name="T103" fmla="*/ 855 h 3598"/>
              <a:gd name="T104" fmla="*/ 806 w 3456"/>
              <a:gd name="T105" fmla="*/ 921 h 3598"/>
              <a:gd name="T106" fmla="*/ 476 w 3456"/>
              <a:gd name="T107" fmla="*/ 586 h 3598"/>
              <a:gd name="T108" fmla="*/ 565 w 3456"/>
              <a:gd name="T109" fmla="*/ 476 h 3598"/>
              <a:gd name="T110" fmla="*/ 1825 w 3456"/>
              <a:gd name="T111" fmla="*/ 77 h 3598"/>
              <a:gd name="T112" fmla="*/ 1771 w 3456"/>
              <a:gd name="T113" fmla="*/ 539 h 3598"/>
              <a:gd name="T114" fmla="*/ 1638 w 3456"/>
              <a:gd name="T115" fmla="*/ 494 h 3598"/>
              <a:gd name="T116" fmla="*/ 1665 w 3456"/>
              <a:gd name="T117" fmla="*/ 22 h 3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456" h="3598">
                <a:moveTo>
                  <a:pt x="1418" y="3042"/>
                </a:moveTo>
                <a:lnTo>
                  <a:pt x="2037" y="3042"/>
                </a:lnTo>
                <a:lnTo>
                  <a:pt x="2060" y="3045"/>
                </a:lnTo>
                <a:lnTo>
                  <a:pt x="2081" y="3053"/>
                </a:lnTo>
                <a:lnTo>
                  <a:pt x="2101" y="3065"/>
                </a:lnTo>
                <a:lnTo>
                  <a:pt x="2116" y="3080"/>
                </a:lnTo>
                <a:lnTo>
                  <a:pt x="2128" y="3100"/>
                </a:lnTo>
                <a:lnTo>
                  <a:pt x="2136" y="3120"/>
                </a:lnTo>
                <a:lnTo>
                  <a:pt x="2138" y="3144"/>
                </a:lnTo>
                <a:lnTo>
                  <a:pt x="2138" y="3249"/>
                </a:lnTo>
                <a:lnTo>
                  <a:pt x="2136" y="3280"/>
                </a:lnTo>
                <a:lnTo>
                  <a:pt x="2127" y="3308"/>
                </a:lnTo>
                <a:lnTo>
                  <a:pt x="2115" y="3335"/>
                </a:lnTo>
                <a:lnTo>
                  <a:pt x="2098" y="3359"/>
                </a:lnTo>
                <a:lnTo>
                  <a:pt x="2077" y="3378"/>
                </a:lnTo>
                <a:lnTo>
                  <a:pt x="2053" y="3395"/>
                </a:lnTo>
                <a:lnTo>
                  <a:pt x="2027" y="3407"/>
                </a:lnTo>
                <a:lnTo>
                  <a:pt x="1997" y="3415"/>
                </a:lnTo>
                <a:lnTo>
                  <a:pt x="1971" y="3510"/>
                </a:lnTo>
                <a:lnTo>
                  <a:pt x="1962" y="3534"/>
                </a:lnTo>
                <a:lnTo>
                  <a:pt x="1947" y="3556"/>
                </a:lnTo>
                <a:lnTo>
                  <a:pt x="1929" y="3573"/>
                </a:lnTo>
                <a:lnTo>
                  <a:pt x="1907" y="3586"/>
                </a:lnTo>
                <a:lnTo>
                  <a:pt x="1882" y="3595"/>
                </a:lnTo>
                <a:lnTo>
                  <a:pt x="1856" y="3598"/>
                </a:lnTo>
                <a:lnTo>
                  <a:pt x="1600" y="3598"/>
                </a:lnTo>
                <a:lnTo>
                  <a:pt x="1572" y="3595"/>
                </a:lnTo>
                <a:lnTo>
                  <a:pt x="1548" y="3586"/>
                </a:lnTo>
                <a:lnTo>
                  <a:pt x="1526" y="3573"/>
                </a:lnTo>
                <a:lnTo>
                  <a:pt x="1509" y="3556"/>
                </a:lnTo>
                <a:lnTo>
                  <a:pt x="1493" y="3534"/>
                </a:lnTo>
                <a:lnTo>
                  <a:pt x="1485" y="3510"/>
                </a:lnTo>
                <a:lnTo>
                  <a:pt x="1459" y="3415"/>
                </a:lnTo>
                <a:lnTo>
                  <a:pt x="1430" y="3407"/>
                </a:lnTo>
                <a:lnTo>
                  <a:pt x="1402" y="3395"/>
                </a:lnTo>
                <a:lnTo>
                  <a:pt x="1378" y="3378"/>
                </a:lnTo>
                <a:lnTo>
                  <a:pt x="1358" y="3358"/>
                </a:lnTo>
                <a:lnTo>
                  <a:pt x="1340" y="3335"/>
                </a:lnTo>
                <a:lnTo>
                  <a:pt x="1328" y="3308"/>
                </a:lnTo>
                <a:lnTo>
                  <a:pt x="1319" y="3279"/>
                </a:lnTo>
                <a:lnTo>
                  <a:pt x="1317" y="3248"/>
                </a:lnTo>
                <a:lnTo>
                  <a:pt x="1317" y="3143"/>
                </a:lnTo>
                <a:lnTo>
                  <a:pt x="1319" y="3120"/>
                </a:lnTo>
                <a:lnTo>
                  <a:pt x="1327" y="3098"/>
                </a:lnTo>
                <a:lnTo>
                  <a:pt x="1339" y="3080"/>
                </a:lnTo>
                <a:lnTo>
                  <a:pt x="1354" y="3063"/>
                </a:lnTo>
                <a:lnTo>
                  <a:pt x="1373" y="3053"/>
                </a:lnTo>
                <a:lnTo>
                  <a:pt x="1395" y="3045"/>
                </a:lnTo>
                <a:lnTo>
                  <a:pt x="1418" y="3042"/>
                </a:lnTo>
                <a:close/>
                <a:moveTo>
                  <a:pt x="2620" y="2530"/>
                </a:moveTo>
                <a:lnTo>
                  <a:pt x="2642" y="2530"/>
                </a:lnTo>
                <a:lnTo>
                  <a:pt x="2664" y="2534"/>
                </a:lnTo>
                <a:lnTo>
                  <a:pt x="2683" y="2544"/>
                </a:lnTo>
                <a:lnTo>
                  <a:pt x="2702" y="2558"/>
                </a:lnTo>
                <a:lnTo>
                  <a:pt x="2949" y="2806"/>
                </a:lnTo>
                <a:lnTo>
                  <a:pt x="2964" y="2824"/>
                </a:lnTo>
                <a:lnTo>
                  <a:pt x="2974" y="2845"/>
                </a:lnTo>
                <a:lnTo>
                  <a:pt x="2978" y="2867"/>
                </a:lnTo>
                <a:lnTo>
                  <a:pt x="2978" y="2888"/>
                </a:lnTo>
                <a:lnTo>
                  <a:pt x="2974" y="2909"/>
                </a:lnTo>
                <a:lnTo>
                  <a:pt x="2964" y="2930"/>
                </a:lnTo>
                <a:lnTo>
                  <a:pt x="2949" y="2948"/>
                </a:lnTo>
                <a:lnTo>
                  <a:pt x="2934" y="2961"/>
                </a:lnTo>
                <a:lnTo>
                  <a:pt x="2917" y="2969"/>
                </a:lnTo>
                <a:lnTo>
                  <a:pt x="2898" y="2975"/>
                </a:lnTo>
                <a:lnTo>
                  <a:pt x="2879" y="2977"/>
                </a:lnTo>
                <a:lnTo>
                  <a:pt x="2860" y="2975"/>
                </a:lnTo>
                <a:lnTo>
                  <a:pt x="2841" y="2969"/>
                </a:lnTo>
                <a:lnTo>
                  <a:pt x="2824" y="2961"/>
                </a:lnTo>
                <a:lnTo>
                  <a:pt x="2808" y="2948"/>
                </a:lnTo>
                <a:lnTo>
                  <a:pt x="2560" y="2699"/>
                </a:lnTo>
                <a:lnTo>
                  <a:pt x="2545" y="2682"/>
                </a:lnTo>
                <a:lnTo>
                  <a:pt x="2536" y="2661"/>
                </a:lnTo>
                <a:lnTo>
                  <a:pt x="2531" y="2640"/>
                </a:lnTo>
                <a:lnTo>
                  <a:pt x="2531" y="2618"/>
                </a:lnTo>
                <a:lnTo>
                  <a:pt x="2536" y="2596"/>
                </a:lnTo>
                <a:lnTo>
                  <a:pt x="2545" y="2577"/>
                </a:lnTo>
                <a:lnTo>
                  <a:pt x="2560" y="2558"/>
                </a:lnTo>
                <a:lnTo>
                  <a:pt x="2578" y="2544"/>
                </a:lnTo>
                <a:lnTo>
                  <a:pt x="2599" y="2534"/>
                </a:lnTo>
                <a:lnTo>
                  <a:pt x="2620" y="2530"/>
                </a:lnTo>
                <a:close/>
                <a:moveTo>
                  <a:pt x="813" y="2530"/>
                </a:moveTo>
                <a:lnTo>
                  <a:pt x="835" y="2530"/>
                </a:lnTo>
                <a:lnTo>
                  <a:pt x="857" y="2534"/>
                </a:lnTo>
                <a:lnTo>
                  <a:pt x="877" y="2544"/>
                </a:lnTo>
                <a:lnTo>
                  <a:pt x="894" y="2558"/>
                </a:lnTo>
                <a:lnTo>
                  <a:pt x="910" y="2577"/>
                </a:lnTo>
                <a:lnTo>
                  <a:pt x="919" y="2596"/>
                </a:lnTo>
                <a:lnTo>
                  <a:pt x="924" y="2618"/>
                </a:lnTo>
                <a:lnTo>
                  <a:pt x="924" y="2640"/>
                </a:lnTo>
                <a:lnTo>
                  <a:pt x="919" y="2661"/>
                </a:lnTo>
                <a:lnTo>
                  <a:pt x="910" y="2682"/>
                </a:lnTo>
                <a:lnTo>
                  <a:pt x="894" y="2699"/>
                </a:lnTo>
                <a:lnTo>
                  <a:pt x="647" y="2948"/>
                </a:lnTo>
                <a:lnTo>
                  <a:pt x="631" y="2961"/>
                </a:lnTo>
                <a:lnTo>
                  <a:pt x="614" y="2969"/>
                </a:lnTo>
                <a:lnTo>
                  <a:pt x="596" y="2975"/>
                </a:lnTo>
                <a:lnTo>
                  <a:pt x="576" y="2977"/>
                </a:lnTo>
                <a:lnTo>
                  <a:pt x="557" y="2975"/>
                </a:lnTo>
                <a:lnTo>
                  <a:pt x="539" y="2969"/>
                </a:lnTo>
                <a:lnTo>
                  <a:pt x="521" y="2961"/>
                </a:lnTo>
                <a:lnTo>
                  <a:pt x="506" y="2948"/>
                </a:lnTo>
                <a:lnTo>
                  <a:pt x="492" y="2930"/>
                </a:lnTo>
                <a:lnTo>
                  <a:pt x="482" y="2909"/>
                </a:lnTo>
                <a:lnTo>
                  <a:pt x="477" y="2888"/>
                </a:lnTo>
                <a:lnTo>
                  <a:pt x="477" y="2867"/>
                </a:lnTo>
                <a:lnTo>
                  <a:pt x="482" y="2845"/>
                </a:lnTo>
                <a:lnTo>
                  <a:pt x="492" y="2824"/>
                </a:lnTo>
                <a:lnTo>
                  <a:pt x="506" y="2806"/>
                </a:lnTo>
                <a:lnTo>
                  <a:pt x="754" y="2558"/>
                </a:lnTo>
                <a:lnTo>
                  <a:pt x="772" y="2544"/>
                </a:lnTo>
                <a:lnTo>
                  <a:pt x="793" y="2534"/>
                </a:lnTo>
                <a:lnTo>
                  <a:pt x="813" y="2530"/>
                </a:lnTo>
                <a:close/>
                <a:moveTo>
                  <a:pt x="3005" y="1626"/>
                </a:moveTo>
                <a:lnTo>
                  <a:pt x="3356" y="1626"/>
                </a:lnTo>
                <a:lnTo>
                  <a:pt x="3380" y="1629"/>
                </a:lnTo>
                <a:lnTo>
                  <a:pt x="3401" y="1636"/>
                </a:lnTo>
                <a:lnTo>
                  <a:pt x="3419" y="1648"/>
                </a:lnTo>
                <a:lnTo>
                  <a:pt x="3434" y="1664"/>
                </a:lnTo>
                <a:lnTo>
                  <a:pt x="3446" y="1682"/>
                </a:lnTo>
                <a:lnTo>
                  <a:pt x="3453" y="1703"/>
                </a:lnTo>
                <a:lnTo>
                  <a:pt x="3456" y="1726"/>
                </a:lnTo>
                <a:lnTo>
                  <a:pt x="3453" y="1749"/>
                </a:lnTo>
                <a:lnTo>
                  <a:pt x="3446" y="1771"/>
                </a:lnTo>
                <a:lnTo>
                  <a:pt x="3434" y="1789"/>
                </a:lnTo>
                <a:lnTo>
                  <a:pt x="3418" y="1805"/>
                </a:lnTo>
                <a:lnTo>
                  <a:pt x="3399" y="1816"/>
                </a:lnTo>
                <a:lnTo>
                  <a:pt x="3379" y="1823"/>
                </a:lnTo>
                <a:lnTo>
                  <a:pt x="3356" y="1827"/>
                </a:lnTo>
                <a:lnTo>
                  <a:pt x="3005" y="1827"/>
                </a:lnTo>
                <a:lnTo>
                  <a:pt x="2982" y="1823"/>
                </a:lnTo>
                <a:lnTo>
                  <a:pt x="2961" y="1816"/>
                </a:lnTo>
                <a:lnTo>
                  <a:pt x="2943" y="1804"/>
                </a:lnTo>
                <a:lnTo>
                  <a:pt x="2928" y="1788"/>
                </a:lnTo>
                <a:lnTo>
                  <a:pt x="2915" y="1770"/>
                </a:lnTo>
                <a:lnTo>
                  <a:pt x="2908" y="1749"/>
                </a:lnTo>
                <a:lnTo>
                  <a:pt x="2906" y="1726"/>
                </a:lnTo>
                <a:lnTo>
                  <a:pt x="2908" y="1703"/>
                </a:lnTo>
                <a:lnTo>
                  <a:pt x="2915" y="1682"/>
                </a:lnTo>
                <a:lnTo>
                  <a:pt x="2928" y="1664"/>
                </a:lnTo>
                <a:lnTo>
                  <a:pt x="2943" y="1648"/>
                </a:lnTo>
                <a:lnTo>
                  <a:pt x="2961" y="1636"/>
                </a:lnTo>
                <a:lnTo>
                  <a:pt x="2982" y="1629"/>
                </a:lnTo>
                <a:lnTo>
                  <a:pt x="3005" y="1626"/>
                </a:lnTo>
                <a:close/>
                <a:moveTo>
                  <a:pt x="100" y="1626"/>
                </a:moveTo>
                <a:lnTo>
                  <a:pt x="450" y="1626"/>
                </a:lnTo>
                <a:lnTo>
                  <a:pt x="473" y="1629"/>
                </a:lnTo>
                <a:lnTo>
                  <a:pt x="495" y="1636"/>
                </a:lnTo>
                <a:lnTo>
                  <a:pt x="513" y="1648"/>
                </a:lnTo>
                <a:lnTo>
                  <a:pt x="529" y="1664"/>
                </a:lnTo>
                <a:lnTo>
                  <a:pt x="540" y="1682"/>
                </a:lnTo>
                <a:lnTo>
                  <a:pt x="547" y="1703"/>
                </a:lnTo>
                <a:lnTo>
                  <a:pt x="551" y="1726"/>
                </a:lnTo>
                <a:lnTo>
                  <a:pt x="547" y="1749"/>
                </a:lnTo>
                <a:lnTo>
                  <a:pt x="540" y="1771"/>
                </a:lnTo>
                <a:lnTo>
                  <a:pt x="529" y="1789"/>
                </a:lnTo>
                <a:lnTo>
                  <a:pt x="513" y="1805"/>
                </a:lnTo>
                <a:lnTo>
                  <a:pt x="495" y="1816"/>
                </a:lnTo>
                <a:lnTo>
                  <a:pt x="473" y="1823"/>
                </a:lnTo>
                <a:lnTo>
                  <a:pt x="450" y="1827"/>
                </a:lnTo>
                <a:lnTo>
                  <a:pt x="100" y="1827"/>
                </a:lnTo>
                <a:lnTo>
                  <a:pt x="77" y="1823"/>
                </a:lnTo>
                <a:lnTo>
                  <a:pt x="56" y="1816"/>
                </a:lnTo>
                <a:lnTo>
                  <a:pt x="37" y="1804"/>
                </a:lnTo>
                <a:lnTo>
                  <a:pt x="22" y="1788"/>
                </a:lnTo>
                <a:lnTo>
                  <a:pt x="10" y="1770"/>
                </a:lnTo>
                <a:lnTo>
                  <a:pt x="2" y="1749"/>
                </a:lnTo>
                <a:lnTo>
                  <a:pt x="0" y="1726"/>
                </a:lnTo>
                <a:lnTo>
                  <a:pt x="2" y="1703"/>
                </a:lnTo>
                <a:lnTo>
                  <a:pt x="10" y="1682"/>
                </a:lnTo>
                <a:lnTo>
                  <a:pt x="22" y="1664"/>
                </a:lnTo>
                <a:lnTo>
                  <a:pt x="37" y="1648"/>
                </a:lnTo>
                <a:lnTo>
                  <a:pt x="56" y="1636"/>
                </a:lnTo>
                <a:lnTo>
                  <a:pt x="77" y="1629"/>
                </a:lnTo>
                <a:lnTo>
                  <a:pt x="100" y="1626"/>
                </a:lnTo>
                <a:close/>
                <a:moveTo>
                  <a:pt x="1728" y="1090"/>
                </a:moveTo>
                <a:lnTo>
                  <a:pt x="1663" y="1094"/>
                </a:lnTo>
                <a:lnTo>
                  <a:pt x="1600" y="1104"/>
                </a:lnTo>
                <a:lnTo>
                  <a:pt x="1538" y="1119"/>
                </a:lnTo>
                <a:lnTo>
                  <a:pt x="1479" y="1141"/>
                </a:lnTo>
                <a:lnTo>
                  <a:pt x="1423" y="1167"/>
                </a:lnTo>
                <a:lnTo>
                  <a:pt x="1371" y="1200"/>
                </a:lnTo>
                <a:lnTo>
                  <a:pt x="1321" y="1236"/>
                </a:lnTo>
                <a:lnTo>
                  <a:pt x="1275" y="1277"/>
                </a:lnTo>
                <a:lnTo>
                  <a:pt x="1234" y="1323"/>
                </a:lnTo>
                <a:lnTo>
                  <a:pt x="1198" y="1373"/>
                </a:lnTo>
                <a:lnTo>
                  <a:pt x="1165" y="1425"/>
                </a:lnTo>
                <a:lnTo>
                  <a:pt x="1138" y="1481"/>
                </a:lnTo>
                <a:lnTo>
                  <a:pt x="1117" y="1540"/>
                </a:lnTo>
                <a:lnTo>
                  <a:pt x="1100" y="1601"/>
                </a:lnTo>
                <a:lnTo>
                  <a:pt x="1090" y="1665"/>
                </a:lnTo>
                <a:lnTo>
                  <a:pt x="1087" y="1730"/>
                </a:lnTo>
                <a:lnTo>
                  <a:pt x="1090" y="1752"/>
                </a:lnTo>
                <a:lnTo>
                  <a:pt x="1098" y="1774"/>
                </a:lnTo>
                <a:lnTo>
                  <a:pt x="1109" y="1793"/>
                </a:lnTo>
                <a:lnTo>
                  <a:pt x="1125" y="1808"/>
                </a:lnTo>
                <a:lnTo>
                  <a:pt x="1143" y="1820"/>
                </a:lnTo>
                <a:lnTo>
                  <a:pt x="1165" y="1828"/>
                </a:lnTo>
                <a:lnTo>
                  <a:pt x="1188" y="1830"/>
                </a:lnTo>
                <a:lnTo>
                  <a:pt x="1211" y="1828"/>
                </a:lnTo>
                <a:lnTo>
                  <a:pt x="1232" y="1820"/>
                </a:lnTo>
                <a:lnTo>
                  <a:pt x="1250" y="1808"/>
                </a:lnTo>
                <a:lnTo>
                  <a:pt x="1266" y="1793"/>
                </a:lnTo>
                <a:lnTo>
                  <a:pt x="1278" y="1774"/>
                </a:lnTo>
                <a:lnTo>
                  <a:pt x="1285" y="1753"/>
                </a:lnTo>
                <a:lnTo>
                  <a:pt x="1288" y="1730"/>
                </a:lnTo>
                <a:lnTo>
                  <a:pt x="1291" y="1674"/>
                </a:lnTo>
                <a:lnTo>
                  <a:pt x="1301" y="1622"/>
                </a:lnTo>
                <a:lnTo>
                  <a:pt x="1317" y="1571"/>
                </a:lnTo>
                <a:lnTo>
                  <a:pt x="1339" y="1524"/>
                </a:lnTo>
                <a:lnTo>
                  <a:pt x="1366" y="1479"/>
                </a:lnTo>
                <a:lnTo>
                  <a:pt x="1399" y="1438"/>
                </a:lnTo>
                <a:lnTo>
                  <a:pt x="1436" y="1401"/>
                </a:lnTo>
                <a:lnTo>
                  <a:pt x="1477" y="1369"/>
                </a:lnTo>
                <a:lnTo>
                  <a:pt x="1522" y="1342"/>
                </a:lnTo>
                <a:lnTo>
                  <a:pt x="1569" y="1320"/>
                </a:lnTo>
                <a:lnTo>
                  <a:pt x="1619" y="1304"/>
                </a:lnTo>
                <a:lnTo>
                  <a:pt x="1673" y="1294"/>
                </a:lnTo>
                <a:lnTo>
                  <a:pt x="1728" y="1291"/>
                </a:lnTo>
                <a:lnTo>
                  <a:pt x="1751" y="1287"/>
                </a:lnTo>
                <a:lnTo>
                  <a:pt x="1773" y="1280"/>
                </a:lnTo>
                <a:lnTo>
                  <a:pt x="1791" y="1269"/>
                </a:lnTo>
                <a:lnTo>
                  <a:pt x="1806" y="1252"/>
                </a:lnTo>
                <a:lnTo>
                  <a:pt x="1817" y="1235"/>
                </a:lnTo>
                <a:lnTo>
                  <a:pt x="1825" y="1213"/>
                </a:lnTo>
                <a:lnTo>
                  <a:pt x="1828" y="1190"/>
                </a:lnTo>
                <a:lnTo>
                  <a:pt x="1825" y="1167"/>
                </a:lnTo>
                <a:lnTo>
                  <a:pt x="1817" y="1146"/>
                </a:lnTo>
                <a:lnTo>
                  <a:pt x="1806" y="1128"/>
                </a:lnTo>
                <a:lnTo>
                  <a:pt x="1791" y="1112"/>
                </a:lnTo>
                <a:lnTo>
                  <a:pt x="1773" y="1100"/>
                </a:lnTo>
                <a:lnTo>
                  <a:pt x="1751" y="1093"/>
                </a:lnTo>
                <a:lnTo>
                  <a:pt x="1728" y="1090"/>
                </a:lnTo>
                <a:close/>
                <a:moveTo>
                  <a:pt x="1722" y="841"/>
                </a:moveTo>
                <a:lnTo>
                  <a:pt x="1799" y="843"/>
                </a:lnTo>
                <a:lnTo>
                  <a:pt x="1874" y="852"/>
                </a:lnTo>
                <a:lnTo>
                  <a:pt x="1948" y="867"/>
                </a:lnTo>
                <a:lnTo>
                  <a:pt x="2018" y="889"/>
                </a:lnTo>
                <a:lnTo>
                  <a:pt x="2087" y="915"/>
                </a:lnTo>
                <a:lnTo>
                  <a:pt x="2151" y="948"/>
                </a:lnTo>
                <a:lnTo>
                  <a:pt x="2214" y="984"/>
                </a:lnTo>
                <a:lnTo>
                  <a:pt x="2273" y="1027"/>
                </a:lnTo>
                <a:lnTo>
                  <a:pt x="2328" y="1073"/>
                </a:lnTo>
                <a:lnTo>
                  <a:pt x="2378" y="1124"/>
                </a:lnTo>
                <a:lnTo>
                  <a:pt x="2425" y="1179"/>
                </a:lnTo>
                <a:lnTo>
                  <a:pt x="2468" y="1237"/>
                </a:lnTo>
                <a:lnTo>
                  <a:pt x="2505" y="1299"/>
                </a:lnTo>
                <a:lnTo>
                  <a:pt x="2538" y="1364"/>
                </a:lnTo>
                <a:lnTo>
                  <a:pt x="2565" y="1432"/>
                </a:lnTo>
                <a:lnTo>
                  <a:pt x="2586" y="1503"/>
                </a:lnTo>
                <a:lnTo>
                  <a:pt x="2602" y="1575"/>
                </a:lnTo>
                <a:lnTo>
                  <a:pt x="2612" y="1650"/>
                </a:lnTo>
                <a:lnTo>
                  <a:pt x="2616" y="1727"/>
                </a:lnTo>
                <a:lnTo>
                  <a:pt x="2611" y="1806"/>
                </a:lnTo>
                <a:lnTo>
                  <a:pt x="2601" y="1882"/>
                </a:lnTo>
                <a:lnTo>
                  <a:pt x="2585" y="1958"/>
                </a:lnTo>
                <a:lnTo>
                  <a:pt x="2562" y="2030"/>
                </a:lnTo>
                <a:lnTo>
                  <a:pt x="2533" y="2099"/>
                </a:lnTo>
                <a:lnTo>
                  <a:pt x="2499" y="2166"/>
                </a:lnTo>
                <a:lnTo>
                  <a:pt x="2460" y="2228"/>
                </a:lnTo>
                <a:lnTo>
                  <a:pt x="2415" y="2287"/>
                </a:lnTo>
                <a:lnTo>
                  <a:pt x="2366" y="2342"/>
                </a:lnTo>
                <a:lnTo>
                  <a:pt x="2324" y="2389"/>
                </a:lnTo>
                <a:lnTo>
                  <a:pt x="2286" y="2439"/>
                </a:lnTo>
                <a:lnTo>
                  <a:pt x="2252" y="2491"/>
                </a:lnTo>
                <a:lnTo>
                  <a:pt x="2222" y="2546"/>
                </a:lnTo>
                <a:lnTo>
                  <a:pt x="2197" y="2603"/>
                </a:lnTo>
                <a:lnTo>
                  <a:pt x="2176" y="2662"/>
                </a:lnTo>
                <a:lnTo>
                  <a:pt x="2160" y="2722"/>
                </a:lnTo>
                <a:lnTo>
                  <a:pt x="2148" y="2783"/>
                </a:lnTo>
                <a:lnTo>
                  <a:pt x="2140" y="2813"/>
                </a:lnTo>
                <a:lnTo>
                  <a:pt x="2127" y="2839"/>
                </a:lnTo>
                <a:lnTo>
                  <a:pt x="2109" y="2862"/>
                </a:lnTo>
                <a:lnTo>
                  <a:pt x="2087" y="2881"/>
                </a:lnTo>
                <a:lnTo>
                  <a:pt x="2062" y="2895"/>
                </a:lnTo>
                <a:lnTo>
                  <a:pt x="2033" y="2904"/>
                </a:lnTo>
                <a:lnTo>
                  <a:pt x="2002" y="2907"/>
                </a:lnTo>
                <a:lnTo>
                  <a:pt x="1452" y="2907"/>
                </a:lnTo>
                <a:lnTo>
                  <a:pt x="1422" y="2904"/>
                </a:lnTo>
                <a:lnTo>
                  <a:pt x="1394" y="2895"/>
                </a:lnTo>
                <a:lnTo>
                  <a:pt x="1369" y="2881"/>
                </a:lnTo>
                <a:lnTo>
                  <a:pt x="1347" y="2862"/>
                </a:lnTo>
                <a:lnTo>
                  <a:pt x="1328" y="2839"/>
                </a:lnTo>
                <a:lnTo>
                  <a:pt x="1315" y="2813"/>
                </a:lnTo>
                <a:lnTo>
                  <a:pt x="1307" y="2785"/>
                </a:lnTo>
                <a:lnTo>
                  <a:pt x="1295" y="2722"/>
                </a:lnTo>
                <a:lnTo>
                  <a:pt x="1279" y="2662"/>
                </a:lnTo>
                <a:lnTo>
                  <a:pt x="1258" y="2603"/>
                </a:lnTo>
                <a:lnTo>
                  <a:pt x="1232" y="2546"/>
                </a:lnTo>
                <a:lnTo>
                  <a:pt x="1202" y="2491"/>
                </a:lnTo>
                <a:lnTo>
                  <a:pt x="1168" y="2438"/>
                </a:lnTo>
                <a:lnTo>
                  <a:pt x="1130" y="2389"/>
                </a:lnTo>
                <a:lnTo>
                  <a:pt x="1088" y="2342"/>
                </a:lnTo>
                <a:lnTo>
                  <a:pt x="1040" y="2287"/>
                </a:lnTo>
                <a:lnTo>
                  <a:pt x="996" y="2229"/>
                </a:lnTo>
                <a:lnTo>
                  <a:pt x="958" y="2167"/>
                </a:lnTo>
                <a:lnTo>
                  <a:pt x="924" y="2102"/>
                </a:lnTo>
                <a:lnTo>
                  <a:pt x="896" y="2033"/>
                </a:lnTo>
                <a:lnTo>
                  <a:pt x="873" y="1963"/>
                </a:lnTo>
                <a:lnTo>
                  <a:pt x="855" y="1890"/>
                </a:lnTo>
                <a:lnTo>
                  <a:pt x="845" y="1814"/>
                </a:lnTo>
                <a:lnTo>
                  <a:pt x="841" y="1737"/>
                </a:lnTo>
                <a:lnTo>
                  <a:pt x="843" y="1659"/>
                </a:lnTo>
                <a:lnTo>
                  <a:pt x="852" y="1585"/>
                </a:lnTo>
                <a:lnTo>
                  <a:pt x="867" y="1512"/>
                </a:lnTo>
                <a:lnTo>
                  <a:pt x="888" y="1440"/>
                </a:lnTo>
                <a:lnTo>
                  <a:pt x="914" y="1373"/>
                </a:lnTo>
                <a:lnTo>
                  <a:pt x="946" y="1307"/>
                </a:lnTo>
                <a:lnTo>
                  <a:pt x="982" y="1245"/>
                </a:lnTo>
                <a:lnTo>
                  <a:pt x="1024" y="1187"/>
                </a:lnTo>
                <a:lnTo>
                  <a:pt x="1070" y="1131"/>
                </a:lnTo>
                <a:lnTo>
                  <a:pt x="1120" y="1081"/>
                </a:lnTo>
                <a:lnTo>
                  <a:pt x="1175" y="1034"/>
                </a:lnTo>
                <a:lnTo>
                  <a:pt x="1233" y="991"/>
                </a:lnTo>
                <a:lnTo>
                  <a:pt x="1294" y="953"/>
                </a:lnTo>
                <a:lnTo>
                  <a:pt x="1359" y="920"/>
                </a:lnTo>
                <a:lnTo>
                  <a:pt x="1427" y="893"/>
                </a:lnTo>
                <a:lnTo>
                  <a:pt x="1497" y="871"/>
                </a:lnTo>
                <a:lnTo>
                  <a:pt x="1570" y="854"/>
                </a:lnTo>
                <a:lnTo>
                  <a:pt x="1644" y="844"/>
                </a:lnTo>
                <a:lnTo>
                  <a:pt x="1722" y="841"/>
                </a:lnTo>
                <a:close/>
                <a:moveTo>
                  <a:pt x="2868" y="477"/>
                </a:moveTo>
                <a:lnTo>
                  <a:pt x="2890" y="477"/>
                </a:lnTo>
                <a:lnTo>
                  <a:pt x="2911" y="481"/>
                </a:lnTo>
                <a:lnTo>
                  <a:pt x="2932" y="491"/>
                </a:lnTo>
                <a:lnTo>
                  <a:pt x="2951" y="505"/>
                </a:lnTo>
                <a:lnTo>
                  <a:pt x="2965" y="524"/>
                </a:lnTo>
                <a:lnTo>
                  <a:pt x="2974" y="544"/>
                </a:lnTo>
                <a:lnTo>
                  <a:pt x="2979" y="566"/>
                </a:lnTo>
                <a:lnTo>
                  <a:pt x="2979" y="587"/>
                </a:lnTo>
                <a:lnTo>
                  <a:pt x="2974" y="608"/>
                </a:lnTo>
                <a:lnTo>
                  <a:pt x="2965" y="629"/>
                </a:lnTo>
                <a:lnTo>
                  <a:pt x="2951" y="646"/>
                </a:lnTo>
                <a:lnTo>
                  <a:pt x="2702" y="895"/>
                </a:lnTo>
                <a:lnTo>
                  <a:pt x="2687" y="908"/>
                </a:lnTo>
                <a:lnTo>
                  <a:pt x="2669" y="917"/>
                </a:lnTo>
                <a:lnTo>
                  <a:pt x="2651" y="922"/>
                </a:lnTo>
                <a:lnTo>
                  <a:pt x="2631" y="923"/>
                </a:lnTo>
                <a:lnTo>
                  <a:pt x="2612" y="922"/>
                </a:lnTo>
                <a:lnTo>
                  <a:pt x="2594" y="917"/>
                </a:lnTo>
                <a:lnTo>
                  <a:pt x="2576" y="908"/>
                </a:lnTo>
                <a:lnTo>
                  <a:pt x="2560" y="895"/>
                </a:lnTo>
                <a:lnTo>
                  <a:pt x="2545" y="877"/>
                </a:lnTo>
                <a:lnTo>
                  <a:pt x="2536" y="856"/>
                </a:lnTo>
                <a:lnTo>
                  <a:pt x="2531" y="835"/>
                </a:lnTo>
                <a:lnTo>
                  <a:pt x="2531" y="813"/>
                </a:lnTo>
                <a:lnTo>
                  <a:pt x="2536" y="792"/>
                </a:lnTo>
                <a:lnTo>
                  <a:pt x="2545" y="771"/>
                </a:lnTo>
                <a:lnTo>
                  <a:pt x="2560" y="754"/>
                </a:lnTo>
                <a:lnTo>
                  <a:pt x="2808" y="505"/>
                </a:lnTo>
                <a:lnTo>
                  <a:pt x="2827" y="491"/>
                </a:lnTo>
                <a:lnTo>
                  <a:pt x="2847" y="481"/>
                </a:lnTo>
                <a:lnTo>
                  <a:pt x="2868" y="477"/>
                </a:lnTo>
                <a:close/>
                <a:moveTo>
                  <a:pt x="565" y="476"/>
                </a:moveTo>
                <a:lnTo>
                  <a:pt x="587" y="476"/>
                </a:lnTo>
                <a:lnTo>
                  <a:pt x="609" y="480"/>
                </a:lnTo>
                <a:lnTo>
                  <a:pt x="628" y="490"/>
                </a:lnTo>
                <a:lnTo>
                  <a:pt x="647" y="504"/>
                </a:lnTo>
                <a:lnTo>
                  <a:pt x="894" y="753"/>
                </a:lnTo>
                <a:lnTo>
                  <a:pt x="910" y="771"/>
                </a:lnTo>
                <a:lnTo>
                  <a:pt x="919" y="791"/>
                </a:lnTo>
                <a:lnTo>
                  <a:pt x="924" y="813"/>
                </a:lnTo>
                <a:lnTo>
                  <a:pt x="924" y="835"/>
                </a:lnTo>
                <a:lnTo>
                  <a:pt x="919" y="855"/>
                </a:lnTo>
                <a:lnTo>
                  <a:pt x="910" y="876"/>
                </a:lnTo>
                <a:lnTo>
                  <a:pt x="894" y="894"/>
                </a:lnTo>
                <a:lnTo>
                  <a:pt x="879" y="907"/>
                </a:lnTo>
                <a:lnTo>
                  <a:pt x="862" y="915"/>
                </a:lnTo>
                <a:lnTo>
                  <a:pt x="843" y="921"/>
                </a:lnTo>
                <a:lnTo>
                  <a:pt x="824" y="923"/>
                </a:lnTo>
                <a:lnTo>
                  <a:pt x="806" y="921"/>
                </a:lnTo>
                <a:lnTo>
                  <a:pt x="787" y="915"/>
                </a:lnTo>
                <a:lnTo>
                  <a:pt x="770" y="907"/>
                </a:lnTo>
                <a:lnTo>
                  <a:pt x="754" y="894"/>
                </a:lnTo>
                <a:lnTo>
                  <a:pt x="505" y="646"/>
                </a:lnTo>
                <a:lnTo>
                  <a:pt x="490" y="628"/>
                </a:lnTo>
                <a:lnTo>
                  <a:pt x="481" y="608"/>
                </a:lnTo>
                <a:lnTo>
                  <a:pt x="476" y="586"/>
                </a:lnTo>
                <a:lnTo>
                  <a:pt x="476" y="564"/>
                </a:lnTo>
                <a:lnTo>
                  <a:pt x="481" y="543"/>
                </a:lnTo>
                <a:lnTo>
                  <a:pt x="490" y="523"/>
                </a:lnTo>
                <a:lnTo>
                  <a:pt x="505" y="504"/>
                </a:lnTo>
                <a:lnTo>
                  <a:pt x="523" y="490"/>
                </a:lnTo>
                <a:lnTo>
                  <a:pt x="543" y="480"/>
                </a:lnTo>
                <a:lnTo>
                  <a:pt x="565" y="476"/>
                </a:lnTo>
                <a:close/>
                <a:moveTo>
                  <a:pt x="1728" y="0"/>
                </a:moveTo>
                <a:lnTo>
                  <a:pt x="1751" y="2"/>
                </a:lnTo>
                <a:lnTo>
                  <a:pt x="1773" y="10"/>
                </a:lnTo>
                <a:lnTo>
                  <a:pt x="1791" y="22"/>
                </a:lnTo>
                <a:lnTo>
                  <a:pt x="1806" y="37"/>
                </a:lnTo>
                <a:lnTo>
                  <a:pt x="1817" y="56"/>
                </a:lnTo>
                <a:lnTo>
                  <a:pt x="1825" y="77"/>
                </a:lnTo>
                <a:lnTo>
                  <a:pt x="1828" y="100"/>
                </a:lnTo>
                <a:lnTo>
                  <a:pt x="1828" y="450"/>
                </a:lnTo>
                <a:lnTo>
                  <a:pt x="1825" y="473"/>
                </a:lnTo>
                <a:lnTo>
                  <a:pt x="1817" y="494"/>
                </a:lnTo>
                <a:lnTo>
                  <a:pt x="1805" y="513"/>
                </a:lnTo>
                <a:lnTo>
                  <a:pt x="1790" y="528"/>
                </a:lnTo>
                <a:lnTo>
                  <a:pt x="1771" y="539"/>
                </a:lnTo>
                <a:lnTo>
                  <a:pt x="1751" y="547"/>
                </a:lnTo>
                <a:lnTo>
                  <a:pt x="1728" y="550"/>
                </a:lnTo>
                <a:lnTo>
                  <a:pt x="1705" y="547"/>
                </a:lnTo>
                <a:lnTo>
                  <a:pt x="1684" y="539"/>
                </a:lnTo>
                <a:lnTo>
                  <a:pt x="1665" y="528"/>
                </a:lnTo>
                <a:lnTo>
                  <a:pt x="1650" y="513"/>
                </a:lnTo>
                <a:lnTo>
                  <a:pt x="1638" y="494"/>
                </a:lnTo>
                <a:lnTo>
                  <a:pt x="1630" y="473"/>
                </a:lnTo>
                <a:lnTo>
                  <a:pt x="1628" y="450"/>
                </a:lnTo>
                <a:lnTo>
                  <a:pt x="1628" y="100"/>
                </a:lnTo>
                <a:lnTo>
                  <a:pt x="1630" y="77"/>
                </a:lnTo>
                <a:lnTo>
                  <a:pt x="1638" y="56"/>
                </a:lnTo>
                <a:lnTo>
                  <a:pt x="1650" y="37"/>
                </a:lnTo>
                <a:lnTo>
                  <a:pt x="1665" y="22"/>
                </a:lnTo>
                <a:lnTo>
                  <a:pt x="1684" y="10"/>
                </a:lnTo>
                <a:lnTo>
                  <a:pt x="1705" y="2"/>
                </a:lnTo>
                <a:lnTo>
                  <a:pt x="1728" y="0"/>
                </a:lnTo>
                <a:close/>
              </a:path>
            </a:pathLst>
          </a:custGeom>
          <a:solidFill>
            <a:schemeClr val="accent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050">
              <a:latin typeface="Andes" panose="02000000000000000000" pitchFamily="50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247E7F3-7717-42F8-93E3-DCF3AD39A6A7}"/>
              </a:ext>
            </a:extLst>
          </p:cNvPr>
          <p:cNvGrpSpPr/>
          <p:nvPr/>
        </p:nvGrpSpPr>
        <p:grpSpPr>
          <a:xfrm>
            <a:off x="5676233" y="1744421"/>
            <a:ext cx="387971" cy="339037"/>
            <a:chOff x="3282630" y="2486025"/>
            <a:chExt cx="3537271" cy="3091132"/>
          </a:xfrm>
          <a:solidFill>
            <a:schemeClr val="accent5"/>
          </a:solidFill>
        </p:grpSpPr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464A94C6-FC94-4553-A073-AB0F929395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2630" y="2695843"/>
              <a:ext cx="3297238" cy="2881314"/>
            </a:xfrm>
            <a:custGeom>
              <a:avLst/>
              <a:gdLst>
                <a:gd name="T0" fmla="*/ 3216 w 4154"/>
                <a:gd name="T1" fmla="*/ 342 h 3630"/>
                <a:gd name="T2" fmla="*/ 4125 w 4154"/>
                <a:gd name="T3" fmla="*/ 1383 h 3630"/>
                <a:gd name="T4" fmla="*/ 3731 w 4154"/>
                <a:gd name="T5" fmla="*/ 2351 h 3630"/>
                <a:gd name="T6" fmla="*/ 3594 w 4154"/>
                <a:gd name="T7" fmla="*/ 2626 h 3630"/>
                <a:gd name="T8" fmla="*/ 3378 w 4154"/>
                <a:gd name="T9" fmla="*/ 2826 h 3630"/>
                <a:gd name="T10" fmla="*/ 3101 w 4154"/>
                <a:gd name="T11" fmla="*/ 3004 h 3630"/>
                <a:gd name="T12" fmla="*/ 2923 w 4154"/>
                <a:gd name="T13" fmla="*/ 3278 h 3630"/>
                <a:gd name="T14" fmla="*/ 2722 w 4154"/>
                <a:gd name="T15" fmla="*/ 3492 h 3630"/>
                <a:gd name="T16" fmla="*/ 2445 w 4154"/>
                <a:gd name="T17" fmla="*/ 3630 h 3630"/>
                <a:gd name="T18" fmla="*/ 1704 w 4154"/>
                <a:gd name="T19" fmla="*/ 3372 h 3630"/>
                <a:gd name="T20" fmla="*/ 1469 w 4154"/>
                <a:gd name="T21" fmla="*/ 3401 h 3630"/>
                <a:gd name="T22" fmla="*/ 1336 w 4154"/>
                <a:gd name="T23" fmla="*/ 3185 h 3630"/>
                <a:gd name="T24" fmla="*/ 1297 w 4154"/>
                <a:gd name="T25" fmla="*/ 3109 h 3630"/>
                <a:gd name="T26" fmla="*/ 1065 w 4154"/>
                <a:gd name="T27" fmla="*/ 3011 h 3630"/>
                <a:gd name="T28" fmla="*/ 1052 w 4154"/>
                <a:gd name="T29" fmla="*/ 2774 h 3630"/>
                <a:gd name="T30" fmla="*/ 875 w 4154"/>
                <a:gd name="T31" fmla="*/ 2790 h 3630"/>
                <a:gd name="T32" fmla="*/ 707 w 4154"/>
                <a:gd name="T33" fmla="*/ 2596 h 3630"/>
                <a:gd name="T34" fmla="*/ 700 w 4154"/>
                <a:gd name="T35" fmla="*/ 2473 h 3630"/>
                <a:gd name="T36" fmla="*/ 462 w 4154"/>
                <a:gd name="T37" fmla="*/ 2416 h 3630"/>
                <a:gd name="T38" fmla="*/ 405 w 4154"/>
                <a:gd name="T39" fmla="*/ 2180 h 3630"/>
                <a:gd name="T40" fmla="*/ 0 w 4154"/>
                <a:gd name="T41" fmla="*/ 1292 h 3630"/>
                <a:gd name="T42" fmla="*/ 124 w 4154"/>
                <a:gd name="T43" fmla="*/ 1196 h 3630"/>
                <a:gd name="T44" fmla="*/ 900 w 4154"/>
                <a:gd name="T45" fmla="*/ 1773 h 3630"/>
                <a:gd name="T46" fmla="*/ 1103 w 4154"/>
                <a:gd name="T47" fmla="*/ 1940 h 3630"/>
                <a:gd name="T48" fmla="*/ 1087 w 4154"/>
                <a:gd name="T49" fmla="*/ 2113 h 3630"/>
                <a:gd name="T50" fmla="*/ 1326 w 4154"/>
                <a:gd name="T51" fmla="*/ 2128 h 3630"/>
                <a:gd name="T52" fmla="*/ 1424 w 4154"/>
                <a:gd name="T53" fmla="*/ 2357 h 3630"/>
                <a:gd name="T54" fmla="*/ 1501 w 4154"/>
                <a:gd name="T55" fmla="*/ 2396 h 3630"/>
                <a:gd name="T56" fmla="*/ 1717 w 4154"/>
                <a:gd name="T57" fmla="*/ 2529 h 3630"/>
                <a:gd name="T58" fmla="*/ 1689 w 4154"/>
                <a:gd name="T59" fmla="*/ 2761 h 3630"/>
                <a:gd name="T60" fmla="*/ 1922 w 4154"/>
                <a:gd name="T61" fmla="*/ 2733 h 3630"/>
                <a:gd name="T62" fmla="*/ 2057 w 4154"/>
                <a:gd name="T63" fmla="*/ 2948 h 3630"/>
                <a:gd name="T64" fmla="*/ 2453 w 4154"/>
                <a:gd name="T65" fmla="*/ 3433 h 3630"/>
                <a:gd name="T66" fmla="*/ 2588 w 4154"/>
                <a:gd name="T67" fmla="*/ 3323 h 3630"/>
                <a:gd name="T68" fmla="*/ 2240 w 4154"/>
                <a:gd name="T69" fmla="*/ 2894 h 3630"/>
                <a:gd name="T70" fmla="*/ 2335 w 4154"/>
                <a:gd name="T71" fmla="*/ 2771 h 3630"/>
                <a:gd name="T72" fmla="*/ 2768 w 4154"/>
                <a:gd name="T73" fmla="*/ 3120 h 3630"/>
                <a:gd name="T74" fmla="*/ 2901 w 4154"/>
                <a:gd name="T75" fmla="*/ 3010 h 3630"/>
                <a:gd name="T76" fmla="*/ 2554 w 4154"/>
                <a:gd name="T77" fmla="*/ 2581 h 3630"/>
                <a:gd name="T78" fmla="*/ 2650 w 4154"/>
                <a:gd name="T79" fmla="*/ 2458 h 3630"/>
                <a:gd name="T80" fmla="*/ 3084 w 4154"/>
                <a:gd name="T81" fmla="*/ 2809 h 3630"/>
                <a:gd name="T82" fmla="*/ 3216 w 4154"/>
                <a:gd name="T83" fmla="*/ 2697 h 3630"/>
                <a:gd name="T84" fmla="*/ 2869 w 4154"/>
                <a:gd name="T85" fmla="*/ 2268 h 3630"/>
                <a:gd name="T86" fmla="*/ 2965 w 4154"/>
                <a:gd name="T87" fmla="*/ 2145 h 3630"/>
                <a:gd name="T88" fmla="*/ 3399 w 4154"/>
                <a:gd name="T89" fmla="*/ 2496 h 3630"/>
                <a:gd name="T90" fmla="*/ 3531 w 4154"/>
                <a:gd name="T91" fmla="*/ 2386 h 3630"/>
                <a:gd name="T92" fmla="*/ 3486 w 4154"/>
                <a:gd name="T93" fmla="*/ 2274 h 3630"/>
                <a:gd name="T94" fmla="*/ 3282 w 4154"/>
                <a:gd name="T95" fmla="*/ 2071 h 3630"/>
                <a:gd name="T96" fmla="*/ 2949 w 4154"/>
                <a:gd name="T97" fmla="*/ 1741 h 3630"/>
                <a:gd name="T98" fmla="*/ 2592 w 4154"/>
                <a:gd name="T99" fmla="*/ 1386 h 3630"/>
                <a:gd name="T100" fmla="*/ 2310 w 4154"/>
                <a:gd name="T101" fmla="*/ 1108 h 3630"/>
                <a:gd name="T102" fmla="*/ 2198 w 4154"/>
                <a:gd name="T103" fmla="*/ 1010 h 3630"/>
                <a:gd name="T104" fmla="*/ 2042 w 4154"/>
                <a:gd name="T105" fmla="*/ 1078 h 3630"/>
                <a:gd name="T106" fmla="*/ 1753 w 4154"/>
                <a:gd name="T107" fmla="*/ 1528 h 3630"/>
                <a:gd name="T108" fmla="*/ 1396 w 4154"/>
                <a:gd name="T109" fmla="*/ 1640 h 3630"/>
                <a:gd name="T110" fmla="*/ 1138 w 4154"/>
                <a:gd name="T111" fmla="*/ 1435 h 3630"/>
                <a:gd name="T112" fmla="*/ 1521 w 4154"/>
                <a:gd name="T113" fmla="*/ 291 h 3630"/>
                <a:gd name="T114" fmla="*/ 1656 w 4154"/>
                <a:gd name="T115" fmla="*/ 135 h 3630"/>
                <a:gd name="T116" fmla="*/ 1914 w 4154"/>
                <a:gd name="T117" fmla="*/ 14 h 3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154" h="3630">
                  <a:moveTo>
                    <a:pt x="2076" y="0"/>
                  </a:moveTo>
                  <a:lnTo>
                    <a:pt x="2135" y="4"/>
                  </a:lnTo>
                  <a:lnTo>
                    <a:pt x="2200" y="16"/>
                  </a:lnTo>
                  <a:lnTo>
                    <a:pt x="2267" y="33"/>
                  </a:lnTo>
                  <a:lnTo>
                    <a:pt x="3175" y="317"/>
                  </a:lnTo>
                  <a:lnTo>
                    <a:pt x="3197" y="327"/>
                  </a:lnTo>
                  <a:lnTo>
                    <a:pt x="3216" y="342"/>
                  </a:lnTo>
                  <a:lnTo>
                    <a:pt x="4125" y="1244"/>
                  </a:lnTo>
                  <a:lnTo>
                    <a:pt x="4141" y="1266"/>
                  </a:lnTo>
                  <a:lnTo>
                    <a:pt x="4151" y="1289"/>
                  </a:lnTo>
                  <a:lnTo>
                    <a:pt x="4154" y="1314"/>
                  </a:lnTo>
                  <a:lnTo>
                    <a:pt x="4151" y="1338"/>
                  </a:lnTo>
                  <a:lnTo>
                    <a:pt x="4141" y="1363"/>
                  </a:lnTo>
                  <a:lnTo>
                    <a:pt x="4125" y="1383"/>
                  </a:lnTo>
                  <a:lnTo>
                    <a:pt x="3496" y="2008"/>
                  </a:lnTo>
                  <a:lnTo>
                    <a:pt x="3649" y="2160"/>
                  </a:lnTo>
                  <a:lnTo>
                    <a:pt x="3679" y="2193"/>
                  </a:lnTo>
                  <a:lnTo>
                    <a:pt x="3701" y="2229"/>
                  </a:lnTo>
                  <a:lnTo>
                    <a:pt x="3717" y="2268"/>
                  </a:lnTo>
                  <a:lnTo>
                    <a:pt x="3727" y="2309"/>
                  </a:lnTo>
                  <a:lnTo>
                    <a:pt x="3731" y="2351"/>
                  </a:lnTo>
                  <a:lnTo>
                    <a:pt x="3730" y="2394"/>
                  </a:lnTo>
                  <a:lnTo>
                    <a:pt x="3722" y="2436"/>
                  </a:lnTo>
                  <a:lnTo>
                    <a:pt x="3709" y="2478"/>
                  </a:lnTo>
                  <a:lnTo>
                    <a:pt x="3689" y="2519"/>
                  </a:lnTo>
                  <a:lnTo>
                    <a:pt x="3664" y="2558"/>
                  </a:lnTo>
                  <a:lnTo>
                    <a:pt x="3632" y="2594"/>
                  </a:lnTo>
                  <a:lnTo>
                    <a:pt x="3594" y="2626"/>
                  </a:lnTo>
                  <a:lnTo>
                    <a:pt x="3552" y="2654"/>
                  </a:lnTo>
                  <a:lnTo>
                    <a:pt x="3508" y="2673"/>
                  </a:lnTo>
                  <a:lnTo>
                    <a:pt x="3463" y="2686"/>
                  </a:lnTo>
                  <a:lnTo>
                    <a:pt x="3416" y="2691"/>
                  </a:lnTo>
                  <a:lnTo>
                    <a:pt x="3410" y="2738"/>
                  </a:lnTo>
                  <a:lnTo>
                    <a:pt x="3397" y="2783"/>
                  </a:lnTo>
                  <a:lnTo>
                    <a:pt x="3378" y="2826"/>
                  </a:lnTo>
                  <a:lnTo>
                    <a:pt x="3350" y="2868"/>
                  </a:lnTo>
                  <a:lnTo>
                    <a:pt x="3317" y="2906"/>
                  </a:lnTo>
                  <a:lnTo>
                    <a:pt x="3279" y="2939"/>
                  </a:lnTo>
                  <a:lnTo>
                    <a:pt x="3237" y="2965"/>
                  </a:lnTo>
                  <a:lnTo>
                    <a:pt x="3193" y="2985"/>
                  </a:lnTo>
                  <a:lnTo>
                    <a:pt x="3148" y="2998"/>
                  </a:lnTo>
                  <a:lnTo>
                    <a:pt x="3101" y="3004"/>
                  </a:lnTo>
                  <a:lnTo>
                    <a:pt x="3095" y="3051"/>
                  </a:lnTo>
                  <a:lnTo>
                    <a:pt x="3082" y="3095"/>
                  </a:lnTo>
                  <a:lnTo>
                    <a:pt x="3063" y="3139"/>
                  </a:lnTo>
                  <a:lnTo>
                    <a:pt x="3035" y="3181"/>
                  </a:lnTo>
                  <a:lnTo>
                    <a:pt x="3003" y="3219"/>
                  </a:lnTo>
                  <a:lnTo>
                    <a:pt x="2964" y="3252"/>
                  </a:lnTo>
                  <a:lnTo>
                    <a:pt x="2923" y="3278"/>
                  </a:lnTo>
                  <a:lnTo>
                    <a:pt x="2878" y="3298"/>
                  </a:lnTo>
                  <a:lnTo>
                    <a:pt x="2833" y="3310"/>
                  </a:lnTo>
                  <a:lnTo>
                    <a:pt x="2786" y="3317"/>
                  </a:lnTo>
                  <a:lnTo>
                    <a:pt x="2780" y="3362"/>
                  </a:lnTo>
                  <a:lnTo>
                    <a:pt x="2767" y="3408"/>
                  </a:lnTo>
                  <a:lnTo>
                    <a:pt x="2748" y="3452"/>
                  </a:lnTo>
                  <a:lnTo>
                    <a:pt x="2722" y="3492"/>
                  </a:lnTo>
                  <a:lnTo>
                    <a:pt x="2688" y="3531"/>
                  </a:lnTo>
                  <a:lnTo>
                    <a:pt x="2652" y="3562"/>
                  </a:lnTo>
                  <a:lnTo>
                    <a:pt x="2614" y="3588"/>
                  </a:lnTo>
                  <a:lnTo>
                    <a:pt x="2573" y="3607"/>
                  </a:lnTo>
                  <a:lnTo>
                    <a:pt x="2531" y="3620"/>
                  </a:lnTo>
                  <a:lnTo>
                    <a:pt x="2487" y="3629"/>
                  </a:lnTo>
                  <a:lnTo>
                    <a:pt x="2445" y="3630"/>
                  </a:lnTo>
                  <a:lnTo>
                    <a:pt x="2402" y="3626"/>
                  </a:lnTo>
                  <a:lnTo>
                    <a:pt x="2360" y="3615"/>
                  </a:lnTo>
                  <a:lnTo>
                    <a:pt x="2321" y="3600"/>
                  </a:lnTo>
                  <a:lnTo>
                    <a:pt x="2284" y="3578"/>
                  </a:lnTo>
                  <a:lnTo>
                    <a:pt x="2251" y="3549"/>
                  </a:lnTo>
                  <a:lnTo>
                    <a:pt x="1887" y="3188"/>
                  </a:lnTo>
                  <a:lnTo>
                    <a:pt x="1704" y="3372"/>
                  </a:lnTo>
                  <a:lnTo>
                    <a:pt x="1676" y="3394"/>
                  </a:lnTo>
                  <a:lnTo>
                    <a:pt x="1644" y="3411"/>
                  </a:lnTo>
                  <a:lnTo>
                    <a:pt x="1612" y="3421"/>
                  </a:lnTo>
                  <a:lnTo>
                    <a:pt x="1575" y="3424"/>
                  </a:lnTo>
                  <a:lnTo>
                    <a:pt x="1540" y="3423"/>
                  </a:lnTo>
                  <a:lnTo>
                    <a:pt x="1504" y="3414"/>
                  </a:lnTo>
                  <a:lnTo>
                    <a:pt x="1469" y="3401"/>
                  </a:lnTo>
                  <a:lnTo>
                    <a:pt x="1437" y="3381"/>
                  </a:lnTo>
                  <a:lnTo>
                    <a:pt x="1406" y="3355"/>
                  </a:lnTo>
                  <a:lnTo>
                    <a:pt x="1380" y="3324"/>
                  </a:lnTo>
                  <a:lnTo>
                    <a:pt x="1359" y="3291"/>
                  </a:lnTo>
                  <a:lnTo>
                    <a:pt x="1346" y="3256"/>
                  </a:lnTo>
                  <a:lnTo>
                    <a:pt x="1338" y="3221"/>
                  </a:lnTo>
                  <a:lnTo>
                    <a:pt x="1336" y="3185"/>
                  </a:lnTo>
                  <a:lnTo>
                    <a:pt x="1339" y="3151"/>
                  </a:lnTo>
                  <a:lnTo>
                    <a:pt x="1349" y="3117"/>
                  </a:lnTo>
                  <a:lnTo>
                    <a:pt x="1365" y="3087"/>
                  </a:lnTo>
                  <a:lnTo>
                    <a:pt x="1389" y="3059"/>
                  </a:lnTo>
                  <a:lnTo>
                    <a:pt x="1361" y="3082"/>
                  </a:lnTo>
                  <a:lnTo>
                    <a:pt x="1330" y="3098"/>
                  </a:lnTo>
                  <a:lnTo>
                    <a:pt x="1297" y="3109"/>
                  </a:lnTo>
                  <a:lnTo>
                    <a:pt x="1262" y="3113"/>
                  </a:lnTo>
                  <a:lnTo>
                    <a:pt x="1225" y="3110"/>
                  </a:lnTo>
                  <a:lnTo>
                    <a:pt x="1190" y="3101"/>
                  </a:lnTo>
                  <a:lnTo>
                    <a:pt x="1155" y="3088"/>
                  </a:lnTo>
                  <a:lnTo>
                    <a:pt x="1122" y="3068"/>
                  </a:lnTo>
                  <a:lnTo>
                    <a:pt x="1091" y="3042"/>
                  </a:lnTo>
                  <a:lnTo>
                    <a:pt x="1065" y="3011"/>
                  </a:lnTo>
                  <a:lnTo>
                    <a:pt x="1044" y="2978"/>
                  </a:lnTo>
                  <a:lnTo>
                    <a:pt x="1031" y="2945"/>
                  </a:lnTo>
                  <a:lnTo>
                    <a:pt x="1022" y="2909"/>
                  </a:lnTo>
                  <a:lnTo>
                    <a:pt x="1021" y="2874"/>
                  </a:lnTo>
                  <a:lnTo>
                    <a:pt x="1024" y="2839"/>
                  </a:lnTo>
                  <a:lnTo>
                    <a:pt x="1034" y="2806"/>
                  </a:lnTo>
                  <a:lnTo>
                    <a:pt x="1052" y="2774"/>
                  </a:lnTo>
                  <a:lnTo>
                    <a:pt x="1074" y="2746"/>
                  </a:lnTo>
                  <a:lnTo>
                    <a:pt x="1046" y="2770"/>
                  </a:lnTo>
                  <a:lnTo>
                    <a:pt x="1015" y="2785"/>
                  </a:lnTo>
                  <a:lnTo>
                    <a:pt x="982" y="2796"/>
                  </a:lnTo>
                  <a:lnTo>
                    <a:pt x="947" y="2800"/>
                  </a:lnTo>
                  <a:lnTo>
                    <a:pt x="910" y="2797"/>
                  </a:lnTo>
                  <a:lnTo>
                    <a:pt x="875" y="2790"/>
                  </a:lnTo>
                  <a:lnTo>
                    <a:pt x="840" y="2775"/>
                  </a:lnTo>
                  <a:lnTo>
                    <a:pt x="807" y="2755"/>
                  </a:lnTo>
                  <a:lnTo>
                    <a:pt x="776" y="2729"/>
                  </a:lnTo>
                  <a:lnTo>
                    <a:pt x="750" y="2699"/>
                  </a:lnTo>
                  <a:lnTo>
                    <a:pt x="731" y="2667"/>
                  </a:lnTo>
                  <a:lnTo>
                    <a:pt x="716" y="2632"/>
                  </a:lnTo>
                  <a:lnTo>
                    <a:pt x="707" y="2596"/>
                  </a:lnTo>
                  <a:lnTo>
                    <a:pt x="706" y="2561"/>
                  </a:lnTo>
                  <a:lnTo>
                    <a:pt x="710" y="2526"/>
                  </a:lnTo>
                  <a:lnTo>
                    <a:pt x="721" y="2493"/>
                  </a:lnTo>
                  <a:lnTo>
                    <a:pt x="737" y="2461"/>
                  </a:lnTo>
                  <a:lnTo>
                    <a:pt x="758" y="2434"/>
                  </a:lnTo>
                  <a:lnTo>
                    <a:pt x="731" y="2457"/>
                  </a:lnTo>
                  <a:lnTo>
                    <a:pt x="700" y="2473"/>
                  </a:lnTo>
                  <a:lnTo>
                    <a:pt x="667" y="2483"/>
                  </a:lnTo>
                  <a:lnTo>
                    <a:pt x="632" y="2487"/>
                  </a:lnTo>
                  <a:lnTo>
                    <a:pt x="597" y="2484"/>
                  </a:lnTo>
                  <a:lnTo>
                    <a:pt x="560" y="2477"/>
                  </a:lnTo>
                  <a:lnTo>
                    <a:pt x="525" y="2462"/>
                  </a:lnTo>
                  <a:lnTo>
                    <a:pt x="492" y="2442"/>
                  </a:lnTo>
                  <a:lnTo>
                    <a:pt x="462" y="2416"/>
                  </a:lnTo>
                  <a:lnTo>
                    <a:pt x="436" y="2387"/>
                  </a:lnTo>
                  <a:lnTo>
                    <a:pt x="416" y="2354"/>
                  </a:lnTo>
                  <a:lnTo>
                    <a:pt x="401" y="2319"/>
                  </a:lnTo>
                  <a:lnTo>
                    <a:pt x="394" y="2283"/>
                  </a:lnTo>
                  <a:lnTo>
                    <a:pt x="391" y="2248"/>
                  </a:lnTo>
                  <a:lnTo>
                    <a:pt x="395" y="2213"/>
                  </a:lnTo>
                  <a:lnTo>
                    <a:pt x="405" y="2180"/>
                  </a:lnTo>
                  <a:lnTo>
                    <a:pt x="422" y="2150"/>
                  </a:lnTo>
                  <a:lnTo>
                    <a:pt x="445" y="2122"/>
                  </a:lnTo>
                  <a:lnTo>
                    <a:pt x="618" y="1948"/>
                  </a:lnTo>
                  <a:lnTo>
                    <a:pt x="29" y="1362"/>
                  </a:lnTo>
                  <a:lnTo>
                    <a:pt x="13" y="1341"/>
                  </a:lnTo>
                  <a:lnTo>
                    <a:pt x="3" y="1317"/>
                  </a:lnTo>
                  <a:lnTo>
                    <a:pt x="0" y="1292"/>
                  </a:lnTo>
                  <a:lnTo>
                    <a:pt x="3" y="1267"/>
                  </a:lnTo>
                  <a:lnTo>
                    <a:pt x="13" y="1244"/>
                  </a:lnTo>
                  <a:lnTo>
                    <a:pt x="29" y="1223"/>
                  </a:lnTo>
                  <a:lnTo>
                    <a:pt x="50" y="1207"/>
                  </a:lnTo>
                  <a:lnTo>
                    <a:pt x="73" y="1196"/>
                  </a:lnTo>
                  <a:lnTo>
                    <a:pt x="99" y="1194"/>
                  </a:lnTo>
                  <a:lnTo>
                    <a:pt x="124" y="1196"/>
                  </a:lnTo>
                  <a:lnTo>
                    <a:pt x="147" y="1207"/>
                  </a:lnTo>
                  <a:lnTo>
                    <a:pt x="169" y="1223"/>
                  </a:lnTo>
                  <a:lnTo>
                    <a:pt x="760" y="1811"/>
                  </a:lnTo>
                  <a:lnTo>
                    <a:pt x="792" y="1790"/>
                  </a:lnTo>
                  <a:lnTo>
                    <a:pt x="826" y="1777"/>
                  </a:lnTo>
                  <a:lnTo>
                    <a:pt x="862" y="1772"/>
                  </a:lnTo>
                  <a:lnTo>
                    <a:pt x="900" y="1773"/>
                  </a:lnTo>
                  <a:lnTo>
                    <a:pt x="938" y="1780"/>
                  </a:lnTo>
                  <a:lnTo>
                    <a:pt x="974" y="1793"/>
                  </a:lnTo>
                  <a:lnTo>
                    <a:pt x="1009" y="1814"/>
                  </a:lnTo>
                  <a:lnTo>
                    <a:pt x="1041" y="1841"/>
                  </a:lnTo>
                  <a:lnTo>
                    <a:pt x="1068" y="1871"/>
                  </a:lnTo>
                  <a:lnTo>
                    <a:pt x="1088" y="1905"/>
                  </a:lnTo>
                  <a:lnTo>
                    <a:pt x="1103" y="1940"/>
                  </a:lnTo>
                  <a:lnTo>
                    <a:pt x="1110" y="1974"/>
                  </a:lnTo>
                  <a:lnTo>
                    <a:pt x="1113" y="2011"/>
                  </a:lnTo>
                  <a:lnTo>
                    <a:pt x="1109" y="2045"/>
                  </a:lnTo>
                  <a:lnTo>
                    <a:pt x="1098" y="2079"/>
                  </a:lnTo>
                  <a:lnTo>
                    <a:pt x="1082" y="2109"/>
                  </a:lnTo>
                  <a:lnTo>
                    <a:pt x="1059" y="2137"/>
                  </a:lnTo>
                  <a:lnTo>
                    <a:pt x="1087" y="2113"/>
                  </a:lnTo>
                  <a:lnTo>
                    <a:pt x="1117" y="2097"/>
                  </a:lnTo>
                  <a:lnTo>
                    <a:pt x="1151" y="2087"/>
                  </a:lnTo>
                  <a:lnTo>
                    <a:pt x="1186" y="2083"/>
                  </a:lnTo>
                  <a:lnTo>
                    <a:pt x="1222" y="2086"/>
                  </a:lnTo>
                  <a:lnTo>
                    <a:pt x="1257" y="2093"/>
                  </a:lnTo>
                  <a:lnTo>
                    <a:pt x="1292" y="2108"/>
                  </a:lnTo>
                  <a:lnTo>
                    <a:pt x="1326" y="2128"/>
                  </a:lnTo>
                  <a:lnTo>
                    <a:pt x="1357" y="2154"/>
                  </a:lnTo>
                  <a:lnTo>
                    <a:pt x="1383" y="2184"/>
                  </a:lnTo>
                  <a:lnTo>
                    <a:pt x="1403" y="2216"/>
                  </a:lnTo>
                  <a:lnTo>
                    <a:pt x="1416" y="2251"/>
                  </a:lnTo>
                  <a:lnTo>
                    <a:pt x="1425" y="2287"/>
                  </a:lnTo>
                  <a:lnTo>
                    <a:pt x="1427" y="2322"/>
                  </a:lnTo>
                  <a:lnTo>
                    <a:pt x="1424" y="2357"/>
                  </a:lnTo>
                  <a:lnTo>
                    <a:pt x="1413" y="2390"/>
                  </a:lnTo>
                  <a:lnTo>
                    <a:pt x="1397" y="2422"/>
                  </a:lnTo>
                  <a:lnTo>
                    <a:pt x="1374" y="2449"/>
                  </a:lnTo>
                  <a:lnTo>
                    <a:pt x="1402" y="2426"/>
                  </a:lnTo>
                  <a:lnTo>
                    <a:pt x="1432" y="2410"/>
                  </a:lnTo>
                  <a:lnTo>
                    <a:pt x="1466" y="2400"/>
                  </a:lnTo>
                  <a:lnTo>
                    <a:pt x="1501" y="2396"/>
                  </a:lnTo>
                  <a:lnTo>
                    <a:pt x="1537" y="2399"/>
                  </a:lnTo>
                  <a:lnTo>
                    <a:pt x="1572" y="2406"/>
                  </a:lnTo>
                  <a:lnTo>
                    <a:pt x="1607" y="2420"/>
                  </a:lnTo>
                  <a:lnTo>
                    <a:pt x="1641" y="2441"/>
                  </a:lnTo>
                  <a:lnTo>
                    <a:pt x="1672" y="2465"/>
                  </a:lnTo>
                  <a:lnTo>
                    <a:pt x="1698" y="2496"/>
                  </a:lnTo>
                  <a:lnTo>
                    <a:pt x="1717" y="2529"/>
                  </a:lnTo>
                  <a:lnTo>
                    <a:pt x="1731" y="2564"/>
                  </a:lnTo>
                  <a:lnTo>
                    <a:pt x="1740" y="2599"/>
                  </a:lnTo>
                  <a:lnTo>
                    <a:pt x="1742" y="2635"/>
                  </a:lnTo>
                  <a:lnTo>
                    <a:pt x="1737" y="2670"/>
                  </a:lnTo>
                  <a:lnTo>
                    <a:pt x="1727" y="2703"/>
                  </a:lnTo>
                  <a:lnTo>
                    <a:pt x="1711" y="2733"/>
                  </a:lnTo>
                  <a:lnTo>
                    <a:pt x="1689" y="2761"/>
                  </a:lnTo>
                  <a:lnTo>
                    <a:pt x="1717" y="2739"/>
                  </a:lnTo>
                  <a:lnTo>
                    <a:pt x="1747" y="2723"/>
                  </a:lnTo>
                  <a:lnTo>
                    <a:pt x="1781" y="2713"/>
                  </a:lnTo>
                  <a:lnTo>
                    <a:pt x="1816" y="2709"/>
                  </a:lnTo>
                  <a:lnTo>
                    <a:pt x="1851" y="2710"/>
                  </a:lnTo>
                  <a:lnTo>
                    <a:pt x="1887" y="2719"/>
                  </a:lnTo>
                  <a:lnTo>
                    <a:pt x="1922" y="2733"/>
                  </a:lnTo>
                  <a:lnTo>
                    <a:pt x="1955" y="2752"/>
                  </a:lnTo>
                  <a:lnTo>
                    <a:pt x="1985" y="2778"/>
                  </a:lnTo>
                  <a:lnTo>
                    <a:pt x="2011" y="2809"/>
                  </a:lnTo>
                  <a:lnTo>
                    <a:pt x="2032" y="2842"/>
                  </a:lnTo>
                  <a:lnTo>
                    <a:pt x="2046" y="2877"/>
                  </a:lnTo>
                  <a:lnTo>
                    <a:pt x="2054" y="2912"/>
                  </a:lnTo>
                  <a:lnTo>
                    <a:pt x="2057" y="2948"/>
                  </a:lnTo>
                  <a:lnTo>
                    <a:pt x="2052" y="2982"/>
                  </a:lnTo>
                  <a:lnTo>
                    <a:pt x="2042" y="3016"/>
                  </a:lnTo>
                  <a:lnTo>
                    <a:pt x="2025" y="3046"/>
                  </a:lnTo>
                  <a:lnTo>
                    <a:pt x="2391" y="3410"/>
                  </a:lnTo>
                  <a:lnTo>
                    <a:pt x="2410" y="3423"/>
                  </a:lnTo>
                  <a:lnTo>
                    <a:pt x="2430" y="3432"/>
                  </a:lnTo>
                  <a:lnTo>
                    <a:pt x="2453" y="3433"/>
                  </a:lnTo>
                  <a:lnTo>
                    <a:pt x="2478" y="3430"/>
                  </a:lnTo>
                  <a:lnTo>
                    <a:pt x="2503" y="3423"/>
                  </a:lnTo>
                  <a:lnTo>
                    <a:pt x="2526" y="3410"/>
                  </a:lnTo>
                  <a:lnTo>
                    <a:pt x="2548" y="3392"/>
                  </a:lnTo>
                  <a:lnTo>
                    <a:pt x="2566" y="3371"/>
                  </a:lnTo>
                  <a:lnTo>
                    <a:pt x="2579" y="3348"/>
                  </a:lnTo>
                  <a:lnTo>
                    <a:pt x="2588" y="3323"/>
                  </a:lnTo>
                  <a:lnTo>
                    <a:pt x="2589" y="3298"/>
                  </a:lnTo>
                  <a:lnTo>
                    <a:pt x="2588" y="3275"/>
                  </a:lnTo>
                  <a:lnTo>
                    <a:pt x="2579" y="3253"/>
                  </a:lnTo>
                  <a:lnTo>
                    <a:pt x="2566" y="3236"/>
                  </a:lnTo>
                  <a:lnTo>
                    <a:pt x="2265" y="2938"/>
                  </a:lnTo>
                  <a:lnTo>
                    <a:pt x="2249" y="2917"/>
                  </a:lnTo>
                  <a:lnTo>
                    <a:pt x="2240" y="2894"/>
                  </a:lnTo>
                  <a:lnTo>
                    <a:pt x="2236" y="2868"/>
                  </a:lnTo>
                  <a:lnTo>
                    <a:pt x="2240" y="2843"/>
                  </a:lnTo>
                  <a:lnTo>
                    <a:pt x="2249" y="2820"/>
                  </a:lnTo>
                  <a:lnTo>
                    <a:pt x="2265" y="2799"/>
                  </a:lnTo>
                  <a:lnTo>
                    <a:pt x="2287" y="2783"/>
                  </a:lnTo>
                  <a:lnTo>
                    <a:pt x="2310" y="2774"/>
                  </a:lnTo>
                  <a:lnTo>
                    <a:pt x="2335" y="2771"/>
                  </a:lnTo>
                  <a:lnTo>
                    <a:pt x="2360" y="2774"/>
                  </a:lnTo>
                  <a:lnTo>
                    <a:pt x="2385" y="2783"/>
                  </a:lnTo>
                  <a:lnTo>
                    <a:pt x="2405" y="2799"/>
                  </a:lnTo>
                  <a:lnTo>
                    <a:pt x="2706" y="3097"/>
                  </a:lnTo>
                  <a:lnTo>
                    <a:pt x="2723" y="3110"/>
                  </a:lnTo>
                  <a:lnTo>
                    <a:pt x="2745" y="3119"/>
                  </a:lnTo>
                  <a:lnTo>
                    <a:pt x="2768" y="3120"/>
                  </a:lnTo>
                  <a:lnTo>
                    <a:pt x="2793" y="3119"/>
                  </a:lnTo>
                  <a:lnTo>
                    <a:pt x="2818" y="3110"/>
                  </a:lnTo>
                  <a:lnTo>
                    <a:pt x="2841" y="3097"/>
                  </a:lnTo>
                  <a:lnTo>
                    <a:pt x="2863" y="3080"/>
                  </a:lnTo>
                  <a:lnTo>
                    <a:pt x="2881" y="3058"/>
                  </a:lnTo>
                  <a:lnTo>
                    <a:pt x="2894" y="3035"/>
                  </a:lnTo>
                  <a:lnTo>
                    <a:pt x="2901" y="3010"/>
                  </a:lnTo>
                  <a:lnTo>
                    <a:pt x="2904" y="2985"/>
                  </a:lnTo>
                  <a:lnTo>
                    <a:pt x="2901" y="2962"/>
                  </a:lnTo>
                  <a:lnTo>
                    <a:pt x="2894" y="2942"/>
                  </a:lnTo>
                  <a:lnTo>
                    <a:pt x="2881" y="2923"/>
                  </a:lnTo>
                  <a:lnTo>
                    <a:pt x="2580" y="2626"/>
                  </a:lnTo>
                  <a:lnTo>
                    <a:pt x="2564" y="2604"/>
                  </a:lnTo>
                  <a:lnTo>
                    <a:pt x="2554" y="2581"/>
                  </a:lnTo>
                  <a:lnTo>
                    <a:pt x="2551" y="2555"/>
                  </a:lnTo>
                  <a:lnTo>
                    <a:pt x="2554" y="2531"/>
                  </a:lnTo>
                  <a:lnTo>
                    <a:pt x="2564" y="2507"/>
                  </a:lnTo>
                  <a:lnTo>
                    <a:pt x="2580" y="2487"/>
                  </a:lnTo>
                  <a:lnTo>
                    <a:pt x="2602" y="2471"/>
                  </a:lnTo>
                  <a:lnTo>
                    <a:pt x="2626" y="2461"/>
                  </a:lnTo>
                  <a:lnTo>
                    <a:pt x="2650" y="2458"/>
                  </a:lnTo>
                  <a:lnTo>
                    <a:pt x="2675" y="2461"/>
                  </a:lnTo>
                  <a:lnTo>
                    <a:pt x="2698" y="2471"/>
                  </a:lnTo>
                  <a:lnTo>
                    <a:pt x="2720" y="2487"/>
                  </a:lnTo>
                  <a:lnTo>
                    <a:pt x="3021" y="2784"/>
                  </a:lnTo>
                  <a:lnTo>
                    <a:pt x="3038" y="2797"/>
                  </a:lnTo>
                  <a:lnTo>
                    <a:pt x="3060" y="2806"/>
                  </a:lnTo>
                  <a:lnTo>
                    <a:pt x="3084" y="2809"/>
                  </a:lnTo>
                  <a:lnTo>
                    <a:pt x="3108" y="2806"/>
                  </a:lnTo>
                  <a:lnTo>
                    <a:pt x="3132" y="2797"/>
                  </a:lnTo>
                  <a:lnTo>
                    <a:pt x="3156" y="2785"/>
                  </a:lnTo>
                  <a:lnTo>
                    <a:pt x="3178" y="2767"/>
                  </a:lnTo>
                  <a:lnTo>
                    <a:pt x="3196" y="2745"/>
                  </a:lnTo>
                  <a:lnTo>
                    <a:pt x="3209" y="2722"/>
                  </a:lnTo>
                  <a:lnTo>
                    <a:pt x="3216" y="2697"/>
                  </a:lnTo>
                  <a:lnTo>
                    <a:pt x="3219" y="2674"/>
                  </a:lnTo>
                  <a:lnTo>
                    <a:pt x="3216" y="2651"/>
                  </a:lnTo>
                  <a:lnTo>
                    <a:pt x="3209" y="2629"/>
                  </a:lnTo>
                  <a:lnTo>
                    <a:pt x="3194" y="2610"/>
                  </a:lnTo>
                  <a:lnTo>
                    <a:pt x="2895" y="2313"/>
                  </a:lnTo>
                  <a:lnTo>
                    <a:pt x="2879" y="2292"/>
                  </a:lnTo>
                  <a:lnTo>
                    <a:pt x="2869" y="2268"/>
                  </a:lnTo>
                  <a:lnTo>
                    <a:pt x="2866" y="2244"/>
                  </a:lnTo>
                  <a:lnTo>
                    <a:pt x="2869" y="2219"/>
                  </a:lnTo>
                  <a:lnTo>
                    <a:pt x="2879" y="2194"/>
                  </a:lnTo>
                  <a:lnTo>
                    <a:pt x="2895" y="2174"/>
                  </a:lnTo>
                  <a:lnTo>
                    <a:pt x="2916" y="2158"/>
                  </a:lnTo>
                  <a:lnTo>
                    <a:pt x="2939" y="2148"/>
                  </a:lnTo>
                  <a:lnTo>
                    <a:pt x="2965" y="2145"/>
                  </a:lnTo>
                  <a:lnTo>
                    <a:pt x="2990" y="2148"/>
                  </a:lnTo>
                  <a:lnTo>
                    <a:pt x="3014" y="2158"/>
                  </a:lnTo>
                  <a:lnTo>
                    <a:pt x="3034" y="2174"/>
                  </a:lnTo>
                  <a:lnTo>
                    <a:pt x="3334" y="2471"/>
                  </a:lnTo>
                  <a:lnTo>
                    <a:pt x="3353" y="2486"/>
                  </a:lnTo>
                  <a:lnTo>
                    <a:pt x="3374" y="2493"/>
                  </a:lnTo>
                  <a:lnTo>
                    <a:pt x="3399" y="2496"/>
                  </a:lnTo>
                  <a:lnTo>
                    <a:pt x="3422" y="2493"/>
                  </a:lnTo>
                  <a:lnTo>
                    <a:pt x="3447" y="2486"/>
                  </a:lnTo>
                  <a:lnTo>
                    <a:pt x="3470" y="2473"/>
                  </a:lnTo>
                  <a:lnTo>
                    <a:pt x="3492" y="2455"/>
                  </a:lnTo>
                  <a:lnTo>
                    <a:pt x="3511" y="2434"/>
                  </a:lnTo>
                  <a:lnTo>
                    <a:pt x="3523" y="2409"/>
                  </a:lnTo>
                  <a:lnTo>
                    <a:pt x="3531" y="2386"/>
                  </a:lnTo>
                  <a:lnTo>
                    <a:pt x="3534" y="2361"/>
                  </a:lnTo>
                  <a:lnTo>
                    <a:pt x="3531" y="2338"/>
                  </a:lnTo>
                  <a:lnTo>
                    <a:pt x="3523" y="2316"/>
                  </a:lnTo>
                  <a:lnTo>
                    <a:pt x="3509" y="2299"/>
                  </a:lnTo>
                  <a:lnTo>
                    <a:pt x="3507" y="2296"/>
                  </a:lnTo>
                  <a:lnTo>
                    <a:pt x="3499" y="2287"/>
                  </a:lnTo>
                  <a:lnTo>
                    <a:pt x="3486" y="2274"/>
                  </a:lnTo>
                  <a:lnTo>
                    <a:pt x="3469" y="2257"/>
                  </a:lnTo>
                  <a:lnTo>
                    <a:pt x="3447" y="2235"/>
                  </a:lnTo>
                  <a:lnTo>
                    <a:pt x="3420" y="2209"/>
                  </a:lnTo>
                  <a:lnTo>
                    <a:pt x="3391" y="2180"/>
                  </a:lnTo>
                  <a:lnTo>
                    <a:pt x="3358" y="2147"/>
                  </a:lnTo>
                  <a:lnTo>
                    <a:pt x="3321" y="2110"/>
                  </a:lnTo>
                  <a:lnTo>
                    <a:pt x="3282" y="2071"/>
                  </a:lnTo>
                  <a:lnTo>
                    <a:pt x="3240" y="2029"/>
                  </a:lnTo>
                  <a:lnTo>
                    <a:pt x="3196" y="1986"/>
                  </a:lnTo>
                  <a:lnTo>
                    <a:pt x="3149" y="1940"/>
                  </a:lnTo>
                  <a:lnTo>
                    <a:pt x="3101" y="1892"/>
                  </a:lnTo>
                  <a:lnTo>
                    <a:pt x="3051" y="1843"/>
                  </a:lnTo>
                  <a:lnTo>
                    <a:pt x="3002" y="1792"/>
                  </a:lnTo>
                  <a:lnTo>
                    <a:pt x="2949" y="1741"/>
                  </a:lnTo>
                  <a:lnTo>
                    <a:pt x="2898" y="1689"/>
                  </a:lnTo>
                  <a:lnTo>
                    <a:pt x="2846" y="1638"/>
                  </a:lnTo>
                  <a:lnTo>
                    <a:pt x="2795" y="1586"/>
                  </a:lnTo>
                  <a:lnTo>
                    <a:pt x="2742" y="1535"/>
                  </a:lnTo>
                  <a:lnTo>
                    <a:pt x="2691" y="1485"/>
                  </a:lnTo>
                  <a:lnTo>
                    <a:pt x="2642" y="1434"/>
                  </a:lnTo>
                  <a:lnTo>
                    <a:pt x="2592" y="1386"/>
                  </a:lnTo>
                  <a:lnTo>
                    <a:pt x="2545" y="1340"/>
                  </a:lnTo>
                  <a:lnTo>
                    <a:pt x="2500" y="1295"/>
                  </a:lnTo>
                  <a:lnTo>
                    <a:pt x="2456" y="1252"/>
                  </a:lnTo>
                  <a:lnTo>
                    <a:pt x="2415" y="1211"/>
                  </a:lnTo>
                  <a:lnTo>
                    <a:pt x="2378" y="1173"/>
                  </a:lnTo>
                  <a:lnTo>
                    <a:pt x="2343" y="1140"/>
                  </a:lnTo>
                  <a:lnTo>
                    <a:pt x="2310" y="1108"/>
                  </a:lnTo>
                  <a:lnTo>
                    <a:pt x="2283" y="1081"/>
                  </a:lnTo>
                  <a:lnTo>
                    <a:pt x="2258" y="1057"/>
                  </a:lnTo>
                  <a:lnTo>
                    <a:pt x="2238" y="1037"/>
                  </a:lnTo>
                  <a:lnTo>
                    <a:pt x="2230" y="1031"/>
                  </a:lnTo>
                  <a:lnTo>
                    <a:pt x="2221" y="1023"/>
                  </a:lnTo>
                  <a:lnTo>
                    <a:pt x="2211" y="1017"/>
                  </a:lnTo>
                  <a:lnTo>
                    <a:pt x="2198" y="1010"/>
                  </a:lnTo>
                  <a:lnTo>
                    <a:pt x="2184" y="1007"/>
                  </a:lnTo>
                  <a:lnTo>
                    <a:pt x="2166" y="1005"/>
                  </a:lnTo>
                  <a:lnTo>
                    <a:pt x="2146" y="1008"/>
                  </a:lnTo>
                  <a:lnTo>
                    <a:pt x="2124" y="1017"/>
                  </a:lnTo>
                  <a:lnTo>
                    <a:pt x="2099" y="1030"/>
                  </a:lnTo>
                  <a:lnTo>
                    <a:pt x="2073" y="1050"/>
                  </a:lnTo>
                  <a:lnTo>
                    <a:pt x="2042" y="1078"/>
                  </a:lnTo>
                  <a:lnTo>
                    <a:pt x="2009" y="1114"/>
                  </a:lnTo>
                  <a:lnTo>
                    <a:pt x="1978" y="1154"/>
                  </a:lnTo>
                  <a:lnTo>
                    <a:pt x="1953" y="1196"/>
                  </a:lnTo>
                  <a:lnTo>
                    <a:pt x="1816" y="1447"/>
                  </a:lnTo>
                  <a:lnTo>
                    <a:pt x="1800" y="1473"/>
                  </a:lnTo>
                  <a:lnTo>
                    <a:pt x="1780" y="1501"/>
                  </a:lnTo>
                  <a:lnTo>
                    <a:pt x="1753" y="1528"/>
                  </a:lnTo>
                  <a:lnTo>
                    <a:pt x="1708" y="1567"/>
                  </a:lnTo>
                  <a:lnTo>
                    <a:pt x="1660" y="1599"/>
                  </a:lnTo>
                  <a:lnTo>
                    <a:pt x="1609" y="1624"/>
                  </a:lnTo>
                  <a:lnTo>
                    <a:pt x="1558" y="1640"/>
                  </a:lnTo>
                  <a:lnTo>
                    <a:pt x="1504" y="1648"/>
                  </a:lnTo>
                  <a:lnTo>
                    <a:pt x="1450" y="1648"/>
                  </a:lnTo>
                  <a:lnTo>
                    <a:pt x="1396" y="1640"/>
                  </a:lnTo>
                  <a:lnTo>
                    <a:pt x="1349" y="1625"/>
                  </a:lnTo>
                  <a:lnTo>
                    <a:pt x="1305" y="1605"/>
                  </a:lnTo>
                  <a:lnTo>
                    <a:pt x="1263" y="1580"/>
                  </a:lnTo>
                  <a:lnTo>
                    <a:pt x="1227" y="1551"/>
                  </a:lnTo>
                  <a:lnTo>
                    <a:pt x="1192" y="1517"/>
                  </a:lnTo>
                  <a:lnTo>
                    <a:pt x="1163" y="1477"/>
                  </a:lnTo>
                  <a:lnTo>
                    <a:pt x="1138" y="1435"/>
                  </a:lnTo>
                  <a:lnTo>
                    <a:pt x="1122" y="1401"/>
                  </a:lnTo>
                  <a:lnTo>
                    <a:pt x="1111" y="1364"/>
                  </a:lnTo>
                  <a:lnTo>
                    <a:pt x="1104" y="1330"/>
                  </a:lnTo>
                  <a:lnTo>
                    <a:pt x="1104" y="1298"/>
                  </a:lnTo>
                  <a:lnTo>
                    <a:pt x="1107" y="1266"/>
                  </a:lnTo>
                  <a:lnTo>
                    <a:pt x="1117" y="1238"/>
                  </a:lnTo>
                  <a:lnTo>
                    <a:pt x="1521" y="291"/>
                  </a:lnTo>
                  <a:lnTo>
                    <a:pt x="1536" y="265"/>
                  </a:lnTo>
                  <a:lnTo>
                    <a:pt x="1553" y="238"/>
                  </a:lnTo>
                  <a:lnTo>
                    <a:pt x="1575" y="210"/>
                  </a:lnTo>
                  <a:lnTo>
                    <a:pt x="1602" y="181"/>
                  </a:lnTo>
                  <a:lnTo>
                    <a:pt x="1616" y="168"/>
                  </a:lnTo>
                  <a:lnTo>
                    <a:pt x="1634" y="152"/>
                  </a:lnTo>
                  <a:lnTo>
                    <a:pt x="1656" y="135"/>
                  </a:lnTo>
                  <a:lnTo>
                    <a:pt x="1682" y="116"/>
                  </a:lnTo>
                  <a:lnTo>
                    <a:pt x="1711" y="96"/>
                  </a:lnTo>
                  <a:lnTo>
                    <a:pt x="1745" y="77"/>
                  </a:lnTo>
                  <a:lnTo>
                    <a:pt x="1781" y="58"/>
                  </a:lnTo>
                  <a:lnTo>
                    <a:pt x="1822" y="41"/>
                  </a:lnTo>
                  <a:lnTo>
                    <a:pt x="1866" y="26"/>
                  </a:lnTo>
                  <a:lnTo>
                    <a:pt x="1914" y="14"/>
                  </a:lnTo>
                  <a:lnTo>
                    <a:pt x="1963" y="4"/>
                  </a:lnTo>
                  <a:lnTo>
                    <a:pt x="2019" y="0"/>
                  </a:lnTo>
                  <a:lnTo>
                    <a:pt x="20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50" dirty="0">
                <a:latin typeface="Andes" panose="02000000000000000000" pitchFamily="50" charset="0"/>
              </a:endParaRPr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ACC9A642-D314-409C-8F6C-D28FE20773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49913" y="2486025"/>
              <a:ext cx="1169988" cy="1163637"/>
            </a:xfrm>
            <a:custGeom>
              <a:avLst/>
              <a:gdLst>
                <a:gd name="T0" fmla="*/ 960 w 1474"/>
                <a:gd name="T1" fmla="*/ 938 h 1464"/>
                <a:gd name="T2" fmla="*/ 895 w 1474"/>
                <a:gd name="T3" fmla="*/ 970 h 1464"/>
                <a:gd name="T4" fmla="*/ 850 w 1474"/>
                <a:gd name="T5" fmla="*/ 1025 h 1464"/>
                <a:gd name="T6" fmla="*/ 834 w 1474"/>
                <a:gd name="T7" fmla="*/ 1095 h 1464"/>
                <a:gd name="T8" fmla="*/ 850 w 1474"/>
                <a:gd name="T9" fmla="*/ 1167 h 1464"/>
                <a:gd name="T10" fmla="*/ 895 w 1474"/>
                <a:gd name="T11" fmla="*/ 1221 h 1464"/>
                <a:gd name="T12" fmla="*/ 960 w 1474"/>
                <a:gd name="T13" fmla="*/ 1253 h 1464"/>
                <a:gd name="T14" fmla="*/ 1034 w 1474"/>
                <a:gd name="T15" fmla="*/ 1253 h 1464"/>
                <a:gd name="T16" fmla="*/ 1098 w 1474"/>
                <a:gd name="T17" fmla="*/ 1221 h 1464"/>
                <a:gd name="T18" fmla="*/ 1143 w 1474"/>
                <a:gd name="T19" fmla="*/ 1166 h 1464"/>
                <a:gd name="T20" fmla="*/ 1159 w 1474"/>
                <a:gd name="T21" fmla="*/ 1095 h 1464"/>
                <a:gd name="T22" fmla="*/ 1143 w 1474"/>
                <a:gd name="T23" fmla="*/ 1025 h 1464"/>
                <a:gd name="T24" fmla="*/ 1098 w 1474"/>
                <a:gd name="T25" fmla="*/ 970 h 1464"/>
                <a:gd name="T26" fmla="*/ 1034 w 1474"/>
                <a:gd name="T27" fmla="*/ 938 h 1464"/>
                <a:gd name="T28" fmla="*/ 493 w 1474"/>
                <a:gd name="T29" fmla="*/ 0 h 1464"/>
                <a:gd name="T30" fmla="*/ 558 w 1474"/>
                <a:gd name="T31" fmla="*/ 17 h 1464"/>
                <a:gd name="T32" fmla="*/ 617 w 1474"/>
                <a:gd name="T33" fmla="*/ 56 h 1464"/>
                <a:gd name="T34" fmla="*/ 1439 w 1474"/>
                <a:gd name="T35" fmla="*/ 879 h 1464"/>
                <a:gd name="T36" fmla="*/ 1469 w 1474"/>
                <a:gd name="T37" fmla="*/ 941 h 1464"/>
                <a:gd name="T38" fmla="*/ 1474 w 1474"/>
                <a:gd name="T39" fmla="*/ 1008 h 1464"/>
                <a:gd name="T40" fmla="*/ 1457 w 1474"/>
                <a:gd name="T41" fmla="*/ 1073 h 1464"/>
                <a:gd name="T42" fmla="*/ 1418 w 1474"/>
                <a:gd name="T43" fmla="*/ 1130 h 1464"/>
                <a:gd name="T44" fmla="*/ 1110 w 1474"/>
                <a:gd name="T45" fmla="*/ 1431 h 1464"/>
                <a:gd name="T46" fmla="*/ 1047 w 1474"/>
                <a:gd name="T47" fmla="*/ 1459 h 1464"/>
                <a:gd name="T48" fmla="*/ 980 w 1474"/>
                <a:gd name="T49" fmla="*/ 1464 h 1464"/>
                <a:gd name="T50" fmla="*/ 914 w 1474"/>
                <a:gd name="T51" fmla="*/ 1447 h 1464"/>
                <a:gd name="T52" fmla="*/ 857 w 1474"/>
                <a:gd name="T53" fmla="*/ 1408 h 1464"/>
                <a:gd name="T54" fmla="*/ 33 w 1474"/>
                <a:gd name="T55" fmla="*/ 585 h 1464"/>
                <a:gd name="T56" fmla="*/ 6 w 1474"/>
                <a:gd name="T57" fmla="*/ 524 h 1464"/>
                <a:gd name="T58" fmla="*/ 0 w 1474"/>
                <a:gd name="T59" fmla="*/ 458 h 1464"/>
                <a:gd name="T60" fmla="*/ 16 w 1474"/>
                <a:gd name="T61" fmla="*/ 392 h 1464"/>
                <a:gd name="T62" fmla="*/ 57 w 1474"/>
                <a:gd name="T63" fmla="*/ 334 h 1464"/>
                <a:gd name="T64" fmla="*/ 364 w 1474"/>
                <a:gd name="T65" fmla="*/ 35 h 1464"/>
                <a:gd name="T66" fmla="*/ 426 w 1474"/>
                <a:gd name="T67" fmla="*/ 6 h 1464"/>
                <a:gd name="T68" fmla="*/ 493 w 1474"/>
                <a:gd name="T69" fmla="*/ 0 h 1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74" h="1464">
                  <a:moveTo>
                    <a:pt x="997" y="934"/>
                  </a:moveTo>
                  <a:lnTo>
                    <a:pt x="960" y="938"/>
                  </a:lnTo>
                  <a:lnTo>
                    <a:pt x="926" y="950"/>
                  </a:lnTo>
                  <a:lnTo>
                    <a:pt x="895" y="970"/>
                  </a:lnTo>
                  <a:lnTo>
                    <a:pt x="871" y="995"/>
                  </a:lnTo>
                  <a:lnTo>
                    <a:pt x="850" y="1025"/>
                  </a:lnTo>
                  <a:lnTo>
                    <a:pt x="838" y="1059"/>
                  </a:lnTo>
                  <a:lnTo>
                    <a:pt x="834" y="1095"/>
                  </a:lnTo>
                  <a:lnTo>
                    <a:pt x="838" y="1133"/>
                  </a:lnTo>
                  <a:lnTo>
                    <a:pt x="850" y="1167"/>
                  </a:lnTo>
                  <a:lnTo>
                    <a:pt x="871" y="1196"/>
                  </a:lnTo>
                  <a:lnTo>
                    <a:pt x="895" y="1221"/>
                  </a:lnTo>
                  <a:lnTo>
                    <a:pt x="926" y="1240"/>
                  </a:lnTo>
                  <a:lnTo>
                    <a:pt x="960" y="1253"/>
                  </a:lnTo>
                  <a:lnTo>
                    <a:pt x="997" y="1257"/>
                  </a:lnTo>
                  <a:lnTo>
                    <a:pt x="1034" y="1253"/>
                  </a:lnTo>
                  <a:lnTo>
                    <a:pt x="1069" y="1240"/>
                  </a:lnTo>
                  <a:lnTo>
                    <a:pt x="1098" y="1221"/>
                  </a:lnTo>
                  <a:lnTo>
                    <a:pt x="1123" y="1196"/>
                  </a:lnTo>
                  <a:lnTo>
                    <a:pt x="1143" y="1166"/>
                  </a:lnTo>
                  <a:lnTo>
                    <a:pt x="1155" y="1133"/>
                  </a:lnTo>
                  <a:lnTo>
                    <a:pt x="1159" y="1095"/>
                  </a:lnTo>
                  <a:lnTo>
                    <a:pt x="1155" y="1059"/>
                  </a:lnTo>
                  <a:lnTo>
                    <a:pt x="1143" y="1025"/>
                  </a:lnTo>
                  <a:lnTo>
                    <a:pt x="1123" y="995"/>
                  </a:lnTo>
                  <a:lnTo>
                    <a:pt x="1098" y="970"/>
                  </a:lnTo>
                  <a:lnTo>
                    <a:pt x="1069" y="950"/>
                  </a:lnTo>
                  <a:lnTo>
                    <a:pt x="1034" y="938"/>
                  </a:lnTo>
                  <a:lnTo>
                    <a:pt x="997" y="934"/>
                  </a:lnTo>
                  <a:close/>
                  <a:moveTo>
                    <a:pt x="493" y="0"/>
                  </a:moveTo>
                  <a:lnTo>
                    <a:pt x="526" y="6"/>
                  </a:lnTo>
                  <a:lnTo>
                    <a:pt x="558" y="17"/>
                  </a:lnTo>
                  <a:lnTo>
                    <a:pt x="589" y="35"/>
                  </a:lnTo>
                  <a:lnTo>
                    <a:pt x="617" y="56"/>
                  </a:lnTo>
                  <a:lnTo>
                    <a:pt x="1418" y="852"/>
                  </a:lnTo>
                  <a:lnTo>
                    <a:pt x="1439" y="879"/>
                  </a:lnTo>
                  <a:lnTo>
                    <a:pt x="1457" y="910"/>
                  </a:lnTo>
                  <a:lnTo>
                    <a:pt x="1469" y="941"/>
                  </a:lnTo>
                  <a:lnTo>
                    <a:pt x="1474" y="975"/>
                  </a:lnTo>
                  <a:lnTo>
                    <a:pt x="1474" y="1008"/>
                  </a:lnTo>
                  <a:lnTo>
                    <a:pt x="1469" y="1041"/>
                  </a:lnTo>
                  <a:lnTo>
                    <a:pt x="1457" y="1073"/>
                  </a:lnTo>
                  <a:lnTo>
                    <a:pt x="1439" y="1102"/>
                  </a:lnTo>
                  <a:lnTo>
                    <a:pt x="1418" y="1130"/>
                  </a:lnTo>
                  <a:lnTo>
                    <a:pt x="1137" y="1408"/>
                  </a:lnTo>
                  <a:lnTo>
                    <a:pt x="1110" y="1431"/>
                  </a:lnTo>
                  <a:lnTo>
                    <a:pt x="1079" y="1447"/>
                  </a:lnTo>
                  <a:lnTo>
                    <a:pt x="1047" y="1459"/>
                  </a:lnTo>
                  <a:lnTo>
                    <a:pt x="1013" y="1464"/>
                  </a:lnTo>
                  <a:lnTo>
                    <a:pt x="980" y="1464"/>
                  </a:lnTo>
                  <a:lnTo>
                    <a:pt x="948" y="1459"/>
                  </a:lnTo>
                  <a:lnTo>
                    <a:pt x="914" y="1447"/>
                  </a:lnTo>
                  <a:lnTo>
                    <a:pt x="885" y="1431"/>
                  </a:lnTo>
                  <a:lnTo>
                    <a:pt x="857" y="1408"/>
                  </a:lnTo>
                  <a:lnTo>
                    <a:pt x="57" y="613"/>
                  </a:lnTo>
                  <a:lnTo>
                    <a:pt x="33" y="585"/>
                  </a:lnTo>
                  <a:lnTo>
                    <a:pt x="16" y="556"/>
                  </a:lnTo>
                  <a:lnTo>
                    <a:pt x="6" y="524"/>
                  </a:lnTo>
                  <a:lnTo>
                    <a:pt x="0" y="491"/>
                  </a:lnTo>
                  <a:lnTo>
                    <a:pt x="0" y="458"/>
                  </a:lnTo>
                  <a:lnTo>
                    <a:pt x="6" y="424"/>
                  </a:lnTo>
                  <a:lnTo>
                    <a:pt x="16" y="392"/>
                  </a:lnTo>
                  <a:lnTo>
                    <a:pt x="33" y="362"/>
                  </a:lnTo>
                  <a:lnTo>
                    <a:pt x="57" y="334"/>
                  </a:lnTo>
                  <a:lnTo>
                    <a:pt x="337" y="56"/>
                  </a:lnTo>
                  <a:lnTo>
                    <a:pt x="364" y="35"/>
                  </a:lnTo>
                  <a:lnTo>
                    <a:pt x="394" y="17"/>
                  </a:lnTo>
                  <a:lnTo>
                    <a:pt x="426" y="6"/>
                  </a:lnTo>
                  <a:lnTo>
                    <a:pt x="459" y="0"/>
                  </a:lnTo>
                  <a:lnTo>
                    <a:pt x="49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50">
                <a:latin typeface="Andes" panose="02000000000000000000" pitchFamily="50" charset="0"/>
              </a:endParaRPr>
            </a:p>
          </p:txBody>
        </p:sp>
      </p:grpSp>
      <p:sp>
        <p:nvSpPr>
          <p:cNvPr id="29" name="Freeform 6">
            <a:extLst>
              <a:ext uri="{FF2B5EF4-FFF2-40B4-BE49-F238E27FC236}">
                <a16:creationId xmlns:a16="http://schemas.microsoft.com/office/drawing/2014/main" id="{1AD4E49C-9130-4065-A66F-A26115FBCF8B}"/>
              </a:ext>
            </a:extLst>
          </p:cNvPr>
          <p:cNvSpPr>
            <a:spLocks noEditPoints="1"/>
          </p:cNvSpPr>
          <p:nvPr/>
        </p:nvSpPr>
        <p:spPr bwMode="auto">
          <a:xfrm>
            <a:off x="3097949" y="1748722"/>
            <a:ext cx="333012" cy="332843"/>
          </a:xfrm>
          <a:custGeom>
            <a:avLst/>
            <a:gdLst>
              <a:gd name="T0" fmla="*/ 1690 w 3944"/>
              <a:gd name="T1" fmla="*/ 1291 h 3943"/>
              <a:gd name="T2" fmla="*/ 1407 w 3944"/>
              <a:gd name="T3" fmla="*/ 1501 h 3943"/>
              <a:gd name="T4" fmla="*/ 1254 w 3944"/>
              <a:gd name="T5" fmla="*/ 1823 h 3943"/>
              <a:gd name="T6" fmla="*/ 1272 w 3944"/>
              <a:gd name="T7" fmla="*/ 2192 h 3943"/>
              <a:gd name="T8" fmla="*/ 1455 w 3944"/>
              <a:gd name="T9" fmla="*/ 2495 h 3943"/>
              <a:gd name="T10" fmla="*/ 1758 w 3944"/>
              <a:gd name="T11" fmla="*/ 2678 h 3943"/>
              <a:gd name="T12" fmla="*/ 2127 w 3944"/>
              <a:gd name="T13" fmla="*/ 2696 h 3943"/>
              <a:gd name="T14" fmla="*/ 2449 w 3944"/>
              <a:gd name="T15" fmla="*/ 2543 h 3943"/>
              <a:gd name="T16" fmla="*/ 2659 w 3944"/>
              <a:gd name="T17" fmla="*/ 2260 h 3943"/>
              <a:gd name="T18" fmla="*/ 2713 w 3944"/>
              <a:gd name="T19" fmla="*/ 1896 h 3943"/>
              <a:gd name="T20" fmla="*/ 2591 w 3944"/>
              <a:gd name="T21" fmla="*/ 1559 h 3943"/>
              <a:gd name="T22" fmla="*/ 2330 w 3944"/>
              <a:gd name="T23" fmla="*/ 1322 h 3943"/>
              <a:gd name="T24" fmla="*/ 1978 w 3944"/>
              <a:gd name="T25" fmla="*/ 1232 h 3943"/>
              <a:gd name="T26" fmla="*/ 2178 w 3944"/>
              <a:gd name="T27" fmla="*/ 24 h 3943"/>
              <a:gd name="T28" fmla="*/ 2261 w 3944"/>
              <a:gd name="T29" fmla="*/ 144 h 3943"/>
              <a:gd name="T30" fmla="*/ 2667 w 3944"/>
              <a:gd name="T31" fmla="*/ 666 h 3943"/>
              <a:gd name="T32" fmla="*/ 3210 w 3944"/>
              <a:gd name="T33" fmla="*/ 527 h 3943"/>
              <a:gd name="T34" fmla="*/ 3351 w 3944"/>
              <a:gd name="T35" fmla="*/ 559 h 3943"/>
              <a:gd name="T36" fmla="*/ 3570 w 3944"/>
              <a:gd name="T37" fmla="*/ 837 h 3943"/>
              <a:gd name="T38" fmla="*/ 3536 w 3944"/>
              <a:gd name="T39" fmla="*/ 979 h 3943"/>
              <a:gd name="T40" fmla="*/ 3409 w 3944"/>
              <a:gd name="T41" fmla="*/ 1620 h 3943"/>
              <a:gd name="T42" fmla="*/ 3903 w 3944"/>
              <a:gd name="T43" fmla="*/ 1743 h 3943"/>
              <a:gd name="T44" fmla="*/ 3944 w 3944"/>
              <a:gd name="T45" fmla="*/ 2089 h 3943"/>
              <a:gd name="T46" fmla="*/ 3882 w 3944"/>
              <a:gd name="T47" fmla="*/ 2222 h 3943"/>
              <a:gd name="T48" fmla="*/ 3385 w 3944"/>
              <a:gd name="T49" fmla="*/ 2412 h 3943"/>
              <a:gd name="T50" fmla="*/ 3473 w 3944"/>
              <a:gd name="T51" fmla="*/ 3067 h 3943"/>
              <a:gd name="T52" fmla="*/ 3500 w 3944"/>
              <a:gd name="T53" fmla="*/ 3212 h 3943"/>
              <a:gd name="T54" fmla="*/ 3265 w 3944"/>
              <a:gd name="T55" fmla="*/ 3475 h 3943"/>
              <a:gd name="T56" fmla="*/ 3123 w 3944"/>
              <a:gd name="T57" fmla="*/ 3500 h 3943"/>
              <a:gd name="T58" fmla="*/ 2580 w 3944"/>
              <a:gd name="T59" fmla="*/ 3319 h 3943"/>
              <a:gd name="T60" fmla="*/ 2254 w 3944"/>
              <a:gd name="T61" fmla="*/ 3829 h 3943"/>
              <a:gd name="T62" fmla="*/ 2151 w 3944"/>
              <a:gd name="T63" fmla="*/ 3932 h 3943"/>
              <a:gd name="T64" fmla="*/ 1796 w 3944"/>
              <a:gd name="T65" fmla="*/ 3932 h 3943"/>
              <a:gd name="T66" fmla="*/ 1695 w 3944"/>
              <a:gd name="T67" fmla="*/ 3829 h 3943"/>
              <a:gd name="T68" fmla="*/ 1370 w 3944"/>
              <a:gd name="T69" fmla="*/ 3321 h 3943"/>
              <a:gd name="T70" fmla="*/ 775 w 3944"/>
              <a:gd name="T71" fmla="*/ 3421 h 3943"/>
              <a:gd name="T72" fmla="*/ 629 w 3944"/>
              <a:gd name="T73" fmla="*/ 3413 h 3943"/>
              <a:gd name="T74" fmla="*/ 395 w 3944"/>
              <a:gd name="T75" fmla="*/ 3148 h 3943"/>
              <a:gd name="T76" fmla="*/ 404 w 3944"/>
              <a:gd name="T77" fmla="*/ 3003 h 3943"/>
              <a:gd name="T78" fmla="*/ 565 w 3944"/>
              <a:gd name="T79" fmla="*/ 2414 h 3943"/>
              <a:gd name="T80" fmla="*/ 62 w 3944"/>
              <a:gd name="T81" fmla="*/ 2222 h 3943"/>
              <a:gd name="T82" fmla="*/ 0 w 3944"/>
              <a:gd name="T83" fmla="*/ 2089 h 3943"/>
              <a:gd name="T84" fmla="*/ 42 w 3944"/>
              <a:gd name="T85" fmla="*/ 1743 h 3943"/>
              <a:gd name="T86" fmla="*/ 540 w 3944"/>
              <a:gd name="T87" fmla="*/ 1619 h 3943"/>
              <a:gd name="T88" fmla="*/ 711 w 3944"/>
              <a:gd name="T89" fmla="*/ 1207 h 3943"/>
              <a:gd name="T90" fmla="*/ 451 w 3944"/>
              <a:gd name="T91" fmla="*/ 775 h 3943"/>
              <a:gd name="T92" fmla="*/ 667 w 3944"/>
              <a:gd name="T93" fmla="*/ 501 h 3943"/>
              <a:gd name="T94" fmla="*/ 804 w 3944"/>
              <a:gd name="T95" fmla="*/ 451 h 3943"/>
              <a:gd name="T96" fmla="*/ 1284 w 3944"/>
              <a:gd name="T97" fmla="*/ 666 h 3943"/>
              <a:gd name="T98" fmla="*/ 1688 w 3944"/>
              <a:gd name="T99" fmla="*/ 144 h 3943"/>
              <a:gd name="T100" fmla="*/ 1770 w 3944"/>
              <a:gd name="T101" fmla="*/ 24 h 39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944" h="3943">
                <a:moveTo>
                  <a:pt x="1978" y="1232"/>
                </a:moveTo>
                <a:lnTo>
                  <a:pt x="1903" y="1237"/>
                </a:lnTo>
                <a:lnTo>
                  <a:pt x="1829" y="1247"/>
                </a:lnTo>
                <a:lnTo>
                  <a:pt x="1758" y="1265"/>
                </a:lnTo>
                <a:lnTo>
                  <a:pt x="1690" y="1291"/>
                </a:lnTo>
                <a:lnTo>
                  <a:pt x="1625" y="1322"/>
                </a:lnTo>
                <a:lnTo>
                  <a:pt x="1564" y="1359"/>
                </a:lnTo>
                <a:lnTo>
                  <a:pt x="1508" y="1402"/>
                </a:lnTo>
                <a:lnTo>
                  <a:pt x="1455" y="1449"/>
                </a:lnTo>
                <a:lnTo>
                  <a:pt x="1407" y="1501"/>
                </a:lnTo>
                <a:lnTo>
                  <a:pt x="1366" y="1559"/>
                </a:lnTo>
                <a:lnTo>
                  <a:pt x="1328" y="1620"/>
                </a:lnTo>
                <a:lnTo>
                  <a:pt x="1297" y="1684"/>
                </a:lnTo>
                <a:lnTo>
                  <a:pt x="1272" y="1751"/>
                </a:lnTo>
                <a:lnTo>
                  <a:pt x="1254" y="1823"/>
                </a:lnTo>
                <a:lnTo>
                  <a:pt x="1242" y="1896"/>
                </a:lnTo>
                <a:lnTo>
                  <a:pt x="1239" y="1972"/>
                </a:lnTo>
                <a:lnTo>
                  <a:pt x="1242" y="2047"/>
                </a:lnTo>
                <a:lnTo>
                  <a:pt x="1254" y="2121"/>
                </a:lnTo>
                <a:lnTo>
                  <a:pt x="1272" y="2192"/>
                </a:lnTo>
                <a:lnTo>
                  <a:pt x="1297" y="2260"/>
                </a:lnTo>
                <a:lnTo>
                  <a:pt x="1328" y="2325"/>
                </a:lnTo>
                <a:lnTo>
                  <a:pt x="1366" y="2385"/>
                </a:lnTo>
                <a:lnTo>
                  <a:pt x="1407" y="2442"/>
                </a:lnTo>
                <a:lnTo>
                  <a:pt x="1455" y="2495"/>
                </a:lnTo>
                <a:lnTo>
                  <a:pt x="1508" y="2543"/>
                </a:lnTo>
                <a:lnTo>
                  <a:pt x="1564" y="2584"/>
                </a:lnTo>
                <a:lnTo>
                  <a:pt x="1625" y="2622"/>
                </a:lnTo>
                <a:lnTo>
                  <a:pt x="1690" y="2653"/>
                </a:lnTo>
                <a:lnTo>
                  <a:pt x="1758" y="2678"/>
                </a:lnTo>
                <a:lnTo>
                  <a:pt x="1829" y="2696"/>
                </a:lnTo>
                <a:lnTo>
                  <a:pt x="1903" y="2708"/>
                </a:lnTo>
                <a:lnTo>
                  <a:pt x="1978" y="2711"/>
                </a:lnTo>
                <a:lnTo>
                  <a:pt x="2054" y="2708"/>
                </a:lnTo>
                <a:lnTo>
                  <a:pt x="2127" y="2696"/>
                </a:lnTo>
                <a:lnTo>
                  <a:pt x="2197" y="2678"/>
                </a:lnTo>
                <a:lnTo>
                  <a:pt x="2266" y="2653"/>
                </a:lnTo>
                <a:lnTo>
                  <a:pt x="2330" y="2622"/>
                </a:lnTo>
                <a:lnTo>
                  <a:pt x="2391" y="2584"/>
                </a:lnTo>
                <a:lnTo>
                  <a:pt x="2449" y="2543"/>
                </a:lnTo>
                <a:lnTo>
                  <a:pt x="2500" y="2495"/>
                </a:lnTo>
                <a:lnTo>
                  <a:pt x="2548" y="2442"/>
                </a:lnTo>
                <a:lnTo>
                  <a:pt x="2591" y="2385"/>
                </a:lnTo>
                <a:lnTo>
                  <a:pt x="2628" y="2325"/>
                </a:lnTo>
                <a:lnTo>
                  <a:pt x="2659" y="2260"/>
                </a:lnTo>
                <a:lnTo>
                  <a:pt x="2685" y="2192"/>
                </a:lnTo>
                <a:lnTo>
                  <a:pt x="2703" y="2121"/>
                </a:lnTo>
                <a:lnTo>
                  <a:pt x="2713" y="2047"/>
                </a:lnTo>
                <a:lnTo>
                  <a:pt x="2717" y="1972"/>
                </a:lnTo>
                <a:lnTo>
                  <a:pt x="2713" y="1896"/>
                </a:lnTo>
                <a:lnTo>
                  <a:pt x="2703" y="1823"/>
                </a:lnTo>
                <a:lnTo>
                  <a:pt x="2685" y="1751"/>
                </a:lnTo>
                <a:lnTo>
                  <a:pt x="2659" y="1684"/>
                </a:lnTo>
                <a:lnTo>
                  <a:pt x="2628" y="1620"/>
                </a:lnTo>
                <a:lnTo>
                  <a:pt x="2591" y="1559"/>
                </a:lnTo>
                <a:lnTo>
                  <a:pt x="2548" y="1501"/>
                </a:lnTo>
                <a:lnTo>
                  <a:pt x="2500" y="1449"/>
                </a:lnTo>
                <a:lnTo>
                  <a:pt x="2449" y="1402"/>
                </a:lnTo>
                <a:lnTo>
                  <a:pt x="2391" y="1359"/>
                </a:lnTo>
                <a:lnTo>
                  <a:pt x="2330" y="1322"/>
                </a:lnTo>
                <a:lnTo>
                  <a:pt x="2266" y="1291"/>
                </a:lnTo>
                <a:lnTo>
                  <a:pt x="2197" y="1265"/>
                </a:lnTo>
                <a:lnTo>
                  <a:pt x="2127" y="1247"/>
                </a:lnTo>
                <a:lnTo>
                  <a:pt x="2054" y="1237"/>
                </a:lnTo>
                <a:lnTo>
                  <a:pt x="1978" y="1232"/>
                </a:lnTo>
                <a:close/>
                <a:moveTo>
                  <a:pt x="1856" y="0"/>
                </a:moveTo>
                <a:lnTo>
                  <a:pt x="2091" y="0"/>
                </a:lnTo>
                <a:lnTo>
                  <a:pt x="2122" y="3"/>
                </a:lnTo>
                <a:lnTo>
                  <a:pt x="2151" y="11"/>
                </a:lnTo>
                <a:lnTo>
                  <a:pt x="2178" y="24"/>
                </a:lnTo>
                <a:lnTo>
                  <a:pt x="2202" y="41"/>
                </a:lnTo>
                <a:lnTo>
                  <a:pt x="2224" y="62"/>
                </a:lnTo>
                <a:lnTo>
                  <a:pt x="2241" y="86"/>
                </a:lnTo>
                <a:lnTo>
                  <a:pt x="2254" y="114"/>
                </a:lnTo>
                <a:lnTo>
                  <a:pt x="2261" y="144"/>
                </a:lnTo>
                <a:lnTo>
                  <a:pt x="2327" y="536"/>
                </a:lnTo>
                <a:lnTo>
                  <a:pt x="2415" y="562"/>
                </a:lnTo>
                <a:lnTo>
                  <a:pt x="2501" y="592"/>
                </a:lnTo>
                <a:lnTo>
                  <a:pt x="2585" y="626"/>
                </a:lnTo>
                <a:lnTo>
                  <a:pt x="2667" y="666"/>
                </a:lnTo>
                <a:lnTo>
                  <a:pt x="2744" y="710"/>
                </a:lnTo>
                <a:lnTo>
                  <a:pt x="2820" y="759"/>
                </a:lnTo>
                <a:lnTo>
                  <a:pt x="3154" y="550"/>
                </a:lnTo>
                <a:lnTo>
                  <a:pt x="3181" y="535"/>
                </a:lnTo>
                <a:lnTo>
                  <a:pt x="3210" y="527"/>
                </a:lnTo>
                <a:lnTo>
                  <a:pt x="3240" y="523"/>
                </a:lnTo>
                <a:lnTo>
                  <a:pt x="3270" y="524"/>
                </a:lnTo>
                <a:lnTo>
                  <a:pt x="3299" y="532"/>
                </a:lnTo>
                <a:lnTo>
                  <a:pt x="3326" y="544"/>
                </a:lnTo>
                <a:lnTo>
                  <a:pt x="3351" y="559"/>
                </a:lnTo>
                <a:lnTo>
                  <a:pt x="3374" y="581"/>
                </a:lnTo>
                <a:lnTo>
                  <a:pt x="3530" y="755"/>
                </a:lnTo>
                <a:lnTo>
                  <a:pt x="3549" y="781"/>
                </a:lnTo>
                <a:lnTo>
                  <a:pt x="3562" y="808"/>
                </a:lnTo>
                <a:lnTo>
                  <a:pt x="3570" y="837"/>
                </a:lnTo>
                <a:lnTo>
                  <a:pt x="3574" y="867"/>
                </a:lnTo>
                <a:lnTo>
                  <a:pt x="3572" y="897"/>
                </a:lnTo>
                <a:lnTo>
                  <a:pt x="3564" y="925"/>
                </a:lnTo>
                <a:lnTo>
                  <a:pt x="3552" y="953"/>
                </a:lnTo>
                <a:lnTo>
                  <a:pt x="3536" y="979"/>
                </a:lnTo>
                <a:lnTo>
                  <a:pt x="3285" y="1289"/>
                </a:lnTo>
                <a:lnTo>
                  <a:pt x="3323" y="1368"/>
                </a:lnTo>
                <a:lnTo>
                  <a:pt x="3356" y="1450"/>
                </a:lnTo>
                <a:lnTo>
                  <a:pt x="3385" y="1534"/>
                </a:lnTo>
                <a:lnTo>
                  <a:pt x="3409" y="1620"/>
                </a:lnTo>
                <a:lnTo>
                  <a:pt x="3799" y="1684"/>
                </a:lnTo>
                <a:lnTo>
                  <a:pt x="3829" y="1693"/>
                </a:lnTo>
                <a:lnTo>
                  <a:pt x="3858" y="1705"/>
                </a:lnTo>
                <a:lnTo>
                  <a:pt x="3882" y="1723"/>
                </a:lnTo>
                <a:lnTo>
                  <a:pt x="3903" y="1743"/>
                </a:lnTo>
                <a:lnTo>
                  <a:pt x="3920" y="1767"/>
                </a:lnTo>
                <a:lnTo>
                  <a:pt x="3933" y="1794"/>
                </a:lnTo>
                <a:lnTo>
                  <a:pt x="3941" y="1824"/>
                </a:lnTo>
                <a:lnTo>
                  <a:pt x="3944" y="1854"/>
                </a:lnTo>
                <a:lnTo>
                  <a:pt x="3944" y="2089"/>
                </a:lnTo>
                <a:lnTo>
                  <a:pt x="3941" y="2120"/>
                </a:lnTo>
                <a:lnTo>
                  <a:pt x="3933" y="2149"/>
                </a:lnTo>
                <a:lnTo>
                  <a:pt x="3920" y="2176"/>
                </a:lnTo>
                <a:lnTo>
                  <a:pt x="3903" y="2200"/>
                </a:lnTo>
                <a:lnTo>
                  <a:pt x="3882" y="2222"/>
                </a:lnTo>
                <a:lnTo>
                  <a:pt x="3858" y="2239"/>
                </a:lnTo>
                <a:lnTo>
                  <a:pt x="3830" y="2252"/>
                </a:lnTo>
                <a:lnTo>
                  <a:pt x="3799" y="2259"/>
                </a:lnTo>
                <a:lnTo>
                  <a:pt x="3409" y="2325"/>
                </a:lnTo>
                <a:lnTo>
                  <a:pt x="3385" y="2412"/>
                </a:lnTo>
                <a:lnTo>
                  <a:pt x="3355" y="2497"/>
                </a:lnTo>
                <a:lnTo>
                  <a:pt x="3320" y="2580"/>
                </a:lnTo>
                <a:lnTo>
                  <a:pt x="3282" y="2660"/>
                </a:lnTo>
                <a:lnTo>
                  <a:pt x="3238" y="2736"/>
                </a:lnTo>
                <a:lnTo>
                  <a:pt x="3473" y="3067"/>
                </a:lnTo>
                <a:lnTo>
                  <a:pt x="3489" y="3094"/>
                </a:lnTo>
                <a:lnTo>
                  <a:pt x="3500" y="3123"/>
                </a:lnTo>
                <a:lnTo>
                  <a:pt x="3505" y="3152"/>
                </a:lnTo>
                <a:lnTo>
                  <a:pt x="3505" y="3182"/>
                </a:lnTo>
                <a:lnTo>
                  <a:pt x="3500" y="3212"/>
                </a:lnTo>
                <a:lnTo>
                  <a:pt x="3490" y="3239"/>
                </a:lnTo>
                <a:lnTo>
                  <a:pt x="3475" y="3266"/>
                </a:lnTo>
                <a:lnTo>
                  <a:pt x="3455" y="3289"/>
                </a:lnTo>
                <a:lnTo>
                  <a:pt x="3289" y="3455"/>
                </a:lnTo>
                <a:lnTo>
                  <a:pt x="3265" y="3475"/>
                </a:lnTo>
                <a:lnTo>
                  <a:pt x="3239" y="3491"/>
                </a:lnTo>
                <a:lnTo>
                  <a:pt x="3211" y="3500"/>
                </a:lnTo>
                <a:lnTo>
                  <a:pt x="3181" y="3505"/>
                </a:lnTo>
                <a:lnTo>
                  <a:pt x="3153" y="3505"/>
                </a:lnTo>
                <a:lnTo>
                  <a:pt x="3123" y="3500"/>
                </a:lnTo>
                <a:lnTo>
                  <a:pt x="3094" y="3489"/>
                </a:lnTo>
                <a:lnTo>
                  <a:pt x="3068" y="3474"/>
                </a:lnTo>
                <a:lnTo>
                  <a:pt x="2736" y="3237"/>
                </a:lnTo>
                <a:lnTo>
                  <a:pt x="2659" y="3280"/>
                </a:lnTo>
                <a:lnTo>
                  <a:pt x="2580" y="3319"/>
                </a:lnTo>
                <a:lnTo>
                  <a:pt x="2498" y="3353"/>
                </a:lnTo>
                <a:lnTo>
                  <a:pt x="2413" y="3383"/>
                </a:lnTo>
                <a:lnTo>
                  <a:pt x="2327" y="3407"/>
                </a:lnTo>
                <a:lnTo>
                  <a:pt x="2261" y="3799"/>
                </a:lnTo>
                <a:lnTo>
                  <a:pt x="2254" y="3829"/>
                </a:lnTo>
                <a:lnTo>
                  <a:pt x="2241" y="3857"/>
                </a:lnTo>
                <a:lnTo>
                  <a:pt x="2224" y="3882"/>
                </a:lnTo>
                <a:lnTo>
                  <a:pt x="2202" y="3902"/>
                </a:lnTo>
                <a:lnTo>
                  <a:pt x="2178" y="3920"/>
                </a:lnTo>
                <a:lnTo>
                  <a:pt x="2151" y="3932"/>
                </a:lnTo>
                <a:lnTo>
                  <a:pt x="2122" y="3941"/>
                </a:lnTo>
                <a:lnTo>
                  <a:pt x="2091" y="3943"/>
                </a:lnTo>
                <a:lnTo>
                  <a:pt x="1856" y="3943"/>
                </a:lnTo>
                <a:lnTo>
                  <a:pt x="1826" y="3941"/>
                </a:lnTo>
                <a:lnTo>
                  <a:pt x="1796" y="3932"/>
                </a:lnTo>
                <a:lnTo>
                  <a:pt x="1770" y="3920"/>
                </a:lnTo>
                <a:lnTo>
                  <a:pt x="1745" y="3902"/>
                </a:lnTo>
                <a:lnTo>
                  <a:pt x="1725" y="3882"/>
                </a:lnTo>
                <a:lnTo>
                  <a:pt x="1708" y="3857"/>
                </a:lnTo>
                <a:lnTo>
                  <a:pt x="1695" y="3829"/>
                </a:lnTo>
                <a:lnTo>
                  <a:pt x="1688" y="3799"/>
                </a:lnTo>
                <a:lnTo>
                  <a:pt x="1622" y="3407"/>
                </a:lnTo>
                <a:lnTo>
                  <a:pt x="1536" y="3383"/>
                </a:lnTo>
                <a:lnTo>
                  <a:pt x="1452" y="3354"/>
                </a:lnTo>
                <a:lnTo>
                  <a:pt x="1370" y="3321"/>
                </a:lnTo>
                <a:lnTo>
                  <a:pt x="1291" y="3283"/>
                </a:lnTo>
                <a:lnTo>
                  <a:pt x="1215" y="3240"/>
                </a:lnTo>
                <a:lnTo>
                  <a:pt x="1142" y="3194"/>
                </a:lnTo>
                <a:lnTo>
                  <a:pt x="803" y="3407"/>
                </a:lnTo>
                <a:lnTo>
                  <a:pt x="775" y="3421"/>
                </a:lnTo>
                <a:lnTo>
                  <a:pt x="746" y="3430"/>
                </a:lnTo>
                <a:lnTo>
                  <a:pt x="717" y="3433"/>
                </a:lnTo>
                <a:lnTo>
                  <a:pt x="687" y="3432"/>
                </a:lnTo>
                <a:lnTo>
                  <a:pt x="658" y="3425"/>
                </a:lnTo>
                <a:lnTo>
                  <a:pt x="629" y="3413"/>
                </a:lnTo>
                <a:lnTo>
                  <a:pt x="604" y="3396"/>
                </a:lnTo>
                <a:lnTo>
                  <a:pt x="582" y="3374"/>
                </a:lnTo>
                <a:lnTo>
                  <a:pt x="426" y="3200"/>
                </a:lnTo>
                <a:lnTo>
                  <a:pt x="408" y="3175"/>
                </a:lnTo>
                <a:lnTo>
                  <a:pt x="395" y="3148"/>
                </a:lnTo>
                <a:lnTo>
                  <a:pt x="386" y="3120"/>
                </a:lnTo>
                <a:lnTo>
                  <a:pt x="383" y="3090"/>
                </a:lnTo>
                <a:lnTo>
                  <a:pt x="385" y="3060"/>
                </a:lnTo>
                <a:lnTo>
                  <a:pt x="391" y="3031"/>
                </a:lnTo>
                <a:lnTo>
                  <a:pt x="404" y="3003"/>
                </a:lnTo>
                <a:lnTo>
                  <a:pt x="421" y="2977"/>
                </a:lnTo>
                <a:lnTo>
                  <a:pt x="670" y="2668"/>
                </a:lnTo>
                <a:lnTo>
                  <a:pt x="629" y="2587"/>
                </a:lnTo>
                <a:lnTo>
                  <a:pt x="595" y="2502"/>
                </a:lnTo>
                <a:lnTo>
                  <a:pt x="565" y="2414"/>
                </a:lnTo>
                <a:lnTo>
                  <a:pt x="540" y="2325"/>
                </a:lnTo>
                <a:lnTo>
                  <a:pt x="145" y="2259"/>
                </a:lnTo>
                <a:lnTo>
                  <a:pt x="115" y="2252"/>
                </a:lnTo>
                <a:lnTo>
                  <a:pt x="87" y="2239"/>
                </a:lnTo>
                <a:lnTo>
                  <a:pt x="62" y="2222"/>
                </a:lnTo>
                <a:lnTo>
                  <a:pt x="42" y="2200"/>
                </a:lnTo>
                <a:lnTo>
                  <a:pt x="24" y="2176"/>
                </a:lnTo>
                <a:lnTo>
                  <a:pt x="11" y="2149"/>
                </a:lnTo>
                <a:lnTo>
                  <a:pt x="3" y="2120"/>
                </a:lnTo>
                <a:lnTo>
                  <a:pt x="0" y="2089"/>
                </a:lnTo>
                <a:lnTo>
                  <a:pt x="0" y="1854"/>
                </a:lnTo>
                <a:lnTo>
                  <a:pt x="3" y="1824"/>
                </a:lnTo>
                <a:lnTo>
                  <a:pt x="11" y="1794"/>
                </a:lnTo>
                <a:lnTo>
                  <a:pt x="24" y="1767"/>
                </a:lnTo>
                <a:lnTo>
                  <a:pt x="42" y="1743"/>
                </a:lnTo>
                <a:lnTo>
                  <a:pt x="62" y="1723"/>
                </a:lnTo>
                <a:lnTo>
                  <a:pt x="87" y="1705"/>
                </a:lnTo>
                <a:lnTo>
                  <a:pt x="115" y="1693"/>
                </a:lnTo>
                <a:lnTo>
                  <a:pt x="145" y="1684"/>
                </a:lnTo>
                <a:lnTo>
                  <a:pt x="540" y="1619"/>
                </a:lnTo>
                <a:lnTo>
                  <a:pt x="564" y="1531"/>
                </a:lnTo>
                <a:lnTo>
                  <a:pt x="593" y="1446"/>
                </a:lnTo>
                <a:lnTo>
                  <a:pt x="627" y="1364"/>
                </a:lnTo>
                <a:lnTo>
                  <a:pt x="667" y="1285"/>
                </a:lnTo>
                <a:lnTo>
                  <a:pt x="711" y="1207"/>
                </a:lnTo>
                <a:lnTo>
                  <a:pt x="483" y="888"/>
                </a:lnTo>
                <a:lnTo>
                  <a:pt x="468" y="862"/>
                </a:lnTo>
                <a:lnTo>
                  <a:pt x="457" y="833"/>
                </a:lnTo>
                <a:lnTo>
                  <a:pt x="451" y="805"/>
                </a:lnTo>
                <a:lnTo>
                  <a:pt x="451" y="775"/>
                </a:lnTo>
                <a:lnTo>
                  <a:pt x="456" y="745"/>
                </a:lnTo>
                <a:lnTo>
                  <a:pt x="467" y="717"/>
                </a:lnTo>
                <a:lnTo>
                  <a:pt x="481" y="691"/>
                </a:lnTo>
                <a:lnTo>
                  <a:pt x="501" y="667"/>
                </a:lnTo>
                <a:lnTo>
                  <a:pt x="667" y="501"/>
                </a:lnTo>
                <a:lnTo>
                  <a:pt x="690" y="481"/>
                </a:lnTo>
                <a:lnTo>
                  <a:pt x="717" y="466"/>
                </a:lnTo>
                <a:lnTo>
                  <a:pt x="746" y="456"/>
                </a:lnTo>
                <a:lnTo>
                  <a:pt x="774" y="451"/>
                </a:lnTo>
                <a:lnTo>
                  <a:pt x="804" y="451"/>
                </a:lnTo>
                <a:lnTo>
                  <a:pt x="834" y="456"/>
                </a:lnTo>
                <a:lnTo>
                  <a:pt x="862" y="467"/>
                </a:lnTo>
                <a:lnTo>
                  <a:pt x="889" y="483"/>
                </a:lnTo>
                <a:lnTo>
                  <a:pt x="1206" y="710"/>
                </a:lnTo>
                <a:lnTo>
                  <a:pt x="1284" y="666"/>
                </a:lnTo>
                <a:lnTo>
                  <a:pt x="1364" y="626"/>
                </a:lnTo>
                <a:lnTo>
                  <a:pt x="1448" y="592"/>
                </a:lnTo>
                <a:lnTo>
                  <a:pt x="1533" y="562"/>
                </a:lnTo>
                <a:lnTo>
                  <a:pt x="1622" y="538"/>
                </a:lnTo>
                <a:lnTo>
                  <a:pt x="1688" y="144"/>
                </a:lnTo>
                <a:lnTo>
                  <a:pt x="1695" y="114"/>
                </a:lnTo>
                <a:lnTo>
                  <a:pt x="1708" y="86"/>
                </a:lnTo>
                <a:lnTo>
                  <a:pt x="1725" y="62"/>
                </a:lnTo>
                <a:lnTo>
                  <a:pt x="1745" y="41"/>
                </a:lnTo>
                <a:lnTo>
                  <a:pt x="1770" y="24"/>
                </a:lnTo>
                <a:lnTo>
                  <a:pt x="1796" y="11"/>
                </a:lnTo>
                <a:lnTo>
                  <a:pt x="1826" y="3"/>
                </a:lnTo>
                <a:lnTo>
                  <a:pt x="1856" y="0"/>
                </a:lnTo>
                <a:close/>
              </a:path>
            </a:pathLst>
          </a:custGeom>
          <a:solidFill>
            <a:schemeClr val="accent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050">
              <a:latin typeface="Andes" panose="02000000000000000000" pitchFamily="50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3582478-A2B1-46E8-AE94-35F1B4AEF3AD}"/>
              </a:ext>
            </a:extLst>
          </p:cNvPr>
          <p:cNvGrpSpPr/>
          <p:nvPr/>
        </p:nvGrpSpPr>
        <p:grpSpPr>
          <a:xfrm>
            <a:off x="6337326" y="1527516"/>
            <a:ext cx="2224104" cy="798337"/>
            <a:chOff x="8556491" y="872349"/>
            <a:chExt cx="2965472" cy="1064449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792FDB8-1D8B-4B64-A81C-47F37EA02B8D}"/>
                </a:ext>
              </a:extLst>
            </p:cNvPr>
            <p:cNvSpPr txBox="1"/>
            <p:nvPr/>
          </p:nvSpPr>
          <p:spPr>
            <a:xfrm>
              <a:off x="8556492" y="1259690"/>
              <a:ext cx="2965471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350" dirty="0">
                  <a:solidFill>
                    <a:schemeClr val="bg1">
                      <a:lumMod val="50000"/>
                    </a:schemeClr>
                  </a:solidFill>
                  <a:latin typeface="Andes" panose="02000000000000000000" pitchFamily="50" charset="0"/>
                </a:rPr>
                <a:t>You can replace this text. This is a sample.</a:t>
              </a:r>
              <a:endParaRPr lang="en-US" sz="1350" dirty="0">
                <a:solidFill>
                  <a:schemeClr val="bg1">
                    <a:lumMod val="50000"/>
                  </a:schemeClr>
                </a:solidFill>
                <a:latin typeface="Andes" panose="02000000000000000000" pitchFamily="50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277B772-79C9-4CBA-A9AF-F934BC7B53E2}"/>
                </a:ext>
              </a:extLst>
            </p:cNvPr>
            <p:cNvSpPr txBox="1"/>
            <p:nvPr/>
          </p:nvSpPr>
          <p:spPr>
            <a:xfrm>
              <a:off x="8556491" y="872349"/>
              <a:ext cx="296547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5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ndes" panose="02000000000000000000" pitchFamily="50" charset="0"/>
                </a:rPr>
                <a:t>Placeholder</a:t>
              </a:r>
              <a:endPara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Andes" panose="02000000000000000000" pitchFamily="50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19F1713-BD7C-4E05-AFB2-22A15E09CB95}"/>
              </a:ext>
            </a:extLst>
          </p:cNvPr>
          <p:cNvGrpSpPr/>
          <p:nvPr/>
        </p:nvGrpSpPr>
        <p:grpSpPr>
          <a:xfrm>
            <a:off x="6337326" y="3972542"/>
            <a:ext cx="2224104" cy="798337"/>
            <a:chOff x="8556491" y="872349"/>
            <a:chExt cx="2965472" cy="1064449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40AADF9-0E3C-4F54-8527-978D7D31BDD4}"/>
                </a:ext>
              </a:extLst>
            </p:cNvPr>
            <p:cNvSpPr txBox="1"/>
            <p:nvPr/>
          </p:nvSpPr>
          <p:spPr>
            <a:xfrm>
              <a:off x="8556492" y="1259690"/>
              <a:ext cx="2965471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350" dirty="0">
                  <a:solidFill>
                    <a:schemeClr val="bg1">
                      <a:lumMod val="50000"/>
                    </a:schemeClr>
                  </a:solidFill>
                  <a:latin typeface="Andes" panose="02000000000000000000" pitchFamily="50" charset="0"/>
                </a:rPr>
                <a:t>You can replace this text. This is a sample.</a:t>
              </a:r>
              <a:endParaRPr lang="en-US" sz="1350" dirty="0">
                <a:solidFill>
                  <a:schemeClr val="bg1">
                    <a:lumMod val="50000"/>
                  </a:schemeClr>
                </a:solidFill>
                <a:latin typeface="Andes" panose="02000000000000000000" pitchFamily="50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E852E77-2190-42B4-98BC-7F888171E876}"/>
                </a:ext>
              </a:extLst>
            </p:cNvPr>
            <p:cNvSpPr txBox="1"/>
            <p:nvPr/>
          </p:nvSpPr>
          <p:spPr>
            <a:xfrm>
              <a:off x="8556491" y="872349"/>
              <a:ext cx="296547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US" sz="15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ndes" panose="02000000000000000000" pitchFamily="50" charset="0"/>
                </a:rPr>
                <a:t>Placeholder</a:t>
              </a:r>
              <a:endPara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Andes" panose="02000000000000000000" pitchFamily="50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AC2F349-5BC9-40D6-B7FA-160840538FF0}"/>
              </a:ext>
            </a:extLst>
          </p:cNvPr>
          <p:cNvGrpSpPr/>
          <p:nvPr/>
        </p:nvGrpSpPr>
        <p:grpSpPr>
          <a:xfrm>
            <a:off x="582570" y="1527516"/>
            <a:ext cx="2224104" cy="798337"/>
            <a:chOff x="8556491" y="872349"/>
            <a:chExt cx="2965472" cy="1064449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D34904D-E694-42B1-8F3C-C2374E8CAE96}"/>
                </a:ext>
              </a:extLst>
            </p:cNvPr>
            <p:cNvSpPr txBox="1"/>
            <p:nvPr/>
          </p:nvSpPr>
          <p:spPr>
            <a:xfrm>
              <a:off x="8556492" y="1259690"/>
              <a:ext cx="2965471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350" dirty="0">
                  <a:solidFill>
                    <a:schemeClr val="bg1">
                      <a:lumMod val="50000"/>
                    </a:schemeClr>
                  </a:solidFill>
                  <a:latin typeface="Andes" panose="02000000000000000000" pitchFamily="50" charset="0"/>
                </a:rPr>
                <a:t>You can replace this text. This is a sample.</a:t>
              </a:r>
              <a:endParaRPr lang="en-US" sz="1350" dirty="0">
                <a:solidFill>
                  <a:schemeClr val="bg1">
                    <a:lumMod val="50000"/>
                  </a:schemeClr>
                </a:solidFill>
                <a:latin typeface="Andes" panose="02000000000000000000" pitchFamily="50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9995BDD-CDB4-4479-B7EC-F1B51EE96B3A}"/>
                </a:ext>
              </a:extLst>
            </p:cNvPr>
            <p:cNvSpPr txBox="1"/>
            <p:nvPr/>
          </p:nvSpPr>
          <p:spPr>
            <a:xfrm>
              <a:off x="8556491" y="872349"/>
              <a:ext cx="296547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5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ndes" panose="02000000000000000000" pitchFamily="50" charset="0"/>
                </a:rPr>
                <a:t>Placeholder</a:t>
              </a:r>
              <a:endPara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Andes" panose="02000000000000000000" pitchFamily="50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E6199BD-4EFF-4956-9378-1CE27EF0A2A5}"/>
              </a:ext>
            </a:extLst>
          </p:cNvPr>
          <p:cNvGrpSpPr/>
          <p:nvPr/>
        </p:nvGrpSpPr>
        <p:grpSpPr>
          <a:xfrm>
            <a:off x="582570" y="3972542"/>
            <a:ext cx="2224104" cy="798337"/>
            <a:chOff x="8556491" y="872349"/>
            <a:chExt cx="2965472" cy="106444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D2C29DE-CFBE-4853-997E-CCAFD6CD2460}"/>
                </a:ext>
              </a:extLst>
            </p:cNvPr>
            <p:cNvSpPr txBox="1"/>
            <p:nvPr/>
          </p:nvSpPr>
          <p:spPr>
            <a:xfrm>
              <a:off x="8556492" y="1259690"/>
              <a:ext cx="2965471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350" dirty="0">
                  <a:solidFill>
                    <a:schemeClr val="bg1">
                      <a:lumMod val="50000"/>
                    </a:schemeClr>
                  </a:solidFill>
                  <a:latin typeface="Andes" panose="02000000000000000000" pitchFamily="50" charset="0"/>
                </a:rPr>
                <a:t>You can replace this text. This is a sample.</a:t>
              </a:r>
              <a:endParaRPr lang="en-US" sz="1350" dirty="0">
                <a:solidFill>
                  <a:schemeClr val="bg1">
                    <a:lumMod val="50000"/>
                  </a:schemeClr>
                </a:solidFill>
                <a:latin typeface="Andes" panose="02000000000000000000" pitchFamily="50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EAB7FC-5BF9-430A-A745-00BA3FF734D7}"/>
                </a:ext>
              </a:extLst>
            </p:cNvPr>
            <p:cNvSpPr txBox="1"/>
            <p:nvPr/>
          </p:nvSpPr>
          <p:spPr>
            <a:xfrm>
              <a:off x="8556491" y="872349"/>
              <a:ext cx="296547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US" sz="15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ndes" panose="02000000000000000000" pitchFamily="50" charset="0"/>
                </a:rPr>
                <a:t>Placeholder</a:t>
              </a:r>
              <a:endPara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Andes" panose="02000000000000000000" pitchFamily="5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8852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0A3D9EA2-E04C-4E1A-BB83-55D6CB81E5B0}"/>
              </a:ext>
            </a:extLst>
          </p:cNvPr>
          <p:cNvSpPr/>
          <p:nvPr/>
        </p:nvSpPr>
        <p:spPr>
          <a:xfrm>
            <a:off x="458273" y="2457222"/>
            <a:ext cx="2743989" cy="1946989"/>
          </a:xfrm>
          <a:prstGeom prst="rect">
            <a:avLst/>
          </a:prstGeom>
          <a:solidFill>
            <a:schemeClr val="accent5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>
              <a:latin typeface="Andes" panose="02000000000000000000" pitchFamily="50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B1C0B1E-77B4-47DE-A9F1-8D25495ECA1D}"/>
              </a:ext>
            </a:extLst>
          </p:cNvPr>
          <p:cNvSpPr/>
          <p:nvPr/>
        </p:nvSpPr>
        <p:spPr>
          <a:xfrm>
            <a:off x="3200006" y="2457222"/>
            <a:ext cx="2743989" cy="1946989"/>
          </a:xfrm>
          <a:prstGeom prst="rect">
            <a:avLst/>
          </a:prstGeom>
          <a:solidFill>
            <a:schemeClr val="accent2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>
              <a:latin typeface="Andes" panose="02000000000000000000" pitchFamily="50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ADB0256-E0D0-41D4-B588-983609B139D7}"/>
              </a:ext>
            </a:extLst>
          </p:cNvPr>
          <p:cNvSpPr/>
          <p:nvPr/>
        </p:nvSpPr>
        <p:spPr>
          <a:xfrm>
            <a:off x="5941740" y="2457222"/>
            <a:ext cx="2743989" cy="1946989"/>
          </a:xfrm>
          <a:prstGeom prst="rect">
            <a:avLst/>
          </a:prstGeom>
          <a:solidFill>
            <a:schemeClr val="accent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>
              <a:latin typeface="Andes" panose="02000000000000000000" pitchFamily="50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9FD2875-9DB2-4178-969C-E56593B228E4}"/>
              </a:ext>
            </a:extLst>
          </p:cNvPr>
          <p:cNvSpPr txBox="1"/>
          <p:nvPr/>
        </p:nvSpPr>
        <p:spPr>
          <a:xfrm>
            <a:off x="598683" y="3277568"/>
            <a:ext cx="246317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050" dirty="0">
                <a:solidFill>
                  <a:schemeClr val="bg1"/>
                </a:solidFill>
                <a:latin typeface="Andes" panose="020000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You can replace this text. This is a sample.</a:t>
            </a:r>
            <a:endParaRPr lang="en-US" sz="1050" dirty="0">
              <a:solidFill>
                <a:schemeClr val="bg1"/>
              </a:solidFill>
              <a:latin typeface="Andes" panose="02000000000000000000" pitchFamily="50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77F5FC8-BA94-4538-B971-F2BFC38BA82F}"/>
              </a:ext>
            </a:extLst>
          </p:cNvPr>
          <p:cNvSpPr txBox="1"/>
          <p:nvPr/>
        </p:nvSpPr>
        <p:spPr>
          <a:xfrm>
            <a:off x="598683" y="2738563"/>
            <a:ext cx="246317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>
                <a:solidFill>
                  <a:schemeClr val="bg1"/>
                </a:solidFill>
                <a:latin typeface="Andes" panose="020000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Edit Text Here</a:t>
            </a:r>
            <a:endParaRPr lang="en-IN" sz="1350" b="1" dirty="0">
              <a:solidFill>
                <a:schemeClr val="bg1"/>
              </a:solidFill>
              <a:latin typeface="Andes" panose="02000000000000000000" pitchFamily="50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ACE29EC-AA3D-4C63-B9D0-FF4E54CA66C6}"/>
              </a:ext>
            </a:extLst>
          </p:cNvPr>
          <p:cNvSpPr txBox="1"/>
          <p:nvPr/>
        </p:nvSpPr>
        <p:spPr>
          <a:xfrm>
            <a:off x="3325744" y="3277568"/>
            <a:ext cx="246317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050" dirty="0">
                <a:solidFill>
                  <a:schemeClr val="bg1"/>
                </a:solidFill>
                <a:latin typeface="Andes" panose="020000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You can replace this text. This is a sample.</a:t>
            </a:r>
            <a:endParaRPr lang="en-US" sz="1050" dirty="0">
              <a:solidFill>
                <a:schemeClr val="bg1"/>
              </a:solidFill>
              <a:latin typeface="Andes" panose="02000000000000000000" pitchFamily="50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C7BA803-9AED-46D6-9101-ACD19BEA027E}"/>
              </a:ext>
            </a:extLst>
          </p:cNvPr>
          <p:cNvSpPr txBox="1"/>
          <p:nvPr/>
        </p:nvSpPr>
        <p:spPr>
          <a:xfrm>
            <a:off x="3325744" y="2738563"/>
            <a:ext cx="246317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>
                <a:solidFill>
                  <a:schemeClr val="bg1"/>
                </a:solidFill>
                <a:latin typeface="Andes" panose="020000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Edit Text Here</a:t>
            </a:r>
            <a:endParaRPr lang="en-IN" sz="1350" b="1" dirty="0">
              <a:solidFill>
                <a:schemeClr val="bg1"/>
              </a:solidFill>
              <a:latin typeface="Andes" panose="02000000000000000000" pitchFamily="50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B8F451B-3C0F-49AE-88C9-EB7486501F00}"/>
              </a:ext>
            </a:extLst>
          </p:cNvPr>
          <p:cNvSpPr txBox="1"/>
          <p:nvPr/>
        </p:nvSpPr>
        <p:spPr>
          <a:xfrm>
            <a:off x="6084331" y="3277568"/>
            <a:ext cx="246317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050" dirty="0">
                <a:solidFill>
                  <a:schemeClr val="bg1"/>
                </a:solidFill>
                <a:latin typeface="Andes" panose="020000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You can replace this text. This is a sample.</a:t>
            </a:r>
            <a:endParaRPr lang="en-US" sz="1050" dirty="0">
              <a:solidFill>
                <a:schemeClr val="bg1"/>
              </a:solidFill>
              <a:latin typeface="Andes" panose="02000000000000000000" pitchFamily="50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1E4641F-AF6D-42E8-BD27-1476BE519CA8}"/>
              </a:ext>
            </a:extLst>
          </p:cNvPr>
          <p:cNvSpPr txBox="1"/>
          <p:nvPr/>
        </p:nvSpPr>
        <p:spPr>
          <a:xfrm>
            <a:off x="6084331" y="2738563"/>
            <a:ext cx="246317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>
                <a:solidFill>
                  <a:schemeClr val="bg1"/>
                </a:solidFill>
                <a:latin typeface="Andes" panose="020000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Edit Text Here</a:t>
            </a:r>
            <a:endParaRPr lang="en-IN" sz="1350" b="1" dirty="0">
              <a:solidFill>
                <a:schemeClr val="bg1"/>
              </a:solidFill>
              <a:latin typeface="Andes" panose="02000000000000000000" pitchFamily="50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1DBB170-5D69-4510-ABB6-A2C7B99D3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ndes" panose="02000000000000000000" pitchFamily="50" charset="0"/>
              </a:rPr>
              <a:t>TIMELINE SLIDE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2C48F8-368E-4597-AF77-3C75DADA7A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>
                <a:latin typeface="Andes" panose="02000000000000000000" pitchFamily="50" charset="0"/>
              </a:rPr>
              <a:t>Edit this presentation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18461E-5C91-477A-8D3A-8A69365BA11B}"/>
              </a:ext>
            </a:extLst>
          </p:cNvPr>
          <p:cNvCxnSpPr>
            <a:cxnSpLocks/>
          </p:cNvCxnSpPr>
          <p:nvPr/>
        </p:nvCxnSpPr>
        <p:spPr>
          <a:xfrm>
            <a:off x="458272" y="1663262"/>
            <a:ext cx="8227457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F69CD200-1C86-4ABC-B19B-647208BA4014}"/>
              </a:ext>
            </a:extLst>
          </p:cNvPr>
          <p:cNvSpPr/>
          <p:nvPr/>
        </p:nvSpPr>
        <p:spPr>
          <a:xfrm rot="10800000">
            <a:off x="1731698" y="2454055"/>
            <a:ext cx="197142" cy="12285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>
              <a:latin typeface="Andes" panose="02000000000000000000" pitchFamily="50" charset="0"/>
            </a:endParaRPr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C28A7813-8CC0-4B51-9F05-28D9CDF86316}"/>
              </a:ext>
            </a:extLst>
          </p:cNvPr>
          <p:cNvSpPr/>
          <p:nvPr/>
        </p:nvSpPr>
        <p:spPr>
          <a:xfrm rot="10800000">
            <a:off x="4473430" y="2454055"/>
            <a:ext cx="197142" cy="12285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>
              <a:latin typeface="Andes" panose="02000000000000000000" pitchFamily="50" charset="0"/>
            </a:endParaRPr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1C7B969B-3442-481A-83CF-2A602826AD9F}"/>
              </a:ext>
            </a:extLst>
          </p:cNvPr>
          <p:cNvSpPr/>
          <p:nvPr/>
        </p:nvSpPr>
        <p:spPr>
          <a:xfrm rot="10800000">
            <a:off x="7215164" y="2454055"/>
            <a:ext cx="197142" cy="12285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>
              <a:latin typeface="Andes" panose="02000000000000000000" pitchFamily="50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72AA7C-6F22-4F68-959C-D7C903C4503B}"/>
              </a:ext>
            </a:extLst>
          </p:cNvPr>
          <p:cNvSpPr txBox="1"/>
          <p:nvPr/>
        </p:nvSpPr>
        <p:spPr>
          <a:xfrm>
            <a:off x="1584047" y="1915251"/>
            <a:ext cx="492444" cy="25391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050" b="1">
                <a:solidFill>
                  <a:schemeClr val="accent5"/>
                </a:solidFill>
                <a:latin typeface="Andes" panose="020000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2021</a:t>
            </a:r>
            <a:endParaRPr lang="en-IN" sz="1050" b="1" dirty="0">
              <a:solidFill>
                <a:schemeClr val="accent5"/>
              </a:solidFill>
              <a:latin typeface="Andes" panose="02000000000000000000" pitchFamily="50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DC3DCEC-3B27-4D7E-8AE0-D50DD76D83B0}"/>
              </a:ext>
            </a:extLst>
          </p:cNvPr>
          <p:cNvSpPr/>
          <p:nvPr/>
        </p:nvSpPr>
        <p:spPr>
          <a:xfrm>
            <a:off x="1775089" y="1608083"/>
            <a:ext cx="110358" cy="11035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>
              <a:latin typeface="Andes" panose="02000000000000000000" pitchFamily="50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6FA8621-F237-4B45-A810-C044CD489B6E}"/>
              </a:ext>
            </a:extLst>
          </p:cNvPr>
          <p:cNvSpPr txBox="1"/>
          <p:nvPr/>
        </p:nvSpPr>
        <p:spPr>
          <a:xfrm>
            <a:off x="4314559" y="1915251"/>
            <a:ext cx="514886" cy="25391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050" b="1" dirty="0">
                <a:solidFill>
                  <a:schemeClr val="accent2"/>
                </a:solidFill>
                <a:latin typeface="Andes" panose="020000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2022</a:t>
            </a:r>
            <a:endParaRPr lang="en-IN" sz="1050" b="1" dirty="0">
              <a:solidFill>
                <a:schemeClr val="accent2"/>
              </a:solidFill>
              <a:latin typeface="Andes" panose="02000000000000000000" pitchFamily="50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F23368C-2A2C-4FD2-90BB-2B88A35FB791}"/>
              </a:ext>
            </a:extLst>
          </p:cNvPr>
          <p:cNvSpPr/>
          <p:nvPr/>
        </p:nvSpPr>
        <p:spPr>
          <a:xfrm>
            <a:off x="4516822" y="1608083"/>
            <a:ext cx="110358" cy="11035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>
              <a:latin typeface="Andes" panose="02000000000000000000" pitchFamily="50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B6CF10E-9A79-416A-83AD-08B61BEA3F04}"/>
              </a:ext>
            </a:extLst>
          </p:cNvPr>
          <p:cNvSpPr txBox="1"/>
          <p:nvPr/>
        </p:nvSpPr>
        <p:spPr>
          <a:xfrm>
            <a:off x="7054690" y="1915251"/>
            <a:ext cx="518091" cy="25391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050" b="1" dirty="0">
                <a:solidFill>
                  <a:schemeClr val="accent1"/>
                </a:solidFill>
                <a:latin typeface="Andes" panose="02000000000000000000" pitchFamily="50" charset="0"/>
                <a:ea typeface="Open Sans" panose="020B0606030504020204" pitchFamily="34" charset="0"/>
                <a:cs typeface="Open Sans" panose="020B0606030504020204" pitchFamily="34" charset="0"/>
              </a:rPr>
              <a:t>2023</a:t>
            </a:r>
            <a:endParaRPr lang="en-IN" sz="1050" b="1" dirty="0">
              <a:solidFill>
                <a:schemeClr val="accent1"/>
              </a:solidFill>
              <a:latin typeface="Andes" panose="02000000000000000000" pitchFamily="50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901DEE8A-B7FB-4B53-98A2-58FD7601C9D0}"/>
              </a:ext>
            </a:extLst>
          </p:cNvPr>
          <p:cNvSpPr/>
          <p:nvPr/>
        </p:nvSpPr>
        <p:spPr>
          <a:xfrm>
            <a:off x="7258556" y="1608083"/>
            <a:ext cx="110358" cy="1103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>
              <a:solidFill>
                <a:schemeClr val="accent3"/>
              </a:solidFill>
              <a:latin typeface="Andes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357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ndes" panose="02000000000000000000" pitchFamily="50" charset="0"/>
              </a:rPr>
              <a:t>Process Flow Diagram Template for PowerPoint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  <a:latin typeface="Andes" panose="02000000000000000000" pitchFamily="50" charset="0"/>
            </a:endParaRP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ACE207C4-45F7-4590-8306-A0DA893637AB}"/>
              </a:ext>
            </a:extLst>
          </p:cNvPr>
          <p:cNvSpPr/>
          <p:nvPr/>
        </p:nvSpPr>
        <p:spPr>
          <a:xfrm>
            <a:off x="548817" y="830025"/>
            <a:ext cx="2385631" cy="1022112"/>
          </a:xfrm>
          <a:prstGeom prst="homePlat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>
              <a:latin typeface="Andes" panose="02000000000000000000" pitchFamily="50" charset="0"/>
            </a:endParaRP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20C82AA0-F070-4B4F-8290-E2FCFA5EB7DC}"/>
              </a:ext>
            </a:extLst>
          </p:cNvPr>
          <p:cNvSpPr/>
          <p:nvPr/>
        </p:nvSpPr>
        <p:spPr>
          <a:xfrm>
            <a:off x="2479658" y="830025"/>
            <a:ext cx="2385630" cy="1022112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>
              <a:solidFill>
                <a:schemeClr val="tx1"/>
              </a:solidFill>
              <a:latin typeface="Andes" panose="02000000000000000000" pitchFamily="50" charset="0"/>
            </a:endParaRP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811B70D4-01E9-40C6-BDB0-32E9086F1C72}"/>
              </a:ext>
            </a:extLst>
          </p:cNvPr>
          <p:cNvSpPr/>
          <p:nvPr/>
        </p:nvSpPr>
        <p:spPr>
          <a:xfrm>
            <a:off x="4410499" y="830025"/>
            <a:ext cx="2385630" cy="1022112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>
              <a:solidFill>
                <a:schemeClr val="tx1"/>
              </a:solidFill>
              <a:latin typeface="Andes" panose="02000000000000000000" pitchFamily="50" charset="0"/>
            </a:endParaRP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BBE733E8-76B2-46E7-824E-ECFE462B9999}"/>
              </a:ext>
            </a:extLst>
          </p:cNvPr>
          <p:cNvSpPr/>
          <p:nvPr/>
        </p:nvSpPr>
        <p:spPr>
          <a:xfrm>
            <a:off x="6341339" y="830025"/>
            <a:ext cx="2385630" cy="1022112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>
              <a:solidFill>
                <a:schemeClr val="tx1"/>
              </a:solidFill>
              <a:latin typeface="Andes" panose="02000000000000000000" pitchFamily="50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AC3CF9-85B7-429E-8E83-C2D586782150}"/>
              </a:ext>
            </a:extLst>
          </p:cNvPr>
          <p:cNvSpPr/>
          <p:nvPr/>
        </p:nvSpPr>
        <p:spPr>
          <a:xfrm>
            <a:off x="548817" y="1913281"/>
            <a:ext cx="1862944" cy="4179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rIns="81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975" dirty="0">
                <a:solidFill>
                  <a:schemeClr val="tx1">
                    <a:lumMod val="50000"/>
                    <a:lumOff val="50000"/>
                  </a:schemeClr>
                </a:solidFill>
                <a:latin typeface="Andes" panose="02000000000000000000" pitchFamily="50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A531BB-A5F6-4398-8A31-28844D28E570}"/>
              </a:ext>
            </a:extLst>
          </p:cNvPr>
          <p:cNvSpPr/>
          <p:nvPr/>
        </p:nvSpPr>
        <p:spPr>
          <a:xfrm>
            <a:off x="548817" y="2391855"/>
            <a:ext cx="1862944" cy="4179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rIns="81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975" dirty="0">
                <a:solidFill>
                  <a:schemeClr val="tx1">
                    <a:lumMod val="50000"/>
                    <a:lumOff val="50000"/>
                  </a:schemeClr>
                </a:solidFill>
                <a:latin typeface="Andes" panose="02000000000000000000" pitchFamily="50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3E02C5-1E48-460E-A5E7-70FF887E8628}"/>
              </a:ext>
            </a:extLst>
          </p:cNvPr>
          <p:cNvSpPr/>
          <p:nvPr/>
        </p:nvSpPr>
        <p:spPr>
          <a:xfrm>
            <a:off x="548817" y="2870429"/>
            <a:ext cx="1862944" cy="4179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rIns="81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975" dirty="0">
                <a:solidFill>
                  <a:schemeClr val="tx1">
                    <a:lumMod val="50000"/>
                    <a:lumOff val="50000"/>
                  </a:schemeClr>
                </a:solidFill>
                <a:latin typeface="Andes" panose="02000000000000000000" pitchFamily="50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CA7162-E3A1-4F06-9C1A-B3F26D268879}"/>
              </a:ext>
            </a:extLst>
          </p:cNvPr>
          <p:cNvSpPr/>
          <p:nvPr/>
        </p:nvSpPr>
        <p:spPr>
          <a:xfrm>
            <a:off x="548817" y="3349002"/>
            <a:ext cx="1862944" cy="4179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rIns="81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975" dirty="0">
                <a:solidFill>
                  <a:schemeClr val="tx1">
                    <a:lumMod val="50000"/>
                    <a:lumOff val="50000"/>
                  </a:schemeClr>
                </a:solidFill>
                <a:latin typeface="Andes" panose="02000000000000000000" pitchFamily="50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6223C9-3466-4790-9ABF-0CBE8C1B4996}"/>
              </a:ext>
            </a:extLst>
          </p:cNvPr>
          <p:cNvSpPr/>
          <p:nvPr/>
        </p:nvSpPr>
        <p:spPr>
          <a:xfrm>
            <a:off x="548817" y="3827577"/>
            <a:ext cx="1862944" cy="4179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rIns="81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975" dirty="0">
                <a:solidFill>
                  <a:schemeClr val="tx1">
                    <a:lumMod val="50000"/>
                    <a:lumOff val="50000"/>
                  </a:schemeClr>
                </a:solidFill>
                <a:latin typeface="Andes" panose="02000000000000000000" pitchFamily="50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73F764-6671-49C7-8E68-F12CD01BA33C}"/>
              </a:ext>
            </a:extLst>
          </p:cNvPr>
          <p:cNvSpPr/>
          <p:nvPr/>
        </p:nvSpPr>
        <p:spPr>
          <a:xfrm>
            <a:off x="548817" y="4306150"/>
            <a:ext cx="1862944" cy="4179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rIns="81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975" dirty="0">
                <a:solidFill>
                  <a:schemeClr val="tx1">
                    <a:lumMod val="50000"/>
                    <a:lumOff val="50000"/>
                  </a:schemeClr>
                </a:solidFill>
                <a:latin typeface="Andes" panose="02000000000000000000" pitchFamily="50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26715B-BC30-46C6-A327-5A840E867B30}"/>
              </a:ext>
            </a:extLst>
          </p:cNvPr>
          <p:cNvSpPr/>
          <p:nvPr/>
        </p:nvSpPr>
        <p:spPr>
          <a:xfrm>
            <a:off x="2480094" y="1913281"/>
            <a:ext cx="1862944" cy="4179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rIns="81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975" dirty="0">
                <a:solidFill>
                  <a:schemeClr val="tx1">
                    <a:lumMod val="50000"/>
                    <a:lumOff val="50000"/>
                  </a:schemeClr>
                </a:solidFill>
                <a:latin typeface="Andes" panose="02000000000000000000" pitchFamily="50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981AD9-0D68-46BE-95C9-A6405B69F81E}"/>
              </a:ext>
            </a:extLst>
          </p:cNvPr>
          <p:cNvSpPr/>
          <p:nvPr/>
        </p:nvSpPr>
        <p:spPr>
          <a:xfrm>
            <a:off x="2480094" y="2391855"/>
            <a:ext cx="1862944" cy="4179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rIns="81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975" dirty="0">
                <a:solidFill>
                  <a:schemeClr val="tx1">
                    <a:lumMod val="50000"/>
                    <a:lumOff val="50000"/>
                  </a:schemeClr>
                </a:solidFill>
                <a:latin typeface="Andes" panose="02000000000000000000" pitchFamily="50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957A86-37CC-49D1-B021-C4E52E53D5A4}"/>
              </a:ext>
            </a:extLst>
          </p:cNvPr>
          <p:cNvSpPr/>
          <p:nvPr/>
        </p:nvSpPr>
        <p:spPr>
          <a:xfrm>
            <a:off x="2480094" y="2870429"/>
            <a:ext cx="1862944" cy="4179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rIns="81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975" dirty="0">
                <a:solidFill>
                  <a:schemeClr val="tx1">
                    <a:lumMod val="50000"/>
                    <a:lumOff val="50000"/>
                  </a:schemeClr>
                </a:solidFill>
                <a:latin typeface="Andes" panose="02000000000000000000" pitchFamily="50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5AE6FB-9EA1-4755-B429-BB530F56304F}"/>
              </a:ext>
            </a:extLst>
          </p:cNvPr>
          <p:cNvSpPr/>
          <p:nvPr/>
        </p:nvSpPr>
        <p:spPr>
          <a:xfrm>
            <a:off x="2480094" y="3349002"/>
            <a:ext cx="1862944" cy="4179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rIns="81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975" dirty="0">
                <a:solidFill>
                  <a:schemeClr val="tx1">
                    <a:lumMod val="50000"/>
                    <a:lumOff val="50000"/>
                  </a:schemeClr>
                </a:solidFill>
                <a:latin typeface="Andes" panose="02000000000000000000" pitchFamily="50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95A6D7-9333-4423-AA1D-17798C072408}"/>
              </a:ext>
            </a:extLst>
          </p:cNvPr>
          <p:cNvSpPr/>
          <p:nvPr/>
        </p:nvSpPr>
        <p:spPr>
          <a:xfrm>
            <a:off x="2480094" y="3827577"/>
            <a:ext cx="1862944" cy="4179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rIns="81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975" dirty="0">
                <a:solidFill>
                  <a:schemeClr val="tx1">
                    <a:lumMod val="50000"/>
                    <a:lumOff val="50000"/>
                  </a:schemeClr>
                </a:solidFill>
                <a:latin typeface="Andes" panose="02000000000000000000" pitchFamily="50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D17782-C257-41A0-AE54-BA85FEDBFA8B}"/>
              </a:ext>
            </a:extLst>
          </p:cNvPr>
          <p:cNvSpPr/>
          <p:nvPr/>
        </p:nvSpPr>
        <p:spPr>
          <a:xfrm>
            <a:off x="2480094" y="4306150"/>
            <a:ext cx="1862944" cy="4179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rIns="81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975" dirty="0">
                <a:solidFill>
                  <a:schemeClr val="tx1">
                    <a:lumMod val="50000"/>
                    <a:lumOff val="50000"/>
                  </a:schemeClr>
                </a:solidFill>
                <a:latin typeface="Andes" panose="02000000000000000000" pitchFamily="50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E35F994-407F-4B7B-A285-6AAF6AD96B75}"/>
              </a:ext>
            </a:extLst>
          </p:cNvPr>
          <p:cNvSpPr/>
          <p:nvPr/>
        </p:nvSpPr>
        <p:spPr>
          <a:xfrm>
            <a:off x="4419252" y="1913281"/>
            <a:ext cx="1862944" cy="4179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rIns="81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975" dirty="0">
                <a:solidFill>
                  <a:schemeClr val="tx1">
                    <a:lumMod val="50000"/>
                    <a:lumOff val="50000"/>
                  </a:schemeClr>
                </a:solidFill>
                <a:latin typeface="Andes" panose="02000000000000000000" pitchFamily="50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CEFEB6-ACF4-4C72-B9D7-30CF76E666F0}"/>
              </a:ext>
            </a:extLst>
          </p:cNvPr>
          <p:cNvSpPr/>
          <p:nvPr/>
        </p:nvSpPr>
        <p:spPr>
          <a:xfrm>
            <a:off x="4419252" y="2391855"/>
            <a:ext cx="1862944" cy="4179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rIns="81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975" dirty="0">
                <a:solidFill>
                  <a:schemeClr val="tx1">
                    <a:lumMod val="50000"/>
                    <a:lumOff val="50000"/>
                  </a:schemeClr>
                </a:solidFill>
                <a:latin typeface="Andes" panose="02000000000000000000" pitchFamily="50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50A9038-C361-4F3A-AF9F-B320AAB3939E}"/>
              </a:ext>
            </a:extLst>
          </p:cNvPr>
          <p:cNvSpPr/>
          <p:nvPr/>
        </p:nvSpPr>
        <p:spPr>
          <a:xfrm>
            <a:off x="4419252" y="2870429"/>
            <a:ext cx="1862944" cy="4179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rIns="81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975" dirty="0">
                <a:solidFill>
                  <a:schemeClr val="tx1">
                    <a:lumMod val="50000"/>
                    <a:lumOff val="50000"/>
                  </a:schemeClr>
                </a:solidFill>
                <a:latin typeface="Andes" panose="02000000000000000000" pitchFamily="50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845ED18-4945-450F-BBF6-E7C3D36C73AE}"/>
              </a:ext>
            </a:extLst>
          </p:cNvPr>
          <p:cNvSpPr/>
          <p:nvPr/>
        </p:nvSpPr>
        <p:spPr>
          <a:xfrm>
            <a:off x="4419252" y="3349002"/>
            <a:ext cx="1862944" cy="4179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rIns="81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975" dirty="0">
                <a:solidFill>
                  <a:schemeClr val="tx1">
                    <a:lumMod val="50000"/>
                    <a:lumOff val="50000"/>
                  </a:schemeClr>
                </a:solidFill>
                <a:latin typeface="Andes" panose="02000000000000000000" pitchFamily="50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83FA652-3075-4A99-924C-720BC25C5126}"/>
              </a:ext>
            </a:extLst>
          </p:cNvPr>
          <p:cNvSpPr/>
          <p:nvPr/>
        </p:nvSpPr>
        <p:spPr>
          <a:xfrm>
            <a:off x="4419252" y="3827577"/>
            <a:ext cx="1862944" cy="4179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rIns="81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975" dirty="0">
                <a:solidFill>
                  <a:schemeClr val="tx1">
                    <a:lumMod val="50000"/>
                    <a:lumOff val="50000"/>
                  </a:schemeClr>
                </a:solidFill>
                <a:latin typeface="Andes" panose="02000000000000000000" pitchFamily="50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2515A37-5305-4939-9571-09EFBD36D880}"/>
              </a:ext>
            </a:extLst>
          </p:cNvPr>
          <p:cNvSpPr/>
          <p:nvPr/>
        </p:nvSpPr>
        <p:spPr>
          <a:xfrm>
            <a:off x="4419252" y="4306150"/>
            <a:ext cx="1862944" cy="4179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rIns="81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975" dirty="0">
                <a:solidFill>
                  <a:schemeClr val="tx1">
                    <a:lumMod val="50000"/>
                    <a:lumOff val="50000"/>
                  </a:schemeClr>
                </a:solidFill>
                <a:latin typeface="Andes" panose="02000000000000000000" pitchFamily="50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7215316-049F-42E5-83E5-E8D3CDE014A2}"/>
              </a:ext>
            </a:extLst>
          </p:cNvPr>
          <p:cNvSpPr/>
          <p:nvPr/>
        </p:nvSpPr>
        <p:spPr>
          <a:xfrm>
            <a:off x="6350529" y="1913281"/>
            <a:ext cx="1862944" cy="4179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rIns="81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975" dirty="0">
                <a:solidFill>
                  <a:schemeClr val="tx1">
                    <a:lumMod val="50000"/>
                    <a:lumOff val="50000"/>
                  </a:schemeClr>
                </a:solidFill>
                <a:latin typeface="Andes" panose="02000000000000000000" pitchFamily="50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3E83D10-F9AE-4567-BC5D-8E29F2A5C03C}"/>
              </a:ext>
            </a:extLst>
          </p:cNvPr>
          <p:cNvSpPr/>
          <p:nvPr/>
        </p:nvSpPr>
        <p:spPr>
          <a:xfrm>
            <a:off x="6350529" y="2391855"/>
            <a:ext cx="1862944" cy="4179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rIns="81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975" dirty="0">
                <a:solidFill>
                  <a:schemeClr val="tx1">
                    <a:lumMod val="50000"/>
                    <a:lumOff val="50000"/>
                  </a:schemeClr>
                </a:solidFill>
                <a:latin typeface="Andes" panose="02000000000000000000" pitchFamily="50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E619DB4-AADD-4F39-AA1C-0F456F3BF34C}"/>
              </a:ext>
            </a:extLst>
          </p:cNvPr>
          <p:cNvSpPr/>
          <p:nvPr/>
        </p:nvSpPr>
        <p:spPr>
          <a:xfrm>
            <a:off x="6350529" y="2870429"/>
            <a:ext cx="1862944" cy="4179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rIns="81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975" dirty="0">
                <a:solidFill>
                  <a:schemeClr val="tx1">
                    <a:lumMod val="50000"/>
                    <a:lumOff val="50000"/>
                  </a:schemeClr>
                </a:solidFill>
                <a:latin typeface="Andes" panose="02000000000000000000" pitchFamily="50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A68B893-B24C-4C1A-A12D-179B700ABFFB}"/>
              </a:ext>
            </a:extLst>
          </p:cNvPr>
          <p:cNvSpPr/>
          <p:nvPr/>
        </p:nvSpPr>
        <p:spPr>
          <a:xfrm>
            <a:off x="6350529" y="3349002"/>
            <a:ext cx="1862944" cy="4179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rIns="81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975" dirty="0">
                <a:solidFill>
                  <a:schemeClr val="tx1">
                    <a:lumMod val="50000"/>
                    <a:lumOff val="50000"/>
                  </a:schemeClr>
                </a:solidFill>
                <a:latin typeface="Andes" panose="02000000000000000000" pitchFamily="50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C84DDE8-C81C-48C5-96E9-272900697255}"/>
              </a:ext>
            </a:extLst>
          </p:cNvPr>
          <p:cNvSpPr/>
          <p:nvPr/>
        </p:nvSpPr>
        <p:spPr>
          <a:xfrm>
            <a:off x="6350529" y="3827577"/>
            <a:ext cx="1862944" cy="4179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rIns="81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975" dirty="0">
                <a:solidFill>
                  <a:schemeClr val="tx1">
                    <a:lumMod val="50000"/>
                    <a:lumOff val="50000"/>
                  </a:schemeClr>
                </a:solidFill>
                <a:latin typeface="Andes" panose="02000000000000000000" pitchFamily="50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82E282F-531E-4169-AE63-369D6FF8B428}"/>
              </a:ext>
            </a:extLst>
          </p:cNvPr>
          <p:cNvSpPr/>
          <p:nvPr/>
        </p:nvSpPr>
        <p:spPr>
          <a:xfrm>
            <a:off x="6350529" y="4306150"/>
            <a:ext cx="1862944" cy="4179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000" rIns="81000" rtlCol="0" anchor="ctr"/>
          <a:lstStyle/>
          <a:p>
            <a:pPr>
              <a:lnSpc>
                <a:spcPct val="90000"/>
              </a:lnSpc>
              <a:defRPr/>
            </a:pPr>
            <a:r>
              <a:rPr lang="en-US" sz="975" dirty="0">
                <a:solidFill>
                  <a:schemeClr val="tx1">
                    <a:lumMod val="50000"/>
                    <a:lumOff val="50000"/>
                  </a:schemeClr>
                </a:solidFill>
                <a:latin typeface="Andes" panose="02000000000000000000" pitchFamily="50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E7C761-5C93-4A55-9CC9-1A3E4ECFBB1B}"/>
              </a:ext>
            </a:extLst>
          </p:cNvPr>
          <p:cNvSpPr txBox="1"/>
          <p:nvPr/>
        </p:nvSpPr>
        <p:spPr>
          <a:xfrm>
            <a:off x="650779" y="1126452"/>
            <a:ext cx="1760981" cy="25391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  <a:latin typeface="Andes" panose="02000000000000000000" pitchFamily="50" charset="0"/>
                <a:cs typeface="Arial" panose="020B0604020202020204" pitchFamily="34" charset="0"/>
              </a:rPr>
              <a:t>Phase 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4795FF-B089-4DAF-99A4-5D18D7709720}"/>
              </a:ext>
            </a:extLst>
          </p:cNvPr>
          <p:cNvSpPr txBox="1"/>
          <p:nvPr/>
        </p:nvSpPr>
        <p:spPr>
          <a:xfrm>
            <a:off x="3049036" y="1126452"/>
            <a:ext cx="1630976" cy="25391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  <a:latin typeface="Andes" panose="02000000000000000000" pitchFamily="50" charset="0"/>
                <a:cs typeface="Arial" panose="020B0604020202020204" pitchFamily="34" charset="0"/>
              </a:rPr>
              <a:t>Phase 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6E15932-E905-4729-AF74-E17E608B56C3}"/>
              </a:ext>
            </a:extLst>
          </p:cNvPr>
          <p:cNvSpPr txBox="1"/>
          <p:nvPr/>
        </p:nvSpPr>
        <p:spPr>
          <a:xfrm>
            <a:off x="4964547" y="1126452"/>
            <a:ext cx="1605676" cy="25391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  <a:latin typeface="Andes" panose="02000000000000000000" pitchFamily="50" charset="0"/>
                <a:cs typeface="Arial" panose="020B0604020202020204" pitchFamily="34" charset="0"/>
              </a:rPr>
              <a:t>Phase 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04BFA41-E5CC-4B69-A302-899D050F9870}"/>
              </a:ext>
            </a:extLst>
          </p:cNvPr>
          <p:cNvSpPr txBox="1"/>
          <p:nvPr/>
        </p:nvSpPr>
        <p:spPr>
          <a:xfrm>
            <a:off x="6895823" y="1126452"/>
            <a:ext cx="1617051" cy="25391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  <a:latin typeface="Andes" panose="02000000000000000000" pitchFamily="50" charset="0"/>
                <a:cs typeface="Arial" panose="020B0604020202020204" pitchFamily="34" charset="0"/>
              </a:rPr>
              <a:t>Phase 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B93607A-F29D-43F4-9AF2-49FD6E09AE45}"/>
              </a:ext>
            </a:extLst>
          </p:cNvPr>
          <p:cNvSpPr/>
          <p:nvPr/>
        </p:nvSpPr>
        <p:spPr>
          <a:xfrm>
            <a:off x="631127" y="1375520"/>
            <a:ext cx="1780634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050" dirty="0">
                <a:solidFill>
                  <a:schemeClr val="bg1"/>
                </a:solidFill>
                <a:latin typeface="Andes" panose="02000000000000000000" pitchFamily="50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F3CA85B-C0E3-4F4A-8EBE-AC4303560A4F}"/>
              </a:ext>
            </a:extLst>
          </p:cNvPr>
          <p:cNvSpPr/>
          <p:nvPr/>
        </p:nvSpPr>
        <p:spPr>
          <a:xfrm>
            <a:off x="3049036" y="1375520"/>
            <a:ext cx="1630976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050" dirty="0">
                <a:solidFill>
                  <a:schemeClr val="bg1"/>
                </a:solidFill>
                <a:latin typeface="Andes" panose="02000000000000000000" pitchFamily="50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A59906C-BB6B-4AA8-8340-70C8770190CB}"/>
              </a:ext>
            </a:extLst>
          </p:cNvPr>
          <p:cNvSpPr/>
          <p:nvPr/>
        </p:nvSpPr>
        <p:spPr>
          <a:xfrm>
            <a:off x="4964547" y="1375520"/>
            <a:ext cx="1605676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050" dirty="0">
                <a:solidFill>
                  <a:schemeClr val="bg1"/>
                </a:solidFill>
                <a:latin typeface="Andes" panose="02000000000000000000" pitchFamily="50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1172804-A278-4959-945E-00B5C0B643F4}"/>
              </a:ext>
            </a:extLst>
          </p:cNvPr>
          <p:cNvSpPr/>
          <p:nvPr/>
        </p:nvSpPr>
        <p:spPr>
          <a:xfrm>
            <a:off x="6895823" y="1375520"/>
            <a:ext cx="161705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050" dirty="0">
                <a:solidFill>
                  <a:schemeClr val="bg1"/>
                </a:solidFill>
                <a:latin typeface="Andes" panose="02000000000000000000" pitchFamily="50" charset="0"/>
                <a:cs typeface="Arial" pitchFamily="34" charset="0"/>
              </a:rPr>
              <a:t>This is a sample text.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DC6FF2-DD75-41BF-AF08-843770662E5D}"/>
              </a:ext>
            </a:extLst>
          </p:cNvPr>
          <p:cNvSpPr txBox="1"/>
          <p:nvPr/>
        </p:nvSpPr>
        <p:spPr>
          <a:xfrm rot="16200000">
            <a:off x="8076696" y="3192958"/>
            <a:ext cx="87235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ndes" panose="02000000000000000000" pitchFamily="50" charset="0"/>
              </a:rPr>
              <a:t>ACTIVITIES</a:t>
            </a:r>
          </a:p>
        </p:txBody>
      </p:sp>
    </p:spTree>
    <p:extLst>
      <p:ext uri="{BB962C8B-B14F-4D97-AF65-F5344CB8AC3E}">
        <p14:creationId xmlns:p14="http://schemas.microsoft.com/office/powerpoint/2010/main" val="221571778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Text Slides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75</TotalTime>
  <Words>567</Words>
  <Application>Microsoft Office PowerPoint</Application>
  <PresentationFormat>On-screen Show (16:9)</PresentationFormat>
  <Paragraphs>98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Open Sans</vt:lpstr>
      <vt:lpstr>Gill Sans</vt:lpstr>
      <vt:lpstr>Andes</vt:lpstr>
      <vt:lpstr>Trebuchet MS</vt:lpstr>
      <vt:lpstr>Calibri</vt:lpstr>
      <vt:lpstr>Noto Sans Symbols</vt:lpstr>
      <vt:lpstr>Georgia</vt:lpstr>
      <vt:lpstr>Simple Text Slides</vt:lpstr>
      <vt:lpstr>Useful Graphics </vt:lpstr>
      <vt:lpstr>3-Phase Planning Timeline PowerPoint Template</vt:lpstr>
      <vt:lpstr>PowerPoint Presentation</vt:lpstr>
      <vt:lpstr>Above The Line Marketing Slide Template</vt:lpstr>
      <vt:lpstr>4-STEP CIRCULAR INFOGRAPHIC</vt:lpstr>
      <vt:lpstr>TIMELINE SLIDE</vt:lpstr>
      <vt:lpstr>Process Flow Diagram Template for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Strategy Slides </dc:title>
  <dc:creator>Stephen John Stretton</dc:creator>
  <cp:lastModifiedBy>Stephen John Stretton</cp:lastModifiedBy>
  <cp:revision>4</cp:revision>
  <dcterms:modified xsi:type="dcterms:W3CDTF">2024-02-01T16:00:33Z</dcterms:modified>
</cp:coreProperties>
</file>