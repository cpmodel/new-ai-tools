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handoutMasterIdLst>
    <p:handoutMasterId r:id="rId98"/>
  </p:handoutMasterIdLst>
  <p:sldIdLst>
    <p:sldId id="272" r:id="rId2"/>
    <p:sldId id="361" r:id="rId3"/>
    <p:sldId id="273" r:id="rId4"/>
    <p:sldId id="362" r:id="rId5"/>
    <p:sldId id="333" r:id="rId6"/>
    <p:sldId id="334" r:id="rId7"/>
    <p:sldId id="335" r:id="rId8"/>
    <p:sldId id="336" r:id="rId9"/>
    <p:sldId id="337" r:id="rId10"/>
    <p:sldId id="338" r:id="rId11"/>
    <p:sldId id="332" r:id="rId12"/>
    <p:sldId id="339" r:id="rId13"/>
    <p:sldId id="340" r:id="rId14"/>
    <p:sldId id="341" r:id="rId15"/>
    <p:sldId id="346" r:id="rId16"/>
    <p:sldId id="355" r:id="rId17"/>
    <p:sldId id="354" r:id="rId18"/>
    <p:sldId id="347" r:id="rId19"/>
    <p:sldId id="353" r:id="rId20"/>
    <p:sldId id="343" r:id="rId21"/>
    <p:sldId id="344" r:id="rId22"/>
    <p:sldId id="345" r:id="rId23"/>
    <p:sldId id="342" r:id="rId24"/>
    <p:sldId id="315" r:id="rId25"/>
    <p:sldId id="323" r:id="rId26"/>
    <p:sldId id="324" r:id="rId27"/>
    <p:sldId id="325" r:id="rId28"/>
    <p:sldId id="326" r:id="rId29"/>
    <p:sldId id="327" r:id="rId30"/>
    <p:sldId id="329" r:id="rId31"/>
    <p:sldId id="322" r:id="rId32"/>
    <p:sldId id="330" r:id="rId33"/>
    <p:sldId id="321" r:id="rId34"/>
    <p:sldId id="331" r:id="rId35"/>
    <p:sldId id="276" r:id="rId36"/>
    <p:sldId id="363" r:id="rId37"/>
    <p:sldId id="278" r:id="rId38"/>
    <p:sldId id="364" r:id="rId39"/>
    <p:sldId id="279" r:id="rId40"/>
    <p:sldId id="386" r:id="rId41"/>
    <p:sldId id="383" r:id="rId42"/>
    <p:sldId id="384" r:id="rId43"/>
    <p:sldId id="387" r:id="rId44"/>
    <p:sldId id="281" r:id="rId45"/>
    <p:sldId id="283" r:id="rId46"/>
    <p:sldId id="372" r:id="rId47"/>
    <p:sldId id="371" r:id="rId48"/>
    <p:sldId id="369" r:id="rId49"/>
    <p:sldId id="365" r:id="rId50"/>
    <p:sldId id="282" r:id="rId51"/>
    <p:sldId id="284" r:id="rId52"/>
    <p:sldId id="368" r:id="rId53"/>
    <p:sldId id="366" r:id="rId54"/>
    <p:sldId id="367" r:id="rId55"/>
    <p:sldId id="285" r:id="rId56"/>
    <p:sldId id="286" r:id="rId57"/>
    <p:sldId id="319" r:id="rId58"/>
    <p:sldId id="374" r:id="rId59"/>
    <p:sldId id="375" r:id="rId60"/>
    <p:sldId id="376" r:id="rId61"/>
    <p:sldId id="373" r:id="rId62"/>
    <p:sldId id="288" r:id="rId63"/>
    <p:sldId id="289" r:id="rId64"/>
    <p:sldId id="290" r:id="rId65"/>
    <p:sldId id="356" r:id="rId66"/>
    <p:sldId id="357" r:id="rId67"/>
    <p:sldId id="377" r:id="rId68"/>
    <p:sldId id="358" r:id="rId69"/>
    <p:sldId id="378" r:id="rId70"/>
    <p:sldId id="379" r:id="rId71"/>
    <p:sldId id="291" r:id="rId72"/>
    <p:sldId id="292" r:id="rId73"/>
    <p:sldId id="293" r:id="rId74"/>
    <p:sldId id="294" r:id="rId75"/>
    <p:sldId id="295" r:id="rId76"/>
    <p:sldId id="360" r:id="rId77"/>
    <p:sldId id="318" r:id="rId78"/>
    <p:sldId id="381" r:id="rId79"/>
    <p:sldId id="382" r:id="rId80"/>
    <p:sldId id="297" r:id="rId81"/>
    <p:sldId id="359" r:id="rId82"/>
    <p:sldId id="299" r:id="rId83"/>
    <p:sldId id="317" r:id="rId84"/>
    <p:sldId id="316" r:id="rId85"/>
    <p:sldId id="302" r:id="rId86"/>
    <p:sldId id="303" r:id="rId87"/>
    <p:sldId id="304" r:id="rId88"/>
    <p:sldId id="314" r:id="rId89"/>
    <p:sldId id="313" r:id="rId90"/>
    <p:sldId id="348" r:id="rId91"/>
    <p:sldId id="349" r:id="rId92"/>
    <p:sldId id="350" r:id="rId93"/>
    <p:sldId id="351" r:id="rId94"/>
    <p:sldId id="352" r:id="rId95"/>
    <p:sldId id="312" r:id="rId9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5A35"/>
    <a:srgbClr val="ECB448"/>
    <a:srgbClr val="FFFFFF"/>
    <a:srgbClr val="8BB74C"/>
    <a:srgbClr val="9670EA"/>
    <a:srgbClr val="6129DF"/>
    <a:srgbClr val="BFBFBF"/>
    <a:srgbClr val="12A6F8"/>
    <a:srgbClr val="2DC189"/>
    <a:srgbClr val="5B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5226" autoAdjust="0"/>
  </p:normalViewPr>
  <p:slideViewPr>
    <p:cSldViewPr>
      <p:cViewPr varScale="1">
        <p:scale>
          <a:sx n="86" d="100"/>
          <a:sy n="86" d="100"/>
        </p:scale>
        <p:origin x="72" y="4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43"/>
      </p:cViewPr>
      <p:guideLst/>
    </p:cSldViewPr>
  </p:notes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4363D-FB3C-4EB3-B6AE-0C524C4C343B}" type="datetimeFigureOut">
              <a:rPr lang="en-US" smtClean="0">
                <a:latin typeface="Open Sans" panose="020B0606030504020204" pitchFamily="34" charset="0"/>
              </a:rPr>
              <a:t>10/22/2020</a:t>
            </a:fld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7AD6A-2742-44CA-A6B6-AED9387FE26C}" type="slidenum">
              <a:rPr lang="en-US" smtClean="0">
                <a:latin typeface="Open Sans" panose="020B0606030504020204" pitchFamily="34" charset="0"/>
              </a:rPr>
              <a:t>‹#›</a:t>
            </a:fld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49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pitchFamily="34" charset="0"/>
              </a:defRPr>
            </a:lvl1pPr>
          </a:lstStyle>
          <a:p>
            <a:fld id="{7AB488F7-1FAC-40D2-BB7E-BA3CE28D8950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pitchFamily="34" charset="0"/>
              </a:defRPr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24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template was created by SlideModel.com</a:t>
            </a: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55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2932" y="2665475"/>
            <a:ext cx="10360501" cy="610820"/>
          </a:xfrm>
        </p:spPr>
        <p:txBody>
          <a:bodyPr/>
          <a:lstStyle>
            <a:lvl1pPr algn="l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932" y="3429000"/>
            <a:ext cx="8532178" cy="764440"/>
          </a:xfrm>
        </p:spPr>
        <p:txBody>
          <a:bodyPr>
            <a:normAutofit/>
          </a:bodyPr>
          <a:lstStyle>
            <a:lvl1pPr marL="0" indent="0" algn="l">
              <a:buNone/>
              <a:defRPr lang="en-US" sz="2400" kern="1200" smtClean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Triangle 17"/>
          <p:cNvSpPr/>
          <p:nvPr userDrawn="1"/>
        </p:nvSpPr>
        <p:spPr>
          <a:xfrm>
            <a:off x="0" y="0"/>
            <a:ext cx="5777856" cy="6858000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9184" y="5069840"/>
            <a:ext cx="5138928" cy="713232"/>
          </a:xfrm>
        </p:spPr>
        <p:txBody>
          <a:bodyPr anchor="b">
            <a:normAutofit/>
          </a:bodyPr>
          <a:lstStyle>
            <a:lvl1pPr algn="l">
              <a:defRPr lang="en-US" sz="32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184" y="5888736"/>
            <a:ext cx="5138928" cy="667512"/>
          </a:xfrm>
        </p:spPr>
        <p:txBody>
          <a:bodyPr>
            <a:normAutofit/>
          </a:bodyPr>
          <a:lstStyle>
            <a:lvl1pPr marL="0" indent="0" algn="l">
              <a:buNone/>
              <a:defRPr lang="en-US" sz="2000" b="0" i="0" kern="1200" smtClean="0">
                <a:solidFill>
                  <a:schemeClr val="bg1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6139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085671"/>
            <a:ext cx="3957762" cy="510870"/>
          </a:xfrm>
        </p:spPr>
        <p:txBody>
          <a:bodyPr>
            <a:normAutofit/>
          </a:bodyPr>
          <a:lstStyle>
            <a:lvl1pPr marL="457120" marR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 sz="20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457120" marR="0" lvl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 userDrawn="1"/>
        </p:nvSpPr>
        <p:spPr>
          <a:xfrm flipH="1">
            <a:off x="11439087" y="6108261"/>
            <a:ext cx="749738" cy="749739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085671"/>
            <a:ext cx="3957762" cy="510870"/>
          </a:xfrm>
        </p:spPr>
        <p:txBody>
          <a:bodyPr>
            <a:normAutofit/>
          </a:bodyPr>
          <a:lstStyle>
            <a:lvl1pPr marL="457120" marR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 sz="20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457120" marR="0" lvl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03402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10969942" cy="711081"/>
          </a:xfrm>
        </p:spPr>
        <p:txBody>
          <a:bodyPr>
            <a:noAutofit/>
          </a:bodyPr>
          <a:lstStyle>
            <a:lvl1pPr algn="ctr">
              <a:defRPr sz="3200" b="0"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>
            <a:off x="11439087" y="6108261"/>
            <a:ext cx="749738" cy="749739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374900"/>
            <a:ext cx="10969943" cy="711081"/>
          </a:xfrm>
        </p:spPr>
        <p:txBody>
          <a:bodyPr>
            <a:noAutofit/>
          </a:bodyPr>
          <a:lstStyle>
            <a:lvl1pPr algn="ctr">
              <a:defRPr sz="3200" b="1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58553" y="6423385"/>
            <a:ext cx="284405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heading"/>
          <p:cNvSpPr>
            <a:spLocks noGrp="1"/>
          </p:cNvSpPr>
          <p:nvPr>
            <p:ph type="body" sz="quarter" idx="15"/>
          </p:nvPr>
        </p:nvSpPr>
        <p:spPr>
          <a:xfrm>
            <a:off x="609600" y="1085049"/>
            <a:ext cx="10969625" cy="6111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927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>
            <a:off x="11439087" y="6108261"/>
            <a:ext cx="749738" cy="749739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1749245"/>
            <a:ext cx="4568741" cy="1527361"/>
          </a:xfrm>
        </p:spPr>
        <p:txBody>
          <a:bodyPr anchor="b">
            <a:noAutofit/>
          </a:bodyPr>
          <a:lstStyle>
            <a:lvl1pPr algn="ctr">
              <a:defRPr sz="3200" b="1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58553" y="6423385"/>
            <a:ext cx="284405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heading"/>
          <p:cNvSpPr>
            <a:spLocks noGrp="1"/>
          </p:cNvSpPr>
          <p:nvPr>
            <p:ph type="body" sz="quarter" idx="15"/>
          </p:nvPr>
        </p:nvSpPr>
        <p:spPr>
          <a:xfrm>
            <a:off x="609601" y="3429000"/>
            <a:ext cx="4568582" cy="6111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767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51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609441" y="1291130"/>
            <a:ext cx="10969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Open Sans" panose="020B0606030504020204" pitchFamily="34" charset="0"/>
              </a:rPr>
              <a:t> — You can edit this subtitle —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441" y="527605"/>
            <a:ext cx="10969943" cy="711081"/>
          </a:xfrm>
        </p:spPr>
        <p:txBody>
          <a:bodyPr vert="horz" lIns="121899" tIns="60949" rIns="121899" bIns="60949" rtlCol="0" anchor="ctr">
            <a:noAutofit/>
          </a:bodyPr>
          <a:lstStyle>
            <a:lvl1pPr algn="ctr">
              <a:defRPr lang="en-US" sz="3200" b="1" dirty="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09600" y="1901825"/>
            <a:ext cx="10969625" cy="45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2476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441" y="527605"/>
            <a:ext cx="10969943" cy="711081"/>
          </a:xfrm>
        </p:spPr>
        <p:txBody>
          <a:bodyPr>
            <a:noAutofit/>
          </a:bodyPr>
          <a:lstStyle>
            <a:lvl1pPr>
              <a:defRPr sz="3200" b="1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2" y="1238686"/>
            <a:ext cx="10969784" cy="457200"/>
          </a:xfrm>
        </p:spPr>
        <p:txBody>
          <a:bodyPr>
            <a:noAutofit/>
          </a:bodyPr>
          <a:lstStyle>
            <a:lvl1pPr marL="457120" marR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457120" marR="0" lvl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73688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1" y="527605"/>
            <a:ext cx="10969943" cy="711081"/>
          </a:xfrm>
        </p:spPr>
        <p:txBody>
          <a:bodyPr vert="horz" lIns="121899" tIns="60949" rIns="121899" bIns="60949" rtlCol="0" anchor="ctr">
            <a:noAutofit/>
          </a:bodyPr>
          <a:lstStyle>
            <a:lvl1pPr>
              <a:defRPr lang="en-US" sz="32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3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hyperlink" Target="https://slidemodel.com/" TargetMode="Externa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fld id="{425404F2-BE9A-4460-8815-8F645183555F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1F4BC-0718-4276-950F-2A796C3A05D6}"/>
              </a:ext>
            </a:extLst>
          </p:cNvPr>
          <p:cNvSpPr txBox="1"/>
          <p:nvPr userDrawn="1"/>
        </p:nvSpPr>
        <p:spPr>
          <a:xfrm>
            <a:off x="0" y="6951663"/>
            <a:ext cx="8024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CREATED BY 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SLIDEMODEL.COM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69" r:id="rId9"/>
    <p:sldLayoutId id="2147483671" r:id="rId10"/>
    <p:sldLayoutId id="2147483666" r:id="rId11"/>
    <p:sldLayoutId id="2147483667" r:id="rId12"/>
    <p:sldLayoutId id="2147483664" r:id="rId13"/>
    <p:sldLayoutId id="2147483662" r:id="rId14"/>
    <p:sldLayoutId id="2147483663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  <p:sldLayoutId id="2147483670" r:id="rId22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INFOGRAPHIC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1377" y="4803345"/>
            <a:ext cx="8246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 You can replace this text.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723343" y="1901950"/>
            <a:ext cx="8742138" cy="2595985"/>
            <a:chOff x="2429493" y="1901950"/>
            <a:chExt cx="8742138" cy="2595985"/>
          </a:xfrm>
        </p:grpSpPr>
        <p:sp>
          <p:nvSpPr>
            <p:cNvPr id="10" name="Isosceles Triangle 9"/>
            <p:cNvSpPr/>
            <p:nvPr/>
          </p:nvSpPr>
          <p:spPr>
            <a:xfrm>
              <a:off x="9148513" y="2512768"/>
              <a:ext cx="2023118" cy="1985165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2429493" y="3123589"/>
              <a:ext cx="1400616" cy="137434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7316052" y="2512769"/>
              <a:ext cx="2023118" cy="19851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3708507" y="2512768"/>
              <a:ext cx="2023118" cy="198516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" name="Isosceles Triangle 4"/>
            <p:cNvSpPr/>
            <p:nvPr/>
          </p:nvSpPr>
          <p:spPr>
            <a:xfrm>
              <a:off x="5148571" y="1901950"/>
              <a:ext cx="2645616" cy="2595985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956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INFOGRAPHIC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1377" y="4803345"/>
            <a:ext cx="8246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 You can replace this text.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723343" y="1901950"/>
            <a:ext cx="8742138" cy="2595985"/>
            <a:chOff x="2429493" y="1901950"/>
            <a:chExt cx="8742138" cy="2595985"/>
          </a:xfrm>
        </p:grpSpPr>
        <p:sp>
          <p:nvSpPr>
            <p:cNvPr id="10" name="Isosceles Triangle 9"/>
            <p:cNvSpPr/>
            <p:nvPr/>
          </p:nvSpPr>
          <p:spPr>
            <a:xfrm>
              <a:off x="9148513" y="2512768"/>
              <a:ext cx="2023118" cy="1985165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2429493" y="3123589"/>
              <a:ext cx="1400616" cy="137434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7316052" y="2512769"/>
              <a:ext cx="2023118" cy="19851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3708507" y="2512768"/>
              <a:ext cx="2023118" cy="198516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" name="Isosceles Triangle 4"/>
            <p:cNvSpPr/>
            <p:nvPr/>
          </p:nvSpPr>
          <p:spPr>
            <a:xfrm>
              <a:off x="5148571" y="1901950"/>
              <a:ext cx="2645616" cy="2595985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ADE406-F20F-44B2-8BA3-5F52EE7A9B6B}"/>
              </a:ext>
            </a:extLst>
          </p:cNvPr>
          <p:cNvGrpSpPr/>
          <p:nvPr/>
        </p:nvGrpSpPr>
        <p:grpSpPr>
          <a:xfrm>
            <a:off x="9298990" y="3723121"/>
            <a:ext cx="421064" cy="417547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8BF48F6-89E5-41B4-9DB7-A0168A1AE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5B95C23E-7877-46BD-87DD-669888A21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2502AF93-4005-4A4F-8F0A-6CC6E4B6D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133E4A2F-E773-4DFB-8D25-74512E0D1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2ED429F-DB54-437D-B95F-7A06391E6517}"/>
              </a:ext>
            </a:extLst>
          </p:cNvPr>
          <p:cNvGrpSpPr/>
          <p:nvPr/>
        </p:nvGrpSpPr>
        <p:grpSpPr>
          <a:xfrm>
            <a:off x="3721974" y="3584174"/>
            <a:ext cx="587604" cy="483952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5066A54D-2741-46C2-B388-A7C5C1F29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BA7CC767-2710-48B9-B8B2-B9FF968F5C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22" name="Freeform 27">
            <a:extLst>
              <a:ext uri="{FF2B5EF4-FFF2-40B4-BE49-F238E27FC236}">
                <a16:creationId xmlns:a16="http://schemas.microsoft.com/office/drawing/2014/main" id="{9A95006B-8EB5-43CF-A315-49C0F271CDCB}"/>
              </a:ext>
            </a:extLst>
          </p:cNvPr>
          <p:cNvSpPr>
            <a:spLocks/>
          </p:cNvSpPr>
          <p:nvPr/>
        </p:nvSpPr>
        <p:spPr bwMode="auto">
          <a:xfrm>
            <a:off x="7523445" y="3504799"/>
            <a:ext cx="278974" cy="553652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C68264F5-CAFF-4EEE-94E8-26814B88300F}"/>
              </a:ext>
            </a:extLst>
          </p:cNvPr>
          <p:cNvSpPr>
            <a:spLocks noEditPoints="1"/>
          </p:cNvSpPr>
          <p:nvPr/>
        </p:nvSpPr>
        <p:spPr bwMode="auto">
          <a:xfrm>
            <a:off x="2178390" y="3876485"/>
            <a:ext cx="490522" cy="40900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4" name="Freeform 37">
            <a:extLst>
              <a:ext uri="{FF2B5EF4-FFF2-40B4-BE49-F238E27FC236}">
                <a16:creationId xmlns:a16="http://schemas.microsoft.com/office/drawing/2014/main" id="{A96F62C3-7F26-463A-A37F-5549E4239DAA}"/>
              </a:ext>
            </a:extLst>
          </p:cNvPr>
          <p:cNvSpPr>
            <a:spLocks noEditPoints="1"/>
          </p:cNvSpPr>
          <p:nvPr/>
        </p:nvSpPr>
        <p:spPr bwMode="auto">
          <a:xfrm>
            <a:off x="5484894" y="3269815"/>
            <a:ext cx="653722" cy="680581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40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 SLIDE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2439" y="5121614"/>
            <a:ext cx="3664865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34224" y="3107933"/>
            <a:ext cx="1203080" cy="12036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30069" y="2829174"/>
            <a:ext cx="1371600" cy="13743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637464" y="1836003"/>
            <a:ext cx="1886470" cy="18873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73319" y="2314145"/>
            <a:ext cx="2403286" cy="24043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815811" y="4657197"/>
            <a:ext cx="1476428" cy="14759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334224" y="1248301"/>
            <a:ext cx="1203080" cy="120363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 rot="1487657">
            <a:off x="2154064" y="2156329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23" name="Block Arc 22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0800000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4" name="Right Triangle 23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 rot="1487657">
            <a:off x="6007968" y="1550104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29" name="Block Arc 28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0800000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0" name="Right Triangle 29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 rot="20269269">
            <a:off x="9169961" y="1608407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32" name="Block Arc 31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4610196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3" name="Right Triangle 32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 rot="1330731" flipV="1">
            <a:off x="9230228" y="1580792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35" name="Block Arc 34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4610196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6" name="Right Triangle 35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 rot="8100000" flipH="1">
            <a:off x="2123374" y="2875756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38" name="Block Arc 37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4610196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9" name="Right Triangle 38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408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 SLIDE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2439" y="5121614"/>
            <a:ext cx="3664865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334224" y="3107933"/>
            <a:ext cx="1203080" cy="12036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30069" y="2829174"/>
            <a:ext cx="1371600" cy="13743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637464" y="1836003"/>
            <a:ext cx="1886470" cy="18873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73319" y="2314145"/>
            <a:ext cx="2403286" cy="24043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815811" y="4657197"/>
            <a:ext cx="1476428" cy="14759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334224" y="1248301"/>
            <a:ext cx="1203080" cy="120363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 rot="1487657">
            <a:off x="2154064" y="2156329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23" name="Block Arc 22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0800000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4" name="Right Triangle 23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 rot="1487657">
            <a:off x="6007968" y="1550104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29" name="Block Arc 28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0800000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0" name="Right Triangle 29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 rot="20269269">
            <a:off x="9169961" y="1608407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32" name="Block Arc 31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4610196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3" name="Right Triangle 32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 rot="1330731" flipV="1">
            <a:off x="9230228" y="1580792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35" name="Block Arc 34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4610196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6" name="Right Triangle 35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 rot="8100000" flipH="1">
            <a:off x="2123374" y="2875756"/>
            <a:ext cx="2328528" cy="2392055"/>
            <a:chOff x="2238834" y="1953175"/>
            <a:chExt cx="2328528" cy="2392055"/>
          </a:xfrm>
          <a:solidFill>
            <a:schemeClr val="bg1">
              <a:lumMod val="65000"/>
            </a:schemeClr>
          </a:solidFill>
        </p:grpSpPr>
        <p:sp>
          <p:nvSpPr>
            <p:cNvPr id="38" name="Block Arc 37"/>
            <p:cNvSpPr/>
            <p:nvPr/>
          </p:nvSpPr>
          <p:spPr>
            <a:xfrm>
              <a:off x="2238834" y="2016702"/>
              <a:ext cx="2328528" cy="2328528"/>
            </a:xfrm>
            <a:prstGeom prst="blockArc">
              <a:avLst>
                <a:gd name="adj1" fmla="val 14610196"/>
                <a:gd name="adj2" fmla="val 16657875"/>
                <a:gd name="adj3" fmla="val 607"/>
              </a:avLst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9" name="Right Triangle 38"/>
            <p:cNvSpPr/>
            <p:nvPr/>
          </p:nvSpPr>
          <p:spPr>
            <a:xfrm rot="13985890">
              <a:off x="3473452" y="1953175"/>
              <a:ext cx="160827" cy="1608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6" name="Freeform 37">
            <a:extLst>
              <a:ext uri="{FF2B5EF4-FFF2-40B4-BE49-F238E27FC236}">
                <a16:creationId xmlns:a16="http://schemas.microsoft.com/office/drawing/2014/main" id="{C6B07554-0F31-4FC5-A027-002EB28A9FF5}"/>
              </a:ext>
            </a:extLst>
          </p:cNvPr>
          <p:cNvSpPr>
            <a:spLocks noEditPoints="1"/>
          </p:cNvSpPr>
          <p:nvPr/>
        </p:nvSpPr>
        <p:spPr bwMode="auto">
          <a:xfrm>
            <a:off x="4961154" y="3186222"/>
            <a:ext cx="653722" cy="680581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" name="Freeform 32">
            <a:extLst>
              <a:ext uri="{FF2B5EF4-FFF2-40B4-BE49-F238E27FC236}">
                <a16:creationId xmlns:a16="http://schemas.microsoft.com/office/drawing/2014/main" id="{18CF88D5-6484-4E04-BACD-A6C694C20ECE}"/>
              </a:ext>
            </a:extLst>
          </p:cNvPr>
          <p:cNvSpPr>
            <a:spLocks noEditPoints="1"/>
          </p:cNvSpPr>
          <p:nvPr/>
        </p:nvSpPr>
        <p:spPr bwMode="auto">
          <a:xfrm>
            <a:off x="8353502" y="2624670"/>
            <a:ext cx="490522" cy="40900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" name="Freeform 27">
            <a:extLst>
              <a:ext uri="{FF2B5EF4-FFF2-40B4-BE49-F238E27FC236}">
                <a16:creationId xmlns:a16="http://schemas.microsoft.com/office/drawing/2014/main" id="{3D7E2FFD-E0FC-4399-8470-75E1128255A8}"/>
              </a:ext>
            </a:extLst>
          </p:cNvPr>
          <p:cNvSpPr>
            <a:spLocks/>
          </p:cNvSpPr>
          <p:nvPr/>
        </p:nvSpPr>
        <p:spPr bwMode="auto">
          <a:xfrm>
            <a:off x="1190918" y="3291473"/>
            <a:ext cx="230557" cy="457564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3" name="Freeform 6">
            <a:extLst>
              <a:ext uri="{FF2B5EF4-FFF2-40B4-BE49-F238E27FC236}">
                <a16:creationId xmlns:a16="http://schemas.microsoft.com/office/drawing/2014/main" id="{3C3C3282-6CE8-4EE4-8154-BD4FD2E017C0}"/>
              </a:ext>
            </a:extLst>
          </p:cNvPr>
          <p:cNvSpPr>
            <a:spLocks noEditPoints="1"/>
          </p:cNvSpPr>
          <p:nvPr/>
        </p:nvSpPr>
        <p:spPr bwMode="auto">
          <a:xfrm>
            <a:off x="10740651" y="1658850"/>
            <a:ext cx="398662" cy="398460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D5BAE32-E794-4485-8E6E-E95E252745D3}"/>
              </a:ext>
            </a:extLst>
          </p:cNvPr>
          <p:cNvGrpSpPr/>
          <p:nvPr/>
        </p:nvGrpSpPr>
        <p:grpSpPr>
          <a:xfrm rot="1800000">
            <a:off x="2381978" y="5085635"/>
            <a:ext cx="413009" cy="589474"/>
            <a:chOff x="5903913" y="1131888"/>
            <a:chExt cx="1385888" cy="1978025"/>
          </a:xfrm>
          <a:solidFill>
            <a:schemeClr val="bg1"/>
          </a:solidFill>
        </p:grpSpPr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43B9D62A-A098-4A7E-A224-BA77162C69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3476" y="1131888"/>
              <a:ext cx="766763" cy="1825625"/>
            </a:xfrm>
            <a:custGeom>
              <a:avLst/>
              <a:gdLst>
                <a:gd name="T0" fmla="*/ 656 w 1448"/>
                <a:gd name="T1" fmla="*/ 421 h 3451"/>
                <a:gd name="T2" fmla="*/ 542 w 1448"/>
                <a:gd name="T3" fmla="*/ 601 h 3451"/>
                <a:gd name="T4" fmla="*/ 430 w 1448"/>
                <a:gd name="T5" fmla="*/ 837 h 3451"/>
                <a:gd name="T6" fmla="*/ 445 w 1448"/>
                <a:gd name="T7" fmla="*/ 1040 h 3451"/>
                <a:gd name="T8" fmla="*/ 715 w 1448"/>
                <a:gd name="T9" fmla="*/ 1058 h 3451"/>
                <a:gd name="T10" fmla="*/ 946 w 1448"/>
                <a:gd name="T11" fmla="*/ 1045 h 3451"/>
                <a:gd name="T12" fmla="*/ 1053 w 1448"/>
                <a:gd name="T13" fmla="*/ 926 h 3451"/>
                <a:gd name="T14" fmla="*/ 946 w 1448"/>
                <a:gd name="T15" fmla="*/ 671 h 3451"/>
                <a:gd name="T16" fmla="*/ 831 w 1448"/>
                <a:gd name="T17" fmla="*/ 473 h 3451"/>
                <a:gd name="T18" fmla="*/ 726 w 1448"/>
                <a:gd name="T19" fmla="*/ 330 h 3451"/>
                <a:gd name="T20" fmla="*/ 732 w 1448"/>
                <a:gd name="T21" fmla="*/ 7 h 3451"/>
                <a:gd name="T22" fmla="*/ 771 w 1448"/>
                <a:gd name="T23" fmla="*/ 41 h 3451"/>
                <a:gd name="T24" fmla="*/ 837 w 1448"/>
                <a:gd name="T25" fmla="*/ 106 h 3451"/>
                <a:gd name="T26" fmla="*/ 921 w 1448"/>
                <a:gd name="T27" fmla="*/ 205 h 3451"/>
                <a:gd name="T28" fmla="*/ 1018 w 1448"/>
                <a:gd name="T29" fmla="*/ 336 h 3451"/>
                <a:gd name="T30" fmla="*/ 1120 w 1448"/>
                <a:gd name="T31" fmla="*/ 505 h 3451"/>
                <a:gd name="T32" fmla="*/ 1218 w 1448"/>
                <a:gd name="T33" fmla="*/ 709 h 3451"/>
                <a:gd name="T34" fmla="*/ 1309 w 1448"/>
                <a:gd name="T35" fmla="*/ 952 h 3451"/>
                <a:gd name="T36" fmla="*/ 1381 w 1448"/>
                <a:gd name="T37" fmla="*/ 1236 h 3451"/>
                <a:gd name="T38" fmla="*/ 1429 w 1448"/>
                <a:gd name="T39" fmla="*/ 1561 h 3451"/>
                <a:gd name="T40" fmla="*/ 1448 w 1448"/>
                <a:gd name="T41" fmla="*/ 1929 h 3451"/>
                <a:gd name="T42" fmla="*/ 1430 w 1448"/>
                <a:gd name="T43" fmla="*/ 2301 h 3451"/>
                <a:gd name="T44" fmla="*/ 1380 w 1448"/>
                <a:gd name="T45" fmla="*/ 2628 h 3451"/>
                <a:gd name="T46" fmla="*/ 1303 w 1448"/>
                <a:gd name="T47" fmla="*/ 2903 h 3451"/>
                <a:gd name="T48" fmla="*/ 1199 w 1448"/>
                <a:gd name="T49" fmla="*/ 3128 h 3451"/>
                <a:gd name="T50" fmla="*/ 1074 w 1448"/>
                <a:gd name="T51" fmla="*/ 3298 h 3451"/>
                <a:gd name="T52" fmla="*/ 934 w 1448"/>
                <a:gd name="T53" fmla="*/ 3409 h 3451"/>
                <a:gd name="T54" fmla="*/ 832 w 1448"/>
                <a:gd name="T55" fmla="*/ 2566 h 3451"/>
                <a:gd name="T56" fmla="*/ 808 w 1448"/>
                <a:gd name="T57" fmla="*/ 2500 h 3451"/>
                <a:gd name="T58" fmla="*/ 748 w 1448"/>
                <a:gd name="T59" fmla="*/ 2463 h 3451"/>
                <a:gd name="T60" fmla="*/ 677 w 1448"/>
                <a:gd name="T61" fmla="*/ 2471 h 3451"/>
                <a:gd name="T62" fmla="*/ 627 w 1448"/>
                <a:gd name="T63" fmla="*/ 2520 h 3451"/>
                <a:gd name="T64" fmla="*/ 616 w 1448"/>
                <a:gd name="T65" fmla="*/ 3451 h 3451"/>
                <a:gd name="T66" fmla="*/ 466 w 1448"/>
                <a:gd name="T67" fmla="*/ 3379 h 3451"/>
                <a:gd name="T68" fmla="*/ 329 w 1448"/>
                <a:gd name="T69" fmla="*/ 3248 h 3451"/>
                <a:gd name="T70" fmla="*/ 212 w 1448"/>
                <a:gd name="T71" fmla="*/ 3059 h 3451"/>
                <a:gd name="T72" fmla="*/ 117 w 1448"/>
                <a:gd name="T73" fmla="*/ 2817 h 3451"/>
                <a:gd name="T74" fmla="*/ 48 w 1448"/>
                <a:gd name="T75" fmla="*/ 2524 h 3451"/>
                <a:gd name="T76" fmla="*/ 8 w 1448"/>
                <a:gd name="T77" fmla="*/ 2183 h 3451"/>
                <a:gd name="T78" fmla="*/ 2 w 1448"/>
                <a:gd name="T79" fmla="*/ 1802 h 3451"/>
                <a:gd name="T80" fmla="*/ 32 w 1448"/>
                <a:gd name="T81" fmla="*/ 1452 h 3451"/>
                <a:gd name="T82" fmla="*/ 89 w 1448"/>
                <a:gd name="T83" fmla="*/ 1143 h 3451"/>
                <a:gd name="T84" fmla="*/ 169 w 1448"/>
                <a:gd name="T85" fmla="*/ 875 h 3451"/>
                <a:gd name="T86" fmla="*/ 261 w 1448"/>
                <a:gd name="T87" fmla="*/ 643 h 3451"/>
                <a:gd name="T88" fmla="*/ 362 w 1448"/>
                <a:gd name="T89" fmla="*/ 450 h 3451"/>
                <a:gd name="T90" fmla="*/ 462 w 1448"/>
                <a:gd name="T91" fmla="*/ 293 h 3451"/>
                <a:gd name="T92" fmla="*/ 556 w 1448"/>
                <a:gd name="T93" fmla="*/ 171 h 3451"/>
                <a:gd name="T94" fmla="*/ 636 w 1448"/>
                <a:gd name="T95" fmla="*/ 83 h 3451"/>
                <a:gd name="T96" fmla="*/ 693 w 1448"/>
                <a:gd name="T97" fmla="*/ 27 h 3451"/>
                <a:gd name="T98" fmla="*/ 722 w 1448"/>
                <a:gd name="T99" fmla="*/ 1 h 3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48" h="3451">
                  <a:moveTo>
                    <a:pt x="726" y="330"/>
                  </a:moveTo>
                  <a:lnTo>
                    <a:pt x="692" y="372"/>
                  </a:lnTo>
                  <a:lnTo>
                    <a:pt x="656" y="421"/>
                  </a:lnTo>
                  <a:lnTo>
                    <a:pt x="618" y="476"/>
                  </a:lnTo>
                  <a:lnTo>
                    <a:pt x="581" y="535"/>
                  </a:lnTo>
                  <a:lnTo>
                    <a:pt x="542" y="601"/>
                  </a:lnTo>
                  <a:lnTo>
                    <a:pt x="505" y="675"/>
                  </a:lnTo>
                  <a:lnTo>
                    <a:pt x="467" y="752"/>
                  </a:lnTo>
                  <a:lnTo>
                    <a:pt x="430" y="837"/>
                  </a:lnTo>
                  <a:lnTo>
                    <a:pt x="396" y="929"/>
                  </a:lnTo>
                  <a:lnTo>
                    <a:pt x="363" y="1027"/>
                  </a:lnTo>
                  <a:lnTo>
                    <a:pt x="445" y="1040"/>
                  </a:lnTo>
                  <a:lnTo>
                    <a:pt x="533" y="1050"/>
                  </a:lnTo>
                  <a:lnTo>
                    <a:pt x="623" y="1056"/>
                  </a:lnTo>
                  <a:lnTo>
                    <a:pt x="715" y="1058"/>
                  </a:lnTo>
                  <a:lnTo>
                    <a:pt x="794" y="1057"/>
                  </a:lnTo>
                  <a:lnTo>
                    <a:pt x="871" y="1052"/>
                  </a:lnTo>
                  <a:lnTo>
                    <a:pt x="946" y="1045"/>
                  </a:lnTo>
                  <a:lnTo>
                    <a:pt x="1017" y="1036"/>
                  </a:lnTo>
                  <a:lnTo>
                    <a:pt x="1086" y="1023"/>
                  </a:lnTo>
                  <a:lnTo>
                    <a:pt x="1053" y="926"/>
                  </a:lnTo>
                  <a:lnTo>
                    <a:pt x="1019" y="835"/>
                  </a:lnTo>
                  <a:lnTo>
                    <a:pt x="983" y="750"/>
                  </a:lnTo>
                  <a:lnTo>
                    <a:pt x="946" y="671"/>
                  </a:lnTo>
                  <a:lnTo>
                    <a:pt x="907" y="599"/>
                  </a:lnTo>
                  <a:lnTo>
                    <a:pt x="870" y="534"/>
                  </a:lnTo>
                  <a:lnTo>
                    <a:pt x="831" y="473"/>
                  </a:lnTo>
                  <a:lnTo>
                    <a:pt x="795" y="420"/>
                  </a:lnTo>
                  <a:lnTo>
                    <a:pt x="758" y="372"/>
                  </a:lnTo>
                  <a:lnTo>
                    <a:pt x="726" y="330"/>
                  </a:lnTo>
                  <a:close/>
                  <a:moveTo>
                    <a:pt x="723" y="0"/>
                  </a:moveTo>
                  <a:lnTo>
                    <a:pt x="726" y="1"/>
                  </a:lnTo>
                  <a:lnTo>
                    <a:pt x="732" y="7"/>
                  </a:lnTo>
                  <a:lnTo>
                    <a:pt x="742" y="14"/>
                  </a:lnTo>
                  <a:lnTo>
                    <a:pt x="755" y="26"/>
                  </a:lnTo>
                  <a:lnTo>
                    <a:pt x="771" y="41"/>
                  </a:lnTo>
                  <a:lnTo>
                    <a:pt x="790" y="59"/>
                  </a:lnTo>
                  <a:lnTo>
                    <a:pt x="812" y="82"/>
                  </a:lnTo>
                  <a:lnTo>
                    <a:pt x="837" y="106"/>
                  </a:lnTo>
                  <a:lnTo>
                    <a:pt x="864" y="135"/>
                  </a:lnTo>
                  <a:lnTo>
                    <a:pt x="892" y="168"/>
                  </a:lnTo>
                  <a:lnTo>
                    <a:pt x="921" y="205"/>
                  </a:lnTo>
                  <a:lnTo>
                    <a:pt x="953" y="244"/>
                  </a:lnTo>
                  <a:lnTo>
                    <a:pt x="986" y="288"/>
                  </a:lnTo>
                  <a:lnTo>
                    <a:pt x="1018" y="336"/>
                  </a:lnTo>
                  <a:lnTo>
                    <a:pt x="1052" y="388"/>
                  </a:lnTo>
                  <a:lnTo>
                    <a:pt x="1086" y="444"/>
                  </a:lnTo>
                  <a:lnTo>
                    <a:pt x="1120" y="505"/>
                  </a:lnTo>
                  <a:lnTo>
                    <a:pt x="1153" y="569"/>
                  </a:lnTo>
                  <a:lnTo>
                    <a:pt x="1187" y="636"/>
                  </a:lnTo>
                  <a:lnTo>
                    <a:pt x="1218" y="709"/>
                  </a:lnTo>
                  <a:lnTo>
                    <a:pt x="1250" y="786"/>
                  </a:lnTo>
                  <a:lnTo>
                    <a:pt x="1279" y="868"/>
                  </a:lnTo>
                  <a:lnTo>
                    <a:pt x="1309" y="952"/>
                  </a:lnTo>
                  <a:lnTo>
                    <a:pt x="1334" y="1042"/>
                  </a:lnTo>
                  <a:lnTo>
                    <a:pt x="1359" y="1137"/>
                  </a:lnTo>
                  <a:lnTo>
                    <a:pt x="1381" y="1236"/>
                  </a:lnTo>
                  <a:lnTo>
                    <a:pt x="1400" y="1340"/>
                  </a:lnTo>
                  <a:lnTo>
                    <a:pt x="1416" y="1448"/>
                  </a:lnTo>
                  <a:lnTo>
                    <a:pt x="1429" y="1561"/>
                  </a:lnTo>
                  <a:lnTo>
                    <a:pt x="1440" y="1679"/>
                  </a:lnTo>
                  <a:lnTo>
                    <a:pt x="1445" y="1801"/>
                  </a:lnTo>
                  <a:lnTo>
                    <a:pt x="1448" y="1929"/>
                  </a:lnTo>
                  <a:lnTo>
                    <a:pt x="1445" y="2058"/>
                  </a:lnTo>
                  <a:lnTo>
                    <a:pt x="1440" y="2183"/>
                  </a:lnTo>
                  <a:lnTo>
                    <a:pt x="1430" y="2301"/>
                  </a:lnTo>
                  <a:lnTo>
                    <a:pt x="1417" y="2415"/>
                  </a:lnTo>
                  <a:lnTo>
                    <a:pt x="1400" y="2524"/>
                  </a:lnTo>
                  <a:lnTo>
                    <a:pt x="1380" y="2628"/>
                  </a:lnTo>
                  <a:lnTo>
                    <a:pt x="1358" y="2726"/>
                  </a:lnTo>
                  <a:lnTo>
                    <a:pt x="1331" y="2817"/>
                  </a:lnTo>
                  <a:lnTo>
                    <a:pt x="1303" y="2903"/>
                  </a:lnTo>
                  <a:lnTo>
                    <a:pt x="1270" y="2985"/>
                  </a:lnTo>
                  <a:lnTo>
                    <a:pt x="1236" y="3059"/>
                  </a:lnTo>
                  <a:lnTo>
                    <a:pt x="1199" y="3128"/>
                  </a:lnTo>
                  <a:lnTo>
                    <a:pt x="1160" y="3191"/>
                  </a:lnTo>
                  <a:lnTo>
                    <a:pt x="1119" y="3248"/>
                  </a:lnTo>
                  <a:lnTo>
                    <a:pt x="1074" y="3298"/>
                  </a:lnTo>
                  <a:lnTo>
                    <a:pt x="1030" y="3342"/>
                  </a:lnTo>
                  <a:lnTo>
                    <a:pt x="982" y="3379"/>
                  </a:lnTo>
                  <a:lnTo>
                    <a:pt x="934" y="3409"/>
                  </a:lnTo>
                  <a:lnTo>
                    <a:pt x="884" y="3434"/>
                  </a:lnTo>
                  <a:lnTo>
                    <a:pt x="832" y="3451"/>
                  </a:lnTo>
                  <a:lnTo>
                    <a:pt x="832" y="2566"/>
                  </a:lnTo>
                  <a:lnTo>
                    <a:pt x="829" y="2542"/>
                  </a:lnTo>
                  <a:lnTo>
                    <a:pt x="821" y="2520"/>
                  </a:lnTo>
                  <a:lnTo>
                    <a:pt x="808" y="2500"/>
                  </a:lnTo>
                  <a:lnTo>
                    <a:pt x="791" y="2483"/>
                  </a:lnTo>
                  <a:lnTo>
                    <a:pt x="771" y="2471"/>
                  </a:lnTo>
                  <a:lnTo>
                    <a:pt x="748" y="2463"/>
                  </a:lnTo>
                  <a:lnTo>
                    <a:pt x="723" y="2459"/>
                  </a:lnTo>
                  <a:lnTo>
                    <a:pt x="699" y="2463"/>
                  </a:lnTo>
                  <a:lnTo>
                    <a:pt x="677" y="2471"/>
                  </a:lnTo>
                  <a:lnTo>
                    <a:pt x="657" y="2483"/>
                  </a:lnTo>
                  <a:lnTo>
                    <a:pt x="640" y="2500"/>
                  </a:lnTo>
                  <a:lnTo>
                    <a:pt x="627" y="2520"/>
                  </a:lnTo>
                  <a:lnTo>
                    <a:pt x="619" y="2542"/>
                  </a:lnTo>
                  <a:lnTo>
                    <a:pt x="616" y="2566"/>
                  </a:lnTo>
                  <a:lnTo>
                    <a:pt x="616" y="3451"/>
                  </a:lnTo>
                  <a:lnTo>
                    <a:pt x="564" y="3434"/>
                  </a:lnTo>
                  <a:lnTo>
                    <a:pt x="514" y="3409"/>
                  </a:lnTo>
                  <a:lnTo>
                    <a:pt x="466" y="3379"/>
                  </a:lnTo>
                  <a:lnTo>
                    <a:pt x="418" y="3342"/>
                  </a:lnTo>
                  <a:lnTo>
                    <a:pt x="373" y="3298"/>
                  </a:lnTo>
                  <a:lnTo>
                    <a:pt x="329" y="3248"/>
                  </a:lnTo>
                  <a:lnTo>
                    <a:pt x="288" y="3191"/>
                  </a:lnTo>
                  <a:lnTo>
                    <a:pt x="249" y="3128"/>
                  </a:lnTo>
                  <a:lnTo>
                    <a:pt x="212" y="3059"/>
                  </a:lnTo>
                  <a:lnTo>
                    <a:pt x="178" y="2985"/>
                  </a:lnTo>
                  <a:lnTo>
                    <a:pt x="145" y="2903"/>
                  </a:lnTo>
                  <a:lnTo>
                    <a:pt x="117" y="2817"/>
                  </a:lnTo>
                  <a:lnTo>
                    <a:pt x="90" y="2726"/>
                  </a:lnTo>
                  <a:lnTo>
                    <a:pt x="68" y="2628"/>
                  </a:lnTo>
                  <a:lnTo>
                    <a:pt x="48" y="2524"/>
                  </a:lnTo>
                  <a:lnTo>
                    <a:pt x="31" y="2415"/>
                  </a:lnTo>
                  <a:lnTo>
                    <a:pt x="18" y="2301"/>
                  </a:lnTo>
                  <a:lnTo>
                    <a:pt x="8" y="2183"/>
                  </a:lnTo>
                  <a:lnTo>
                    <a:pt x="2" y="2058"/>
                  </a:lnTo>
                  <a:lnTo>
                    <a:pt x="0" y="1929"/>
                  </a:lnTo>
                  <a:lnTo>
                    <a:pt x="2" y="1802"/>
                  </a:lnTo>
                  <a:lnTo>
                    <a:pt x="8" y="1681"/>
                  </a:lnTo>
                  <a:lnTo>
                    <a:pt x="18" y="1564"/>
                  </a:lnTo>
                  <a:lnTo>
                    <a:pt x="32" y="1452"/>
                  </a:lnTo>
                  <a:lnTo>
                    <a:pt x="48" y="1344"/>
                  </a:lnTo>
                  <a:lnTo>
                    <a:pt x="67" y="1242"/>
                  </a:lnTo>
                  <a:lnTo>
                    <a:pt x="89" y="1143"/>
                  </a:lnTo>
                  <a:lnTo>
                    <a:pt x="114" y="1049"/>
                  </a:lnTo>
                  <a:lnTo>
                    <a:pt x="139" y="959"/>
                  </a:lnTo>
                  <a:lnTo>
                    <a:pt x="169" y="875"/>
                  </a:lnTo>
                  <a:lnTo>
                    <a:pt x="198" y="793"/>
                  </a:lnTo>
                  <a:lnTo>
                    <a:pt x="230" y="716"/>
                  </a:lnTo>
                  <a:lnTo>
                    <a:pt x="261" y="643"/>
                  </a:lnTo>
                  <a:lnTo>
                    <a:pt x="295" y="576"/>
                  </a:lnTo>
                  <a:lnTo>
                    <a:pt x="328" y="511"/>
                  </a:lnTo>
                  <a:lnTo>
                    <a:pt x="362" y="450"/>
                  </a:lnTo>
                  <a:lnTo>
                    <a:pt x="396" y="394"/>
                  </a:lnTo>
                  <a:lnTo>
                    <a:pt x="430" y="342"/>
                  </a:lnTo>
                  <a:lnTo>
                    <a:pt x="462" y="293"/>
                  </a:lnTo>
                  <a:lnTo>
                    <a:pt x="495" y="249"/>
                  </a:lnTo>
                  <a:lnTo>
                    <a:pt x="526" y="208"/>
                  </a:lnTo>
                  <a:lnTo>
                    <a:pt x="556" y="171"/>
                  </a:lnTo>
                  <a:lnTo>
                    <a:pt x="584" y="139"/>
                  </a:lnTo>
                  <a:lnTo>
                    <a:pt x="611" y="108"/>
                  </a:lnTo>
                  <a:lnTo>
                    <a:pt x="636" y="83"/>
                  </a:lnTo>
                  <a:lnTo>
                    <a:pt x="657" y="61"/>
                  </a:lnTo>
                  <a:lnTo>
                    <a:pt x="677" y="42"/>
                  </a:lnTo>
                  <a:lnTo>
                    <a:pt x="693" y="27"/>
                  </a:lnTo>
                  <a:lnTo>
                    <a:pt x="706" y="15"/>
                  </a:lnTo>
                  <a:lnTo>
                    <a:pt x="715" y="7"/>
                  </a:lnTo>
                  <a:lnTo>
                    <a:pt x="722" y="1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64289956-A806-400F-9BB0-556FA0666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3913" y="2473325"/>
              <a:ext cx="374650" cy="636588"/>
            </a:xfrm>
            <a:custGeom>
              <a:avLst/>
              <a:gdLst>
                <a:gd name="T0" fmla="*/ 391 w 708"/>
                <a:gd name="T1" fmla="*/ 0 h 1203"/>
                <a:gd name="T2" fmla="*/ 479 w 708"/>
                <a:gd name="T3" fmla="*/ 0 h 1203"/>
                <a:gd name="T4" fmla="*/ 497 w 708"/>
                <a:gd name="T5" fmla="*/ 100 h 1203"/>
                <a:gd name="T6" fmla="*/ 520 w 708"/>
                <a:gd name="T7" fmla="*/ 196 h 1203"/>
                <a:gd name="T8" fmla="*/ 544 w 708"/>
                <a:gd name="T9" fmla="*/ 289 h 1203"/>
                <a:gd name="T10" fmla="*/ 571 w 708"/>
                <a:gd name="T11" fmla="*/ 377 h 1203"/>
                <a:gd name="T12" fmla="*/ 602 w 708"/>
                <a:gd name="T13" fmla="*/ 460 h 1203"/>
                <a:gd name="T14" fmla="*/ 634 w 708"/>
                <a:gd name="T15" fmla="*/ 539 h 1203"/>
                <a:gd name="T16" fmla="*/ 671 w 708"/>
                <a:gd name="T17" fmla="*/ 614 h 1203"/>
                <a:gd name="T18" fmla="*/ 708 w 708"/>
                <a:gd name="T19" fmla="*/ 682 h 1203"/>
                <a:gd name="T20" fmla="*/ 0 w 708"/>
                <a:gd name="T21" fmla="*/ 1203 h 1203"/>
                <a:gd name="T22" fmla="*/ 0 w 708"/>
                <a:gd name="T23" fmla="*/ 331 h 1203"/>
                <a:gd name="T24" fmla="*/ 4 w 708"/>
                <a:gd name="T25" fmla="*/ 286 h 1203"/>
                <a:gd name="T26" fmla="*/ 14 w 708"/>
                <a:gd name="T27" fmla="*/ 243 h 1203"/>
                <a:gd name="T28" fmla="*/ 30 w 708"/>
                <a:gd name="T29" fmla="*/ 202 h 1203"/>
                <a:gd name="T30" fmla="*/ 53 w 708"/>
                <a:gd name="T31" fmla="*/ 164 h 1203"/>
                <a:gd name="T32" fmla="*/ 81 w 708"/>
                <a:gd name="T33" fmla="*/ 129 h 1203"/>
                <a:gd name="T34" fmla="*/ 115 w 708"/>
                <a:gd name="T35" fmla="*/ 96 h 1203"/>
                <a:gd name="T36" fmla="*/ 152 w 708"/>
                <a:gd name="T37" fmla="*/ 68 h 1203"/>
                <a:gd name="T38" fmla="*/ 193 w 708"/>
                <a:gd name="T39" fmla="*/ 45 h 1203"/>
                <a:gd name="T40" fmla="*/ 239 w 708"/>
                <a:gd name="T41" fmla="*/ 25 h 1203"/>
                <a:gd name="T42" fmla="*/ 287 w 708"/>
                <a:gd name="T43" fmla="*/ 12 h 1203"/>
                <a:gd name="T44" fmla="*/ 338 w 708"/>
                <a:gd name="T45" fmla="*/ 2 h 1203"/>
                <a:gd name="T46" fmla="*/ 391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391" y="0"/>
                  </a:moveTo>
                  <a:lnTo>
                    <a:pt x="479" y="0"/>
                  </a:lnTo>
                  <a:lnTo>
                    <a:pt x="497" y="100"/>
                  </a:lnTo>
                  <a:lnTo>
                    <a:pt x="520" y="196"/>
                  </a:lnTo>
                  <a:lnTo>
                    <a:pt x="544" y="289"/>
                  </a:lnTo>
                  <a:lnTo>
                    <a:pt x="571" y="377"/>
                  </a:lnTo>
                  <a:lnTo>
                    <a:pt x="602" y="460"/>
                  </a:lnTo>
                  <a:lnTo>
                    <a:pt x="634" y="539"/>
                  </a:lnTo>
                  <a:lnTo>
                    <a:pt x="671" y="614"/>
                  </a:lnTo>
                  <a:lnTo>
                    <a:pt x="708" y="682"/>
                  </a:lnTo>
                  <a:lnTo>
                    <a:pt x="0" y="1203"/>
                  </a:lnTo>
                  <a:lnTo>
                    <a:pt x="0" y="331"/>
                  </a:lnTo>
                  <a:lnTo>
                    <a:pt x="4" y="286"/>
                  </a:lnTo>
                  <a:lnTo>
                    <a:pt x="14" y="243"/>
                  </a:lnTo>
                  <a:lnTo>
                    <a:pt x="30" y="202"/>
                  </a:lnTo>
                  <a:lnTo>
                    <a:pt x="53" y="164"/>
                  </a:lnTo>
                  <a:lnTo>
                    <a:pt x="81" y="129"/>
                  </a:lnTo>
                  <a:lnTo>
                    <a:pt x="115" y="96"/>
                  </a:lnTo>
                  <a:lnTo>
                    <a:pt x="152" y="68"/>
                  </a:lnTo>
                  <a:lnTo>
                    <a:pt x="193" y="45"/>
                  </a:lnTo>
                  <a:lnTo>
                    <a:pt x="239" y="25"/>
                  </a:lnTo>
                  <a:lnTo>
                    <a:pt x="287" y="12"/>
                  </a:lnTo>
                  <a:lnTo>
                    <a:pt x="338" y="2"/>
                  </a:lnTo>
                  <a:lnTo>
                    <a:pt x="3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DE04851-FEA8-4478-98D6-1F1762D96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5151" y="2473325"/>
              <a:ext cx="374650" cy="636588"/>
            </a:xfrm>
            <a:custGeom>
              <a:avLst/>
              <a:gdLst>
                <a:gd name="T0" fmla="*/ 229 w 708"/>
                <a:gd name="T1" fmla="*/ 0 h 1203"/>
                <a:gd name="T2" fmla="*/ 317 w 708"/>
                <a:gd name="T3" fmla="*/ 0 h 1203"/>
                <a:gd name="T4" fmla="*/ 370 w 708"/>
                <a:gd name="T5" fmla="*/ 2 h 1203"/>
                <a:gd name="T6" fmla="*/ 421 w 708"/>
                <a:gd name="T7" fmla="*/ 12 h 1203"/>
                <a:gd name="T8" fmla="*/ 469 w 708"/>
                <a:gd name="T9" fmla="*/ 25 h 1203"/>
                <a:gd name="T10" fmla="*/ 515 w 708"/>
                <a:gd name="T11" fmla="*/ 45 h 1203"/>
                <a:gd name="T12" fmla="*/ 556 w 708"/>
                <a:gd name="T13" fmla="*/ 68 h 1203"/>
                <a:gd name="T14" fmla="*/ 593 w 708"/>
                <a:gd name="T15" fmla="*/ 96 h 1203"/>
                <a:gd name="T16" fmla="*/ 626 w 708"/>
                <a:gd name="T17" fmla="*/ 129 h 1203"/>
                <a:gd name="T18" fmla="*/ 654 w 708"/>
                <a:gd name="T19" fmla="*/ 164 h 1203"/>
                <a:gd name="T20" fmla="*/ 678 w 708"/>
                <a:gd name="T21" fmla="*/ 202 h 1203"/>
                <a:gd name="T22" fmla="*/ 694 w 708"/>
                <a:gd name="T23" fmla="*/ 243 h 1203"/>
                <a:gd name="T24" fmla="*/ 704 w 708"/>
                <a:gd name="T25" fmla="*/ 286 h 1203"/>
                <a:gd name="T26" fmla="*/ 708 w 708"/>
                <a:gd name="T27" fmla="*/ 331 h 1203"/>
                <a:gd name="T28" fmla="*/ 708 w 708"/>
                <a:gd name="T29" fmla="*/ 1203 h 1203"/>
                <a:gd name="T30" fmla="*/ 0 w 708"/>
                <a:gd name="T31" fmla="*/ 682 h 1203"/>
                <a:gd name="T32" fmla="*/ 37 w 708"/>
                <a:gd name="T33" fmla="*/ 614 h 1203"/>
                <a:gd name="T34" fmla="*/ 74 w 708"/>
                <a:gd name="T35" fmla="*/ 539 h 1203"/>
                <a:gd name="T36" fmla="*/ 106 w 708"/>
                <a:gd name="T37" fmla="*/ 460 h 1203"/>
                <a:gd name="T38" fmla="*/ 137 w 708"/>
                <a:gd name="T39" fmla="*/ 377 h 1203"/>
                <a:gd name="T40" fmla="*/ 164 w 708"/>
                <a:gd name="T41" fmla="*/ 289 h 1203"/>
                <a:gd name="T42" fmla="*/ 188 w 708"/>
                <a:gd name="T43" fmla="*/ 196 h 1203"/>
                <a:gd name="T44" fmla="*/ 211 w 708"/>
                <a:gd name="T45" fmla="*/ 100 h 1203"/>
                <a:gd name="T46" fmla="*/ 229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229" y="0"/>
                  </a:moveTo>
                  <a:lnTo>
                    <a:pt x="317" y="0"/>
                  </a:lnTo>
                  <a:lnTo>
                    <a:pt x="370" y="2"/>
                  </a:lnTo>
                  <a:lnTo>
                    <a:pt x="421" y="12"/>
                  </a:lnTo>
                  <a:lnTo>
                    <a:pt x="469" y="25"/>
                  </a:lnTo>
                  <a:lnTo>
                    <a:pt x="515" y="45"/>
                  </a:lnTo>
                  <a:lnTo>
                    <a:pt x="556" y="68"/>
                  </a:lnTo>
                  <a:lnTo>
                    <a:pt x="593" y="96"/>
                  </a:lnTo>
                  <a:lnTo>
                    <a:pt x="626" y="129"/>
                  </a:lnTo>
                  <a:lnTo>
                    <a:pt x="654" y="164"/>
                  </a:lnTo>
                  <a:lnTo>
                    <a:pt x="678" y="202"/>
                  </a:lnTo>
                  <a:lnTo>
                    <a:pt x="694" y="243"/>
                  </a:lnTo>
                  <a:lnTo>
                    <a:pt x="704" y="286"/>
                  </a:lnTo>
                  <a:lnTo>
                    <a:pt x="708" y="331"/>
                  </a:lnTo>
                  <a:lnTo>
                    <a:pt x="708" y="1203"/>
                  </a:lnTo>
                  <a:lnTo>
                    <a:pt x="0" y="682"/>
                  </a:lnTo>
                  <a:lnTo>
                    <a:pt x="37" y="614"/>
                  </a:lnTo>
                  <a:lnTo>
                    <a:pt x="74" y="539"/>
                  </a:lnTo>
                  <a:lnTo>
                    <a:pt x="106" y="460"/>
                  </a:lnTo>
                  <a:lnTo>
                    <a:pt x="137" y="377"/>
                  </a:lnTo>
                  <a:lnTo>
                    <a:pt x="164" y="289"/>
                  </a:lnTo>
                  <a:lnTo>
                    <a:pt x="188" y="196"/>
                  </a:lnTo>
                  <a:lnTo>
                    <a:pt x="211" y="10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3" name="Freeform 27">
            <a:extLst>
              <a:ext uri="{FF2B5EF4-FFF2-40B4-BE49-F238E27FC236}">
                <a16:creationId xmlns:a16="http://schemas.microsoft.com/office/drawing/2014/main" id="{F3A191E6-FE5B-4A76-A921-BE2B743FA600}"/>
              </a:ext>
            </a:extLst>
          </p:cNvPr>
          <p:cNvSpPr>
            <a:spLocks/>
          </p:cNvSpPr>
          <p:nvPr/>
        </p:nvSpPr>
        <p:spPr bwMode="auto">
          <a:xfrm>
            <a:off x="10828480" y="3494079"/>
            <a:ext cx="230557" cy="457564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52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6556-7216-4B79-A43C-5B7688D5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2-STEP BRAIN INFOGRAPHIC SLIDE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AD50B-EAA5-45D7-B720-4E90657FEC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F9631567-9CE3-403B-988A-D5429A62E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599" y="554046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BE13EC3-96DA-422F-86B1-02B1AB3C0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599" y="554046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5ACF62-5B9B-4B4C-A154-3ACF4582A589}"/>
              </a:ext>
            </a:extLst>
          </p:cNvPr>
          <p:cNvGrpSpPr/>
          <p:nvPr/>
        </p:nvGrpSpPr>
        <p:grpSpPr>
          <a:xfrm>
            <a:off x="4186237" y="1613322"/>
            <a:ext cx="3816350" cy="4411663"/>
            <a:chOff x="4186237" y="1343484"/>
            <a:chExt cx="3816350" cy="4411663"/>
          </a:xfrm>
        </p:grpSpPr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97F1E84-C872-456F-9563-8587C8F9F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487" y="3627897"/>
              <a:ext cx="3721100" cy="2127250"/>
            </a:xfrm>
            <a:custGeom>
              <a:avLst/>
              <a:gdLst>
                <a:gd name="T0" fmla="*/ 120 w 1543"/>
                <a:gd name="T1" fmla="*/ 240 h 882"/>
                <a:gd name="T2" fmla="*/ 250 w 1543"/>
                <a:gd name="T3" fmla="*/ 604 h 882"/>
                <a:gd name="T4" fmla="*/ 189 w 1543"/>
                <a:gd name="T5" fmla="*/ 882 h 882"/>
                <a:gd name="T6" fmla="*/ 900 w 1543"/>
                <a:gd name="T7" fmla="*/ 882 h 882"/>
                <a:gd name="T8" fmla="*/ 1315 w 1543"/>
                <a:gd name="T9" fmla="*/ 708 h 882"/>
                <a:gd name="T10" fmla="*/ 1376 w 1543"/>
                <a:gd name="T11" fmla="*/ 513 h 882"/>
                <a:gd name="T12" fmla="*/ 1396 w 1543"/>
                <a:gd name="T13" fmla="*/ 409 h 882"/>
                <a:gd name="T14" fmla="*/ 1421 w 1543"/>
                <a:gd name="T15" fmla="*/ 332 h 882"/>
                <a:gd name="T16" fmla="*/ 1476 w 1543"/>
                <a:gd name="T17" fmla="*/ 244 h 882"/>
                <a:gd name="T18" fmla="*/ 1439 w 1543"/>
                <a:gd name="T19" fmla="*/ 67 h 882"/>
                <a:gd name="T20" fmla="*/ 1389 w 1543"/>
                <a:gd name="T21" fmla="*/ 0 h 882"/>
                <a:gd name="T22" fmla="*/ 0 w 1543"/>
                <a:gd name="T23" fmla="*/ 0 h 882"/>
                <a:gd name="T24" fmla="*/ 120 w 1543"/>
                <a:gd name="T25" fmla="*/ 24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3" h="882">
                  <a:moveTo>
                    <a:pt x="120" y="240"/>
                  </a:moveTo>
                  <a:cubicBezTo>
                    <a:pt x="197" y="372"/>
                    <a:pt x="246" y="476"/>
                    <a:pt x="250" y="604"/>
                  </a:cubicBezTo>
                  <a:cubicBezTo>
                    <a:pt x="254" y="732"/>
                    <a:pt x="189" y="882"/>
                    <a:pt x="189" y="882"/>
                  </a:cubicBezTo>
                  <a:cubicBezTo>
                    <a:pt x="900" y="882"/>
                    <a:pt x="900" y="882"/>
                    <a:pt x="900" y="882"/>
                  </a:cubicBezTo>
                  <a:cubicBezTo>
                    <a:pt x="935" y="551"/>
                    <a:pt x="1203" y="791"/>
                    <a:pt x="1315" y="708"/>
                  </a:cubicBezTo>
                  <a:cubicBezTo>
                    <a:pt x="1416" y="632"/>
                    <a:pt x="1376" y="513"/>
                    <a:pt x="1376" y="513"/>
                  </a:cubicBezTo>
                  <a:cubicBezTo>
                    <a:pt x="1445" y="468"/>
                    <a:pt x="1396" y="409"/>
                    <a:pt x="1396" y="409"/>
                  </a:cubicBezTo>
                  <a:cubicBezTo>
                    <a:pt x="1396" y="409"/>
                    <a:pt x="1439" y="378"/>
                    <a:pt x="1421" y="332"/>
                  </a:cubicBezTo>
                  <a:cubicBezTo>
                    <a:pt x="1402" y="285"/>
                    <a:pt x="1408" y="271"/>
                    <a:pt x="1476" y="244"/>
                  </a:cubicBezTo>
                  <a:cubicBezTo>
                    <a:pt x="1543" y="218"/>
                    <a:pt x="1543" y="196"/>
                    <a:pt x="1439" y="67"/>
                  </a:cubicBezTo>
                  <a:cubicBezTo>
                    <a:pt x="1417" y="40"/>
                    <a:pt x="1400" y="19"/>
                    <a:pt x="13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" y="92"/>
                    <a:pt x="77" y="166"/>
                    <a:pt x="120" y="24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83B865B1-1FBC-4B78-9FA0-A964F78C4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237" y="1343484"/>
              <a:ext cx="3408362" cy="2220913"/>
            </a:xfrm>
            <a:custGeom>
              <a:avLst/>
              <a:gdLst>
                <a:gd name="T0" fmla="*/ 1401 w 1413"/>
                <a:gd name="T1" fmla="*/ 663 h 921"/>
                <a:gd name="T2" fmla="*/ 671 w 1413"/>
                <a:gd name="T3" fmla="*/ 41 h 921"/>
                <a:gd name="T4" fmla="*/ 2 w 1413"/>
                <a:gd name="T5" fmla="*/ 687 h 921"/>
                <a:gd name="T6" fmla="*/ 31 w 1413"/>
                <a:gd name="T7" fmla="*/ 921 h 921"/>
                <a:gd name="T8" fmla="*/ 1413 w 1413"/>
                <a:gd name="T9" fmla="*/ 921 h 921"/>
                <a:gd name="T10" fmla="*/ 1401 w 1413"/>
                <a:gd name="T11" fmla="*/ 663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3" h="921">
                  <a:moveTo>
                    <a:pt x="1401" y="663"/>
                  </a:moveTo>
                  <a:cubicBezTo>
                    <a:pt x="1401" y="433"/>
                    <a:pt x="1167" y="0"/>
                    <a:pt x="671" y="41"/>
                  </a:cubicBezTo>
                  <a:cubicBezTo>
                    <a:pt x="175" y="82"/>
                    <a:pt x="8" y="451"/>
                    <a:pt x="2" y="687"/>
                  </a:cubicBezTo>
                  <a:cubicBezTo>
                    <a:pt x="0" y="779"/>
                    <a:pt x="11" y="855"/>
                    <a:pt x="31" y="921"/>
                  </a:cubicBezTo>
                  <a:cubicBezTo>
                    <a:pt x="1413" y="921"/>
                    <a:pt x="1413" y="921"/>
                    <a:pt x="1413" y="921"/>
                  </a:cubicBezTo>
                  <a:cubicBezTo>
                    <a:pt x="1388" y="866"/>
                    <a:pt x="1401" y="819"/>
                    <a:pt x="1401" y="66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9" name="Freeform 27">
            <a:extLst>
              <a:ext uri="{FF2B5EF4-FFF2-40B4-BE49-F238E27FC236}">
                <a16:creationId xmlns:a16="http://schemas.microsoft.com/office/drawing/2014/main" id="{721D2AEB-F2AF-4634-BC51-25E9F24843F1}"/>
              </a:ext>
            </a:extLst>
          </p:cNvPr>
          <p:cNvSpPr>
            <a:spLocks/>
          </p:cNvSpPr>
          <p:nvPr/>
        </p:nvSpPr>
        <p:spPr bwMode="auto">
          <a:xfrm>
            <a:off x="6993274" y="4360390"/>
            <a:ext cx="217852" cy="432346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2662CEE-B86D-4E1E-91EB-1BE2E1E4273E}"/>
              </a:ext>
            </a:extLst>
          </p:cNvPr>
          <p:cNvGrpSpPr/>
          <p:nvPr/>
        </p:nvGrpSpPr>
        <p:grpSpPr>
          <a:xfrm>
            <a:off x="4668370" y="2674888"/>
            <a:ext cx="510022" cy="420054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81" name="Freeform 21">
              <a:extLst>
                <a:ext uri="{FF2B5EF4-FFF2-40B4-BE49-F238E27FC236}">
                  <a16:creationId xmlns:a16="http://schemas.microsoft.com/office/drawing/2014/main" id="{ED9244B6-AD08-4D44-8BE6-B61EDB2AD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5C0597DA-7BAD-4573-BD22-526181E051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C6D40CD-9835-408F-B3DD-3488BF8429DA}"/>
              </a:ext>
            </a:extLst>
          </p:cNvPr>
          <p:cNvSpPr txBox="1"/>
          <p:nvPr/>
        </p:nvSpPr>
        <p:spPr>
          <a:xfrm>
            <a:off x="5399210" y="2679444"/>
            <a:ext cx="1702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6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6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EC9E83-E0A6-4715-9EEB-80303A688F67}"/>
              </a:ext>
            </a:extLst>
          </p:cNvPr>
          <p:cNvSpPr txBox="1"/>
          <p:nvPr/>
        </p:nvSpPr>
        <p:spPr>
          <a:xfrm>
            <a:off x="5399209" y="2292103"/>
            <a:ext cx="1702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bg1"/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E3E2A9-2AE5-4F65-B263-934DCC93C037}"/>
              </a:ext>
            </a:extLst>
          </p:cNvPr>
          <p:cNvSpPr txBox="1"/>
          <p:nvPr/>
        </p:nvSpPr>
        <p:spPr>
          <a:xfrm>
            <a:off x="5012349" y="4461352"/>
            <a:ext cx="1702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6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6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696781-E99D-46A9-98C3-F609DC842C17}"/>
              </a:ext>
            </a:extLst>
          </p:cNvPr>
          <p:cNvSpPr txBox="1"/>
          <p:nvPr/>
        </p:nvSpPr>
        <p:spPr>
          <a:xfrm>
            <a:off x="5012348" y="4074011"/>
            <a:ext cx="1702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2000" dirty="0">
                <a:solidFill>
                  <a:schemeClr val="bg1"/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9D812E-7731-4197-9C07-F2EB2D4D0921}"/>
              </a:ext>
            </a:extLst>
          </p:cNvPr>
          <p:cNvGrpSpPr/>
          <p:nvPr/>
        </p:nvGrpSpPr>
        <p:grpSpPr>
          <a:xfrm>
            <a:off x="8384988" y="2292103"/>
            <a:ext cx="2965472" cy="1033672"/>
            <a:chOff x="8384988" y="1713840"/>
            <a:chExt cx="2965472" cy="10336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4A8286-65CC-4A95-BD74-65B84C439D04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2D721D-0561-415F-9B31-951157FC749B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19543F-361A-4C87-8ED2-9447418D51A8}"/>
              </a:ext>
            </a:extLst>
          </p:cNvPr>
          <p:cNvGrpSpPr/>
          <p:nvPr/>
        </p:nvGrpSpPr>
        <p:grpSpPr>
          <a:xfrm>
            <a:off x="838365" y="4258677"/>
            <a:ext cx="2965472" cy="1033672"/>
            <a:chOff x="838365" y="1713840"/>
            <a:chExt cx="2965472" cy="103367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11332F-400E-44D3-8002-DB121AD93056}"/>
                </a:ext>
              </a:extLst>
            </p:cNvPr>
            <p:cNvSpPr txBox="1"/>
            <p:nvPr/>
          </p:nvSpPr>
          <p:spPr>
            <a:xfrm>
              <a:off x="838366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B24C537-0449-4FA2-BAC1-83407F6A41F7}"/>
                </a:ext>
              </a:extLst>
            </p:cNvPr>
            <p:cNvSpPr txBox="1"/>
            <p:nvPr/>
          </p:nvSpPr>
          <p:spPr>
            <a:xfrm>
              <a:off x="838365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511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6556-7216-4B79-A43C-5B7688D5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3-STEP BRAIN INFOGRAPHIC SLIDE</a:t>
            </a:r>
            <a:endParaRPr lang="en-I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28BA4-2B18-443A-86E4-351888C36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4" name="Line 7">
            <a:extLst>
              <a:ext uri="{FF2B5EF4-FFF2-40B4-BE49-F238E27FC236}">
                <a16:creationId xmlns:a16="http://schemas.microsoft.com/office/drawing/2014/main" id="{EC4E97AA-4DF9-4801-9CC7-36330CC9D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03363" y="56515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7B48D4E5-88C5-4BE1-A921-C607A26E9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03363" y="56515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D944952-99CF-4C12-B5E0-E376D4CCF17A}"/>
              </a:ext>
            </a:extLst>
          </p:cNvPr>
          <p:cNvGrpSpPr/>
          <p:nvPr/>
        </p:nvGrpSpPr>
        <p:grpSpPr>
          <a:xfrm>
            <a:off x="4183062" y="1613321"/>
            <a:ext cx="3822700" cy="4411664"/>
            <a:chOff x="4343901" y="1522412"/>
            <a:chExt cx="3822700" cy="4411664"/>
          </a:xfrm>
        </p:grpSpPr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0DE8A4AF-C0B8-4C5A-A2E9-615F33D4B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4939" y="3806825"/>
              <a:ext cx="3141662" cy="2127250"/>
            </a:xfrm>
            <a:custGeom>
              <a:avLst/>
              <a:gdLst>
                <a:gd name="T0" fmla="*/ 0 w 1303"/>
                <a:gd name="T1" fmla="*/ 882 h 882"/>
                <a:gd name="T2" fmla="*/ 661 w 1303"/>
                <a:gd name="T3" fmla="*/ 882 h 882"/>
                <a:gd name="T4" fmla="*/ 1075 w 1303"/>
                <a:gd name="T5" fmla="*/ 708 h 882"/>
                <a:gd name="T6" fmla="*/ 1136 w 1303"/>
                <a:gd name="T7" fmla="*/ 513 h 882"/>
                <a:gd name="T8" fmla="*/ 1157 w 1303"/>
                <a:gd name="T9" fmla="*/ 409 h 882"/>
                <a:gd name="T10" fmla="*/ 1181 w 1303"/>
                <a:gd name="T11" fmla="*/ 332 h 882"/>
                <a:gd name="T12" fmla="*/ 1236 w 1303"/>
                <a:gd name="T13" fmla="*/ 244 h 882"/>
                <a:gd name="T14" fmla="*/ 1199 w 1303"/>
                <a:gd name="T15" fmla="*/ 67 h 882"/>
                <a:gd name="T16" fmla="*/ 1149 w 1303"/>
                <a:gd name="T17" fmla="*/ 0 h 882"/>
                <a:gd name="T18" fmla="*/ 510 w 1303"/>
                <a:gd name="T19" fmla="*/ 0 h 882"/>
                <a:gd name="T20" fmla="*/ 0 w 1303"/>
                <a:gd name="T21" fmla="*/ 882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03" h="882">
                  <a:moveTo>
                    <a:pt x="0" y="882"/>
                  </a:moveTo>
                  <a:cubicBezTo>
                    <a:pt x="661" y="882"/>
                    <a:pt x="661" y="882"/>
                    <a:pt x="661" y="882"/>
                  </a:cubicBezTo>
                  <a:cubicBezTo>
                    <a:pt x="695" y="551"/>
                    <a:pt x="963" y="791"/>
                    <a:pt x="1075" y="708"/>
                  </a:cubicBezTo>
                  <a:cubicBezTo>
                    <a:pt x="1176" y="632"/>
                    <a:pt x="1136" y="513"/>
                    <a:pt x="1136" y="513"/>
                  </a:cubicBezTo>
                  <a:cubicBezTo>
                    <a:pt x="1205" y="468"/>
                    <a:pt x="1157" y="409"/>
                    <a:pt x="1157" y="409"/>
                  </a:cubicBezTo>
                  <a:cubicBezTo>
                    <a:pt x="1157" y="409"/>
                    <a:pt x="1199" y="378"/>
                    <a:pt x="1181" y="332"/>
                  </a:cubicBezTo>
                  <a:cubicBezTo>
                    <a:pt x="1163" y="285"/>
                    <a:pt x="1169" y="271"/>
                    <a:pt x="1236" y="244"/>
                  </a:cubicBezTo>
                  <a:cubicBezTo>
                    <a:pt x="1303" y="218"/>
                    <a:pt x="1303" y="196"/>
                    <a:pt x="1199" y="67"/>
                  </a:cubicBezTo>
                  <a:cubicBezTo>
                    <a:pt x="1177" y="40"/>
                    <a:pt x="1161" y="19"/>
                    <a:pt x="1149" y="0"/>
                  </a:cubicBezTo>
                  <a:cubicBezTo>
                    <a:pt x="510" y="0"/>
                    <a:pt x="510" y="0"/>
                    <a:pt x="510" y="0"/>
                  </a:cubicBezTo>
                  <a:lnTo>
                    <a:pt x="0" y="88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ADEF5AC2-DFA3-402D-896D-842A9E154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226" y="1522412"/>
              <a:ext cx="2595562" cy="2220913"/>
            </a:xfrm>
            <a:custGeom>
              <a:avLst/>
              <a:gdLst>
                <a:gd name="T0" fmla="*/ 1076 w 1076"/>
                <a:gd name="T1" fmla="*/ 921 h 921"/>
                <a:gd name="T2" fmla="*/ 1063 w 1076"/>
                <a:gd name="T3" fmla="*/ 663 h 921"/>
                <a:gd name="T4" fmla="*/ 333 w 1076"/>
                <a:gd name="T5" fmla="*/ 41 h 921"/>
                <a:gd name="T6" fmla="*/ 0 w 1076"/>
                <a:gd name="T7" fmla="*/ 137 h 921"/>
                <a:gd name="T8" fmla="*/ 451 w 1076"/>
                <a:gd name="T9" fmla="*/ 921 h 921"/>
                <a:gd name="T10" fmla="*/ 1076 w 1076"/>
                <a:gd name="T11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6" h="921">
                  <a:moveTo>
                    <a:pt x="1076" y="921"/>
                  </a:moveTo>
                  <a:cubicBezTo>
                    <a:pt x="1051" y="866"/>
                    <a:pt x="1063" y="819"/>
                    <a:pt x="1063" y="663"/>
                  </a:cubicBezTo>
                  <a:cubicBezTo>
                    <a:pt x="1063" y="433"/>
                    <a:pt x="829" y="0"/>
                    <a:pt x="333" y="41"/>
                  </a:cubicBezTo>
                  <a:cubicBezTo>
                    <a:pt x="199" y="52"/>
                    <a:pt x="89" y="87"/>
                    <a:pt x="0" y="137"/>
                  </a:cubicBezTo>
                  <a:cubicBezTo>
                    <a:pt x="451" y="921"/>
                    <a:pt x="451" y="921"/>
                    <a:pt x="451" y="921"/>
                  </a:cubicBezTo>
                  <a:lnTo>
                    <a:pt x="1076" y="9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5B0CED56-0BE4-4408-800C-ED8A7E009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901" y="1884363"/>
              <a:ext cx="1857375" cy="4049713"/>
            </a:xfrm>
            <a:custGeom>
              <a:avLst/>
              <a:gdLst>
                <a:gd name="T0" fmla="*/ 319 w 770"/>
                <a:gd name="T1" fmla="*/ 0 h 1679"/>
                <a:gd name="T2" fmla="*/ 6 w 770"/>
                <a:gd name="T3" fmla="*/ 537 h 1679"/>
                <a:gd name="T4" fmla="*/ 162 w 770"/>
                <a:gd name="T5" fmla="*/ 1037 h 1679"/>
                <a:gd name="T6" fmla="*/ 292 w 770"/>
                <a:gd name="T7" fmla="*/ 1401 h 1679"/>
                <a:gd name="T8" fmla="*/ 231 w 770"/>
                <a:gd name="T9" fmla="*/ 1679 h 1679"/>
                <a:gd name="T10" fmla="*/ 252 w 770"/>
                <a:gd name="T11" fmla="*/ 1679 h 1679"/>
                <a:gd name="T12" fmla="*/ 770 w 770"/>
                <a:gd name="T13" fmla="*/ 784 h 1679"/>
                <a:gd name="T14" fmla="*/ 319 w 770"/>
                <a:gd name="T15" fmla="*/ 0 h 1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0" h="1679">
                  <a:moveTo>
                    <a:pt x="319" y="0"/>
                  </a:moveTo>
                  <a:cubicBezTo>
                    <a:pt x="94" y="137"/>
                    <a:pt x="10" y="371"/>
                    <a:pt x="6" y="537"/>
                  </a:cubicBezTo>
                  <a:cubicBezTo>
                    <a:pt x="0" y="773"/>
                    <a:pt x="85" y="905"/>
                    <a:pt x="162" y="1037"/>
                  </a:cubicBezTo>
                  <a:cubicBezTo>
                    <a:pt x="239" y="1169"/>
                    <a:pt x="288" y="1273"/>
                    <a:pt x="292" y="1401"/>
                  </a:cubicBezTo>
                  <a:cubicBezTo>
                    <a:pt x="296" y="1529"/>
                    <a:pt x="231" y="1679"/>
                    <a:pt x="231" y="1679"/>
                  </a:cubicBezTo>
                  <a:cubicBezTo>
                    <a:pt x="252" y="1679"/>
                    <a:pt x="252" y="1679"/>
                    <a:pt x="252" y="1679"/>
                  </a:cubicBezTo>
                  <a:cubicBezTo>
                    <a:pt x="770" y="784"/>
                    <a:pt x="770" y="784"/>
                    <a:pt x="770" y="784"/>
                  </a:cubicBezTo>
                  <a:lnTo>
                    <a:pt x="3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FFFFB172-3F35-4D62-96F9-A08A2BCA2957}"/>
              </a:ext>
            </a:extLst>
          </p:cNvPr>
          <p:cNvSpPr txBox="1"/>
          <p:nvPr/>
        </p:nvSpPr>
        <p:spPr>
          <a:xfrm>
            <a:off x="8384989" y="2101181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83E3E0-4DA3-4715-BF53-CEC1C5040F4A}"/>
              </a:ext>
            </a:extLst>
          </p:cNvPr>
          <p:cNvSpPr txBox="1"/>
          <p:nvPr/>
        </p:nvSpPr>
        <p:spPr>
          <a:xfrm>
            <a:off x="8384988" y="1713840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2201A32-26BA-402E-BF01-4F4BB56FD265}"/>
              </a:ext>
            </a:extLst>
          </p:cNvPr>
          <p:cNvSpPr txBox="1"/>
          <p:nvPr/>
        </p:nvSpPr>
        <p:spPr>
          <a:xfrm>
            <a:off x="8384989" y="5278135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5DF403-9197-42E0-A35D-8C29E3D87B7A}"/>
              </a:ext>
            </a:extLst>
          </p:cNvPr>
          <p:cNvSpPr txBox="1"/>
          <p:nvPr/>
        </p:nvSpPr>
        <p:spPr>
          <a:xfrm>
            <a:off x="8384988" y="4890794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8829F5-AB4D-430E-94FE-C2D1C24ECCE5}"/>
              </a:ext>
            </a:extLst>
          </p:cNvPr>
          <p:cNvSpPr txBox="1"/>
          <p:nvPr/>
        </p:nvSpPr>
        <p:spPr>
          <a:xfrm>
            <a:off x="806429" y="3689658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87DF50F-1164-4A40-96ED-D391753C8FD1}"/>
              </a:ext>
            </a:extLst>
          </p:cNvPr>
          <p:cNvSpPr txBox="1"/>
          <p:nvPr/>
        </p:nvSpPr>
        <p:spPr>
          <a:xfrm>
            <a:off x="806428" y="3302317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0" name="Freeform 32">
            <a:extLst>
              <a:ext uri="{FF2B5EF4-FFF2-40B4-BE49-F238E27FC236}">
                <a16:creationId xmlns:a16="http://schemas.microsoft.com/office/drawing/2014/main" id="{BF4F939D-B14C-4759-ABF2-6EAC5083CBE8}"/>
              </a:ext>
            </a:extLst>
          </p:cNvPr>
          <p:cNvSpPr>
            <a:spLocks noEditPoints="1"/>
          </p:cNvSpPr>
          <p:nvPr/>
        </p:nvSpPr>
        <p:spPr bwMode="auto">
          <a:xfrm>
            <a:off x="4917626" y="3655078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1" name="Freeform 37">
            <a:extLst>
              <a:ext uri="{FF2B5EF4-FFF2-40B4-BE49-F238E27FC236}">
                <a16:creationId xmlns:a16="http://schemas.microsoft.com/office/drawing/2014/main" id="{31491195-BFCD-4A41-86CC-7C0817BF51C0}"/>
              </a:ext>
            </a:extLst>
          </p:cNvPr>
          <p:cNvSpPr>
            <a:spLocks noEditPoints="1"/>
          </p:cNvSpPr>
          <p:nvPr/>
        </p:nvSpPr>
        <p:spPr bwMode="auto">
          <a:xfrm>
            <a:off x="6326028" y="4509342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E7C88A6-EC02-443A-8A08-9E5F837E9811}"/>
              </a:ext>
            </a:extLst>
          </p:cNvPr>
          <p:cNvGrpSpPr/>
          <p:nvPr/>
        </p:nvGrpSpPr>
        <p:grpSpPr>
          <a:xfrm>
            <a:off x="6346319" y="2793111"/>
            <a:ext cx="451187" cy="371599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93" name="Freeform 21">
              <a:extLst>
                <a:ext uri="{FF2B5EF4-FFF2-40B4-BE49-F238E27FC236}">
                  <a16:creationId xmlns:a16="http://schemas.microsoft.com/office/drawing/2014/main" id="{E2A2FF27-1D09-48EF-BB8A-066E97E47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4" name="Freeform 22">
              <a:extLst>
                <a:ext uri="{FF2B5EF4-FFF2-40B4-BE49-F238E27FC236}">
                  <a16:creationId xmlns:a16="http://schemas.microsoft.com/office/drawing/2014/main" id="{3F314473-B9B5-463C-B20E-BB0A6F25B5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48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6556-7216-4B79-A43C-5B7688D5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4-STEP BRAIN INFOGRAPHIC SLIDE</a:t>
            </a:r>
            <a:endParaRPr lang="en-I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B713C-F925-4E69-9360-EFB205123A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EB59941-12F3-4F18-8FA2-08A0BA023A71}"/>
              </a:ext>
            </a:extLst>
          </p:cNvPr>
          <p:cNvGrpSpPr/>
          <p:nvPr/>
        </p:nvGrpSpPr>
        <p:grpSpPr>
          <a:xfrm>
            <a:off x="4187825" y="1705397"/>
            <a:ext cx="3813175" cy="4319588"/>
            <a:chOff x="4466431" y="1552692"/>
            <a:chExt cx="3813175" cy="4319588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BBD9E39B-EC27-4BFF-BE79-2C73A1EA4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0956" y="3745030"/>
              <a:ext cx="1898650" cy="2127250"/>
            </a:xfrm>
            <a:custGeom>
              <a:avLst/>
              <a:gdLst>
                <a:gd name="T0" fmla="*/ 0 w 787"/>
                <a:gd name="T1" fmla="*/ 882 h 882"/>
                <a:gd name="T2" fmla="*/ 145 w 787"/>
                <a:gd name="T3" fmla="*/ 882 h 882"/>
                <a:gd name="T4" fmla="*/ 560 w 787"/>
                <a:gd name="T5" fmla="*/ 708 h 882"/>
                <a:gd name="T6" fmla="*/ 621 w 787"/>
                <a:gd name="T7" fmla="*/ 513 h 882"/>
                <a:gd name="T8" fmla="*/ 641 w 787"/>
                <a:gd name="T9" fmla="*/ 409 h 882"/>
                <a:gd name="T10" fmla="*/ 666 w 787"/>
                <a:gd name="T11" fmla="*/ 332 h 882"/>
                <a:gd name="T12" fmla="*/ 720 w 787"/>
                <a:gd name="T13" fmla="*/ 244 h 882"/>
                <a:gd name="T14" fmla="*/ 684 w 787"/>
                <a:gd name="T15" fmla="*/ 67 h 882"/>
                <a:gd name="T16" fmla="*/ 633 w 787"/>
                <a:gd name="T17" fmla="*/ 0 h 882"/>
                <a:gd name="T18" fmla="*/ 0 w 787"/>
                <a:gd name="T19" fmla="*/ 0 h 882"/>
                <a:gd name="T20" fmla="*/ 0 w 787"/>
                <a:gd name="T21" fmla="*/ 882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7" h="882">
                  <a:moveTo>
                    <a:pt x="0" y="882"/>
                  </a:moveTo>
                  <a:cubicBezTo>
                    <a:pt x="145" y="882"/>
                    <a:pt x="145" y="882"/>
                    <a:pt x="145" y="882"/>
                  </a:cubicBezTo>
                  <a:cubicBezTo>
                    <a:pt x="180" y="551"/>
                    <a:pt x="448" y="791"/>
                    <a:pt x="560" y="708"/>
                  </a:cubicBezTo>
                  <a:cubicBezTo>
                    <a:pt x="661" y="632"/>
                    <a:pt x="621" y="513"/>
                    <a:pt x="621" y="513"/>
                  </a:cubicBezTo>
                  <a:cubicBezTo>
                    <a:pt x="690" y="468"/>
                    <a:pt x="641" y="409"/>
                    <a:pt x="641" y="409"/>
                  </a:cubicBezTo>
                  <a:cubicBezTo>
                    <a:pt x="641" y="409"/>
                    <a:pt x="684" y="378"/>
                    <a:pt x="666" y="332"/>
                  </a:cubicBezTo>
                  <a:cubicBezTo>
                    <a:pt x="647" y="285"/>
                    <a:pt x="653" y="271"/>
                    <a:pt x="720" y="244"/>
                  </a:cubicBezTo>
                  <a:cubicBezTo>
                    <a:pt x="787" y="218"/>
                    <a:pt x="787" y="195"/>
                    <a:pt x="684" y="67"/>
                  </a:cubicBezTo>
                  <a:cubicBezTo>
                    <a:pt x="662" y="40"/>
                    <a:pt x="645" y="19"/>
                    <a:pt x="63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8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C7BE2A1C-C201-4D04-9824-993E028DF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094" y="3745030"/>
              <a:ext cx="1758950" cy="2127250"/>
            </a:xfrm>
            <a:custGeom>
              <a:avLst/>
              <a:gdLst>
                <a:gd name="T0" fmla="*/ 0 w 729"/>
                <a:gd name="T1" fmla="*/ 0 h 882"/>
                <a:gd name="T2" fmla="*/ 120 w 729"/>
                <a:gd name="T3" fmla="*/ 240 h 882"/>
                <a:gd name="T4" fmla="*/ 250 w 729"/>
                <a:gd name="T5" fmla="*/ 604 h 882"/>
                <a:gd name="T6" fmla="*/ 189 w 729"/>
                <a:gd name="T7" fmla="*/ 882 h 882"/>
                <a:gd name="T8" fmla="*/ 729 w 729"/>
                <a:gd name="T9" fmla="*/ 882 h 882"/>
                <a:gd name="T10" fmla="*/ 729 w 729"/>
                <a:gd name="T11" fmla="*/ 0 h 882"/>
                <a:gd name="T12" fmla="*/ 0 w 729"/>
                <a:gd name="T13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9" h="882">
                  <a:moveTo>
                    <a:pt x="0" y="0"/>
                  </a:moveTo>
                  <a:cubicBezTo>
                    <a:pt x="31" y="92"/>
                    <a:pt x="76" y="166"/>
                    <a:pt x="120" y="240"/>
                  </a:cubicBezTo>
                  <a:cubicBezTo>
                    <a:pt x="197" y="372"/>
                    <a:pt x="246" y="476"/>
                    <a:pt x="250" y="604"/>
                  </a:cubicBezTo>
                  <a:cubicBezTo>
                    <a:pt x="254" y="732"/>
                    <a:pt x="189" y="882"/>
                    <a:pt x="189" y="882"/>
                  </a:cubicBezTo>
                  <a:cubicBezTo>
                    <a:pt x="729" y="882"/>
                    <a:pt x="729" y="882"/>
                    <a:pt x="729" y="882"/>
                  </a:cubicBezTo>
                  <a:cubicBezTo>
                    <a:pt x="729" y="0"/>
                    <a:pt x="729" y="0"/>
                    <a:pt x="7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109C6CA-4689-422D-A82E-45958C175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431" y="1552692"/>
              <a:ext cx="1852612" cy="2128838"/>
            </a:xfrm>
            <a:custGeom>
              <a:avLst/>
              <a:gdLst>
                <a:gd name="T0" fmla="*/ 768 w 768"/>
                <a:gd name="T1" fmla="*/ 1 h 883"/>
                <a:gd name="T2" fmla="*/ 671 w 768"/>
                <a:gd name="T3" fmla="*/ 3 h 883"/>
                <a:gd name="T4" fmla="*/ 2 w 768"/>
                <a:gd name="T5" fmla="*/ 649 h 883"/>
                <a:gd name="T6" fmla="*/ 31 w 768"/>
                <a:gd name="T7" fmla="*/ 883 h 883"/>
                <a:gd name="T8" fmla="*/ 768 w 768"/>
                <a:gd name="T9" fmla="*/ 883 h 883"/>
                <a:gd name="T10" fmla="*/ 768 w 768"/>
                <a:gd name="T11" fmla="*/ 1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883">
                  <a:moveTo>
                    <a:pt x="768" y="1"/>
                  </a:moveTo>
                  <a:cubicBezTo>
                    <a:pt x="737" y="0"/>
                    <a:pt x="705" y="0"/>
                    <a:pt x="671" y="3"/>
                  </a:cubicBezTo>
                  <a:cubicBezTo>
                    <a:pt x="175" y="44"/>
                    <a:pt x="8" y="413"/>
                    <a:pt x="2" y="649"/>
                  </a:cubicBezTo>
                  <a:cubicBezTo>
                    <a:pt x="0" y="741"/>
                    <a:pt x="11" y="817"/>
                    <a:pt x="31" y="883"/>
                  </a:cubicBezTo>
                  <a:cubicBezTo>
                    <a:pt x="768" y="883"/>
                    <a:pt x="768" y="883"/>
                    <a:pt x="768" y="883"/>
                  </a:cubicBezTo>
                  <a:lnTo>
                    <a:pt x="7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DA35951-2EF9-4587-85EF-A8FC84ECD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0956" y="1559043"/>
              <a:ext cx="1492250" cy="2122488"/>
            </a:xfrm>
            <a:custGeom>
              <a:avLst/>
              <a:gdLst>
                <a:gd name="T0" fmla="*/ 619 w 619"/>
                <a:gd name="T1" fmla="*/ 880 h 880"/>
                <a:gd name="T2" fmla="*/ 607 w 619"/>
                <a:gd name="T3" fmla="*/ 622 h 880"/>
                <a:gd name="T4" fmla="*/ 0 w 619"/>
                <a:gd name="T5" fmla="*/ 0 h 880"/>
                <a:gd name="T6" fmla="*/ 0 w 619"/>
                <a:gd name="T7" fmla="*/ 880 h 880"/>
                <a:gd name="T8" fmla="*/ 619 w 619"/>
                <a:gd name="T9" fmla="*/ 880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880">
                  <a:moveTo>
                    <a:pt x="619" y="880"/>
                  </a:moveTo>
                  <a:cubicBezTo>
                    <a:pt x="594" y="825"/>
                    <a:pt x="607" y="778"/>
                    <a:pt x="607" y="622"/>
                  </a:cubicBezTo>
                  <a:cubicBezTo>
                    <a:pt x="607" y="412"/>
                    <a:pt x="412" y="33"/>
                    <a:pt x="0" y="0"/>
                  </a:cubicBezTo>
                  <a:cubicBezTo>
                    <a:pt x="0" y="880"/>
                    <a:pt x="0" y="880"/>
                    <a:pt x="0" y="880"/>
                  </a:cubicBezTo>
                  <a:lnTo>
                    <a:pt x="619" y="8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28C5B5C-72E3-4E41-AF5B-542D6C0124EA}"/>
              </a:ext>
            </a:extLst>
          </p:cNvPr>
          <p:cNvGrpSpPr/>
          <p:nvPr/>
        </p:nvGrpSpPr>
        <p:grpSpPr>
          <a:xfrm>
            <a:off x="8384988" y="1713840"/>
            <a:ext cx="2965472" cy="1033672"/>
            <a:chOff x="8384988" y="1713840"/>
            <a:chExt cx="2965472" cy="10336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7B4695D-B055-40D9-8875-0F12B850C928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7FA977-A117-4D28-8E8D-347A288BC770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3A0E822-81AF-422B-8050-14FE73F8D2DC}"/>
              </a:ext>
            </a:extLst>
          </p:cNvPr>
          <p:cNvGrpSpPr/>
          <p:nvPr/>
        </p:nvGrpSpPr>
        <p:grpSpPr>
          <a:xfrm>
            <a:off x="8384988" y="4890794"/>
            <a:ext cx="2965472" cy="1033672"/>
            <a:chOff x="8384988" y="4890794"/>
            <a:chExt cx="2965472" cy="103367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290A071-C598-4EF6-B116-5B9342A3563A}"/>
                </a:ext>
              </a:extLst>
            </p:cNvPr>
            <p:cNvSpPr txBox="1"/>
            <p:nvPr/>
          </p:nvSpPr>
          <p:spPr>
            <a:xfrm>
              <a:off x="8384989" y="5278135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863328-7C10-4C5F-915F-AA28DBAD34ED}"/>
                </a:ext>
              </a:extLst>
            </p:cNvPr>
            <p:cNvSpPr txBox="1"/>
            <p:nvPr/>
          </p:nvSpPr>
          <p:spPr>
            <a:xfrm>
              <a:off x="8384988" y="4890794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6832F20-B22D-4193-B871-FE67DAC0C2FD}"/>
              </a:ext>
            </a:extLst>
          </p:cNvPr>
          <p:cNvGrpSpPr/>
          <p:nvPr/>
        </p:nvGrpSpPr>
        <p:grpSpPr>
          <a:xfrm>
            <a:off x="838365" y="1713840"/>
            <a:ext cx="2965472" cy="1033672"/>
            <a:chOff x="838365" y="1713840"/>
            <a:chExt cx="2965472" cy="103367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9E89280-F9C0-4A51-97FC-4B97A612D27F}"/>
                </a:ext>
              </a:extLst>
            </p:cNvPr>
            <p:cNvSpPr txBox="1"/>
            <p:nvPr/>
          </p:nvSpPr>
          <p:spPr>
            <a:xfrm>
              <a:off x="838366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2376144-5C54-4342-84EE-9911092FFAC2}"/>
                </a:ext>
              </a:extLst>
            </p:cNvPr>
            <p:cNvSpPr txBox="1"/>
            <p:nvPr/>
          </p:nvSpPr>
          <p:spPr>
            <a:xfrm>
              <a:off x="838365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0BA82-7C0A-4A24-B96F-EB4B7C5EDC60}"/>
              </a:ext>
            </a:extLst>
          </p:cNvPr>
          <p:cNvGrpSpPr/>
          <p:nvPr/>
        </p:nvGrpSpPr>
        <p:grpSpPr>
          <a:xfrm>
            <a:off x="838365" y="4890794"/>
            <a:ext cx="2965472" cy="1033672"/>
            <a:chOff x="838365" y="4890794"/>
            <a:chExt cx="2965472" cy="103367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638B5F7-A6B8-4E1A-90B9-CC95B969B88F}"/>
                </a:ext>
              </a:extLst>
            </p:cNvPr>
            <p:cNvSpPr txBox="1"/>
            <p:nvPr/>
          </p:nvSpPr>
          <p:spPr>
            <a:xfrm>
              <a:off x="838366" y="5278135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291F905-3975-44C1-8A99-3BCB1487A547}"/>
                </a:ext>
              </a:extLst>
            </p:cNvPr>
            <p:cNvSpPr txBox="1"/>
            <p:nvPr/>
          </p:nvSpPr>
          <p:spPr>
            <a:xfrm>
              <a:off x="838365" y="4890794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9" name="Freeform 32">
            <a:extLst>
              <a:ext uri="{FF2B5EF4-FFF2-40B4-BE49-F238E27FC236}">
                <a16:creationId xmlns:a16="http://schemas.microsoft.com/office/drawing/2014/main" id="{C0D3408E-2F30-46CA-BF68-C2FDDAEFA133}"/>
              </a:ext>
            </a:extLst>
          </p:cNvPr>
          <p:cNvSpPr>
            <a:spLocks noEditPoints="1"/>
          </p:cNvSpPr>
          <p:nvPr/>
        </p:nvSpPr>
        <p:spPr bwMode="auto">
          <a:xfrm>
            <a:off x="5089243" y="4579302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0" name="Freeform 37">
            <a:extLst>
              <a:ext uri="{FF2B5EF4-FFF2-40B4-BE49-F238E27FC236}">
                <a16:creationId xmlns:a16="http://schemas.microsoft.com/office/drawing/2014/main" id="{1A484EBC-1F77-4FBF-A28E-CEE89E0C0298}"/>
              </a:ext>
            </a:extLst>
          </p:cNvPr>
          <p:cNvSpPr>
            <a:spLocks noEditPoints="1"/>
          </p:cNvSpPr>
          <p:nvPr/>
        </p:nvSpPr>
        <p:spPr bwMode="auto">
          <a:xfrm>
            <a:off x="6593487" y="4520970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E078D809-BED9-42BD-B1E8-CC7C3D165DE9}"/>
              </a:ext>
            </a:extLst>
          </p:cNvPr>
          <p:cNvSpPr>
            <a:spLocks noEditPoints="1"/>
          </p:cNvSpPr>
          <p:nvPr/>
        </p:nvSpPr>
        <p:spPr bwMode="auto">
          <a:xfrm>
            <a:off x="5102155" y="2940403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433CEBD-0249-4E32-87C9-8132E971DE3F}"/>
              </a:ext>
            </a:extLst>
          </p:cNvPr>
          <p:cNvGrpSpPr/>
          <p:nvPr/>
        </p:nvGrpSpPr>
        <p:grpSpPr>
          <a:xfrm>
            <a:off x="6579400" y="2982621"/>
            <a:ext cx="451187" cy="371599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5D48B306-BCC9-403D-B6B8-92D16AB08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B23F341F-6945-44C8-A461-B587AEC979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931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BEFB2D1-A00F-45B9-A6C6-12B2E9125189}"/>
              </a:ext>
            </a:extLst>
          </p:cNvPr>
          <p:cNvGrpSpPr/>
          <p:nvPr/>
        </p:nvGrpSpPr>
        <p:grpSpPr>
          <a:xfrm>
            <a:off x="4183063" y="1686347"/>
            <a:ext cx="3822699" cy="4338638"/>
            <a:chOff x="4092576" y="6530975"/>
            <a:chExt cx="3822699" cy="4338638"/>
          </a:xfrm>
        </p:grpSpPr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A83992A8-40CE-4509-BA43-95586D272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5938" y="105298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3BEAC28F-59E9-4F52-BF2C-5A733653C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5938" y="105298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66C9AF1-7C62-44DD-B41F-38C735471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576" y="7535863"/>
              <a:ext cx="1841500" cy="2125663"/>
            </a:xfrm>
            <a:custGeom>
              <a:avLst/>
              <a:gdLst>
                <a:gd name="T0" fmla="*/ 61 w 763"/>
                <a:gd name="T1" fmla="*/ 0 h 881"/>
                <a:gd name="T2" fmla="*/ 6 w 763"/>
                <a:gd name="T3" fmla="*/ 240 h 881"/>
                <a:gd name="T4" fmla="*/ 163 w 763"/>
                <a:gd name="T5" fmla="*/ 740 h 881"/>
                <a:gd name="T6" fmla="*/ 237 w 763"/>
                <a:gd name="T7" fmla="*/ 881 h 881"/>
                <a:gd name="T8" fmla="*/ 763 w 763"/>
                <a:gd name="T9" fmla="*/ 487 h 881"/>
                <a:gd name="T10" fmla="*/ 61 w 763"/>
                <a:gd name="T11" fmla="*/ 0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881">
                  <a:moveTo>
                    <a:pt x="61" y="0"/>
                  </a:moveTo>
                  <a:cubicBezTo>
                    <a:pt x="25" y="84"/>
                    <a:pt x="8" y="168"/>
                    <a:pt x="6" y="240"/>
                  </a:cubicBezTo>
                  <a:cubicBezTo>
                    <a:pt x="0" y="476"/>
                    <a:pt x="85" y="608"/>
                    <a:pt x="163" y="740"/>
                  </a:cubicBezTo>
                  <a:cubicBezTo>
                    <a:pt x="192" y="790"/>
                    <a:pt x="217" y="836"/>
                    <a:pt x="237" y="881"/>
                  </a:cubicBezTo>
                  <a:cubicBezTo>
                    <a:pt x="763" y="487"/>
                    <a:pt x="763" y="487"/>
                    <a:pt x="763" y="487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D763E1-AA45-448D-8BBB-CCBABCA2E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6530975"/>
              <a:ext cx="2281237" cy="2128838"/>
            </a:xfrm>
            <a:custGeom>
              <a:avLst/>
              <a:gdLst>
                <a:gd name="T0" fmla="*/ 946 w 946"/>
                <a:gd name="T1" fmla="*/ 67 h 883"/>
                <a:gd name="T2" fmla="*/ 603 w 946"/>
                <a:gd name="T3" fmla="*/ 11 h 883"/>
                <a:gd name="T4" fmla="*/ 0 w 946"/>
                <a:gd name="T5" fmla="*/ 393 h 883"/>
                <a:gd name="T6" fmla="*/ 706 w 946"/>
                <a:gd name="T7" fmla="*/ 883 h 883"/>
                <a:gd name="T8" fmla="*/ 946 w 946"/>
                <a:gd name="T9" fmla="*/ 67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6" h="883">
                  <a:moveTo>
                    <a:pt x="946" y="67"/>
                  </a:moveTo>
                  <a:cubicBezTo>
                    <a:pt x="850" y="23"/>
                    <a:pt x="736" y="0"/>
                    <a:pt x="603" y="11"/>
                  </a:cubicBezTo>
                  <a:cubicBezTo>
                    <a:pt x="273" y="38"/>
                    <a:pt x="89" y="211"/>
                    <a:pt x="0" y="393"/>
                  </a:cubicBezTo>
                  <a:cubicBezTo>
                    <a:pt x="706" y="883"/>
                    <a:pt x="706" y="883"/>
                    <a:pt x="706" y="883"/>
                  </a:cubicBezTo>
                  <a:lnTo>
                    <a:pt x="946" y="6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91BEB41-E33D-456F-ACAC-76DE21B94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325" y="6721475"/>
              <a:ext cx="1481137" cy="1958975"/>
            </a:xfrm>
            <a:custGeom>
              <a:avLst/>
              <a:gdLst>
                <a:gd name="T0" fmla="*/ 614 w 614"/>
                <a:gd name="T1" fmla="*/ 812 h 812"/>
                <a:gd name="T2" fmla="*/ 601 w 614"/>
                <a:gd name="T3" fmla="*/ 554 h 812"/>
                <a:gd name="T4" fmla="*/ 238 w 614"/>
                <a:gd name="T5" fmla="*/ 0 h 812"/>
                <a:gd name="T6" fmla="*/ 0 w 614"/>
                <a:gd name="T7" fmla="*/ 812 h 812"/>
                <a:gd name="T8" fmla="*/ 614 w 614"/>
                <a:gd name="T9" fmla="*/ 812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4" h="812">
                  <a:moveTo>
                    <a:pt x="614" y="812"/>
                  </a:moveTo>
                  <a:cubicBezTo>
                    <a:pt x="589" y="757"/>
                    <a:pt x="601" y="710"/>
                    <a:pt x="601" y="554"/>
                  </a:cubicBezTo>
                  <a:cubicBezTo>
                    <a:pt x="601" y="391"/>
                    <a:pt x="484" y="126"/>
                    <a:pt x="238" y="0"/>
                  </a:cubicBezTo>
                  <a:cubicBezTo>
                    <a:pt x="0" y="812"/>
                    <a:pt x="0" y="812"/>
                    <a:pt x="0" y="812"/>
                  </a:cubicBezTo>
                  <a:lnTo>
                    <a:pt x="614" y="81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599DC4C-359D-4FF9-9726-6EE44C79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325" y="8742363"/>
              <a:ext cx="1885950" cy="1841500"/>
            </a:xfrm>
            <a:custGeom>
              <a:avLst/>
              <a:gdLst>
                <a:gd name="T0" fmla="*/ 236 w 782"/>
                <a:gd name="T1" fmla="*/ 709 h 763"/>
                <a:gd name="T2" fmla="*/ 555 w 782"/>
                <a:gd name="T3" fmla="*/ 708 h 763"/>
                <a:gd name="T4" fmla="*/ 616 w 782"/>
                <a:gd name="T5" fmla="*/ 512 h 763"/>
                <a:gd name="T6" fmla="*/ 636 w 782"/>
                <a:gd name="T7" fmla="*/ 409 h 763"/>
                <a:gd name="T8" fmla="*/ 660 w 782"/>
                <a:gd name="T9" fmla="*/ 332 h 763"/>
                <a:gd name="T10" fmla="*/ 715 w 782"/>
                <a:gd name="T11" fmla="*/ 244 h 763"/>
                <a:gd name="T12" fmla="*/ 679 w 782"/>
                <a:gd name="T13" fmla="*/ 67 h 763"/>
                <a:gd name="T14" fmla="*/ 628 w 782"/>
                <a:gd name="T15" fmla="*/ 0 h 763"/>
                <a:gd name="T16" fmla="*/ 0 w 782"/>
                <a:gd name="T17" fmla="*/ 0 h 763"/>
                <a:gd name="T18" fmla="*/ 236 w 782"/>
                <a:gd name="T19" fmla="*/ 70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2" h="763">
                  <a:moveTo>
                    <a:pt x="236" y="709"/>
                  </a:moveTo>
                  <a:cubicBezTo>
                    <a:pt x="334" y="674"/>
                    <a:pt x="480" y="763"/>
                    <a:pt x="555" y="708"/>
                  </a:cubicBezTo>
                  <a:cubicBezTo>
                    <a:pt x="656" y="632"/>
                    <a:pt x="616" y="512"/>
                    <a:pt x="616" y="512"/>
                  </a:cubicBezTo>
                  <a:cubicBezTo>
                    <a:pt x="685" y="468"/>
                    <a:pt x="636" y="409"/>
                    <a:pt x="636" y="409"/>
                  </a:cubicBezTo>
                  <a:cubicBezTo>
                    <a:pt x="636" y="409"/>
                    <a:pt x="679" y="378"/>
                    <a:pt x="660" y="332"/>
                  </a:cubicBezTo>
                  <a:cubicBezTo>
                    <a:pt x="642" y="285"/>
                    <a:pt x="648" y="271"/>
                    <a:pt x="715" y="244"/>
                  </a:cubicBezTo>
                  <a:cubicBezTo>
                    <a:pt x="782" y="218"/>
                    <a:pt x="782" y="195"/>
                    <a:pt x="679" y="67"/>
                  </a:cubicBezTo>
                  <a:cubicBezTo>
                    <a:pt x="656" y="40"/>
                    <a:pt x="640" y="18"/>
                    <a:pt x="62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6" y="70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EF53BD4-A64A-4815-A9F8-DD92705D9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63" y="8761413"/>
              <a:ext cx="1890712" cy="2108200"/>
            </a:xfrm>
            <a:custGeom>
              <a:avLst/>
              <a:gdLst>
                <a:gd name="T0" fmla="*/ 16 w 784"/>
                <a:gd name="T1" fmla="*/ 397 h 874"/>
                <a:gd name="T2" fmla="*/ 61 w 784"/>
                <a:gd name="T3" fmla="*/ 596 h 874"/>
                <a:gd name="T4" fmla="*/ 0 w 784"/>
                <a:gd name="T5" fmla="*/ 874 h 874"/>
                <a:gd name="T6" fmla="*/ 711 w 784"/>
                <a:gd name="T7" fmla="*/ 874 h 874"/>
                <a:gd name="T8" fmla="*/ 784 w 784"/>
                <a:gd name="T9" fmla="*/ 712 h 874"/>
                <a:gd name="T10" fmla="*/ 547 w 784"/>
                <a:gd name="T11" fmla="*/ 0 h 874"/>
                <a:gd name="T12" fmla="*/ 16 w 784"/>
                <a:gd name="T13" fmla="*/ 397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4" h="874">
                  <a:moveTo>
                    <a:pt x="16" y="397"/>
                  </a:moveTo>
                  <a:cubicBezTo>
                    <a:pt x="42" y="462"/>
                    <a:pt x="58" y="525"/>
                    <a:pt x="61" y="596"/>
                  </a:cubicBezTo>
                  <a:cubicBezTo>
                    <a:pt x="65" y="724"/>
                    <a:pt x="0" y="874"/>
                    <a:pt x="0" y="874"/>
                  </a:cubicBezTo>
                  <a:cubicBezTo>
                    <a:pt x="711" y="874"/>
                    <a:pt x="711" y="874"/>
                    <a:pt x="711" y="874"/>
                  </a:cubicBezTo>
                  <a:cubicBezTo>
                    <a:pt x="720" y="784"/>
                    <a:pt x="747" y="736"/>
                    <a:pt x="784" y="712"/>
                  </a:cubicBezTo>
                  <a:cubicBezTo>
                    <a:pt x="547" y="0"/>
                    <a:pt x="547" y="0"/>
                    <a:pt x="547" y="0"/>
                  </a:cubicBezTo>
                  <a:lnTo>
                    <a:pt x="16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A4EA46-5E98-478A-9150-ECC29312E4F1}"/>
              </a:ext>
            </a:extLst>
          </p:cNvPr>
          <p:cNvGrpSpPr/>
          <p:nvPr/>
        </p:nvGrpSpPr>
        <p:grpSpPr>
          <a:xfrm>
            <a:off x="8384988" y="1713840"/>
            <a:ext cx="2965472" cy="1033672"/>
            <a:chOff x="8384988" y="1713840"/>
            <a:chExt cx="2965472" cy="10336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AE497D-BF0C-4F39-BDFE-60F8BB9913DC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C3C830-3880-4108-B732-D1BD9B7BDD98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5130DF-CAC0-4BA5-B41B-99895706DCA2}"/>
              </a:ext>
            </a:extLst>
          </p:cNvPr>
          <p:cNvGrpSpPr/>
          <p:nvPr/>
        </p:nvGrpSpPr>
        <p:grpSpPr>
          <a:xfrm>
            <a:off x="8384988" y="5195594"/>
            <a:ext cx="2965472" cy="1033672"/>
            <a:chOff x="8384988" y="5195594"/>
            <a:chExt cx="2965472" cy="103367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185EF8-90EE-43B3-AED1-56C040A17288}"/>
                </a:ext>
              </a:extLst>
            </p:cNvPr>
            <p:cNvSpPr txBox="1"/>
            <p:nvPr/>
          </p:nvSpPr>
          <p:spPr>
            <a:xfrm>
              <a:off x="8384989" y="5582935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51C3D6-2A1A-4522-B24B-D45D8E583846}"/>
                </a:ext>
              </a:extLst>
            </p:cNvPr>
            <p:cNvSpPr txBox="1"/>
            <p:nvPr/>
          </p:nvSpPr>
          <p:spPr>
            <a:xfrm>
              <a:off x="8384988" y="5195594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42477A-8E23-4B6E-AC2E-7A4750BF14D0}"/>
              </a:ext>
            </a:extLst>
          </p:cNvPr>
          <p:cNvGrpSpPr/>
          <p:nvPr/>
        </p:nvGrpSpPr>
        <p:grpSpPr>
          <a:xfrm>
            <a:off x="682927" y="1713840"/>
            <a:ext cx="2965472" cy="1033672"/>
            <a:chOff x="8384988" y="1713840"/>
            <a:chExt cx="2965472" cy="103367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CE0C44-606D-490B-87D5-2AD8A7BEDCF7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0589A26-FA85-40D3-A751-888903104054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A03EC7-C12E-48DC-86E7-258480932BF9}"/>
              </a:ext>
            </a:extLst>
          </p:cNvPr>
          <p:cNvGrpSpPr/>
          <p:nvPr/>
        </p:nvGrpSpPr>
        <p:grpSpPr>
          <a:xfrm>
            <a:off x="682927" y="3454717"/>
            <a:ext cx="2965472" cy="1033672"/>
            <a:chOff x="8384988" y="3401963"/>
            <a:chExt cx="2965472" cy="103367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439D0AD-43D1-4C37-AF57-046CD61185BF}"/>
                </a:ext>
              </a:extLst>
            </p:cNvPr>
            <p:cNvSpPr txBox="1"/>
            <p:nvPr/>
          </p:nvSpPr>
          <p:spPr>
            <a:xfrm>
              <a:off x="8384989" y="3789304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BFABB34-0521-4291-A6FF-4033B3C828FE}"/>
                </a:ext>
              </a:extLst>
            </p:cNvPr>
            <p:cNvSpPr txBox="1"/>
            <p:nvPr/>
          </p:nvSpPr>
          <p:spPr>
            <a:xfrm>
              <a:off x="8384988" y="3401963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E552304-1429-42B7-B2BB-AE6BAA051B67}"/>
              </a:ext>
            </a:extLst>
          </p:cNvPr>
          <p:cNvGrpSpPr/>
          <p:nvPr/>
        </p:nvGrpSpPr>
        <p:grpSpPr>
          <a:xfrm>
            <a:off x="682927" y="5195594"/>
            <a:ext cx="2965472" cy="1033672"/>
            <a:chOff x="8384988" y="5195594"/>
            <a:chExt cx="2965472" cy="103367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5D89504-3909-4A4F-A047-C5F174039235}"/>
                </a:ext>
              </a:extLst>
            </p:cNvPr>
            <p:cNvSpPr txBox="1"/>
            <p:nvPr/>
          </p:nvSpPr>
          <p:spPr>
            <a:xfrm>
              <a:off x="8384989" y="5582935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658DB50-EE2B-4998-88C2-8202AEDFE46B}"/>
                </a:ext>
              </a:extLst>
            </p:cNvPr>
            <p:cNvSpPr txBox="1"/>
            <p:nvPr/>
          </p:nvSpPr>
          <p:spPr>
            <a:xfrm>
              <a:off x="8384988" y="5195594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8" name="Freeform 32">
            <a:extLst>
              <a:ext uri="{FF2B5EF4-FFF2-40B4-BE49-F238E27FC236}">
                <a16:creationId xmlns:a16="http://schemas.microsoft.com/office/drawing/2014/main" id="{B90CC36B-4514-4538-8D23-2EE100BA0E32}"/>
              </a:ext>
            </a:extLst>
          </p:cNvPr>
          <p:cNvSpPr>
            <a:spLocks noEditPoints="1"/>
          </p:cNvSpPr>
          <p:nvPr/>
        </p:nvSpPr>
        <p:spPr bwMode="auto">
          <a:xfrm>
            <a:off x="5584626" y="4843302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9" name="Freeform 37">
            <a:extLst>
              <a:ext uri="{FF2B5EF4-FFF2-40B4-BE49-F238E27FC236}">
                <a16:creationId xmlns:a16="http://schemas.microsoft.com/office/drawing/2014/main" id="{87CA0136-C2AD-43CA-9346-6B406A944652}"/>
              </a:ext>
            </a:extLst>
          </p:cNvPr>
          <p:cNvSpPr>
            <a:spLocks noEditPoints="1"/>
          </p:cNvSpPr>
          <p:nvPr/>
        </p:nvSpPr>
        <p:spPr bwMode="auto">
          <a:xfrm>
            <a:off x="6781103" y="4376508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0" name="Freeform 6">
            <a:extLst>
              <a:ext uri="{FF2B5EF4-FFF2-40B4-BE49-F238E27FC236}">
                <a16:creationId xmlns:a16="http://schemas.microsoft.com/office/drawing/2014/main" id="{A019D832-F718-49A7-B14E-0FC5E2D5DD99}"/>
              </a:ext>
            </a:extLst>
          </p:cNvPr>
          <p:cNvSpPr>
            <a:spLocks noEditPoints="1"/>
          </p:cNvSpPr>
          <p:nvPr/>
        </p:nvSpPr>
        <p:spPr bwMode="auto">
          <a:xfrm>
            <a:off x="4843550" y="3572948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035BD89-AF93-4748-9988-3E50DEA0FA30}"/>
              </a:ext>
            </a:extLst>
          </p:cNvPr>
          <p:cNvGrpSpPr/>
          <p:nvPr/>
        </p:nvGrpSpPr>
        <p:grpSpPr>
          <a:xfrm>
            <a:off x="6672001" y="3057401"/>
            <a:ext cx="451187" cy="371599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F6E7BF47-AEF5-49D9-BE50-BC65F0C9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A47657B4-F29A-4957-9BF2-8C30BBBBE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65" name="Freeform 27">
            <a:extLst>
              <a:ext uri="{FF2B5EF4-FFF2-40B4-BE49-F238E27FC236}">
                <a16:creationId xmlns:a16="http://schemas.microsoft.com/office/drawing/2014/main" id="{01133779-18DF-43E6-B68D-73D5ACE513CB}"/>
              </a:ext>
            </a:extLst>
          </p:cNvPr>
          <p:cNvSpPr>
            <a:spLocks/>
          </p:cNvSpPr>
          <p:nvPr/>
        </p:nvSpPr>
        <p:spPr bwMode="auto">
          <a:xfrm>
            <a:off x="5574343" y="2438055"/>
            <a:ext cx="200863" cy="398633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A7DCC2-1F80-4F03-A6E4-6FAA317D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5-STEP BRAIN INFOGRAPHIC SLIDE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71AB32-F75C-499A-9BB0-A70D45A69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24229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6556-7216-4B79-A43C-5B7688D5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6-STEP BRAIN INFOGRAPHIC SLIDE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8F6D5-2BE2-44A1-93BE-3AFDFC9E2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7DEDB2-78EB-452E-AA9C-19B977FF7EFA}"/>
              </a:ext>
            </a:extLst>
          </p:cNvPr>
          <p:cNvGrpSpPr/>
          <p:nvPr/>
        </p:nvGrpSpPr>
        <p:grpSpPr>
          <a:xfrm>
            <a:off x="4187825" y="1665710"/>
            <a:ext cx="3813175" cy="4359275"/>
            <a:chOff x="9567863" y="6510338"/>
            <a:chExt cx="3813175" cy="4359275"/>
          </a:xfrm>
        </p:grpSpPr>
        <p:sp>
          <p:nvSpPr>
            <p:cNvPr id="13" name="Line 25">
              <a:extLst>
                <a:ext uri="{FF2B5EF4-FFF2-40B4-BE49-F238E27FC236}">
                  <a16:creationId xmlns:a16="http://schemas.microsoft.com/office/drawing/2014/main" id="{5A36B5A5-7DF2-44F6-AFBD-E681E34E1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85375" y="105298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Line 26">
              <a:extLst>
                <a:ext uri="{FF2B5EF4-FFF2-40B4-BE49-F238E27FC236}">
                  <a16:creationId xmlns:a16="http://schemas.microsoft.com/office/drawing/2014/main" id="{C938E8E5-7367-492F-8F22-6C0C7A7B7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85375" y="105298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4BB1AF7C-6A7F-481D-B943-A99C823AD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7938" y="8770938"/>
              <a:ext cx="2205037" cy="2098675"/>
            </a:xfrm>
            <a:custGeom>
              <a:avLst/>
              <a:gdLst>
                <a:gd name="T0" fmla="*/ 0 w 914"/>
                <a:gd name="T1" fmla="*/ 870 h 870"/>
                <a:gd name="T2" fmla="*/ 690 w 914"/>
                <a:gd name="T3" fmla="*/ 870 h 870"/>
                <a:gd name="T4" fmla="*/ 914 w 914"/>
                <a:gd name="T5" fmla="*/ 697 h 870"/>
                <a:gd name="T6" fmla="*/ 519 w 914"/>
                <a:gd name="T7" fmla="*/ 0 h 870"/>
                <a:gd name="T8" fmla="*/ 0 w 914"/>
                <a:gd name="T9" fmla="*/ 87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4" h="870">
                  <a:moveTo>
                    <a:pt x="0" y="870"/>
                  </a:moveTo>
                  <a:cubicBezTo>
                    <a:pt x="690" y="870"/>
                    <a:pt x="690" y="870"/>
                    <a:pt x="690" y="870"/>
                  </a:cubicBezTo>
                  <a:cubicBezTo>
                    <a:pt x="710" y="675"/>
                    <a:pt x="812" y="678"/>
                    <a:pt x="914" y="697"/>
                  </a:cubicBezTo>
                  <a:cubicBezTo>
                    <a:pt x="519" y="0"/>
                    <a:pt x="519" y="0"/>
                    <a:pt x="519" y="0"/>
                  </a:cubicBezTo>
                  <a:lnTo>
                    <a:pt x="0" y="87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85820976-227D-49CA-B760-58E0292F8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7863" y="6802438"/>
              <a:ext cx="1798637" cy="1874838"/>
            </a:xfrm>
            <a:custGeom>
              <a:avLst/>
              <a:gdLst>
                <a:gd name="T0" fmla="*/ 326 w 746"/>
                <a:gd name="T1" fmla="*/ 0 h 777"/>
                <a:gd name="T2" fmla="*/ 2 w 746"/>
                <a:gd name="T3" fmla="*/ 544 h 777"/>
                <a:gd name="T4" fmla="*/ 26 w 746"/>
                <a:gd name="T5" fmla="*/ 762 h 777"/>
                <a:gd name="T6" fmla="*/ 746 w 746"/>
                <a:gd name="T7" fmla="*/ 777 h 777"/>
                <a:gd name="T8" fmla="*/ 326 w 746"/>
                <a:gd name="T9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777">
                  <a:moveTo>
                    <a:pt x="326" y="0"/>
                  </a:moveTo>
                  <a:cubicBezTo>
                    <a:pt x="94" y="136"/>
                    <a:pt x="6" y="375"/>
                    <a:pt x="2" y="544"/>
                  </a:cubicBezTo>
                  <a:cubicBezTo>
                    <a:pt x="0" y="628"/>
                    <a:pt x="9" y="700"/>
                    <a:pt x="26" y="762"/>
                  </a:cubicBezTo>
                  <a:cubicBezTo>
                    <a:pt x="746" y="777"/>
                    <a:pt x="746" y="777"/>
                    <a:pt x="746" y="777"/>
                  </a:cubicBezTo>
                  <a:lnTo>
                    <a:pt x="3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5CD554DC-182D-448D-94FC-0275911AE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0413" y="8704263"/>
              <a:ext cx="1716087" cy="2070100"/>
            </a:xfrm>
            <a:custGeom>
              <a:avLst/>
              <a:gdLst>
                <a:gd name="T0" fmla="*/ 0 w 712"/>
                <a:gd name="T1" fmla="*/ 0 h 858"/>
                <a:gd name="T2" fmla="*/ 124 w 712"/>
                <a:gd name="T3" fmla="*/ 256 h 858"/>
                <a:gd name="T4" fmla="*/ 255 w 712"/>
                <a:gd name="T5" fmla="*/ 620 h 858"/>
                <a:gd name="T6" fmla="*/ 209 w 712"/>
                <a:gd name="T7" fmla="*/ 858 h 858"/>
                <a:gd name="T8" fmla="*/ 712 w 712"/>
                <a:gd name="T9" fmla="*/ 15 h 858"/>
                <a:gd name="T10" fmla="*/ 0 w 712"/>
                <a:gd name="T11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2" h="858">
                  <a:moveTo>
                    <a:pt x="0" y="0"/>
                  </a:moveTo>
                  <a:cubicBezTo>
                    <a:pt x="30" y="100"/>
                    <a:pt x="79" y="178"/>
                    <a:pt x="124" y="256"/>
                  </a:cubicBezTo>
                  <a:cubicBezTo>
                    <a:pt x="202" y="388"/>
                    <a:pt x="250" y="492"/>
                    <a:pt x="255" y="620"/>
                  </a:cubicBezTo>
                  <a:cubicBezTo>
                    <a:pt x="257" y="707"/>
                    <a:pt x="228" y="805"/>
                    <a:pt x="209" y="858"/>
                  </a:cubicBezTo>
                  <a:cubicBezTo>
                    <a:pt x="712" y="15"/>
                    <a:pt x="712" y="15"/>
                    <a:pt x="712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68D2420F-9D9E-454D-AD9C-4DC6CBB47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2863" y="8742363"/>
              <a:ext cx="1908175" cy="1776413"/>
            </a:xfrm>
            <a:custGeom>
              <a:avLst/>
              <a:gdLst>
                <a:gd name="T0" fmla="*/ 407 w 791"/>
                <a:gd name="T1" fmla="*/ 715 h 736"/>
                <a:gd name="T2" fmla="*/ 564 w 791"/>
                <a:gd name="T3" fmla="*/ 708 h 736"/>
                <a:gd name="T4" fmla="*/ 625 w 791"/>
                <a:gd name="T5" fmla="*/ 512 h 736"/>
                <a:gd name="T6" fmla="*/ 645 w 791"/>
                <a:gd name="T7" fmla="*/ 409 h 736"/>
                <a:gd name="T8" fmla="*/ 669 w 791"/>
                <a:gd name="T9" fmla="*/ 332 h 736"/>
                <a:gd name="T10" fmla="*/ 724 w 791"/>
                <a:gd name="T11" fmla="*/ 244 h 736"/>
                <a:gd name="T12" fmla="*/ 688 w 791"/>
                <a:gd name="T13" fmla="*/ 67 h 736"/>
                <a:gd name="T14" fmla="*/ 637 w 791"/>
                <a:gd name="T15" fmla="*/ 0 h 736"/>
                <a:gd name="T16" fmla="*/ 0 w 791"/>
                <a:gd name="T17" fmla="*/ 0 h 736"/>
                <a:gd name="T18" fmla="*/ 407 w 791"/>
                <a:gd name="T19" fmla="*/ 715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1" h="736">
                  <a:moveTo>
                    <a:pt x="407" y="715"/>
                  </a:moveTo>
                  <a:cubicBezTo>
                    <a:pt x="467" y="726"/>
                    <a:pt x="525" y="736"/>
                    <a:pt x="564" y="708"/>
                  </a:cubicBezTo>
                  <a:cubicBezTo>
                    <a:pt x="665" y="632"/>
                    <a:pt x="625" y="512"/>
                    <a:pt x="625" y="512"/>
                  </a:cubicBezTo>
                  <a:cubicBezTo>
                    <a:pt x="694" y="468"/>
                    <a:pt x="645" y="409"/>
                    <a:pt x="645" y="409"/>
                  </a:cubicBezTo>
                  <a:cubicBezTo>
                    <a:pt x="645" y="409"/>
                    <a:pt x="688" y="378"/>
                    <a:pt x="669" y="332"/>
                  </a:cubicBezTo>
                  <a:cubicBezTo>
                    <a:pt x="651" y="285"/>
                    <a:pt x="657" y="271"/>
                    <a:pt x="724" y="244"/>
                  </a:cubicBezTo>
                  <a:cubicBezTo>
                    <a:pt x="791" y="218"/>
                    <a:pt x="791" y="195"/>
                    <a:pt x="688" y="67"/>
                  </a:cubicBezTo>
                  <a:cubicBezTo>
                    <a:pt x="665" y="40"/>
                    <a:pt x="649" y="18"/>
                    <a:pt x="63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07" y="7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EBC3DA7E-5223-46A2-8C1E-76CD185A9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625" y="7043738"/>
              <a:ext cx="1498600" cy="1636713"/>
            </a:xfrm>
            <a:custGeom>
              <a:avLst/>
              <a:gdLst>
                <a:gd name="T0" fmla="*/ 621 w 621"/>
                <a:gd name="T1" fmla="*/ 678 h 678"/>
                <a:gd name="T2" fmla="*/ 608 w 621"/>
                <a:gd name="T3" fmla="*/ 420 h 678"/>
                <a:gd name="T4" fmla="*/ 423 w 621"/>
                <a:gd name="T5" fmla="*/ 0 h 678"/>
                <a:gd name="T6" fmla="*/ 0 w 621"/>
                <a:gd name="T7" fmla="*/ 678 h 678"/>
                <a:gd name="T8" fmla="*/ 621 w 621"/>
                <a:gd name="T9" fmla="*/ 678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1" h="678">
                  <a:moveTo>
                    <a:pt x="621" y="678"/>
                  </a:moveTo>
                  <a:cubicBezTo>
                    <a:pt x="596" y="623"/>
                    <a:pt x="608" y="576"/>
                    <a:pt x="608" y="420"/>
                  </a:cubicBezTo>
                  <a:cubicBezTo>
                    <a:pt x="608" y="303"/>
                    <a:pt x="548" y="133"/>
                    <a:pt x="423" y="0"/>
                  </a:cubicBezTo>
                  <a:cubicBezTo>
                    <a:pt x="0" y="678"/>
                    <a:pt x="0" y="678"/>
                    <a:pt x="0" y="678"/>
                  </a:cubicBezTo>
                  <a:lnTo>
                    <a:pt x="621" y="6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D6AFD212-6308-4CEA-A810-03D0E94E8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9238" y="6510338"/>
              <a:ext cx="2043112" cy="2138363"/>
            </a:xfrm>
            <a:custGeom>
              <a:avLst/>
              <a:gdLst>
                <a:gd name="T0" fmla="*/ 847 w 847"/>
                <a:gd name="T1" fmla="*/ 202 h 886"/>
                <a:gd name="T2" fmla="*/ 322 w 847"/>
                <a:gd name="T3" fmla="*/ 19 h 886"/>
                <a:gd name="T4" fmla="*/ 0 w 847"/>
                <a:gd name="T5" fmla="*/ 109 h 886"/>
                <a:gd name="T6" fmla="*/ 420 w 847"/>
                <a:gd name="T7" fmla="*/ 886 h 886"/>
                <a:gd name="T8" fmla="*/ 847 w 847"/>
                <a:gd name="T9" fmla="*/ 202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7" h="886">
                  <a:moveTo>
                    <a:pt x="847" y="202"/>
                  </a:moveTo>
                  <a:cubicBezTo>
                    <a:pt x="727" y="84"/>
                    <a:pt x="553" y="0"/>
                    <a:pt x="322" y="19"/>
                  </a:cubicBezTo>
                  <a:cubicBezTo>
                    <a:pt x="193" y="29"/>
                    <a:pt x="87" y="62"/>
                    <a:pt x="0" y="109"/>
                  </a:cubicBezTo>
                  <a:cubicBezTo>
                    <a:pt x="420" y="886"/>
                    <a:pt x="420" y="886"/>
                    <a:pt x="420" y="886"/>
                  </a:cubicBezTo>
                  <a:lnTo>
                    <a:pt x="847" y="20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CD5F5C-F81D-4A79-AEAB-4B3893735988}"/>
              </a:ext>
            </a:extLst>
          </p:cNvPr>
          <p:cNvGrpSpPr/>
          <p:nvPr/>
        </p:nvGrpSpPr>
        <p:grpSpPr>
          <a:xfrm>
            <a:off x="8384988" y="1713840"/>
            <a:ext cx="2965472" cy="1033672"/>
            <a:chOff x="8384988" y="1713840"/>
            <a:chExt cx="2965472" cy="103367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E07B090-9CC7-4E9F-A559-32CFFE03D353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9A90F4F-2A42-4683-BB25-D08929735AC5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47F334-BE2A-49C1-9A8C-048919E2F757}"/>
              </a:ext>
            </a:extLst>
          </p:cNvPr>
          <p:cNvGrpSpPr/>
          <p:nvPr/>
        </p:nvGrpSpPr>
        <p:grpSpPr>
          <a:xfrm>
            <a:off x="8384988" y="3454717"/>
            <a:ext cx="2965472" cy="1033672"/>
            <a:chOff x="8384988" y="3401963"/>
            <a:chExt cx="2965472" cy="10336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AB63A14-12AA-4761-A94D-1CE539C59C19}"/>
                </a:ext>
              </a:extLst>
            </p:cNvPr>
            <p:cNvSpPr txBox="1"/>
            <p:nvPr/>
          </p:nvSpPr>
          <p:spPr>
            <a:xfrm>
              <a:off x="8384989" y="3789304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E063B2-955E-43A5-AF1E-861AD3AF01A8}"/>
                </a:ext>
              </a:extLst>
            </p:cNvPr>
            <p:cNvSpPr txBox="1"/>
            <p:nvPr/>
          </p:nvSpPr>
          <p:spPr>
            <a:xfrm>
              <a:off x="8384988" y="3401963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F9DF70-2E62-4506-877A-FE9ADC5ED002}"/>
              </a:ext>
            </a:extLst>
          </p:cNvPr>
          <p:cNvGrpSpPr/>
          <p:nvPr/>
        </p:nvGrpSpPr>
        <p:grpSpPr>
          <a:xfrm>
            <a:off x="8384988" y="5195594"/>
            <a:ext cx="2965472" cy="1033672"/>
            <a:chOff x="8384988" y="5195594"/>
            <a:chExt cx="2965472" cy="103367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C439CA-2DB2-4447-9258-04EB7831BE3E}"/>
                </a:ext>
              </a:extLst>
            </p:cNvPr>
            <p:cNvSpPr txBox="1"/>
            <p:nvPr/>
          </p:nvSpPr>
          <p:spPr>
            <a:xfrm>
              <a:off x="8384989" y="5582935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539574A-1701-4ABE-9365-7F428BF3DD9E}"/>
                </a:ext>
              </a:extLst>
            </p:cNvPr>
            <p:cNvSpPr txBox="1"/>
            <p:nvPr/>
          </p:nvSpPr>
          <p:spPr>
            <a:xfrm>
              <a:off x="8384988" y="5195594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4C0FC5-301B-4225-9889-6ADAEB1EC8CC}"/>
              </a:ext>
            </a:extLst>
          </p:cNvPr>
          <p:cNvGrpSpPr/>
          <p:nvPr/>
        </p:nvGrpSpPr>
        <p:grpSpPr>
          <a:xfrm>
            <a:off x="682927" y="1713840"/>
            <a:ext cx="2965472" cy="1033672"/>
            <a:chOff x="8384988" y="1713840"/>
            <a:chExt cx="2965472" cy="103367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E90A555-0DE8-41D0-9FD9-A4337EBE10B9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5E91539-0349-464F-B48F-69DFDE31C727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9272374-D880-4823-AF3B-58B21FD1675D}"/>
              </a:ext>
            </a:extLst>
          </p:cNvPr>
          <p:cNvGrpSpPr/>
          <p:nvPr/>
        </p:nvGrpSpPr>
        <p:grpSpPr>
          <a:xfrm>
            <a:off x="682927" y="3454717"/>
            <a:ext cx="2965472" cy="1033672"/>
            <a:chOff x="8384988" y="3401963"/>
            <a:chExt cx="2965472" cy="103367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33AD67-15FE-402C-9657-ADD71EC595EC}"/>
                </a:ext>
              </a:extLst>
            </p:cNvPr>
            <p:cNvSpPr txBox="1"/>
            <p:nvPr/>
          </p:nvSpPr>
          <p:spPr>
            <a:xfrm>
              <a:off x="8384989" y="3789304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3D354EB-E974-448B-95A0-D9F136F01835}"/>
                </a:ext>
              </a:extLst>
            </p:cNvPr>
            <p:cNvSpPr txBox="1"/>
            <p:nvPr/>
          </p:nvSpPr>
          <p:spPr>
            <a:xfrm>
              <a:off x="8384988" y="3401963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F998DF-160B-4901-912C-E20B3C2308C1}"/>
              </a:ext>
            </a:extLst>
          </p:cNvPr>
          <p:cNvGrpSpPr/>
          <p:nvPr/>
        </p:nvGrpSpPr>
        <p:grpSpPr>
          <a:xfrm>
            <a:off x="682927" y="5195594"/>
            <a:ext cx="2965472" cy="1033672"/>
            <a:chOff x="8384988" y="5195594"/>
            <a:chExt cx="2965472" cy="103367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C644CBE-5604-489F-954E-04382711A533}"/>
                </a:ext>
              </a:extLst>
            </p:cNvPr>
            <p:cNvSpPr txBox="1"/>
            <p:nvPr/>
          </p:nvSpPr>
          <p:spPr>
            <a:xfrm>
              <a:off x="8384989" y="5582935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D3A9651-ED3A-49F8-BFFD-5E01C0F372AC}"/>
                </a:ext>
              </a:extLst>
            </p:cNvPr>
            <p:cNvSpPr txBox="1"/>
            <p:nvPr/>
          </p:nvSpPr>
          <p:spPr>
            <a:xfrm>
              <a:off x="8384988" y="5195594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7" name="Freeform 32">
            <a:extLst>
              <a:ext uri="{FF2B5EF4-FFF2-40B4-BE49-F238E27FC236}">
                <a16:creationId xmlns:a16="http://schemas.microsoft.com/office/drawing/2014/main" id="{D5356BE5-FC6A-488E-805F-3E5D65C361EE}"/>
              </a:ext>
            </a:extLst>
          </p:cNvPr>
          <p:cNvSpPr>
            <a:spLocks noEditPoints="1"/>
          </p:cNvSpPr>
          <p:nvPr/>
        </p:nvSpPr>
        <p:spPr bwMode="auto">
          <a:xfrm>
            <a:off x="6827324" y="4230840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8" name="Freeform 37">
            <a:extLst>
              <a:ext uri="{FF2B5EF4-FFF2-40B4-BE49-F238E27FC236}">
                <a16:creationId xmlns:a16="http://schemas.microsoft.com/office/drawing/2014/main" id="{619D02BE-F725-4A71-87B7-8D3AB725C1D1}"/>
              </a:ext>
            </a:extLst>
          </p:cNvPr>
          <p:cNvSpPr>
            <a:spLocks noEditPoints="1"/>
          </p:cNvSpPr>
          <p:nvPr/>
        </p:nvSpPr>
        <p:spPr bwMode="auto">
          <a:xfrm>
            <a:off x="6798218" y="3099158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9" name="Freeform 6">
            <a:extLst>
              <a:ext uri="{FF2B5EF4-FFF2-40B4-BE49-F238E27FC236}">
                <a16:creationId xmlns:a16="http://schemas.microsoft.com/office/drawing/2014/main" id="{5C17D881-E390-4085-9E78-433F61DC25C9}"/>
              </a:ext>
            </a:extLst>
          </p:cNvPr>
          <p:cNvSpPr>
            <a:spLocks noEditPoints="1"/>
          </p:cNvSpPr>
          <p:nvPr/>
        </p:nvSpPr>
        <p:spPr bwMode="auto">
          <a:xfrm>
            <a:off x="5927964" y="4866670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0" name="Freeform 27">
            <a:extLst>
              <a:ext uri="{FF2B5EF4-FFF2-40B4-BE49-F238E27FC236}">
                <a16:creationId xmlns:a16="http://schemas.microsoft.com/office/drawing/2014/main" id="{081B4F91-B2BD-4A30-B29B-BAB8CC2C6296}"/>
              </a:ext>
            </a:extLst>
          </p:cNvPr>
          <p:cNvSpPr>
            <a:spLocks/>
          </p:cNvSpPr>
          <p:nvPr/>
        </p:nvSpPr>
        <p:spPr bwMode="auto">
          <a:xfrm>
            <a:off x="5025477" y="4181669"/>
            <a:ext cx="200863" cy="398633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95C6220-6D6D-4BE3-9A9D-A6BEEE335597}"/>
              </a:ext>
            </a:extLst>
          </p:cNvPr>
          <p:cNvGrpSpPr/>
          <p:nvPr/>
        </p:nvGrpSpPr>
        <p:grpSpPr>
          <a:xfrm>
            <a:off x="4784910" y="3025241"/>
            <a:ext cx="403160" cy="399793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E5115A08-4FC1-4DD3-9C57-779B5919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A2888147-50B9-4ABD-95B9-66223BBD6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DF8A881F-B86B-4128-8F2F-3A926465A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49C6032C-7826-41E7-BA17-259FDDB39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61576B6-AC46-4901-8BEF-55BBAFD0D1DA}"/>
              </a:ext>
            </a:extLst>
          </p:cNvPr>
          <p:cNvGrpSpPr/>
          <p:nvPr/>
        </p:nvGrpSpPr>
        <p:grpSpPr>
          <a:xfrm>
            <a:off x="5852606" y="2424346"/>
            <a:ext cx="451187" cy="371599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CCADB544-6AD2-48FA-B8A9-EDF47CB6B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AC4EEC92-E4D1-41EF-9695-DED3E5B82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82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58BC4DB-7136-45F4-9450-277F36886B56}"/>
              </a:ext>
            </a:extLst>
          </p:cNvPr>
          <p:cNvGrpSpPr/>
          <p:nvPr/>
        </p:nvGrpSpPr>
        <p:grpSpPr>
          <a:xfrm>
            <a:off x="4181475" y="1656185"/>
            <a:ext cx="3825875" cy="4368800"/>
            <a:chOff x="14909800" y="6500813"/>
            <a:chExt cx="3825875" cy="4368800"/>
          </a:xfrm>
        </p:grpSpPr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1AD68436-B6E9-4289-ABB1-19EA55CD9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3850" y="105298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Line 34">
              <a:extLst>
                <a:ext uri="{FF2B5EF4-FFF2-40B4-BE49-F238E27FC236}">
                  <a16:creationId xmlns:a16="http://schemas.microsoft.com/office/drawing/2014/main" id="{89709A52-D96D-415C-8343-1410E05C6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3850" y="105298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35">
              <a:extLst>
                <a:ext uri="{FF2B5EF4-FFF2-40B4-BE49-F238E27FC236}">
                  <a16:creationId xmlns:a16="http://schemas.microsoft.com/office/drawing/2014/main" id="{42027750-2018-4180-8898-DF88EC7EF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5413" y="8766175"/>
              <a:ext cx="1363662" cy="2103438"/>
            </a:xfrm>
            <a:custGeom>
              <a:avLst/>
              <a:gdLst>
                <a:gd name="T0" fmla="*/ 0 w 565"/>
                <a:gd name="T1" fmla="*/ 275 h 872"/>
                <a:gd name="T2" fmla="*/ 104 w 565"/>
                <a:gd name="T3" fmla="*/ 594 h 872"/>
                <a:gd name="T4" fmla="*/ 43 w 565"/>
                <a:gd name="T5" fmla="*/ 872 h 872"/>
                <a:gd name="T6" fmla="*/ 368 w 565"/>
                <a:gd name="T7" fmla="*/ 872 h 872"/>
                <a:gd name="T8" fmla="*/ 565 w 565"/>
                <a:gd name="T9" fmla="*/ 0 h 872"/>
                <a:gd name="T10" fmla="*/ 0 w 565"/>
                <a:gd name="T11" fmla="*/ 275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5" h="872">
                  <a:moveTo>
                    <a:pt x="0" y="275"/>
                  </a:moveTo>
                  <a:cubicBezTo>
                    <a:pt x="62" y="387"/>
                    <a:pt x="100" y="481"/>
                    <a:pt x="104" y="594"/>
                  </a:cubicBezTo>
                  <a:cubicBezTo>
                    <a:pt x="108" y="722"/>
                    <a:pt x="43" y="872"/>
                    <a:pt x="43" y="872"/>
                  </a:cubicBezTo>
                  <a:cubicBezTo>
                    <a:pt x="368" y="872"/>
                    <a:pt x="368" y="872"/>
                    <a:pt x="368" y="872"/>
                  </a:cubicBezTo>
                  <a:cubicBezTo>
                    <a:pt x="565" y="0"/>
                    <a:pt x="565" y="0"/>
                    <a:pt x="565" y="0"/>
                  </a:cubicBezTo>
                  <a:lnTo>
                    <a:pt x="0" y="27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36">
              <a:extLst>
                <a:ext uri="{FF2B5EF4-FFF2-40B4-BE49-F238E27FC236}">
                  <a16:creationId xmlns:a16="http://schemas.microsoft.com/office/drawing/2014/main" id="{AE7AFB98-F510-4917-AFAC-F45730EF6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7025" y="7213600"/>
              <a:ext cx="1490662" cy="1466850"/>
            </a:xfrm>
            <a:custGeom>
              <a:avLst/>
              <a:gdLst>
                <a:gd name="T0" fmla="*/ 618 w 618"/>
                <a:gd name="T1" fmla="*/ 608 h 608"/>
                <a:gd name="T2" fmla="*/ 606 w 618"/>
                <a:gd name="T3" fmla="*/ 350 h 608"/>
                <a:gd name="T4" fmla="*/ 478 w 618"/>
                <a:gd name="T5" fmla="*/ 0 h 608"/>
                <a:gd name="T6" fmla="*/ 0 w 618"/>
                <a:gd name="T7" fmla="*/ 608 h 608"/>
                <a:gd name="T8" fmla="*/ 618 w 618"/>
                <a:gd name="T9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608">
                  <a:moveTo>
                    <a:pt x="618" y="608"/>
                  </a:moveTo>
                  <a:cubicBezTo>
                    <a:pt x="593" y="553"/>
                    <a:pt x="606" y="506"/>
                    <a:pt x="606" y="350"/>
                  </a:cubicBezTo>
                  <a:cubicBezTo>
                    <a:pt x="606" y="252"/>
                    <a:pt x="564" y="119"/>
                    <a:pt x="478" y="0"/>
                  </a:cubicBezTo>
                  <a:cubicBezTo>
                    <a:pt x="0" y="608"/>
                    <a:pt x="0" y="608"/>
                    <a:pt x="0" y="608"/>
                  </a:cubicBezTo>
                  <a:lnTo>
                    <a:pt x="618" y="6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37">
              <a:extLst>
                <a:ext uri="{FF2B5EF4-FFF2-40B4-BE49-F238E27FC236}">
                  <a16:creationId xmlns:a16="http://schemas.microsoft.com/office/drawing/2014/main" id="{AC3321D5-F26C-48B4-B9F9-10FB2FE39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7913" y="8780463"/>
              <a:ext cx="1824037" cy="2089150"/>
            </a:xfrm>
            <a:custGeom>
              <a:avLst/>
              <a:gdLst>
                <a:gd name="T0" fmla="*/ 0 w 756"/>
                <a:gd name="T1" fmla="*/ 866 h 866"/>
                <a:gd name="T2" fmla="*/ 359 w 756"/>
                <a:gd name="T3" fmla="*/ 866 h 866"/>
                <a:gd name="T4" fmla="*/ 756 w 756"/>
                <a:gd name="T5" fmla="*/ 702 h 866"/>
                <a:gd name="T6" fmla="*/ 195 w 756"/>
                <a:gd name="T7" fmla="*/ 0 h 866"/>
                <a:gd name="T8" fmla="*/ 0 w 756"/>
                <a:gd name="T9" fmla="*/ 866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6" h="866">
                  <a:moveTo>
                    <a:pt x="0" y="866"/>
                  </a:moveTo>
                  <a:cubicBezTo>
                    <a:pt x="359" y="866"/>
                    <a:pt x="359" y="866"/>
                    <a:pt x="359" y="866"/>
                  </a:cubicBezTo>
                  <a:cubicBezTo>
                    <a:pt x="392" y="551"/>
                    <a:pt x="636" y="752"/>
                    <a:pt x="756" y="702"/>
                  </a:cubicBezTo>
                  <a:cubicBezTo>
                    <a:pt x="195" y="0"/>
                    <a:pt x="195" y="0"/>
                    <a:pt x="195" y="0"/>
                  </a:cubicBezTo>
                  <a:lnTo>
                    <a:pt x="0" y="8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6F02C9C0-2F99-466B-A440-64EB699C1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800" y="7878763"/>
              <a:ext cx="1792287" cy="1495425"/>
            </a:xfrm>
            <a:custGeom>
              <a:avLst/>
              <a:gdLst>
                <a:gd name="T0" fmla="*/ 17 w 743"/>
                <a:gd name="T1" fmla="*/ 0 h 620"/>
                <a:gd name="T2" fmla="*/ 6 w 743"/>
                <a:gd name="T3" fmla="*/ 98 h 620"/>
                <a:gd name="T4" fmla="*/ 163 w 743"/>
                <a:gd name="T5" fmla="*/ 598 h 620"/>
                <a:gd name="T6" fmla="*/ 176 w 743"/>
                <a:gd name="T7" fmla="*/ 620 h 620"/>
                <a:gd name="T8" fmla="*/ 743 w 743"/>
                <a:gd name="T9" fmla="*/ 345 h 620"/>
                <a:gd name="T10" fmla="*/ 17 w 743"/>
                <a:gd name="T11" fmla="*/ 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3" h="620">
                  <a:moveTo>
                    <a:pt x="17" y="0"/>
                  </a:moveTo>
                  <a:cubicBezTo>
                    <a:pt x="11" y="34"/>
                    <a:pt x="7" y="67"/>
                    <a:pt x="6" y="98"/>
                  </a:cubicBezTo>
                  <a:cubicBezTo>
                    <a:pt x="0" y="334"/>
                    <a:pt x="86" y="466"/>
                    <a:pt x="163" y="598"/>
                  </a:cubicBezTo>
                  <a:cubicBezTo>
                    <a:pt x="167" y="606"/>
                    <a:pt x="171" y="613"/>
                    <a:pt x="176" y="620"/>
                  </a:cubicBezTo>
                  <a:cubicBezTo>
                    <a:pt x="743" y="345"/>
                    <a:pt x="743" y="345"/>
                    <a:pt x="743" y="345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E14A8363-9C3F-4FE4-AFAD-CF357D95F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5363" y="6597650"/>
              <a:ext cx="1763712" cy="2055813"/>
            </a:xfrm>
            <a:custGeom>
              <a:avLst/>
              <a:gdLst>
                <a:gd name="T0" fmla="*/ 531 w 731"/>
                <a:gd name="T1" fmla="*/ 0 h 852"/>
                <a:gd name="T2" fmla="*/ 0 w 731"/>
                <a:gd name="T3" fmla="*/ 505 h 852"/>
                <a:gd name="T4" fmla="*/ 731 w 731"/>
                <a:gd name="T5" fmla="*/ 852 h 852"/>
                <a:gd name="T6" fmla="*/ 531 w 731"/>
                <a:gd name="T7" fmla="*/ 0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1" h="852">
                  <a:moveTo>
                    <a:pt x="531" y="0"/>
                  </a:moveTo>
                  <a:cubicBezTo>
                    <a:pt x="200" y="71"/>
                    <a:pt x="47" y="304"/>
                    <a:pt x="0" y="505"/>
                  </a:cubicBezTo>
                  <a:cubicBezTo>
                    <a:pt x="731" y="852"/>
                    <a:pt x="731" y="852"/>
                    <a:pt x="731" y="852"/>
                  </a:cubicBezTo>
                  <a:lnTo>
                    <a:pt x="5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40">
              <a:extLst>
                <a:ext uri="{FF2B5EF4-FFF2-40B4-BE49-F238E27FC236}">
                  <a16:creationId xmlns:a16="http://schemas.microsoft.com/office/drawing/2014/main" id="{76AA6DA0-3474-450D-B1B9-AED628746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6800" y="6500813"/>
              <a:ext cx="1644650" cy="2138363"/>
            </a:xfrm>
            <a:custGeom>
              <a:avLst/>
              <a:gdLst>
                <a:gd name="T0" fmla="*/ 682 w 682"/>
                <a:gd name="T1" fmla="*/ 273 h 886"/>
                <a:gd name="T2" fmla="*/ 96 w 682"/>
                <a:gd name="T3" fmla="*/ 23 h 886"/>
                <a:gd name="T4" fmla="*/ 0 w 682"/>
                <a:gd name="T5" fmla="*/ 35 h 886"/>
                <a:gd name="T6" fmla="*/ 200 w 682"/>
                <a:gd name="T7" fmla="*/ 886 h 886"/>
                <a:gd name="T8" fmla="*/ 682 w 682"/>
                <a:gd name="T9" fmla="*/ 27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2" h="886">
                  <a:moveTo>
                    <a:pt x="682" y="273"/>
                  </a:moveTo>
                  <a:cubicBezTo>
                    <a:pt x="563" y="122"/>
                    <a:pt x="369" y="0"/>
                    <a:pt x="96" y="23"/>
                  </a:cubicBezTo>
                  <a:cubicBezTo>
                    <a:pt x="63" y="25"/>
                    <a:pt x="31" y="30"/>
                    <a:pt x="0" y="35"/>
                  </a:cubicBezTo>
                  <a:cubicBezTo>
                    <a:pt x="200" y="886"/>
                    <a:pt x="200" y="886"/>
                    <a:pt x="200" y="886"/>
                  </a:cubicBezTo>
                  <a:lnTo>
                    <a:pt x="682" y="2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41">
              <a:extLst>
                <a:ext uri="{FF2B5EF4-FFF2-40B4-BE49-F238E27FC236}">
                  <a16:creationId xmlns:a16="http://schemas.microsoft.com/office/drawing/2014/main" id="{2786D4F8-E3BB-413A-8415-7DCB5EF25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7025" y="8742363"/>
              <a:ext cx="1898650" cy="1698625"/>
            </a:xfrm>
            <a:custGeom>
              <a:avLst/>
              <a:gdLst>
                <a:gd name="T0" fmla="*/ 563 w 787"/>
                <a:gd name="T1" fmla="*/ 704 h 704"/>
                <a:gd name="T2" fmla="*/ 620 w 787"/>
                <a:gd name="T3" fmla="*/ 512 h 704"/>
                <a:gd name="T4" fmla="*/ 640 w 787"/>
                <a:gd name="T5" fmla="*/ 409 h 704"/>
                <a:gd name="T6" fmla="*/ 665 w 787"/>
                <a:gd name="T7" fmla="*/ 332 h 704"/>
                <a:gd name="T8" fmla="*/ 719 w 787"/>
                <a:gd name="T9" fmla="*/ 244 h 704"/>
                <a:gd name="T10" fmla="*/ 683 w 787"/>
                <a:gd name="T11" fmla="*/ 67 h 704"/>
                <a:gd name="T12" fmla="*/ 633 w 787"/>
                <a:gd name="T13" fmla="*/ 0 h 704"/>
                <a:gd name="T14" fmla="*/ 0 w 787"/>
                <a:gd name="T15" fmla="*/ 0 h 704"/>
                <a:gd name="T16" fmla="*/ 563 w 787"/>
                <a:gd name="T17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7" h="704">
                  <a:moveTo>
                    <a:pt x="563" y="704"/>
                  </a:moveTo>
                  <a:cubicBezTo>
                    <a:pt x="659" y="628"/>
                    <a:pt x="620" y="512"/>
                    <a:pt x="620" y="512"/>
                  </a:cubicBezTo>
                  <a:cubicBezTo>
                    <a:pt x="689" y="468"/>
                    <a:pt x="640" y="409"/>
                    <a:pt x="640" y="409"/>
                  </a:cubicBezTo>
                  <a:cubicBezTo>
                    <a:pt x="640" y="409"/>
                    <a:pt x="683" y="378"/>
                    <a:pt x="665" y="332"/>
                  </a:cubicBezTo>
                  <a:cubicBezTo>
                    <a:pt x="646" y="285"/>
                    <a:pt x="652" y="271"/>
                    <a:pt x="719" y="244"/>
                  </a:cubicBezTo>
                  <a:cubicBezTo>
                    <a:pt x="787" y="218"/>
                    <a:pt x="787" y="195"/>
                    <a:pt x="683" y="67"/>
                  </a:cubicBezTo>
                  <a:cubicBezTo>
                    <a:pt x="661" y="40"/>
                    <a:pt x="644" y="18"/>
                    <a:pt x="63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63" y="7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57B709-CCAF-41E0-ADFF-2FAF5995C0DA}"/>
              </a:ext>
            </a:extLst>
          </p:cNvPr>
          <p:cNvGrpSpPr/>
          <p:nvPr/>
        </p:nvGrpSpPr>
        <p:grpSpPr>
          <a:xfrm>
            <a:off x="8559554" y="682209"/>
            <a:ext cx="2965472" cy="1033672"/>
            <a:chOff x="8384988" y="1713840"/>
            <a:chExt cx="2965472" cy="103367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86560A2-F243-4C5F-A374-8EBD2B439AAE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FFF3DC-13B1-4258-B304-3088E622FED7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2" name="Freeform 32">
            <a:extLst>
              <a:ext uri="{FF2B5EF4-FFF2-40B4-BE49-F238E27FC236}">
                <a16:creationId xmlns:a16="http://schemas.microsoft.com/office/drawing/2014/main" id="{2AABD503-37D8-4C11-8FA3-AA31FE4A13BD}"/>
              </a:ext>
            </a:extLst>
          </p:cNvPr>
          <p:cNvSpPr>
            <a:spLocks noEditPoints="1"/>
          </p:cNvSpPr>
          <p:nvPr/>
        </p:nvSpPr>
        <p:spPr bwMode="auto">
          <a:xfrm>
            <a:off x="6844708" y="4177561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3" name="Freeform 37">
            <a:extLst>
              <a:ext uri="{FF2B5EF4-FFF2-40B4-BE49-F238E27FC236}">
                <a16:creationId xmlns:a16="http://schemas.microsoft.com/office/drawing/2014/main" id="{793FEE7E-4BED-4C36-8AAC-DCCC4E7791F7}"/>
              </a:ext>
            </a:extLst>
          </p:cNvPr>
          <p:cNvSpPr>
            <a:spLocks noEditPoints="1"/>
          </p:cNvSpPr>
          <p:nvPr/>
        </p:nvSpPr>
        <p:spPr bwMode="auto">
          <a:xfrm>
            <a:off x="6809941" y="3075712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70ED1F2A-873F-4252-9D5D-26436D0EBEF0}"/>
              </a:ext>
            </a:extLst>
          </p:cNvPr>
          <p:cNvSpPr>
            <a:spLocks noEditPoints="1"/>
          </p:cNvSpPr>
          <p:nvPr/>
        </p:nvSpPr>
        <p:spPr bwMode="auto">
          <a:xfrm>
            <a:off x="6125967" y="4896421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5" name="Freeform 27">
            <a:extLst>
              <a:ext uri="{FF2B5EF4-FFF2-40B4-BE49-F238E27FC236}">
                <a16:creationId xmlns:a16="http://schemas.microsoft.com/office/drawing/2014/main" id="{324C2075-D8EF-4F66-BD8D-62AF875EA108}"/>
              </a:ext>
            </a:extLst>
          </p:cNvPr>
          <p:cNvSpPr>
            <a:spLocks/>
          </p:cNvSpPr>
          <p:nvPr/>
        </p:nvSpPr>
        <p:spPr bwMode="auto">
          <a:xfrm>
            <a:off x="5318919" y="4554506"/>
            <a:ext cx="200863" cy="398633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E7AB739-13FD-45E7-8C80-F5E8C47DA104}"/>
              </a:ext>
            </a:extLst>
          </p:cNvPr>
          <p:cNvGrpSpPr/>
          <p:nvPr/>
        </p:nvGrpSpPr>
        <p:grpSpPr>
          <a:xfrm>
            <a:off x="5065563" y="2573153"/>
            <a:ext cx="282091" cy="402618"/>
            <a:chOff x="5903913" y="1131888"/>
            <a:chExt cx="1385888" cy="1978025"/>
          </a:xfrm>
          <a:solidFill>
            <a:schemeClr val="bg1"/>
          </a:solidFill>
        </p:grpSpPr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96A841EC-540C-4A9D-A929-5ADB963D6C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3476" y="1131888"/>
              <a:ext cx="766763" cy="1825625"/>
            </a:xfrm>
            <a:custGeom>
              <a:avLst/>
              <a:gdLst>
                <a:gd name="T0" fmla="*/ 656 w 1448"/>
                <a:gd name="T1" fmla="*/ 421 h 3451"/>
                <a:gd name="T2" fmla="*/ 542 w 1448"/>
                <a:gd name="T3" fmla="*/ 601 h 3451"/>
                <a:gd name="T4" fmla="*/ 430 w 1448"/>
                <a:gd name="T5" fmla="*/ 837 h 3451"/>
                <a:gd name="T6" fmla="*/ 445 w 1448"/>
                <a:gd name="T7" fmla="*/ 1040 h 3451"/>
                <a:gd name="T8" fmla="*/ 715 w 1448"/>
                <a:gd name="T9" fmla="*/ 1058 h 3451"/>
                <a:gd name="T10" fmla="*/ 946 w 1448"/>
                <a:gd name="T11" fmla="*/ 1045 h 3451"/>
                <a:gd name="T12" fmla="*/ 1053 w 1448"/>
                <a:gd name="T13" fmla="*/ 926 h 3451"/>
                <a:gd name="T14" fmla="*/ 946 w 1448"/>
                <a:gd name="T15" fmla="*/ 671 h 3451"/>
                <a:gd name="T16" fmla="*/ 831 w 1448"/>
                <a:gd name="T17" fmla="*/ 473 h 3451"/>
                <a:gd name="T18" fmla="*/ 726 w 1448"/>
                <a:gd name="T19" fmla="*/ 330 h 3451"/>
                <a:gd name="T20" fmla="*/ 732 w 1448"/>
                <a:gd name="T21" fmla="*/ 7 h 3451"/>
                <a:gd name="T22" fmla="*/ 771 w 1448"/>
                <a:gd name="T23" fmla="*/ 41 h 3451"/>
                <a:gd name="T24" fmla="*/ 837 w 1448"/>
                <a:gd name="T25" fmla="*/ 106 h 3451"/>
                <a:gd name="T26" fmla="*/ 921 w 1448"/>
                <a:gd name="T27" fmla="*/ 205 h 3451"/>
                <a:gd name="T28" fmla="*/ 1018 w 1448"/>
                <a:gd name="T29" fmla="*/ 336 h 3451"/>
                <a:gd name="T30" fmla="*/ 1120 w 1448"/>
                <a:gd name="T31" fmla="*/ 505 h 3451"/>
                <a:gd name="T32" fmla="*/ 1218 w 1448"/>
                <a:gd name="T33" fmla="*/ 709 h 3451"/>
                <a:gd name="T34" fmla="*/ 1309 w 1448"/>
                <a:gd name="T35" fmla="*/ 952 h 3451"/>
                <a:gd name="T36" fmla="*/ 1381 w 1448"/>
                <a:gd name="T37" fmla="*/ 1236 h 3451"/>
                <a:gd name="T38" fmla="*/ 1429 w 1448"/>
                <a:gd name="T39" fmla="*/ 1561 h 3451"/>
                <a:gd name="T40" fmla="*/ 1448 w 1448"/>
                <a:gd name="T41" fmla="*/ 1929 h 3451"/>
                <a:gd name="T42" fmla="*/ 1430 w 1448"/>
                <a:gd name="T43" fmla="*/ 2301 h 3451"/>
                <a:gd name="T44" fmla="*/ 1380 w 1448"/>
                <a:gd name="T45" fmla="*/ 2628 h 3451"/>
                <a:gd name="T46" fmla="*/ 1303 w 1448"/>
                <a:gd name="T47" fmla="*/ 2903 h 3451"/>
                <a:gd name="T48" fmla="*/ 1199 w 1448"/>
                <a:gd name="T49" fmla="*/ 3128 h 3451"/>
                <a:gd name="T50" fmla="*/ 1074 w 1448"/>
                <a:gd name="T51" fmla="*/ 3298 h 3451"/>
                <a:gd name="T52" fmla="*/ 934 w 1448"/>
                <a:gd name="T53" fmla="*/ 3409 h 3451"/>
                <a:gd name="T54" fmla="*/ 832 w 1448"/>
                <a:gd name="T55" fmla="*/ 2566 h 3451"/>
                <a:gd name="T56" fmla="*/ 808 w 1448"/>
                <a:gd name="T57" fmla="*/ 2500 h 3451"/>
                <a:gd name="T58" fmla="*/ 748 w 1448"/>
                <a:gd name="T59" fmla="*/ 2463 h 3451"/>
                <a:gd name="T60" fmla="*/ 677 w 1448"/>
                <a:gd name="T61" fmla="*/ 2471 h 3451"/>
                <a:gd name="T62" fmla="*/ 627 w 1448"/>
                <a:gd name="T63" fmla="*/ 2520 h 3451"/>
                <a:gd name="T64" fmla="*/ 616 w 1448"/>
                <a:gd name="T65" fmla="*/ 3451 h 3451"/>
                <a:gd name="T66" fmla="*/ 466 w 1448"/>
                <a:gd name="T67" fmla="*/ 3379 h 3451"/>
                <a:gd name="T68" fmla="*/ 329 w 1448"/>
                <a:gd name="T69" fmla="*/ 3248 h 3451"/>
                <a:gd name="T70" fmla="*/ 212 w 1448"/>
                <a:gd name="T71" fmla="*/ 3059 h 3451"/>
                <a:gd name="T72" fmla="*/ 117 w 1448"/>
                <a:gd name="T73" fmla="*/ 2817 h 3451"/>
                <a:gd name="T74" fmla="*/ 48 w 1448"/>
                <a:gd name="T75" fmla="*/ 2524 h 3451"/>
                <a:gd name="T76" fmla="*/ 8 w 1448"/>
                <a:gd name="T77" fmla="*/ 2183 h 3451"/>
                <a:gd name="T78" fmla="*/ 2 w 1448"/>
                <a:gd name="T79" fmla="*/ 1802 h 3451"/>
                <a:gd name="T80" fmla="*/ 32 w 1448"/>
                <a:gd name="T81" fmla="*/ 1452 h 3451"/>
                <a:gd name="T82" fmla="*/ 89 w 1448"/>
                <a:gd name="T83" fmla="*/ 1143 h 3451"/>
                <a:gd name="T84" fmla="*/ 169 w 1448"/>
                <a:gd name="T85" fmla="*/ 875 h 3451"/>
                <a:gd name="T86" fmla="*/ 261 w 1448"/>
                <a:gd name="T87" fmla="*/ 643 h 3451"/>
                <a:gd name="T88" fmla="*/ 362 w 1448"/>
                <a:gd name="T89" fmla="*/ 450 h 3451"/>
                <a:gd name="T90" fmla="*/ 462 w 1448"/>
                <a:gd name="T91" fmla="*/ 293 h 3451"/>
                <a:gd name="T92" fmla="*/ 556 w 1448"/>
                <a:gd name="T93" fmla="*/ 171 h 3451"/>
                <a:gd name="T94" fmla="*/ 636 w 1448"/>
                <a:gd name="T95" fmla="*/ 83 h 3451"/>
                <a:gd name="T96" fmla="*/ 693 w 1448"/>
                <a:gd name="T97" fmla="*/ 27 h 3451"/>
                <a:gd name="T98" fmla="*/ 722 w 1448"/>
                <a:gd name="T99" fmla="*/ 1 h 3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48" h="3451">
                  <a:moveTo>
                    <a:pt x="726" y="330"/>
                  </a:moveTo>
                  <a:lnTo>
                    <a:pt x="692" y="372"/>
                  </a:lnTo>
                  <a:lnTo>
                    <a:pt x="656" y="421"/>
                  </a:lnTo>
                  <a:lnTo>
                    <a:pt x="618" y="476"/>
                  </a:lnTo>
                  <a:lnTo>
                    <a:pt x="581" y="535"/>
                  </a:lnTo>
                  <a:lnTo>
                    <a:pt x="542" y="601"/>
                  </a:lnTo>
                  <a:lnTo>
                    <a:pt x="505" y="675"/>
                  </a:lnTo>
                  <a:lnTo>
                    <a:pt x="467" y="752"/>
                  </a:lnTo>
                  <a:lnTo>
                    <a:pt x="430" y="837"/>
                  </a:lnTo>
                  <a:lnTo>
                    <a:pt x="396" y="929"/>
                  </a:lnTo>
                  <a:lnTo>
                    <a:pt x="363" y="1027"/>
                  </a:lnTo>
                  <a:lnTo>
                    <a:pt x="445" y="1040"/>
                  </a:lnTo>
                  <a:lnTo>
                    <a:pt x="533" y="1050"/>
                  </a:lnTo>
                  <a:lnTo>
                    <a:pt x="623" y="1056"/>
                  </a:lnTo>
                  <a:lnTo>
                    <a:pt x="715" y="1058"/>
                  </a:lnTo>
                  <a:lnTo>
                    <a:pt x="794" y="1057"/>
                  </a:lnTo>
                  <a:lnTo>
                    <a:pt x="871" y="1052"/>
                  </a:lnTo>
                  <a:lnTo>
                    <a:pt x="946" y="1045"/>
                  </a:lnTo>
                  <a:lnTo>
                    <a:pt x="1017" y="1036"/>
                  </a:lnTo>
                  <a:lnTo>
                    <a:pt x="1086" y="1023"/>
                  </a:lnTo>
                  <a:lnTo>
                    <a:pt x="1053" y="926"/>
                  </a:lnTo>
                  <a:lnTo>
                    <a:pt x="1019" y="835"/>
                  </a:lnTo>
                  <a:lnTo>
                    <a:pt x="983" y="750"/>
                  </a:lnTo>
                  <a:lnTo>
                    <a:pt x="946" y="671"/>
                  </a:lnTo>
                  <a:lnTo>
                    <a:pt x="907" y="599"/>
                  </a:lnTo>
                  <a:lnTo>
                    <a:pt x="870" y="534"/>
                  </a:lnTo>
                  <a:lnTo>
                    <a:pt x="831" y="473"/>
                  </a:lnTo>
                  <a:lnTo>
                    <a:pt x="795" y="420"/>
                  </a:lnTo>
                  <a:lnTo>
                    <a:pt x="758" y="372"/>
                  </a:lnTo>
                  <a:lnTo>
                    <a:pt x="726" y="330"/>
                  </a:lnTo>
                  <a:close/>
                  <a:moveTo>
                    <a:pt x="723" y="0"/>
                  </a:moveTo>
                  <a:lnTo>
                    <a:pt x="726" y="1"/>
                  </a:lnTo>
                  <a:lnTo>
                    <a:pt x="732" y="7"/>
                  </a:lnTo>
                  <a:lnTo>
                    <a:pt x="742" y="14"/>
                  </a:lnTo>
                  <a:lnTo>
                    <a:pt x="755" y="26"/>
                  </a:lnTo>
                  <a:lnTo>
                    <a:pt x="771" y="41"/>
                  </a:lnTo>
                  <a:lnTo>
                    <a:pt x="790" y="59"/>
                  </a:lnTo>
                  <a:lnTo>
                    <a:pt x="812" y="82"/>
                  </a:lnTo>
                  <a:lnTo>
                    <a:pt x="837" y="106"/>
                  </a:lnTo>
                  <a:lnTo>
                    <a:pt x="864" y="135"/>
                  </a:lnTo>
                  <a:lnTo>
                    <a:pt x="892" y="168"/>
                  </a:lnTo>
                  <a:lnTo>
                    <a:pt x="921" y="205"/>
                  </a:lnTo>
                  <a:lnTo>
                    <a:pt x="953" y="244"/>
                  </a:lnTo>
                  <a:lnTo>
                    <a:pt x="986" y="288"/>
                  </a:lnTo>
                  <a:lnTo>
                    <a:pt x="1018" y="336"/>
                  </a:lnTo>
                  <a:lnTo>
                    <a:pt x="1052" y="388"/>
                  </a:lnTo>
                  <a:lnTo>
                    <a:pt x="1086" y="444"/>
                  </a:lnTo>
                  <a:lnTo>
                    <a:pt x="1120" y="505"/>
                  </a:lnTo>
                  <a:lnTo>
                    <a:pt x="1153" y="569"/>
                  </a:lnTo>
                  <a:lnTo>
                    <a:pt x="1187" y="636"/>
                  </a:lnTo>
                  <a:lnTo>
                    <a:pt x="1218" y="709"/>
                  </a:lnTo>
                  <a:lnTo>
                    <a:pt x="1250" y="786"/>
                  </a:lnTo>
                  <a:lnTo>
                    <a:pt x="1279" y="868"/>
                  </a:lnTo>
                  <a:lnTo>
                    <a:pt x="1309" y="952"/>
                  </a:lnTo>
                  <a:lnTo>
                    <a:pt x="1334" y="1042"/>
                  </a:lnTo>
                  <a:lnTo>
                    <a:pt x="1359" y="1137"/>
                  </a:lnTo>
                  <a:lnTo>
                    <a:pt x="1381" y="1236"/>
                  </a:lnTo>
                  <a:lnTo>
                    <a:pt x="1400" y="1340"/>
                  </a:lnTo>
                  <a:lnTo>
                    <a:pt x="1416" y="1448"/>
                  </a:lnTo>
                  <a:lnTo>
                    <a:pt x="1429" y="1561"/>
                  </a:lnTo>
                  <a:lnTo>
                    <a:pt x="1440" y="1679"/>
                  </a:lnTo>
                  <a:lnTo>
                    <a:pt x="1445" y="1801"/>
                  </a:lnTo>
                  <a:lnTo>
                    <a:pt x="1448" y="1929"/>
                  </a:lnTo>
                  <a:lnTo>
                    <a:pt x="1445" y="2058"/>
                  </a:lnTo>
                  <a:lnTo>
                    <a:pt x="1440" y="2183"/>
                  </a:lnTo>
                  <a:lnTo>
                    <a:pt x="1430" y="2301"/>
                  </a:lnTo>
                  <a:lnTo>
                    <a:pt x="1417" y="2415"/>
                  </a:lnTo>
                  <a:lnTo>
                    <a:pt x="1400" y="2524"/>
                  </a:lnTo>
                  <a:lnTo>
                    <a:pt x="1380" y="2628"/>
                  </a:lnTo>
                  <a:lnTo>
                    <a:pt x="1358" y="2726"/>
                  </a:lnTo>
                  <a:lnTo>
                    <a:pt x="1331" y="2817"/>
                  </a:lnTo>
                  <a:lnTo>
                    <a:pt x="1303" y="2903"/>
                  </a:lnTo>
                  <a:lnTo>
                    <a:pt x="1270" y="2985"/>
                  </a:lnTo>
                  <a:lnTo>
                    <a:pt x="1236" y="3059"/>
                  </a:lnTo>
                  <a:lnTo>
                    <a:pt x="1199" y="3128"/>
                  </a:lnTo>
                  <a:lnTo>
                    <a:pt x="1160" y="3191"/>
                  </a:lnTo>
                  <a:lnTo>
                    <a:pt x="1119" y="3248"/>
                  </a:lnTo>
                  <a:lnTo>
                    <a:pt x="1074" y="3298"/>
                  </a:lnTo>
                  <a:lnTo>
                    <a:pt x="1030" y="3342"/>
                  </a:lnTo>
                  <a:lnTo>
                    <a:pt x="982" y="3379"/>
                  </a:lnTo>
                  <a:lnTo>
                    <a:pt x="934" y="3409"/>
                  </a:lnTo>
                  <a:lnTo>
                    <a:pt x="884" y="3434"/>
                  </a:lnTo>
                  <a:lnTo>
                    <a:pt x="832" y="3451"/>
                  </a:lnTo>
                  <a:lnTo>
                    <a:pt x="832" y="2566"/>
                  </a:lnTo>
                  <a:lnTo>
                    <a:pt x="829" y="2542"/>
                  </a:lnTo>
                  <a:lnTo>
                    <a:pt x="821" y="2520"/>
                  </a:lnTo>
                  <a:lnTo>
                    <a:pt x="808" y="2500"/>
                  </a:lnTo>
                  <a:lnTo>
                    <a:pt x="791" y="2483"/>
                  </a:lnTo>
                  <a:lnTo>
                    <a:pt x="771" y="2471"/>
                  </a:lnTo>
                  <a:lnTo>
                    <a:pt x="748" y="2463"/>
                  </a:lnTo>
                  <a:lnTo>
                    <a:pt x="723" y="2459"/>
                  </a:lnTo>
                  <a:lnTo>
                    <a:pt x="699" y="2463"/>
                  </a:lnTo>
                  <a:lnTo>
                    <a:pt x="677" y="2471"/>
                  </a:lnTo>
                  <a:lnTo>
                    <a:pt x="657" y="2483"/>
                  </a:lnTo>
                  <a:lnTo>
                    <a:pt x="640" y="2500"/>
                  </a:lnTo>
                  <a:lnTo>
                    <a:pt x="627" y="2520"/>
                  </a:lnTo>
                  <a:lnTo>
                    <a:pt x="619" y="2542"/>
                  </a:lnTo>
                  <a:lnTo>
                    <a:pt x="616" y="2566"/>
                  </a:lnTo>
                  <a:lnTo>
                    <a:pt x="616" y="3451"/>
                  </a:lnTo>
                  <a:lnTo>
                    <a:pt x="564" y="3434"/>
                  </a:lnTo>
                  <a:lnTo>
                    <a:pt x="514" y="3409"/>
                  </a:lnTo>
                  <a:lnTo>
                    <a:pt x="466" y="3379"/>
                  </a:lnTo>
                  <a:lnTo>
                    <a:pt x="418" y="3342"/>
                  </a:lnTo>
                  <a:lnTo>
                    <a:pt x="373" y="3298"/>
                  </a:lnTo>
                  <a:lnTo>
                    <a:pt x="329" y="3248"/>
                  </a:lnTo>
                  <a:lnTo>
                    <a:pt x="288" y="3191"/>
                  </a:lnTo>
                  <a:lnTo>
                    <a:pt x="249" y="3128"/>
                  </a:lnTo>
                  <a:lnTo>
                    <a:pt x="212" y="3059"/>
                  </a:lnTo>
                  <a:lnTo>
                    <a:pt x="178" y="2985"/>
                  </a:lnTo>
                  <a:lnTo>
                    <a:pt x="145" y="2903"/>
                  </a:lnTo>
                  <a:lnTo>
                    <a:pt x="117" y="2817"/>
                  </a:lnTo>
                  <a:lnTo>
                    <a:pt x="90" y="2726"/>
                  </a:lnTo>
                  <a:lnTo>
                    <a:pt x="68" y="2628"/>
                  </a:lnTo>
                  <a:lnTo>
                    <a:pt x="48" y="2524"/>
                  </a:lnTo>
                  <a:lnTo>
                    <a:pt x="31" y="2415"/>
                  </a:lnTo>
                  <a:lnTo>
                    <a:pt x="18" y="2301"/>
                  </a:lnTo>
                  <a:lnTo>
                    <a:pt x="8" y="2183"/>
                  </a:lnTo>
                  <a:lnTo>
                    <a:pt x="2" y="2058"/>
                  </a:lnTo>
                  <a:lnTo>
                    <a:pt x="0" y="1929"/>
                  </a:lnTo>
                  <a:lnTo>
                    <a:pt x="2" y="1802"/>
                  </a:lnTo>
                  <a:lnTo>
                    <a:pt x="8" y="1681"/>
                  </a:lnTo>
                  <a:lnTo>
                    <a:pt x="18" y="1564"/>
                  </a:lnTo>
                  <a:lnTo>
                    <a:pt x="32" y="1452"/>
                  </a:lnTo>
                  <a:lnTo>
                    <a:pt x="48" y="1344"/>
                  </a:lnTo>
                  <a:lnTo>
                    <a:pt x="67" y="1242"/>
                  </a:lnTo>
                  <a:lnTo>
                    <a:pt x="89" y="1143"/>
                  </a:lnTo>
                  <a:lnTo>
                    <a:pt x="114" y="1049"/>
                  </a:lnTo>
                  <a:lnTo>
                    <a:pt x="139" y="959"/>
                  </a:lnTo>
                  <a:lnTo>
                    <a:pt x="169" y="875"/>
                  </a:lnTo>
                  <a:lnTo>
                    <a:pt x="198" y="793"/>
                  </a:lnTo>
                  <a:lnTo>
                    <a:pt x="230" y="716"/>
                  </a:lnTo>
                  <a:lnTo>
                    <a:pt x="261" y="643"/>
                  </a:lnTo>
                  <a:lnTo>
                    <a:pt x="295" y="576"/>
                  </a:lnTo>
                  <a:lnTo>
                    <a:pt x="328" y="511"/>
                  </a:lnTo>
                  <a:lnTo>
                    <a:pt x="362" y="450"/>
                  </a:lnTo>
                  <a:lnTo>
                    <a:pt x="396" y="394"/>
                  </a:lnTo>
                  <a:lnTo>
                    <a:pt x="430" y="342"/>
                  </a:lnTo>
                  <a:lnTo>
                    <a:pt x="462" y="293"/>
                  </a:lnTo>
                  <a:lnTo>
                    <a:pt x="495" y="249"/>
                  </a:lnTo>
                  <a:lnTo>
                    <a:pt x="526" y="208"/>
                  </a:lnTo>
                  <a:lnTo>
                    <a:pt x="556" y="171"/>
                  </a:lnTo>
                  <a:lnTo>
                    <a:pt x="584" y="139"/>
                  </a:lnTo>
                  <a:lnTo>
                    <a:pt x="611" y="108"/>
                  </a:lnTo>
                  <a:lnTo>
                    <a:pt x="636" y="83"/>
                  </a:lnTo>
                  <a:lnTo>
                    <a:pt x="657" y="61"/>
                  </a:lnTo>
                  <a:lnTo>
                    <a:pt x="677" y="42"/>
                  </a:lnTo>
                  <a:lnTo>
                    <a:pt x="693" y="27"/>
                  </a:lnTo>
                  <a:lnTo>
                    <a:pt x="706" y="15"/>
                  </a:lnTo>
                  <a:lnTo>
                    <a:pt x="715" y="7"/>
                  </a:lnTo>
                  <a:lnTo>
                    <a:pt x="722" y="1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676D07FE-0C9E-4BFA-881F-2656B17C8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3913" y="2473325"/>
              <a:ext cx="374650" cy="636588"/>
            </a:xfrm>
            <a:custGeom>
              <a:avLst/>
              <a:gdLst>
                <a:gd name="T0" fmla="*/ 391 w 708"/>
                <a:gd name="T1" fmla="*/ 0 h 1203"/>
                <a:gd name="T2" fmla="*/ 479 w 708"/>
                <a:gd name="T3" fmla="*/ 0 h 1203"/>
                <a:gd name="T4" fmla="*/ 497 w 708"/>
                <a:gd name="T5" fmla="*/ 100 h 1203"/>
                <a:gd name="T6" fmla="*/ 520 w 708"/>
                <a:gd name="T7" fmla="*/ 196 h 1203"/>
                <a:gd name="T8" fmla="*/ 544 w 708"/>
                <a:gd name="T9" fmla="*/ 289 h 1203"/>
                <a:gd name="T10" fmla="*/ 571 w 708"/>
                <a:gd name="T11" fmla="*/ 377 h 1203"/>
                <a:gd name="T12" fmla="*/ 602 w 708"/>
                <a:gd name="T13" fmla="*/ 460 h 1203"/>
                <a:gd name="T14" fmla="*/ 634 w 708"/>
                <a:gd name="T15" fmla="*/ 539 h 1203"/>
                <a:gd name="T16" fmla="*/ 671 w 708"/>
                <a:gd name="T17" fmla="*/ 614 h 1203"/>
                <a:gd name="T18" fmla="*/ 708 w 708"/>
                <a:gd name="T19" fmla="*/ 682 h 1203"/>
                <a:gd name="T20" fmla="*/ 0 w 708"/>
                <a:gd name="T21" fmla="*/ 1203 h 1203"/>
                <a:gd name="T22" fmla="*/ 0 w 708"/>
                <a:gd name="T23" fmla="*/ 331 h 1203"/>
                <a:gd name="T24" fmla="*/ 4 w 708"/>
                <a:gd name="T25" fmla="*/ 286 h 1203"/>
                <a:gd name="T26" fmla="*/ 14 w 708"/>
                <a:gd name="T27" fmla="*/ 243 h 1203"/>
                <a:gd name="T28" fmla="*/ 30 w 708"/>
                <a:gd name="T29" fmla="*/ 202 h 1203"/>
                <a:gd name="T30" fmla="*/ 53 w 708"/>
                <a:gd name="T31" fmla="*/ 164 h 1203"/>
                <a:gd name="T32" fmla="*/ 81 w 708"/>
                <a:gd name="T33" fmla="*/ 129 h 1203"/>
                <a:gd name="T34" fmla="*/ 115 w 708"/>
                <a:gd name="T35" fmla="*/ 96 h 1203"/>
                <a:gd name="T36" fmla="*/ 152 w 708"/>
                <a:gd name="T37" fmla="*/ 68 h 1203"/>
                <a:gd name="T38" fmla="*/ 193 w 708"/>
                <a:gd name="T39" fmla="*/ 45 h 1203"/>
                <a:gd name="T40" fmla="*/ 239 w 708"/>
                <a:gd name="T41" fmla="*/ 25 h 1203"/>
                <a:gd name="T42" fmla="*/ 287 w 708"/>
                <a:gd name="T43" fmla="*/ 12 h 1203"/>
                <a:gd name="T44" fmla="*/ 338 w 708"/>
                <a:gd name="T45" fmla="*/ 2 h 1203"/>
                <a:gd name="T46" fmla="*/ 391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391" y="0"/>
                  </a:moveTo>
                  <a:lnTo>
                    <a:pt x="479" y="0"/>
                  </a:lnTo>
                  <a:lnTo>
                    <a:pt x="497" y="100"/>
                  </a:lnTo>
                  <a:lnTo>
                    <a:pt x="520" y="196"/>
                  </a:lnTo>
                  <a:lnTo>
                    <a:pt x="544" y="289"/>
                  </a:lnTo>
                  <a:lnTo>
                    <a:pt x="571" y="377"/>
                  </a:lnTo>
                  <a:lnTo>
                    <a:pt x="602" y="460"/>
                  </a:lnTo>
                  <a:lnTo>
                    <a:pt x="634" y="539"/>
                  </a:lnTo>
                  <a:lnTo>
                    <a:pt x="671" y="614"/>
                  </a:lnTo>
                  <a:lnTo>
                    <a:pt x="708" y="682"/>
                  </a:lnTo>
                  <a:lnTo>
                    <a:pt x="0" y="1203"/>
                  </a:lnTo>
                  <a:lnTo>
                    <a:pt x="0" y="331"/>
                  </a:lnTo>
                  <a:lnTo>
                    <a:pt x="4" y="286"/>
                  </a:lnTo>
                  <a:lnTo>
                    <a:pt x="14" y="243"/>
                  </a:lnTo>
                  <a:lnTo>
                    <a:pt x="30" y="202"/>
                  </a:lnTo>
                  <a:lnTo>
                    <a:pt x="53" y="164"/>
                  </a:lnTo>
                  <a:lnTo>
                    <a:pt x="81" y="129"/>
                  </a:lnTo>
                  <a:lnTo>
                    <a:pt x="115" y="96"/>
                  </a:lnTo>
                  <a:lnTo>
                    <a:pt x="152" y="68"/>
                  </a:lnTo>
                  <a:lnTo>
                    <a:pt x="193" y="45"/>
                  </a:lnTo>
                  <a:lnTo>
                    <a:pt x="239" y="25"/>
                  </a:lnTo>
                  <a:lnTo>
                    <a:pt x="287" y="12"/>
                  </a:lnTo>
                  <a:lnTo>
                    <a:pt x="338" y="2"/>
                  </a:lnTo>
                  <a:lnTo>
                    <a:pt x="3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9" name="Freeform 8">
              <a:extLst>
                <a:ext uri="{FF2B5EF4-FFF2-40B4-BE49-F238E27FC236}">
                  <a16:creationId xmlns:a16="http://schemas.microsoft.com/office/drawing/2014/main" id="{92DEC951-3DB0-414A-B89D-8D4F734F8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5151" y="2473325"/>
              <a:ext cx="374650" cy="636588"/>
            </a:xfrm>
            <a:custGeom>
              <a:avLst/>
              <a:gdLst>
                <a:gd name="T0" fmla="*/ 229 w 708"/>
                <a:gd name="T1" fmla="*/ 0 h 1203"/>
                <a:gd name="T2" fmla="*/ 317 w 708"/>
                <a:gd name="T3" fmla="*/ 0 h 1203"/>
                <a:gd name="T4" fmla="*/ 370 w 708"/>
                <a:gd name="T5" fmla="*/ 2 h 1203"/>
                <a:gd name="T6" fmla="*/ 421 w 708"/>
                <a:gd name="T7" fmla="*/ 12 h 1203"/>
                <a:gd name="T8" fmla="*/ 469 w 708"/>
                <a:gd name="T9" fmla="*/ 25 h 1203"/>
                <a:gd name="T10" fmla="*/ 515 w 708"/>
                <a:gd name="T11" fmla="*/ 45 h 1203"/>
                <a:gd name="T12" fmla="*/ 556 w 708"/>
                <a:gd name="T13" fmla="*/ 68 h 1203"/>
                <a:gd name="T14" fmla="*/ 593 w 708"/>
                <a:gd name="T15" fmla="*/ 96 h 1203"/>
                <a:gd name="T16" fmla="*/ 626 w 708"/>
                <a:gd name="T17" fmla="*/ 129 h 1203"/>
                <a:gd name="T18" fmla="*/ 654 w 708"/>
                <a:gd name="T19" fmla="*/ 164 h 1203"/>
                <a:gd name="T20" fmla="*/ 678 w 708"/>
                <a:gd name="T21" fmla="*/ 202 h 1203"/>
                <a:gd name="T22" fmla="*/ 694 w 708"/>
                <a:gd name="T23" fmla="*/ 243 h 1203"/>
                <a:gd name="T24" fmla="*/ 704 w 708"/>
                <a:gd name="T25" fmla="*/ 286 h 1203"/>
                <a:gd name="T26" fmla="*/ 708 w 708"/>
                <a:gd name="T27" fmla="*/ 331 h 1203"/>
                <a:gd name="T28" fmla="*/ 708 w 708"/>
                <a:gd name="T29" fmla="*/ 1203 h 1203"/>
                <a:gd name="T30" fmla="*/ 0 w 708"/>
                <a:gd name="T31" fmla="*/ 682 h 1203"/>
                <a:gd name="T32" fmla="*/ 37 w 708"/>
                <a:gd name="T33" fmla="*/ 614 h 1203"/>
                <a:gd name="T34" fmla="*/ 74 w 708"/>
                <a:gd name="T35" fmla="*/ 539 h 1203"/>
                <a:gd name="T36" fmla="*/ 106 w 708"/>
                <a:gd name="T37" fmla="*/ 460 h 1203"/>
                <a:gd name="T38" fmla="*/ 137 w 708"/>
                <a:gd name="T39" fmla="*/ 377 h 1203"/>
                <a:gd name="T40" fmla="*/ 164 w 708"/>
                <a:gd name="T41" fmla="*/ 289 h 1203"/>
                <a:gd name="T42" fmla="*/ 188 w 708"/>
                <a:gd name="T43" fmla="*/ 196 h 1203"/>
                <a:gd name="T44" fmla="*/ 211 w 708"/>
                <a:gd name="T45" fmla="*/ 100 h 1203"/>
                <a:gd name="T46" fmla="*/ 229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229" y="0"/>
                  </a:moveTo>
                  <a:lnTo>
                    <a:pt x="317" y="0"/>
                  </a:lnTo>
                  <a:lnTo>
                    <a:pt x="370" y="2"/>
                  </a:lnTo>
                  <a:lnTo>
                    <a:pt x="421" y="12"/>
                  </a:lnTo>
                  <a:lnTo>
                    <a:pt x="469" y="25"/>
                  </a:lnTo>
                  <a:lnTo>
                    <a:pt x="515" y="45"/>
                  </a:lnTo>
                  <a:lnTo>
                    <a:pt x="556" y="68"/>
                  </a:lnTo>
                  <a:lnTo>
                    <a:pt x="593" y="96"/>
                  </a:lnTo>
                  <a:lnTo>
                    <a:pt x="626" y="129"/>
                  </a:lnTo>
                  <a:lnTo>
                    <a:pt x="654" y="164"/>
                  </a:lnTo>
                  <a:lnTo>
                    <a:pt x="678" y="202"/>
                  </a:lnTo>
                  <a:lnTo>
                    <a:pt x="694" y="243"/>
                  </a:lnTo>
                  <a:lnTo>
                    <a:pt x="704" y="286"/>
                  </a:lnTo>
                  <a:lnTo>
                    <a:pt x="708" y="331"/>
                  </a:lnTo>
                  <a:lnTo>
                    <a:pt x="708" y="1203"/>
                  </a:lnTo>
                  <a:lnTo>
                    <a:pt x="0" y="682"/>
                  </a:lnTo>
                  <a:lnTo>
                    <a:pt x="37" y="614"/>
                  </a:lnTo>
                  <a:lnTo>
                    <a:pt x="74" y="539"/>
                  </a:lnTo>
                  <a:lnTo>
                    <a:pt x="106" y="460"/>
                  </a:lnTo>
                  <a:lnTo>
                    <a:pt x="137" y="377"/>
                  </a:lnTo>
                  <a:lnTo>
                    <a:pt x="164" y="289"/>
                  </a:lnTo>
                  <a:lnTo>
                    <a:pt x="188" y="196"/>
                  </a:lnTo>
                  <a:lnTo>
                    <a:pt x="211" y="10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B18F258-AFE8-4267-9F18-49416FC5595F}"/>
              </a:ext>
            </a:extLst>
          </p:cNvPr>
          <p:cNvGrpSpPr/>
          <p:nvPr/>
        </p:nvGrpSpPr>
        <p:grpSpPr>
          <a:xfrm>
            <a:off x="4761303" y="3553481"/>
            <a:ext cx="403160" cy="399793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4D544790-6C22-47BA-822C-E2341EDB0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2" name="Freeform 14">
              <a:extLst>
                <a:ext uri="{FF2B5EF4-FFF2-40B4-BE49-F238E27FC236}">
                  <a16:creationId xmlns:a16="http://schemas.microsoft.com/office/drawing/2014/main" id="{1A3E0260-1D58-49B5-9D82-3B59DA542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3" name="Freeform 15">
              <a:extLst>
                <a:ext uri="{FF2B5EF4-FFF2-40B4-BE49-F238E27FC236}">
                  <a16:creationId xmlns:a16="http://schemas.microsoft.com/office/drawing/2014/main" id="{28187F07-C4A6-4E44-AB8E-63CE7F401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84C5ED4D-1FA5-4B20-A0BA-BAEBF8D7A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4AD905-9247-4C96-87FC-96551D0CC75E}"/>
              </a:ext>
            </a:extLst>
          </p:cNvPr>
          <p:cNvGrpSpPr/>
          <p:nvPr/>
        </p:nvGrpSpPr>
        <p:grpSpPr>
          <a:xfrm>
            <a:off x="6080125" y="2404905"/>
            <a:ext cx="451187" cy="371599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6" name="Freeform 21">
              <a:extLst>
                <a:ext uri="{FF2B5EF4-FFF2-40B4-BE49-F238E27FC236}">
                  <a16:creationId xmlns:a16="http://schemas.microsoft.com/office/drawing/2014/main" id="{AF1FA4BD-59C3-4896-B7A1-8C5538229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5CAF7A17-3248-4E4D-88FF-C435E9405C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71" name="Title 1">
            <a:extLst>
              <a:ext uri="{FF2B5EF4-FFF2-40B4-BE49-F238E27FC236}">
                <a16:creationId xmlns:a16="http://schemas.microsoft.com/office/drawing/2014/main" id="{FBCB2F70-B7BF-49C7-A66D-D809F705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7-STEP BRAIN INFOGRAPHIC SLIDE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83CEDA-117D-4C84-8641-5A98C7FB5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00039A-C6C5-49D1-A552-EC03AFCD679E}"/>
              </a:ext>
            </a:extLst>
          </p:cNvPr>
          <p:cNvGrpSpPr/>
          <p:nvPr/>
        </p:nvGrpSpPr>
        <p:grpSpPr>
          <a:xfrm>
            <a:off x="703174" y="5145552"/>
            <a:ext cx="2965472" cy="1033672"/>
            <a:chOff x="703174" y="5145552"/>
            <a:chExt cx="2965472" cy="103367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1CDDBB1-F72D-404B-AADC-140D87DDA3D1}"/>
                </a:ext>
              </a:extLst>
            </p:cNvPr>
            <p:cNvSpPr txBox="1"/>
            <p:nvPr/>
          </p:nvSpPr>
          <p:spPr>
            <a:xfrm>
              <a:off x="703175" y="5532893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4C81130-743E-4B8F-97A3-88CB8483C5C3}"/>
                </a:ext>
              </a:extLst>
            </p:cNvPr>
            <p:cNvSpPr txBox="1"/>
            <p:nvPr/>
          </p:nvSpPr>
          <p:spPr>
            <a:xfrm>
              <a:off x="703174" y="5145552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645F878-8C95-4F2B-BCBA-F85E35ADCCDB}"/>
              </a:ext>
            </a:extLst>
          </p:cNvPr>
          <p:cNvGrpSpPr/>
          <p:nvPr/>
        </p:nvGrpSpPr>
        <p:grpSpPr>
          <a:xfrm>
            <a:off x="682927" y="2105286"/>
            <a:ext cx="2965472" cy="1033672"/>
            <a:chOff x="8384988" y="1713840"/>
            <a:chExt cx="2965472" cy="103367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CC380EC-64DE-4678-B50D-B4DEE97DA8A3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A5BC1E0-C45F-4A00-866A-A00BEB00C5CD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24AA0DD-59F7-4628-AD62-CA4372722F2C}"/>
              </a:ext>
            </a:extLst>
          </p:cNvPr>
          <p:cNvGrpSpPr/>
          <p:nvPr/>
        </p:nvGrpSpPr>
        <p:grpSpPr>
          <a:xfrm>
            <a:off x="682927" y="3630608"/>
            <a:ext cx="2965472" cy="1033672"/>
            <a:chOff x="8384988" y="3401963"/>
            <a:chExt cx="2965472" cy="103367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6CD1ED8-D483-421C-8417-F502AB7B5D2B}"/>
                </a:ext>
              </a:extLst>
            </p:cNvPr>
            <p:cNvSpPr txBox="1"/>
            <p:nvPr/>
          </p:nvSpPr>
          <p:spPr>
            <a:xfrm>
              <a:off x="8384989" y="3789304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8792845-956A-4A52-A893-2DF292F7847C}"/>
                </a:ext>
              </a:extLst>
            </p:cNvPr>
            <p:cNvSpPr txBox="1"/>
            <p:nvPr/>
          </p:nvSpPr>
          <p:spPr>
            <a:xfrm>
              <a:off x="8384988" y="3401963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0A33EED-9A10-4363-A6D4-08000A65ACD0}"/>
              </a:ext>
            </a:extLst>
          </p:cNvPr>
          <p:cNvGrpSpPr/>
          <p:nvPr/>
        </p:nvGrpSpPr>
        <p:grpSpPr>
          <a:xfrm>
            <a:off x="8537471" y="3635279"/>
            <a:ext cx="2965472" cy="1033672"/>
            <a:chOff x="8520179" y="3575647"/>
            <a:chExt cx="2965472" cy="1033672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CB92D84-9454-40AE-9766-A5AB44D91D35}"/>
                </a:ext>
              </a:extLst>
            </p:cNvPr>
            <p:cNvSpPr txBox="1"/>
            <p:nvPr/>
          </p:nvSpPr>
          <p:spPr>
            <a:xfrm>
              <a:off x="8520180" y="3962988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3962CB1-0A1F-42CD-B6CE-56FABAB30985}"/>
                </a:ext>
              </a:extLst>
            </p:cNvPr>
            <p:cNvSpPr txBox="1"/>
            <p:nvPr/>
          </p:nvSpPr>
          <p:spPr>
            <a:xfrm>
              <a:off x="8520179" y="3575647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AC37EEC-4ABB-4FE0-AF2E-F77A8C8F4E41}"/>
              </a:ext>
            </a:extLst>
          </p:cNvPr>
          <p:cNvGrpSpPr/>
          <p:nvPr/>
        </p:nvGrpSpPr>
        <p:grpSpPr>
          <a:xfrm>
            <a:off x="8520179" y="5145552"/>
            <a:ext cx="2965472" cy="1033672"/>
            <a:chOff x="8520179" y="5145552"/>
            <a:chExt cx="2965472" cy="103367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DB85EBB-3638-40BD-A84D-8030135910C0}"/>
                </a:ext>
              </a:extLst>
            </p:cNvPr>
            <p:cNvSpPr txBox="1"/>
            <p:nvPr/>
          </p:nvSpPr>
          <p:spPr>
            <a:xfrm>
              <a:off x="8520180" y="5532893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667B9BD-E164-4970-98BB-DA3DEDA08488}"/>
                </a:ext>
              </a:extLst>
            </p:cNvPr>
            <p:cNvSpPr txBox="1"/>
            <p:nvPr/>
          </p:nvSpPr>
          <p:spPr>
            <a:xfrm>
              <a:off x="8520179" y="5145552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6742C4E-49D9-4EA6-ABB1-5C69696E45CC}"/>
              </a:ext>
            </a:extLst>
          </p:cNvPr>
          <p:cNvGrpSpPr/>
          <p:nvPr/>
        </p:nvGrpSpPr>
        <p:grpSpPr>
          <a:xfrm>
            <a:off x="8559554" y="2114788"/>
            <a:ext cx="2965472" cy="1033672"/>
            <a:chOff x="8496054" y="2114788"/>
            <a:chExt cx="2965472" cy="103367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7EA96B2-AD91-4ECF-9CE2-BCA782BEBD05}"/>
                </a:ext>
              </a:extLst>
            </p:cNvPr>
            <p:cNvSpPr txBox="1"/>
            <p:nvPr/>
          </p:nvSpPr>
          <p:spPr>
            <a:xfrm>
              <a:off x="8496055" y="2502129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0B3D0DF-6E34-4C90-BC25-DE1F6E4C2489}"/>
                </a:ext>
              </a:extLst>
            </p:cNvPr>
            <p:cNvSpPr txBox="1"/>
            <p:nvPr/>
          </p:nvSpPr>
          <p:spPr>
            <a:xfrm>
              <a:off x="8496054" y="2114788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898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52697B4-3960-45BF-8531-E86DB9BB0342}"/>
              </a:ext>
            </a:extLst>
          </p:cNvPr>
          <p:cNvGrpSpPr/>
          <p:nvPr/>
        </p:nvGrpSpPr>
        <p:grpSpPr>
          <a:xfrm flipH="1">
            <a:off x="4093039" y="1596541"/>
            <a:ext cx="4002746" cy="4566680"/>
            <a:chOff x="4093039" y="1145660"/>
            <a:chExt cx="4002746" cy="456668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58A4D5-E729-49CA-9DDE-A3482BC0430C}"/>
                </a:ext>
              </a:extLst>
            </p:cNvPr>
            <p:cNvGrpSpPr/>
            <p:nvPr/>
          </p:nvGrpSpPr>
          <p:grpSpPr>
            <a:xfrm>
              <a:off x="4093039" y="1145660"/>
              <a:ext cx="4002746" cy="4566680"/>
              <a:chOff x="4093040" y="1145660"/>
              <a:chExt cx="4002746" cy="4566680"/>
            </a:xfrm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72ACC293-C714-454F-BABC-4B2DF267B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721" y="1658871"/>
                <a:ext cx="1556044" cy="1760432"/>
              </a:xfrm>
              <a:custGeom>
                <a:avLst/>
                <a:gdLst>
                  <a:gd name="T0" fmla="*/ 69 w 379"/>
                  <a:gd name="T1" fmla="*/ 429 h 429"/>
                  <a:gd name="T2" fmla="*/ 73 w 379"/>
                  <a:gd name="T3" fmla="*/ 428 h 429"/>
                  <a:gd name="T4" fmla="*/ 71 w 379"/>
                  <a:gd name="T5" fmla="*/ 424 h 429"/>
                  <a:gd name="T6" fmla="*/ 63 w 379"/>
                  <a:gd name="T7" fmla="*/ 400 h 429"/>
                  <a:gd name="T8" fmla="*/ 85 w 379"/>
                  <a:gd name="T9" fmla="*/ 352 h 429"/>
                  <a:gd name="T10" fmla="*/ 145 w 379"/>
                  <a:gd name="T11" fmla="*/ 329 h 429"/>
                  <a:gd name="T12" fmla="*/ 207 w 379"/>
                  <a:gd name="T13" fmla="*/ 343 h 429"/>
                  <a:gd name="T14" fmla="*/ 237 w 379"/>
                  <a:gd name="T15" fmla="*/ 387 h 429"/>
                  <a:gd name="T16" fmla="*/ 224 w 379"/>
                  <a:gd name="T17" fmla="*/ 424 h 429"/>
                  <a:gd name="T18" fmla="*/ 221 w 379"/>
                  <a:gd name="T19" fmla="*/ 428 h 429"/>
                  <a:gd name="T20" fmla="*/ 226 w 379"/>
                  <a:gd name="T21" fmla="*/ 429 h 429"/>
                  <a:gd name="T22" fmla="*/ 379 w 379"/>
                  <a:gd name="T23" fmla="*/ 429 h 429"/>
                  <a:gd name="T24" fmla="*/ 302 w 379"/>
                  <a:gd name="T25" fmla="*/ 296 h 429"/>
                  <a:gd name="T26" fmla="*/ 301 w 379"/>
                  <a:gd name="T27" fmla="*/ 279 h 429"/>
                  <a:gd name="T28" fmla="*/ 318 w 379"/>
                  <a:gd name="T29" fmla="*/ 274 h 429"/>
                  <a:gd name="T30" fmla="*/ 348 w 379"/>
                  <a:gd name="T31" fmla="*/ 270 h 429"/>
                  <a:gd name="T32" fmla="*/ 366 w 379"/>
                  <a:gd name="T33" fmla="*/ 231 h 429"/>
                  <a:gd name="T34" fmla="*/ 349 w 379"/>
                  <a:gd name="T35" fmla="*/ 177 h 429"/>
                  <a:gd name="T36" fmla="*/ 305 w 379"/>
                  <a:gd name="T37" fmla="*/ 142 h 429"/>
                  <a:gd name="T38" fmla="*/ 263 w 379"/>
                  <a:gd name="T39" fmla="*/ 145 h 429"/>
                  <a:gd name="T40" fmla="*/ 251 w 379"/>
                  <a:gd name="T41" fmla="*/ 157 h 429"/>
                  <a:gd name="T42" fmla="*/ 239 w 379"/>
                  <a:gd name="T43" fmla="*/ 170 h 429"/>
                  <a:gd name="T44" fmla="*/ 224 w 379"/>
                  <a:gd name="T45" fmla="*/ 160 h 429"/>
                  <a:gd name="T46" fmla="*/ 132 w 379"/>
                  <a:gd name="T47" fmla="*/ 0 h 429"/>
                  <a:gd name="T48" fmla="*/ 8 w 379"/>
                  <a:gd name="T49" fmla="*/ 269 h 429"/>
                  <a:gd name="T50" fmla="*/ 0 w 379"/>
                  <a:gd name="T51" fmla="*/ 429 h 429"/>
                  <a:gd name="T52" fmla="*/ 68 w 379"/>
                  <a:gd name="T53" fmla="*/ 429 h 429"/>
                  <a:gd name="T54" fmla="*/ 69 w 379"/>
                  <a:gd name="T55" fmla="*/ 429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79" h="429">
                    <a:moveTo>
                      <a:pt x="69" y="429"/>
                    </a:moveTo>
                    <a:cubicBezTo>
                      <a:pt x="72" y="429"/>
                      <a:pt x="73" y="428"/>
                      <a:pt x="73" y="428"/>
                    </a:cubicBezTo>
                    <a:cubicBezTo>
                      <a:pt x="73" y="428"/>
                      <a:pt x="73" y="426"/>
                      <a:pt x="71" y="424"/>
                    </a:cubicBezTo>
                    <a:cubicBezTo>
                      <a:pt x="70" y="423"/>
                      <a:pt x="64" y="416"/>
                      <a:pt x="63" y="400"/>
                    </a:cubicBezTo>
                    <a:cubicBezTo>
                      <a:pt x="61" y="383"/>
                      <a:pt x="69" y="366"/>
                      <a:pt x="85" y="352"/>
                    </a:cubicBezTo>
                    <a:cubicBezTo>
                      <a:pt x="101" y="339"/>
                      <a:pt x="122" y="331"/>
                      <a:pt x="145" y="329"/>
                    </a:cubicBezTo>
                    <a:cubicBezTo>
                      <a:pt x="168" y="328"/>
                      <a:pt x="190" y="332"/>
                      <a:pt x="207" y="343"/>
                    </a:cubicBezTo>
                    <a:cubicBezTo>
                      <a:pt x="225" y="354"/>
                      <a:pt x="236" y="370"/>
                      <a:pt x="237" y="387"/>
                    </a:cubicBezTo>
                    <a:cubicBezTo>
                      <a:pt x="239" y="408"/>
                      <a:pt x="224" y="424"/>
                      <a:pt x="224" y="424"/>
                    </a:cubicBezTo>
                    <a:cubicBezTo>
                      <a:pt x="222" y="426"/>
                      <a:pt x="221" y="427"/>
                      <a:pt x="221" y="428"/>
                    </a:cubicBezTo>
                    <a:cubicBezTo>
                      <a:pt x="222" y="428"/>
                      <a:pt x="223" y="429"/>
                      <a:pt x="226" y="429"/>
                    </a:cubicBezTo>
                    <a:cubicBezTo>
                      <a:pt x="379" y="429"/>
                      <a:pt x="379" y="429"/>
                      <a:pt x="379" y="429"/>
                    </a:cubicBezTo>
                    <a:cubicBezTo>
                      <a:pt x="302" y="296"/>
                      <a:pt x="302" y="296"/>
                      <a:pt x="302" y="296"/>
                    </a:cubicBezTo>
                    <a:cubicBezTo>
                      <a:pt x="297" y="287"/>
                      <a:pt x="300" y="281"/>
                      <a:pt x="301" y="279"/>
                    </a:cubicBezTo>
                    <a:cubicBezTo>
                      <a:pt x="303" y="276"/>
                      <a:pt x="308" y="272"/>
                      <a:pt x="318" y="274"/>
                    </a:cubicBezTo>
                    <a:cubicBezTo>
                      <a:pt x="319" y="274"/>
                      <a:pt x="335" y="278"/>
                      <a:pt x="348" y="270"/>
                    </a:cubicBezTo>
                    <a:cubicBezTo>
                      <a:pt x="359" y="262"/>
                      <a:pt x="366" y="248"/>
                      <a:pt x="366" y="231"/>
                    </a:cubicBezTo>
                    <a:cubicBezTo>
                      <a:pt x="366" y="214"/>
                      <a:pt x="360" y="194"/>
                      <a:pt x="349" y="177"/>
                    </a:cubicBezTo>
                    <a:cubicBezTo>
                      <a:pt x="337" y="160"/>
                      <a:pt x="322" y="148"/>
                      <a:pt x="305" y="142"/>
                    </a:cubicBezTo>
                    <a:cubicBezTo>
                      <a:pt x="289" y="136"/>
                      <a:pt x="274" y="137"/>
                      <a:pt x="263" y="145"/>
                    </a:cubicBezTo>
                    <a:cubicBezTo>
                      <a:pt x="253" y="151"/>
                      <a:pt x="251" y="157"/>
                      <a:pt x="251" y="157"/>
                    </a:cubicBezTo>
                    <a:cubicBezTo>
                      <a:pt x="248" y="167"/>
                      <a:pt x="242" y="169"/>
                      <a:pt x="239" y="170"/>
                    </a:cubicBezTo>
                    <a:cubicBezTo>
                      <a:pt x="236" y="170"/>
                      <a:pt x="229" y="169"/>
                      <a:pt x="224" y="16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48" y="84"/>
                      <a:pt x="8" y="194"/>
                      <a:pt x="8" y="269"/>
                    </a:cubicBezTo>
                    <a:cubicBezTo>
                      <a:pt x="8" y="366"/>
                      <a:pt x="15" y="395"/>
                      <a:pt x="0" y="429"/>
                    </a:cubicBezTo>
                    <a:cubicBezTo>
                      <a:pt x="68" y="429"/>
                      <a:pt x="68" y="429"/>
                      <a:pt x="68" y="429"/>
                    </a:cubicBezTo>
                    <a:cubicBezTo>
                      <a:pt x="68" y="429"/>
                      <a:pt x="69" y="429"/>
                      <a:pt x="69" y="42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B886EB7-6B45-459A-9E4D-42F9645DE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689" y="3492406"/>
                <a:ext cx="2319892" cy="2219934"/>
              </a:xfrm>
              <a:custGeom>
                <a:avLst/>
                <a:gdLst>
                  <a:gd name="T0" fmla="*/ 405 w 565"/>
                  <a:gd name="T1" fmla="*/ 265 h 541"/>
                  <a:gd name="T2" fmla="*/ 403 w 565"/>
                  <a:gd name="T3" fmla="*/ 269 h 541"/>
                  <a:gd name="T4" fmla="*/ 387 w 565"/>
                  <a:gd name="T5" fmla="*/ 288 h 541"/>
                  <a:gd name="T6" fmla="*/ 334 w 565"/>
                  <a:gd name="T7" fmla="*/ 292 h 541"/>
                  <a:gd name="T8" fmla="*/ 284 w 565"/>
                  <a:gd name="T9" fmla="*/ 252 h 541"/>
                  <a:gd name="T10" fmla="*/ 265 w 565"/>
                  <a:gd name="T11" fmla="*/ 191 h 541"/>
                  <a:gd name="T12" fmla="*/ 288 w 565"/>
                  <a:gd name="T13" fmla="*/ 143 h 541"/>
                  <a:gd name="T14" fmla="*/ 327 w 565"/>
                  <a:gd name="T15" fmla="*/ 137 h 541"/>
                  <a:gd name="T16" fmla="*/ 331 w 565"/>
                  <a:gd name="T17" fmla="*/ 137 h 541"/>
                  <a:gd name="T18" fmla="*/ 330 w 565"/>
                  <a:gd name="T19" fmla="*/ 133 h 541"/>
                  <a:gd name="T20" fmla="*/ 253 w 565"/>
                  <a:gd name="T21" fmla="*/ 0 h 541"/>
                  <a:gd name="T22" fmla="*/ 177 w 565"/>
                  <a:gd name="T23" fmla="*/ 133 h 541"/>
                  <a:gd name="T24" fmla="*/ 162 w 565"/>
                  <a:gd name="T25" fmla="*/ 142 h 541"/>
                  <a:gd name="T26" fmla="*/ 150 w 565"/>
                  <a:gd name="T27" fmla="*/ 129 h 541"/>
                  <a:gd name="T28" fmla="*/ 131 w 565"/>
                  <a:gd name="T29" fmla="*/ 107 h 541"/>
                  <a:gd name="T30" fmla="*/ 89 w 565"/>
                  <a:gd name="T31" fmla="*/ 110 h 541"/>
                  <a:gd name="T32" fmla="*/ 51 w 565"/>
                  <a:gd name="T33" fmla="*/ 152 h 541"/>
                  <a:gd name="T34" fmla="*/ 42 w 565"/>
                  <a:gd name="T35" fmla="*/ 208 h 541"/>
                  <a:gd name="T36" fmla="*/ 65 w 565"/>
                  <a:gd name="T37" fmla="*/ 243 h 541"/>
                  <a:gd name="T38" fmla="*/ 82 w 565"/>
                  <a:gd name="T39" fmla="*/ 246 h 541"/>
                  <a:gd name="T40" fmla="*/ 99 w 565"/>
                  <a:gd name="T41" fmla="*/ 251 h 541"/>
                  <a:gd name="T42" fmla="*/ 98 w 565"/>
                  <a:gd name="T43" fmla="*/ 269 h 541"/>
                  <a:gd name="T44" fmla="*/ 0 w 565"/>
                  <a:gd name="T45" fmla="*/ 438 h 541"/>
                  <a:gd name="T46" fmla="*/ 156 w 565"/>
                  <a:gd name="T47" fmla="*/ 541 h 541"/>
                  <a:gd name="T48" fmla="*/ 565 w 565"/>
                  <a:gd name="T49" fmla="*/ 541 h 541"/>
                  <a:gd name="T50" fmla="*/ 408 w 565"/>
                  <a:gd name="T51" fmla="*/ 269 h 541"/>
                  <a:gd name="T52" fmla="*/ 405 w 565"/>
                  <a:gd name="T53" fmla="*/ 265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65" h="541">
                    <a:moveTo>
                      <a:pt x="405" y="265"/>
                    </a:moveTo>
                    <a:cubicBezTo>
                      <a:pt x="405" y="265"/>
                      <a:pt x="404" y="266"/>
                      <a:pt x="403" y="269"/>
                    </a:cubicBezTo>
                    <a:cubicBezTo>
                      <a:pt x="403" y="270"/>
                      <a:pt x="399" y="279"/>
                      <a:pt x="387" y="288"/>
                    </a:cubicBezTo>
                    <a:cubicBezTo>
                      <a:pt x="372" y="298"/>
                      <a:pt x="353" y="299"/>
                      <a:pt x="334" y="292"/>
                    </a:cubicBezTo>
                    <a:cubicBezTo>
                      <a:pt x="315" y="285"/>
                      <a:pt x="297" y="271"/>
                      <a:pt x="284" y="252"/>
                    </a:cubicBezTo>
                    <a:cubicBezTo>
                      <a:pt x="271" y="233"/>
                      <a:pt x="264" y="211"/>
                      <a:pt x="265" y="191"/>
                    </a:cubicBezTo>
                    <a:cubicBezTo>
                      <a:pt x="265" y="170"/>
                      <a:pt x="274" y="153"/>
                      <a:pt x="288" y="143"/>
                    </a:cubicBezTo>
                    <a:cubicBezTo>
                      <a:pt x="305" y="132"/>
                      <a:pt x="326" y="136"/>
                      <a:pt x="327" y="137"/>
                    </a:cubicBezTo>
                    <a:cubicBezTo>
                      <a:pt x="329" y="137"/>
                      <a:pt x="331" y="137"/>
                      <a:pt x="331" y="137"/>
                    </a:cubicBezTo>
                    <a:cubicBezTo>
                      <a:pt x="331" y="136"/>
                      <a:pt x="331" y="135"/>
                      <a:pt x="330" y="133"/>
                    </a:cubicBezTo>
                    <a:cubicBezTo>
                      <a:pt x="253" y="0"/>
                      <a:pt x="253" y="0"/>
                      <a:pt x="253" y="0"/>
                    </a:cubicBezTo>
                    <a:cubicBezTo>
                      <a:pt x="177" y="133"/>
                      <a:pt x="177" y="133"/>
                      <a:pt x="177" y="133"/>
                    </a:cubicBezTo>
                    <a:cubicBezTo>
                      <a:pt x="171" y="142"/>
                      <a:pt x="165" y="142"/>
                      <a:pt x="162" y="142"/>
                    </a:cubicBezTo>
                    <a:cubicBezTo>
                      <a:pt x="159" y="142"/>
                      <a:pt x="153" y="140"/>
                      <a:pt x="150" y="129"/>
                    </a:cubicBezTo>
                    <a:cubicBezTo>
                      <a:pt x="150" y="129"/>
                      <a:pt x="144" y="113"/>
                      <a:pt x="131" y="107"/>
                    </a:cubicBezTo>
                    <a:cubicBezTo>
                      <a:pt x="119" y="101"/>
                      <a:pt x="104" y="102"/>
                      <a:pt x="89" y="110"/>
                    </a:cubicBezTo>
                    <a:cubicBezTo>
                      <a:pt x="73" y="118"/>
                      <a:pt x="60" y="133"/>
                      <a:pt x="51" y="152"/>
                    </a:cubicBezTo>
                    <a:cubicBezTo>
                      <a:pt x="42" y="170"/>
                      <a:pt x="38" y="190"/>
                      <a:pt x="42" y="208"/>
                    </a:cubicBezTo>
                    <a:cubicBezTo>
                      <a:pt x="45" y="224"/>
                      <a:pt x="53" y="237"/>
                      <a:pt x="65" y="243"/>
                    </a:cubicBezTo>
                    <a:cubicBezTo>
                      <a:pt x="75" y="248"/>
                      <a:pt x="82" y="247"/>
                      <a:pt x="82" y="246"/>
                    </a:cubicBezTo>
                    <a:cubicBezTo>
                      <a:pt x="92" y="244"/>
                      <a:pt x="97" y="248"/>
                      <a:pt x="99" y="251"/>
                    </a:cubicBezTo>
                    <a:cubicBezTo>
                      <a:pt x="101" y="254"/>
                      <a:pt x="103" y="259"/>
                      <a:pt x="98" y="26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69" y="424"/>
                      <a:pt x="142" y="410"/>
                      <a:pt x="156" y="541"/>
                    </a:cubicBezTo>
                    <a:cubicBezTo>
                      <a:pt x="565" y="541"/>
                      <a:pt x="565" y="541"/>
                      <a:pt x="565" y="541"/>
                    </a:cubicBezTo>
                    <a:cubicBezTo>
                      <a:pt x="408" y="269"/>
                      <a:pt x="408" y="269"/>
                      <a:pt x="408" y="269"/>
                    </a:cubicBezTo>
                    <a:cubicBezTo>
                      <a:pt x="407" y="266"/>
                      <a:pt x="405" y="265"/>
                      <a:pt x="405" y="2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9F3C48-39E2-465F-8E8B-C4DF6EFE1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8575" y="1145660"/>
                <a:ext cx="2146833" cy="2248281"/>
              </a:xfrm>
              <a:custGeom>
                <a:avLst/>
                <a:gdLst>
                  <a:gd name="T0" fmla="*/ 97 w 523"/>
                  <a:gd name="T1" fmla="*/ 283 h 548"/>
                  <a:gd name="T2" fmla="*/ 99 w 523"/>
                  <a:gd name="T3" fmla="*/ 278 h 548"/>
                  <a:gd name="T4" fmla="*/ 115 w 523"/>
                  <a:gd name="T5" fmla="*/ 260 h 548"/>
                  <a:gd name="T6" fmla="*/ 168 w 523"/>
                  <a:gd name="T7" fmla="*/ 255 h 548"/>
                  <a:gd name="T8" fmla="*/ 218 w 523"/>
                  <a:gd name="T9" fmla="*/ 296 h 548"/>
                  <a:gd name="T10" fmla="*/ 237 w 523"/>
                  <a:gd name="T11" fmla="*/ 357 h 548"/>
                  <a:gd name="T12" fmla="*/ 213 w 523"/>
                  <a:gd name="T13" fmla="*/ 405 h 548"/>
                  <a:gd name="T14" fmla="*/ 175 w 523"/>
                  <a:gd name="T15" fmla="*/ 411 h 548"/>
                  <a:gd name="T16" fmla="*/ 170 w 523"/>
                  <a:gd name="T17" fmla="*/ 411 h 548"/>
                  <a:gd name="T18" fmla="*/ 172 w 523"/>
                  <a:gd name="T19" fmla="*/ 415 h 548"/>
                  <a:gd name="T20" fmla="*/ 248 w 523"/>
                  <a:gd name="T21" fmla="*/ 548 h 548"/>
                  <a:gd name="T22" fmla="*/ 325 w 523"/>
                  <a:gd name="T23" fmla="*/ 415 h 548"/>
                  <a:gd name="T24" fmla="*/ 339 w 523"/>
                  <a:gd name="T25" fmla="*/ 406 h 548"/>
                  <a:gd name="T26" fmla="*/ 352 w 523"/>
                  <a:gd name="T27" fmla="*/ 418 h 548"/>
                  <a:gd name="T28" fmla="*/ 370 w 523"/>
                  <a:gd name="T29" fmla="*/ 441 h 548"/>
                  <a:gd name="T30" fmla="*/ 413 w 523"/>
                  <a:gd name="T31" fmla="*/ 438 h 548"/>
                  <a:gd name="T32" fmla="*/ 451 w 523"/>
                  <a:gd name="T33" fmla="*/ 396 h 548"/>
                  <a:gd name="T34" fmla="*/ 460 w 523"/>
                  <a:gd name="T35" fmla="*/ 340 h 548"/>
                  <a:gd name="T36" fmla="*/ 436 w 523"/>
                  <a:gd name="T37" fmla="*/ 305 h 548"/>
                  <a:gd name="T38" fmla="*/ 419 w 523"/>
                  <a:gd name="T39" fmla="*/ 301 h 548"/>
                  <a:gd name="T40" fmla="*/ 402 w 523"/>
                  <a:gd name="T41" fmla="*/ 297 h 548"/>
                  <a:gd name="T42" fmla="*/ 403 w 523"/>
                  <a:gd name="T43" fmla="*/ 279 h 548"/>
                  <a:gd name="T44" fmla="*/ 523 w 523"/>
                  <a:gd name="T45" fmla="*/ 71 h 548"/>
                  <a:gd name="T46" fmla="*/ 316 w 523"/>
                  <a:gd name="T47" fmla="*/ 11 h 548"/>
                  <a:gd name="T48" fmla="*/ 0 w 523"/>
                  <a:gd name="T49" fmla="*/ 117 h 548"/>
                  <a:gd name="T50" fmla="*/ 93 w 523"/>
                  <a:gd name="T51" fmla="*/ 279 h 548"/>
                  <a:gd name="T52" fmla="*/ 97 w 523"/>
                  <a:gd name="T53" fmla="*/ 283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3" h="548">
                    <a:moveTo>
                      <a:pt x="97" y="283"/>
                    </a:moveTo>
                    <a:cubicBezTo>
                      <a:pt x="97" y="283"/>
                      <a:pt x="98" y="281"/>
                      <a:pt x="99" y="278"/>
                    </a:cubicBezTo>
                    <a:cubicBezTo>
                      <a:pt x="99" y="277"/>
                      <a:pt x="102" y="268"/>
                      <a:pt x="115" y="260"/>
                    </a:cubicBezTo>
                    <a:cubicBezTo>
                      <a:pt x="129" y="250"/>
                      <a:pt x="148" y="248"/>
                      <a:pt x="168" y="255"/>
                    </a:cubicBezTo>
                    <a:cubicBezTo>
                      <a:pt x="187" y="262"/>
                      <a:pt x="205" y="277"/>
                      <a:pt x="218" y="296"/>
                    </a:cubicBezTo>
                    <a:cubicBezTo>
                      <a:pt x="231" y="315"/>
                      <a:pt x="237" y="336"/>
                      <a:pt x="237" y="357"/>
                    </a:cubicBezTo>
                    <a:cubicBezTo>
                      <a:pt x="236" y="378"/>
                      <a:pt x="228" y="395"/>
                      <a:pt x="213" y="405"/>
                    </a:cubicBezTo>
                    <a:cubicBezTo>
                      <a:pt x="197" y="416"/>
                      <a:pt x="176" y="411"/>
                      <a:pt x="175" y="411"/>
                    </a:cubicBezTo>
                    <a:cubicBezTo>
                      <a:pt x="172" y="411"/>
                      <a:pt x="171" y="411"/>
                      <a:pt x="170" y="411"/>
                    </a:cubicBezTo>
                    <a:cubicBezTo>
                      <a:pt x="170" y="411"/>
                      <a:pt x="171" y="413"/>
                      <a:pt x="172" y="415"/>
                    </a:cubicBezTo>
                    <a:cubicBezTo>
                      <a:pt x="248" y="548"/>
                      <a:pt x="248" y="548"/>
                      <a:pt x="248" y="548"/>
                    </a:cubicBezTo>
                    <a:cubicBezTo>
                      <a:pt x="325" y="415"/>
                      <a:pt x="325" y="415"/>
                      <a:pt x="325" y="415"/>
                    </a:cubicBezTo>
                    <a:cubicBezTo>
                      <a:pt x="330" y="406"/>
                      <a:pt x="336" y="405"/>
                      <a:pt x="339" y="406"/>
                    </a:cubicBezTo>
                    <a:cubicBezTo>
                      <a:pt x="343" y="406"/>
                      <a:pt x="348" y="408"/>
                      <a:pt x="352" y="418"/>
                    </a:cubicBezTo>
                    <a:cubicBezTo>
                      <a:pt x="352" y="418"/>
                      <a:pt x="357" y="435"/>
                      <a:pt x="370" y="441"/>
                    </a:cubicBezTo>
                    <a:cubicBezTo>
                      <a:pt x="383" y="447"/>
                      <a:pt x="398" y="446"/>
                      <a:pt x="413" y="438"/>
                    </a:cubicBezTo>
                    <a:cubicBezTo>
                      <a:pt x="428" y="429"/>
                      <a:pt x="442" y="414"/>
                      <a:pt x="451" y="396"/>
                    </a:cubicBezTo>
                    <a:cubicBezTo>
                      <a:pt x="460" y="377"/>
                      <a:pt x="463" y="357"/>
                      <a:pt x="460" y="340"/>
                    </a:cubicBezTo>
                    <a:cubicBezTo>
                      <a:pt x="457" y="323"/>
                      <a:pt x="448" y="311"/>
                      <a:pt x="436" y="305"/>
                    </a:cubicBezTo>
                    <a:cubicBezTo>
                      <a:pt x="426" y="300"/>
                      <a:pt x="419" y="301"/>
                      <a:pt x="419" y="301"/>
                    </a:cubicBezTo>
                    <a:cubicBezTo>
                      <a:pt x="409" y="303"/>
                      <a:pt x="404" y="299"/>
                      <a:pt x="402" y="297"/>
                    </a:cubicBezTo>
                    <a:cubicBezTo>
                      <a:pt x="400" y="294"/>
                      <a:pt x="398" y="288"/>
                      <a:pt x="403" y="279"/>
                    </a:cubicBezTo>
                    <a:cubicBezTo>
                      <a:pt x="523" y="71"/>
                      <a:pt x="523" y="71"/>
                      <a:pt x="523" y="71"/>
                    </a:cubicBezTo>
                    <a:cubicBezTo>
                      <a:pt x="468" y="40"/>
                      <a:pt x="400" y="18"/>
                      <a:pt x="316" y="11"/>
                    </a:cubicBezTo>
                    <a:cubicBezTo>
                      <a:pt x="179" y="0"/>
                      <a:pt x="74" y="48"/>
                      <a:pt x="0" y="117"/>
                    </a:cubicBezTo>
                    <a:cubicBezTo>
                      <a:pt x="93" y="279"/>
                      <a:pt x="93" y="279"/>
                      <a:pt x="93" y="279"/>
                    </a:cubicBezTo>
                    <a:cubicBezTo>
                      <a:pt x="95" y="282"/>
                      <a:pt x="96" y="283"/>
                      <a:pt x="97" y="28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69A51C6-B620-4281-9B3C-0260812EF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2294" y="1461941"/>
                <a:ext cx="1933492" cy="2372107"/>
              </a:xfrm>
              <a:custGeom>
                <a:avLst/>
                <a:gdLst>
                  <a:gd name="T0" fmla="*/ 153 w 471"/>
                  <a:gd name="T1" fmla="*/ 213 h 578"/>
                  <a:gd name="T2" fmla="*/ 154 w 471"/>
                  <a:gd name="T3" fmla="*/ 213 h 578"/>
                  <a:gd name="T4" fmla="*/ 158 w 471"/>
                  <a:gd name="T5" fmla="*/ 212 h 578"/>
                  <a:gd name="T6" fmla="*/ 182 w 471"/>
                  <a:gd name="T7" fmla="*/ 217 h 578"/>
                  <a:gd name="T8" fmla="*/ 212 w 471"/>
                  <a:gd name="T9" fmla="*/ 261 h 578"/>
                  <a:gd name="T10" fmla="*/ 202 w 471"/>
                  <a:gd name="T11" fmla="*/ 324 h 578"/>
                  <a:gd name="T12" fmla="*/ 159 w 471"/>
                  <a:gd name="T13" fmla="*/ 371 h 578"/>
                  <a:gd name="T14" fmla="*/ 106 w 471"/>
                  <a:gd name="T15" fmla="*/ 375 h 578"/>
                  <a:gd name="T16" fmla="*/ 81 w 471"/>
                  <a:gd name="T17" fmla="*/ 345 h 578"/>
                  <a:gd name="T18" fmla="*/ 79 w 471"/>
                  <a:gd name="T19" fmla="*/ 341 h 578"/>
                  <a:gd name="T20" fmla="*/ 76 w 471"/>
                  <a:gd name="T21" fmla="*/ 344 h 578"/>
                  <a:gd name="T22" fmla="*/ 0 w 471"/>
                  <a:gd name="T23" fmla="*/ 477 h 578"/>
                  <a:gd name="T24" fmla="*/ 153 w 471"/>
                  <a:gd name="T25" fmla="*/ 477 h 578"/>
                  <a:gd name="T26" fmla="*/ 168 w 471"/>
                  <a:gd name="T27" fmla="*/ 485 h 578"/>
                  <a:gd name="T28" fmla="*/ 164 w 471"/>
                  <a:gd name="T29" fmla="*/ 502 h 578"/>
                  <a:gd name="T30" fmla="*/ 153 w 471"/>
                  <a:gd name="T31" fmla="*/ 529 h 578"/>
                  <a:gd name="T32" fmla="*/ 177 w 471"/>
                  <a:gd name="T33" fmla="*/ 564 h 578"/>
                  <a:gd name="T34" fmla="*/ 233 w 471"/>
                  <a:gd name="T35" fmla="*/ 576 h 578"/>
                  <a:gd name="T36" fmla="*/ 285 w 471"/>
                  <a:gd name="T37" fmla="*/ 556 h 578"/>
                  <a:gd name="T38" fmla="*/ 304 w 471"/>
                  <a:gd name="T39" fmla="*/ 518 h 578"/>
                  <a:gd name="T40" fmla="*/ 299 w 471"/>
                  <a:gd name="T41" fmla="*/ 502 h 578"/>
                  <a:gd name="T42" fmla="*/ 294 w 471"/>
                  <a:gd name="T43" fmla="*/ 485 h 578"/>
                  <a:gd name="T44" fmla="*/ 310 w 471"/>
                  <a:gd name="T45" fmla="*/ 477 h 578"/>
                  <a:gd name="T46" fmla="*/ 452 w 471"/>
                  <a:gd name="T47" fmla="*/ 477 h 578"/>
                  <a:gd name="T48" fmla="*/ 469 w 471"/>
                  <a:gd name="T49" fmla="*/ 332 h 578"/>
                  <a:gd name="T50" fmla="*/ 275 w 471"/>
                  <a:gd name="T51" fmla="*/ 0 h 578"/>
                  <a:gd name="T52" fmla="*/ 155 w 471"/>
                  <a:gd name="T53" fmla="*/ 208 h 578"/>
                  <a:gd name="T54" fmla="*/ 153 w 471"/>
                  <a:gd name="T55" fmla="*/ 21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71" h="578">
                    <a:moveTo>
                      <a:pt x="153" y="213"/>
                    </a:moveTo>
                    <a:cubicBezTo>
                      <a:pt x="153" y="213"/>
                      <a:pt x="154" y="213"/>
                      <a:pt x="154" y="213"/>
                    </a:cubicBezTo>
                    <a:cubicBezTo>
                      <a:pt x="155" y="213"/>
                      <a:pt x="156" y="213"/>
                      <a:pt x="158" y="212"/>
                    </a:cubicBezTo>
                    <a:cubicBezTo>
                      <a:pt x="159" y="212"/>
                      <a:pt x="168" y="210"/>
                      <a:pt x="182" y="217"/>
                    </a:cubicBezTo>
                    <a:cubicBezTo>
                      <a:pt x="198" y="225"/>
                      <a:pt x="209" y="240"/>
                      <a:pt x="212" y="261"/>
                    </a:cubicBezTo>
                    <a:cubicBezTo>
                      <a:pt x="216" y="281"/>
                      <a:pt x="212" y="303"/>
                      <a:pt x="202" y="324"/>
                    </a:cubicBezTo>
                    <a:cubicBezTo>
                      <a:pt x="193" y="345"/>
                      <a:pt x="177" y="362"/>
                      <a:pt x="159" y="371"/>
                    </a:cubicBezTo>
                    <a:cubicBezTo>
                      <a:pt x="141" y="381"/>
                      <a:pt x="122" y="383"/>
                      <a:pt x="106" y="375"/>
                    </a:cubicBezTo>
                    <a:cubicBezTo>
                      <a:pt x="88" y="366"/>
                      <a:pt x="81" y="346"/>
                      <a:pt x="81" y="345"/>
                    </a:cubicBezTo>
                    <a:cubicBezTo>
                      <a:pt x="80" y="342"/>
                      <a:pt x="80" y="341"/>
                      <a:pt x="79" y="341"/>
                    </a:cubicBezTo>
                    <a:cubicBezTo>
                      <a:pt x="79" y="341"/>
                      <a:pt x="77" y="342"/>
                      <a:pt x="76" y="344"/>
                    </a:cubicBezTo>
                    <a:cubicBezTo>
                      <a:pt x="0" y="477"/>
                      <a:pt x="0" y="477"/>
                      <a:pt x="0" y="477"/>
                    </a:cubicBezTo>
                    <a:cubicBezTo>
                      <a:pt x="153" y="477"/>
                      <a:pt x="153" y="477"/>
                      <a:pt x="153" y="477"/>
                    </a:cubicBezTo>
                    <a:cubicBezTo>
                      <a:pt x="163" y="477"/>
                      <a:pt x="167" y="482"/>
                      <a:pt x="168" y="485"/>
                    </a:cubicBezTo>
                    <a:cubicBezTo>
                      <a:pt x="170" y="488"/>
                      <a:pt x="171" y="494"/>
                      <a:pt x="164" y="502"/>
                    </a:cubicBezTo>
                    <a:cubicBezTo>
                      <a:pt x="163" y="502"/>
                      <a:pt x="152" y="514"/>
                      <a:pt x="153" y="529"/>
                    </a:cubicBezTo>
                    <a:cubicBezTo>
                      <a:pt x="154" y="543"/>
                      <a:pt x="163" y="555"/>
                      <a:pt x="177" y="564"/>
                    </a:cubicBezTo>
                    <a:cubicBezTo>
                      <a:pt x="192" y="574"/>
                      <a:pt x="212" y="578"/>
                      <a:pt x="233" y="576"/>
                    </a:cubicBezTo>
                    <a:cubicBezTo>
                      <a:pt x="253" y="575"/>
                      <a:pt x="272" y="568"/>
                      <a:pt x="285" y="556"/>
                    </a:cubicBezTo>
                    <a:cubicBezTo>
                      <a:pt x="298" y="545"/>
                      <a:pt x="305" y="532"/>
                      <a:pt x="304" y="518"/>
                    </a:cubicBezTo>
                    <a:cubicBezTo>
                      <a:pt x="303" y="507"/>
                      <a:pt x="299" y="502"/>
                      <a:pt x="299" y="502"/>
                    </a:cubicBezTo>
                    <a:cubicBezTo>
                      <a:pt x="292" y="494"/>
                      <a:pt x="293" y="488"/>
                      <a:pt x="294" y="485"/>
                    </a:cubicBezTo>
                    <a:cubicBezTo>
                      <a:pt x="296" y="482"/>
                      <a:pt x="299" y="477"/>
                      <a:pt x="310" y="477"/>
                    </a:cubicBezTo>
                    <a:cubicBezTo>
                      <a:pt x="452" y="477"/>
                      <a:pt x="452" y="477"/>
                      <a:pt x="452" y="477"/>
                    </a:cubicBezTo>
                    <a:cubicBezTo>
                      <a:pt x="464" y="436"/>
                      <a:pt x="471" y="389"/>
                      <a:pt x="469" y="332"/>
                    </a:cubicBezTo>
                    <a:cubicBezTo>
                      <a:pt x="467" y="229"/>
                      <a:pt x="414" y="84"/>
                      <a:pt x="275" y="0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3" y="211"/>
                      <a:pt x="153" y="212"/>
                      <a:pt x="153" y="21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C8B4DD5-4673-4E2E-B5B1-4148D4974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3040" y="3053790"/>
                <a:ext cx="1982725" cy="2281102"/>
              </a:xfrm>
              <a:custGeom>
                <a:avLst/>
                <a:gdLst>
                  <a:gd name="T0" fmla="*/ 329 w 483"/>
                  <a:gd name="T1" fmla="*/ 365 h 556"/>
                  <a:gd name="T2" fmla="*/ 328 w 483"/>
                  <a:gd name="T3" fmla="*/ 365 h 556"/>
                  <a:gd name="T4" fmla="*/ 324 w 483"/>
                  <a:gd name="T5" fmla="*/ 365 h 556"/>
                  <a:gd name="T6" fmla="*/ 300 w 483"/>
                  <a:gd name="T7" fmla="*/ 361 h 556"/>
                  <a:gd name="T8" fmla="*/ 270 w 483"/>
                  <a:gd name="T9" fmla="*/ 317 h 556"/>
                  <a:gd name="T10" fmla="*/ 280 w 483"/>
                  <a:gd name="T11" fmla="*/ 254 h 556"/>
                  <a:gd name="T12" fmla="*/ 323 w 483"/>
                  <a:gd name="T13" fmla="*/ 206 h 556"/>
                  <a:gd name="T14" fmla="*/ 376 w 483"/>
                  <a:gd name="T15" fmla="*/ 203 h 556"/>
                  <a:gd name="T16" fmla="*/ 401 w 483"/>
                  <a:gd name="T17" fmla="*/ 233 h 556"/>
                  <a:gd name="T18" fmla="*/ 403 w 483"/>
                  <a:gd name="T19" fmla="*/ 237 h 556"/>
                  <a:gd name="T20" fmla="*/ 406 w 483"/>
                  <a:gd name="T21" fmla="*/ 234 h 556"/>
                  <a:gd name="T22" fmla="*/ 483 w 483"/>
                  <a:gd name="T23" fmla="*/ 101 h 556"/>
                  <a:gd name="T24" fmla="*/ 330 w 483"/>
                  <a:gd name="T25" fmla="*/ 101 h 556"/>
                  <a:gd name="T26" fmla="*/ 314 w 483"/>
                  <a:gd name="T27" fmla="*/ 93 h 556"/>
                  <a:gd name="T28" fmla="*/ 319 w 483"/>
                  <a:gd name="T29" fmla="*/ 76 h 556"/>
                  <a:gd name="T30" fmla="*/ 329 w 483"/>
                  <a:gd name="T31" fmla="*/ 48 h 556"/>
                  <a:gd name="T32" fmla="*/ 305 w 483"/>
                  <a:gd name="T33" fmla="*/ 13 h 556"/>
                  <a:gd name="T34" fmla="*/ 250 w 483"/>
                  <a:gd name="T35" fmla="*/ 1 h 556"/>
                  <a:gd name="T36" fmla="*/ 197 w 483"/>
                  <a:gd name="T37" fmla="*/ 21 h 556"/>
                  <a:gd name="T38" fmla="*/ 179 w 483"/>
                  <a:gd name="T39" fmla="*/ 59 h 556"/>
                  <a:gd name="T40" fmla="*/ 184 w 483"/>
                  <a:gd name="T41" fmla="*/ 76 h 556"/>
                  <a:gd name="T42" fmla="*/ 188 w 483"/>
                  <a:gd name="T43" fmla="*/ 93 h 556"/>
                  <a:gd name="T44" fmla="*/ 173 w 483"/>
                  <a:gd name="T45" fmla="*/ 101 h 556"/>
                  <a:gd name="T46" fmla="*/ 172 w 483"/>
                  <a:gd name="T47" fmla="*/ 101 h 556"/>
                  <a:gd name="T48" fmla="*/ 97 w 483"/>
                  <a:gd name="T49" fmla="*/ 101 h 556"/>
                  <a:gd name="T50" fmla="*/ 64 w 483"/>
                  <a:gd name="T51" fmla="*/ 146 h 556"/>
                  <a:gd name="T52" fmla="*/ 41 w 483"/>
                  <a:gd name="T53" fmla="*/ 255 h 556"/>
                  <a:gd name="T54" fmla="*/ 75 w 483"/>
                  <a:gd name="T55" fmla="*/ 309 h 556"/>
                  <a:gd name="T56" fmla="*/ 90 w 483"/>
                  <a:gd name="T57" fmla="*/ 356 h 556"/>
                  <a:gd name="T58" fmla="*/ 103 w 483"/>
                  <a:gd name="T59" fmla="*/ 420 h 556"/>
                  <a:gd name="T60" fmla="*/ 140 w 483"/>
                  <a:gd name="T61" fmla="*/ 541 h 556"/>
                  <a:gd name="T62" fmla="*/ 225 w 483"/>
                  <a:gd name="T63" fmla="*/ 547 h 556"/>
                  <a:gd name="T64" fmla="*/ 327 w 483"/>
                  <a:gd name="T65" fmla="*/ 370 h 556"/>
                  <a:gd name="T66" fmla="*/ 329 w 483"/>
                  <a:gd name="T67" fmla="*/ 365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83" h="556">
                    <a:moveTo>
                      <a:pt x="329" y="365"/>
                    </a:moveTo>
                    <a:cubicBezTo>
                      <a:pt x="329" y="365"/>
                      <a:pt x="329" y="365"/>
                      <a:pt x="328" y="365"/>
                    </a:cubicBezTo>
                    <a:cubicBezTo>
                      <a:pt x="327" y="365"/>
                      <a:pt x="326" y="365"/>
                      <a:pt x="324" y="365"/>
                    </a:cubicBezTo>
                    <a:cubicBezTo>
                      <a:pt x="323" y="365"/>
                      <a:pt x="314" y="367"/>
                      <a:pt x="300" y="361"/>
                    </a:cubicBezTo>
                    <a:cubicBezTo>
                      <a:pt x="284" y="353"/>
                      <a:pt x="273" y="337"/>
                      <a:pt x="270" y="317"/>
                    </a:cubicBezTo>
                    <a:cubicBezTo>
                      <a:pt x="266" y="297"/>
                      <a:pt x="270" y="274"/>
                      <a:pt x="280" y="254"/>
                    </a:cubicBezTo>
                    <a:cubicBezTo>
                      <a:pt x="290" y="233"/>
                      <a:pt x="305" y="216"/>
                      <a:pt x="323" y="206"/>
                    </a:cubicBezTo>
                    <a:cubicBezTo>
                      <a:pt x="341" y="196"/>
                      <a:pt x="360" y="195"/>
                      <a:pt x="376" y="203"/>
                    </a:cubicBezTo>
                    <a:cubicBezTo>
                      <a:pt x="394" y="212"/>
                      <a:pt x="401" y="232"/>
                      <a:pt x="401" y="233"/>
                    </a:cubicBezTo>
                    <a:cubicBezTo>
                      <a:pt x="402" y="235"/>
                      <a:pt x="403" y="237"/>
                      <a:pt x="403" y="237"/>
                    </a:cubicBezTo>
                    <a:cubicBezTo>
                      <a:pt x="404" y="237"/>
                      <a:pt x="405" y="236"/>
                      <a:pt x="406" y="234"/>
                    </a:cubicBezTo>
                    <a:cubicBezTo>
                      <a:pt x="483" y="101"/>
                      <a:pt x="483" y="101"/>
                      <a:pt x="483" y="101"/>
                    </a:cubicBezTo>
                    <a:cubicBezTo>
                      <a:pt x="330" y="101"/>
                      <a:pt x="330" y="101"/>
                      <a:pt x="330" y="101"/>
                    </a:cubicBezTo>
                    <a:cubicBezTo>
                      <a:pt x="319" y="101"/>
                      <a:pt x="315" y="96"/>
                      <a:pt x="314" y="93"/>
                    </a:cubicBezTo>
                    <a:cubicBezTo>
                      <a:pt x="313" y="90"/>
                      <a:pt x="312" y="84"/>
                      <a:pt x="319" y="76"/>
                    </a:cubicBezTo>
                    <a:cubicBezTo>
                      <a:pt x="319" y="76"/>
                      <a:pt x="330" y="63"/>
                      <a:pt x="329" y="48"/>
                    </a:cubicBezTo>
                    <a:cubicBezTo>
                      <a:pt x="328" y="35"/>
                      <a:pt x="320" y="22"/>
                      <a:pt x="305" y="13"/>
                    </a:cubicBezTo>
                    <a:cubicBezTo>
                      <a:pt x="290" y="4"/>
                      <a:pt x="270" y="0"/>
                      <a:pt x="250" y="1"/>
                    </a:cubicBezTo>
                    <a:cubicBezTo>
                      <a:pt x="230" y="3"/>
                      <a:pt x="211" y="10"/>
                      <a:pt x="197" y="21"/>
                    </a:cubicBezTo>
                    <a:cubicBezTo>
                      <a:pt x="184" y="32"/>
                      <a:pt x="178" y="46"/>
                      <a:pt x="179" y="59"/>
                    </a:cubicBezTo>
                    <a:cubicBezTo>
                      <a:pt x="179" y="71"/>
                      <a:pt x="183" y="76"/>
                      <a:pt x="184" y="76"/>
                    </a:cubicBezTo>
                    <a:cubicBezTo>
                      <a:pt x="191" y="84"/>
                      <a:pt x="189" y="90"/>
                      <a:pt x="188" y="93"/>
                    </a:cubicBezTo>
                    <a:cubicBezTo>
                      <a:pt x="187" y="96"/>
                      <a:pt x="183" y="101"/>
                      <a:pt x="173" y="101"/>
                    </a:cubicBezTo>
                    <a:cubicBezTo>
                      <a:pt x="172" y="101"/>
                      <a:pt x="172" y="101"/>
                      <a:pt x="172" y="101"/>
                    </a:cubicBezTo>
                    <a:cubicBezTo>
                      <a:pt x="97" y="101"/>
                      <a:pt x="97" y="101"/>
                      <a:pt x="97" y="101"/>
                    </a:cubicBezTo>
                    <a:cubicBezTo>
                      <a:pt x="90" y="113"/>
                      <a:pt x="79" y="127"/>
                      <a:pt x="64" y="146"/>
                    </a:cubicBezTo>
                    <a:cubicBezTo>
                      <a:pt x="0" y="225"/>
                      <a:pt x="0" y="239"/>
                      <a:pt x="41" y="255"/>
                    </a:cubicBezTo>
                    <a:cubicBezTo>
                      <a:pt x="83" y="271"/>
                      <a:pt x="87" y="280"/>
                      <a:pt x="75" y="309"/>
                    </a:cubicBezTo>
                    <a:cubicBezTo>
                      <a:pt x="64" y="338"/>
                      <a:pt x="90" y="356"/>
                      <a:pt x="90" y="356"/>
                    </a:cubicBezTo>
                    <a:cubicBezTo>
                      <a:pt x="90" y="356"/>
                      <a:pt x="60" y="393"/>
                      <a:pt x="103" y="420"/>
                    </a:cubicBezTo>
                    <a:cubicBezTo>
                      <a:pt x="103" y="420"/>
                      <a:pt x="78" y="494"/>
                      <a:pt x="140" y="541"/>
                    </a:cubicBezTo>
                    <a:cubicBezTo>
                      <a:pt x="162" y="556"/>
                      <a:pt x="192" y="553"/>
                      <a:pt x="225" y="547"/>
                    </a:cubicBezTo>
                    <a:cubicBezTo>
                      <a:pt x="327" y="370"/>
                      <a:pt x="327" y="370"/>
                      <a:pt x="327" y="370"/>
                    </a:cubicBezTo>
                    <a:cubicBezTo>
                      <a:pt x="329" y="367"/>
                      <a:pt x="329" y="365"/>
                      <a:pt x="329" y="36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495F5CC-0633-4E03-8AE0-CDC320143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2294" y="3468535"/>
                <a:ext cx="1838011" cy="2243805"/>
              </a:xfrm>
              <a:custGeom>
                <a:avLst/>
                <a:gdLst>
                  <a:gd name="T0" fmla="*/ 305 w 448"/>
                  <a:gd name="T1" fmla="*/ 1 h 547"/>
                  <a:gd name="T2" fmla="*/ 308 w 448"/>
                  <a:gd name="T3" fmla="*/ 5 h 547"/>
                  <a:gd name="T4" fmla="*/ 316 w 448"/>
                  <a:gd name="T5" fmla="*/ 28 h 547"/>
                  <a:gd name="T6" fmla="*/ 293 w 448"/>
                  <a:gd name="T7" fmla="*/ 76 h 547"/>
                  <a:gd name="T8" fmla="*/ 233 w 448"/>
                  <a:gd name="T9" fmla="*/ 99 h 547"/>
                  <a:gd name="T10" fmla="*/ 224 w 448"/>
                  <a:gd name="T11" fmla="*/ 100 h 547"/>
                  <a:gd name="T12" fmla="*/ 171 w 448"/>
                  <a:gd name="T13" fmla="*/ 86 h 547"/>
                  <a:gd name="T14" fmla="*/ 141 w 448"/>
                  <a:gd name="T15" fmla="*/ 41 h 547"/>
                  <a:gd name="T16" fmla="*/ 155 w 448"/>
                  <a:gd name="T17" fmla="*/ 4 h 547"/>
                  <a:gd name="T18" fmla="*/ 157 w 448"/>
                  <a:gd name="T19" fmla="*/ 1 h 547"/>
                  <a:gd name="T20" fmla="*/ 153 w 448"/>
                  <a:gd name="T21" fmla="*/ 0 h 547"/>
                  <a:gd name="T22" fmla="*/ 0 w 448"/>
                  <a:gd name="T23" fmla="*/ 0 h 547"/>
                  <a:gd name="T24" fmla="*/ 76 w 448"/>
                  <a:gd name="T25" fmla="*/ 133 h 547"/>
                  <a:gd name="T26" fmla="*/ 77 w 448"/>
                  <a:gd name="T27" fmla="*/ 150 h 547"/>
                  <a:gd name="T28" fmla="*/ 60 w 448"/>
                  <a:gd name="T29" fmla="*/ 154 h 547"/>
                  <a:gd name="T30" fmla="*/ 31 w 448"/>
                  <a:gd name="T31" fmla="*/ 159 h 547"/>
                  <a:gd name="T32" fmla="*/ 13 w 448"/>
                  <a:gd name="T33" fmla="*/ 197 h 547"/>
                  <a:gd name="T34" fmla="*/ 30 w 448"/>
                  <a:gd name="T35" fmla="*/ 251 h 547"/>
                  <a:gd name="T36" fmla="*/ 74 w 448"/>
                  <a:gd name="T37" fmla="*/ 287 h 547"/>
                  <a:gd name="T38" fmla="*/ 116 w 448"/>
                  <a:gd name="T39" fmla="*/ 284 h 547"/>
                  <a:gd name="T40" fmla="*/ 128 w 448"/>
                  <a:gd name="T41" fmla="*/ 271 h 547"/>
                  <a:gd name="T42" fmla="*/ 140 w 448"/>
                  <a:gd name="T43" fmla="*/ 259 h 547"/>
                  <a:gd name="T44" fmla="*/ 155 w 448"/>
                  <a:gd name="T45" fmla="*/ 269 h 547"/>
                  <a:gd name="T46" fmla="*/ 315 w 448"/>
                  <a:gd name="T47" fmla="*/ 547 h 547"/>
                  <a:gd name="T48" fmla="*/ 330 w 448"/>
                  <a:gd name="T49" fmla="*/ 547 h 547"/>
                  <a:gd name="T50" fmla="*/ 293 w 448"/>
                  <a:gd name="T51" fmla="*/ 376 h 547"/>
                  <a:gd name="T52" fmla="*/ 373 w 448"/>
                  <a:gd name="T53" fmla="*/ 151 h 547"/>
                  <a:gd name="T54" fmla="*/ 448 w 448"/>
                  <a:gd name="T55" fmla="*/ 0 h 547"/>
                  <a:gd name="T56" fmla="*/ 310 w 448"/>
                  <a:gd name="T57" fmla="*/ 0 h 547"/>
                  <a:gd name="T58" fmla="*/ 305 w 448"/>
                  <a:gd name="T59" fmla="*/ 1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48" h="547">
                    <a:moveTo>
                      <a:pt x="305" y="1"/>
                    </a:moveTo>
                    <a:cubicBezTo>
                      <a:pt x="305" y="1"/>
                      <a:pt x="306" y="2"/>
                      <a:pt x="308" y="5"/>
                    </a:cubicBezTo>
                    <a:cubicBezTo>
                      <a:pt x="308" y="6"/>
                      <a:pt x="315" y="13"/>
                      <a:pt x="316" y="28"/>
                    </a:cubicBezTo>
                    <a:cubicBezTo>
                      <a:pt x="317" y="46"/>
                      <a:pt x="309" y="63"/>
                      <a:pt x="293" y="76"/>
                    </a:cubicBezTo>
                    <a:cubicBezTo>
                      <a:pt x="278" y="89"/>
                      <a:pt x="256" y="97"/>
                      <a:pt x="233" y="99"/>
                    </a:cubicBezTo>
                    <a:cubicBezTo>
                      <a:pt x="230" y="99"/>
                      <a:pt x="227" y="100"/>
                      <a:pt x="224" y="100"/>
                    </a:cubicBezTo>
                    <a:cubicBezTo>
                      <a:pt x="205" y="100"/>
                      <a:pt x="186" y="95"/>
                      <a:pt x="171" y="86"/>
                    </a:cubicBezTo>
                    <a:cubicBezTo>
                      <a:pt x="153" y="75"/>
                      <a:pt x="143" y="59"/>
                      <a:pt x="141" y="41"/>
                    </a:cubicBezTo>
                    <a:cubicBezTo>
                      <a:pt x="140" y="21"/>
                      <a:pt x="154" y="5"/>
                      <a:pt x="155" y="4"/>
                    </a:cubicBezTo>
                    <a:cubicBezTo>
                      <a:pt x="157" y="3"/>
                      <a:pt x="157" y="1"/>
                      <a:pt x="157" y="1"/>
                    </a:cubicBezTo>
                    <a:cubicBezTo>
                      <a:pt x="157" y="0"/>
                      <a:pt x="155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6" y="133"/>
                      <a:pt x="76" y="133"/>
                      <a:pt x="76" y="133"/>
                    </a:cubicBezTo>
                    <a:cubicBezTo>
                      <a:pt x="81" y="142"/>
                      <a:pt x="79" y="147"/>
                      <a:pt x="77" y="150"/>
                    </a:cubicBezTo>
                    <a:cubicBezTo>
                      <a:pt x="75" y="153"/>
                      <a:pt x="70" y="157"/>
                      <a:pt x="60" y="154"/>
                    </a:cubicBezTo>
                    <a:cubicBezTo>
                      <a:pt x="60" y="154"/>
                      <a:pt x="43" y="151"/>
                      <a:pt x="31" y="159"/>
                    </a:cubicBezTo>
                    <a:cubicBezTo>
                      <a:pt x="20" y="167"/>
                      <a:pt x="13" y="180"/>
                      <a:pt x="13" y="197"/>
                    </a:cubicBezTo>
                    <a:cubicBezTo>
                      <a:pt x="12" y="215"/>
                      <a:pt x="18" y="234"/>
                      <a:pt x="30" y="251"/>
                    </a:cubicBezTo>
                    <a:cubicBezTo>
                      <a:pt x="42" y="268"/>
                      <a:pt x="57" y="281"/>
                      <a:pt x="74" y="287"/>
                    </a:cubicBezTo>
                    <a:cubicBezTo>
                      <a:pt x="90" y="293"/>
                      <a:pt x="105" y="292"/>
                      <a:pt x="116" y="284"/>
                    </a:cubicBezTo>
                    <a:cubicBezTo>
                      <a:pt x="125" y="278"/>
                      <a:pt x="128" y="272"/>
                      <a:pt x="128" y="271"/>
                    </a:cubicBezTo>
                    <a:cubicBezTo>
                      <a:pt x="131" y="261"/>
                      <a:pt x="137" y="259"/>
                      <a:pt x="140" y="259"/>
                    </a:cubicBezTo>
                    <a:cubicBezTo>
                      <a:pt x="143" y="259"/>
                      <a:pt x="149" y="260"/>
                      <a:pt x="155" y="269"/>
                    </a:cubicBezTo>
                    <a:cubicBezTo>
                      <a:pt x="315" y="547"/>
                      <a:pt x="315" y="547"/>
                      <a:pt x="315" y="547"/>
                    </a:cubicBezTo>
                    <a:cubicBezTo>
                      <a:pt x="330" y="547"/>
                      <a:pt x="330" y="547"/>
                      <a:pt x="330" y="547"/>
                    </a:cubicBezTo>
                    <a:cubicBezTo>
                      <a:pt x="330" y="547"/>
                      <a:pt x="290" y="455"/>
                      <a:pt x="293" y="376"/>
                    </a:cubicBezTo>
                    <a:cubicBezTo>
                      <a:pt x="295" y="297"/>
                      <a:pt x="325" y="233"/>
                      <a:pt x="373" y="151"/>
                    </a:cubicBezTo>
                    <a:cubicBezTo>
                      <a:pt x="400" y="105"/>
                      <a:pt x="429" y="58"/>
                      <a:pt x="448" y="0"/>
                    </a:cubicBezTo>
                    <a:cubicBezTo>
                      <a:pt x="310" y="0"/>
                      <a:pt x="310" y="0"/>
                      <a:pt x="310" y="0"/>
                    </a:cubicBezTo>
                    <a:cubicBezTo>
                      <a:pt x="307" y="0"/>
                      <a:pt x="305" y="1"/>
                      <a:pt x="3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60" name="Freeform 32">
              <a:extLst>
                <a:ext uri="{FF2B5EF4-FFF2-40B4-BE49-F238E27FC236}">
                  <a16:creationId xmlns:a16="http://schemas.microsoft.com/office/drawing/2014/main" id="{C99D1492-C954-4B42-BC9D-0964BFE37A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81641" y="4814222"/>
              <a:ext cx="388245" cy="323727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1" name="Freeform 37">
              <a:extLst>
                <a:ext uri="{FF2B5EF4-FFF2-40B4-BE49-F238E27FC236}">
                  <a16:creationId xmlns:a16="http://schemas.microsoft.com/office/drawing/2014/main" id="{A5D2F15E-D13A-4927-90EC-4EEC282789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22395" y="3973628"/>
              <a:ext cx="423012" cy="44039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49A6F42-A934-4458-81A7-569D25A665DA}"/>
                </a:ext>
              </a:extLst>
            </p:cNvPr>
            <p:cNvGrpSpPr/>
            <p:nvPr/>
          </p:nvGrpSpPr>
          <p:grpSpPr>
            <a:xfrm>
              <a:off x="7236127" y="2516966"/>
              <a:ext cx="451187" cy="371599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8D6E38D9-B50E-459A-934C-22B15A251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F8B311C6-AF06-46A9-A368-4CD9495EBE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F3638251-C22D-4488-86F0-0C4A9D7FB5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2918" y="3841356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E931DC6D-E8D8-448E-9591-BCD747EC5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338" y="2359749"/>
              <a:ext cx="200863" cy="398633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D453F36-1430-4047-8927-A784CB343280}"/>
                </a:ext>
              </a:extLst>
            </p:cNvPr>
            <p:cNvGrpSpPr/>
            <p:nvPr/>
          </p:nvGrpSpPr>
          <p:grpSpPr>
            <a:xfrm>
              <a:off x="5988874" y="1701168"/>
              <a:ext cx="366232" cy="363172"/>
              <a:chOff x="396876" y="3176588"/>
              <a:chExt cx="3040063" cy="3014663"/>
            </a:xfrm>
            <a:solidFill>
              <a:schemeClr val="bg1"/>
            </a:solidFill>
          </p:grpSpPr>
          <p:sp>
            <p:nvSpPr>
              <p:cNvPr id="68" name="Freeform 13">
                <a:extLst>
                  <a:ext uri="{FF2B5EF4-FFF2-40B4-BE49-F238E27FC236}">
                    <a16:creationId xmlns:a16="http://schemas.microsoft.com/office/drawing/2014/main" id="{30817E9A-C77E-4D6C-8CF6-8324D764D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76" y="3176588"/>
                <a:ext cx="3040063" cy="3014663"/>
              </a:xfrm>
              <a:custGeom>
                <a:avLst/>
                <a:gdLst>
                  <a:gd name="T0" fmla="*/ 499 w 3828"/>
                  <a:gd name="T1" fmla="*/ 0 h 3799"/>
                  <a:gd name="T2" fmla="*/ 536 w 3828"/>
                  <a:gd name="T3" fmla="*/ 13 h 3799"/>
                  <a:gd name="T4" fmla="*/ 950 w 3828"/>
                  <a:gd name="T5" fmla="*/ 502 h 3799"/>
                  <a:gd name="T6" fmla="*/ 976 w 3828"/>
                  <a:gd name="T7" fmla="*/ 540 h 3799"/>
                  <a:gd name="T8" fmla="*/ 977 w 3828"/>
                  <a:gd name="T9" fmla="*/ 586 h 3799"/>
                  <a:gd name="T10" fmla="*/ 955 w 3828"/>
                  <a:gd name="T11" fmla="*/ 622 h 3799"/>
                  <a:gd name="T12" fmla="*/ 919 w 3828"/>
                  <a:gd name="T13" fmla="*/ 642 h 3799"/>
                  <a:gd name="T14" fmla="*/ 897 w 3828"/>
                  <a:gd name="T15" fmla="*/ 644 h 3799"/>
                  <a:gd name="T16" fmla="*/ 652 w 3828"/>
                  <a:gd name="T17" fmla="*/ 645 h 3799"/>
                  <a:gd name="T18" fmla="*/ 3176 w 3828"/>
                  <a:gd name="T19" fmla="*/ 3153 h 3799"/>
                  <a:gd name="T20" fmla="*/ 3178 w 3828"/>
                  <a:gd name="T21" fmla="*/ 2891 h 3799"/>
                  <a:gd name="T22" fmla="*/ 3194 w 3828"/>
                  <a:gd name="T23" fmla="*/ 2859 h 3799"/>
                  <a:gd name="T24" fmla="*/ 3223 w 3828"/>
                  <a:gd name="T25" fmla="*/ 2837 h 3799"/>
                  <a:gd name="T26" fmla="*/ 3269 w 3828"/>
                  <a:gd name="T27" fmla="*/ 2830 h 3799"/>
                  <a:gd name="T28" fmla="*/ 3310 w 3828"/>
                  <a:gd name="T29" fmla="*/ 2848 h 3799"/>
                  <a:gd name="T30" fmla="*/ 3811 w 3828"/>
                  <a:gd name="T31" fmla="*/ 3265 h 3799"/>
                  <a:gd name="T32" fmla="*/ 3826 w 3828"/>
                  <a:gd name="T33" fmla="*/ 3296 h 3799"/>
                  <a:gd name="T34" fmla="*/ 3826 w 3828"/>
                  <a:gd name="T35" fmla="*/ 3332 h 3799"/>
                  <a:gd name="T36" fmla="*/ 3811 w 3828"/>
                  <a:gd name="T37" fmla="*/ 3364 h 3799"/>
                  <a:gd name="T38" fmla="*/ 3310 w 3828"/>
                  <a:gd name="T39" fmla="*/ 3781 h 3799"/>
                  <a:gd name="T40" fmla="*/ 3276 w 3828"/>
                  <a:gd name="T41" fmla="*/ 3798 h 3799"/>
                  <a:gd name="T42" fmla="*/ 3240 w 3828"/>
                  <a:gd name="T43" fmla="*/ 3798 h 3799"/>
                  <a:gd name="T44" fmla="*/ 3207 w 3828"/>
                  <a:gd name="T45" fmla="*/ 3783 h 3799"/>
                  <a:gd name="T46" fmla="*/ 3184 w 3828"/>
                  <a:gd name="T47" fmla="*/ 3755 h 3799"/>
                  <a:gd name="T48" fmla="*/ 3176 w 3828"/>
                  <a:gd name="T49" fmla="*/ 3719 h 3799"/>
                  <a:gd name="T50" fmla="*/ 489 w 3828"/>
                  <a:gd name="T51" fmla="*/ 3477 h 3799"/>
                  <a:gd name="T52" fmla="*/ 426 w 3828"/>
                  <a:gd name="T53" fmla="*/ 3464 h 3799"/>
                  <a:gd name="T54" fmla="*/ 374 w 3828"/>
                  <a:gd name="T55" fmla="*/ 3429 h 3799"/>
                  <a:gd name="T56" fmla="*/ 339 w 3828"/>
                  <a:gd name="T57" fmla="*/ 3378 h 3799"/>
                  <a:gd name="T58" fmla="*/ 326 w 3828"/>
                  <a:gd name="T59" fmla="*/ 3314 h 3799"/>
                  <a:gd name="T60" fmla="*/ 82 w 3828"/>
                  <a:gd name="T61" fmla="*/ 645 h 3799"/>
                  <a:gd name="T62" fmla="*/ 46 w 3828"/>
                  <a:gd name="T63" fmla="*/ 637 h 3799"/>
                  <a:gd name="T64" fmla="*/ 18 w 3828"/>
                  <a:gd name="T65" fmla="*/ 614 h 3799"/>
                  <a:gd name="T66" fmla="*/ 2 w 3828"/>
                  <a:gd name="T67" fmla="*/ 581 h 3799"/>
                  <a:gd name="T68" fmla="*/ 0 w 3828"/>
                  <a:gd name="T69" fmla="*/ 562 h 3799"/>
                  <a:gd name="T70" fmla="*/ 8 w 3828"/>
                  <a:gd name="T71" fmla="*/ 527 h 3799"/>
                  <a:gd name="T72" fmla="*/ 426 w 3828"/>
                  <a:gd name="T73" fmla="*/ 26 h 3799"/>
                  <a:gd name="T74" fmla="*/ 459 w 3828"/>
                  <a:gd name="T75" fmla="*/ 4 h 3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28" h="3799">
                    <a:moveTo>
                      <a:pt x="479" y="0"/>
                    </a:moveTo>
                    <a:lnTo>
                      <a:pt x="499" y="0"/>
                    </a:lnTo>
                    <a:lnTo>
                      <a:pt x="518" y="4"/>
                    </a:lnTo>
                    <a:lnTo>
                      <a:pt x="536" y="13"/>
                    </a:lnTo>
                    <a:lnTo>
                      <a:pt x="551" y="26"/>
                    </a:lnTo>
                    <a:lnTo>
                      <a:pt x="950" y="502"/>
                    </a:lnTo>
                    <a:lnTo>
                      <a:pt x="966" y="519"/>
                    </a:lnTo>
                    <a:lnTo>
                      <a:pt x="976" y="540"/>
                    </a:lnTo>
                    <a:lnTo>
                      <a:pt x="979" y="564"/>
                    </a:lnTo>
                    <a:lnTo>
                      <a:pt x="977" y="586"/>
                    </a:lnTo>
                    <a:lnTo>
                      <a:pt x="968" y="605"/>
                    </a:lnTo>
                    <a:lnTo>
                      <a:pt x="955" y="622"/>
                    </a:lnTo>
                    <a:lnTo>
                      <a:pt x="938" y="633"/>
                    </a:lnTo>
                    <a:lnTo>
                      <a:pt x="919" y="642"/>
                    </a:lnTo>
                    <a:lnTo>
                      <a:pt x="897" y="645"/>
                    </a:lnTo>
                    <a:lnTo>
                      <a:pt x="897" y="644"/>
                    </a:lnTo>
                    <a:lnTo>
                      <a:pt x="896" y="645"/>
                    </a:lnTo>
                    <a:lnTo>
                      <a:pt x="652" y="645"/>
                    </a:lnTo>
                    <a:lnTo>
                      <a:pt x="652" y="3153"/>
                    </a:lnTo>
                    <a:lnTo>
                      <a:pt x="3176" y="3153"/>
                    </a:lnTo>
                    <a:lnTo>
                      <a:pt x="3176" y="2910"/>
                    </a:lnTo>
                    <a:lnTo>
                      <a:pt x="3178" y="2891"/>
                    </a:lnTo>
                    <a:lnTo>
                      <a:pt x="3184" y="2874"/>
                    </a:lnTo>
                    <a:lnTo>
                      <a:pt x="3194" y="2859"/>
                    </a:lnTo>
                    <a:lnTo>
                      <a:pt x="3207" y="2847"/>
                    </a:lnTo>
                    <a:lnTo>
                      <a:pt x="3223" y="2837"/>
                    </a:lnTo>
                    <a:lnTo>
                      <a:pt x="3246" y="2830"/>
                    </a:lnTo>
                    <a:lnTo>
                      <a:pt x="3269" y="2830"/>
                    </a:lnTo>
                    <a:lnTo>
                      <a:pt x="3290" y="2836"/>
                    </a:lnTo>
                    <a:lnTo>
                      <a:pt x="3310" y="2848"/>
                    </a:lnTo>
                    <a:lnTo>
                      <a:pt x="3798" y="3252"/>
                    </a:lnTo>
                    <a:lnTo>
                      <a:pt x="3811" y="3265"/>
                    </a:lnTo>
                    <a:lnTo>
                      <a:pt x="3821" y="3281"/>
                    </a:lnTo>
                    <a:lnTo>
                      <a:pt x="3826" y="3296"/>
                    </a:lnTo>
                    <a:lnTo>
                      <a:pt x="3828" y="3314"/>
                    </a:lnTo>
                    <a:lnTo>
                      <a:pt x="3826" y="3332"/>
                    </a:lnTo>
                    <a:lnTo>
                      <a:pt x="3821" y="3349"/>
                    </a:lnTo>
                    <a:lnTo>
                      <a:pt x="3811" y="3364"/>
                    </a:lnTo>
                    <a:lnTo>
                      <a:pt x="3798" y="3376"/>
                    </a:lnTo>
                    <a:lnTo>
                      <a:pt x="3310" y="3781"/>
                    </a:lnTo>
                    <a:lnTo>
                      <a:pt x="3294" y="3791"/>
                    </a:lnTo>
                    <a:lnTo>
                      <a:pt x="3276" y="3798"/>
                    </a:lnTo>
                    <a:lnTo>
                      <a:pt x="3258" y="3799"/>
                    </a:lnTo>
                    <a:lnTo>
                      <a:pt x="3240" y="3798"/>
                    </a:lnTo>
                    <a:lnTo>
                      <a:pt x="3223" y="3792"/>
                    </a:lnTo>
                    <a:lnTo>
                      <a:pt x="3207" y="3783"/>
                    </a:lnTo>
                    <a:lnTo>
                      <a:pt x="3194" y="3770"/>
                    </a:lnTo>
                    <a:lnTo>
                      <a:pt x="3184" y="3755"/>
                    </a:lnTo>
                    <a:lnTo>
                      <a:pt x="3178" y="3737"/>
                    </a:lnTo>
                    <a:lnTo>
                      <a:pt x="3176" y="3719"/>
                    </a:lnTo>
                    <a:lnTo>
                      <a:pt x="3176" y="3477"/>
                    </a:lnTo>
                    <a:lnTo>
                      <a:pt x="489" y="3477"/>
                    </a:lnTo>
                    <a:lnTo>
                      <a:pt x="456" y="3473"/>
                    </a:lnTo>
                    <a:lnTo>
                      <a:pt x="426" y="3464"/>
                    </a:lnTo>
                    <a:lnTo>
                      <a:pt x="398" y="3449"/>
                    </a:lnTo>
                    <a:lnTo>
                      <a:pt x="374" y="3429"/>
                    </a:lnTo>
                    <a:lnTo>
                      <a:pt x="354" y="3405"/>
                    </a:lnTo>
                    <a:lnTo>
                      <a:pt x="339" y="3378"/>
                    </a:lnTo>
                    <a:lnTo>
                      <a:pt x="329" y="3348"/>
                    </a:lnTo>
                    <a:lnTo>
                      <a:pt x="326" y="3314"/>
                    </a:lnTo>
                    <a:lnTo>
                      <a:pt x="326" y="645"/>
                    </a:lnTo>
                    <a:lnTo>
                      <a:pt x="82" y="645"/>
                    </a:lnTo>
                    <a:lnTo>
                      <a:pt x="64" y="643"/>
                    </a:lnTo>
                    <a:lnTo>
                      <a:pt x="46" y="637"/>
                    </a:lnTo>
                    <a:lnTo>
                      <a:pt x="31" y="627"/>
                    </a:lnTo>
                    <a:lnTo>
                      <a:pt x="18" y="614"/>
                    </a:lnTo>
                    <a:lnTo>
                      <a:pt x="8" y="599"/>
                    </a:lnTo>
                    <a:lnTo>
                      <a:pt x="2" y="581"/>
                    </a:lnTo>
                    <a:lnTo>
                      <a:pt x="0" y="563"/>
                    </a:lnTo>
                    <a:lnTo>
                      <a:pt x="0" y="562"/>
                    </a:lnTo>
                    <a:lnTo>
                      <a:pt x="2" y="545"/>
                    </a:lnTo>
                    <a:lnTo>
                      <a:pt x="8" y="527"/>
                    </a:lnTo>
                    <a:lnTo>
                      <a:pt x="19" y="512"/>
                    </a:lnTo>
                    <a:lnTo>
                      <a:pt x="426" y="26"/>
                    </a:lnTo>
                    <a:lnTo>
                      <a:pt x="441" y="13"/>
                    </a:lnTo>
                    <a:lnTo>
                      <a:pt x="459" y="4"/>
                    </a:lnTo>
                    <a:lnTo>
                      <a:pt x="4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69" name="Freeform 14">
                <a:extLst>
                  <a:ext uri="{FF2B5EF4-FFF2-40B4-BE49-F238E27FC236}">
                    <a16:creationId xmlns:a16="http://schemas.microsoft.com/office/drawing/2014/main" id="{FDB97858-A94E-4BDE-863C-9CF1E671C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972051"/>
                <a:ext cx="1679575" cy="384175"/>
              </a:xfrm>
              <a:custGeom>
                <a:avLst/>
                <a:gdLst>
                  <a:gd name="T0" fmla="*/ 244 w 2118"/>
                  <a:gd name="T1" fmla="*/ 0 h 486"/>
                  <a:gd name="T2" fmla="*/ 1873 w 2118"/>
                  <a:gd name="T3" fmla="*/ 0 h 486"/>
                  <a:gd name="T4" fmla="*/ 1913 w 2118"/>
                  <a:gd name="T5" fmla="*/ 4 h 486"/>
                  <a:gd name="T6" fmla="*/ 1950 w 2118"/>
                  <a:gd name="T7" fmla="*/ 14 h 486"/>
                  <a:gd name="T8" fmla="*/ 1985 w 2118"/>
                  <a:gd name="T9" fmla="*/ 28 h 486"/>
                  <a:gd name="T10" fmla="*/ 2018 w 2118"/>
                  <a:gd name="T11" fmla="*/ 48 h 486"/>
                  <a:gd name="T12" fmla="*/ 2047 w 2118"/>
                  <a:gd name="T13" fmla="*/ 72 h 486"/>
                  <a:gd name="T14" fmla="*/ 2071 w 2118"/>
                  <a:gd name="T15" fmla="*/ 100 h 486"/>
                  <a:gd name="T16" fmla="*/ 2090 w 2118"/>
                  <a:gd name="T17" fmla="*/ 132 h 486"/>
                  <a:gd name="T18" fmla="*/ 2106 w 2118"/>
                  <a:gd name="T19" fmla="*/ 167 h 486"/>
                  <a:gd name="T20" fmla="*/ 2114 w 2118"/>
                  <a:gd name="T21" fmla="*/ 204 h 486"/>
                  <a:gd name="T22" fmla="*/ 2118 w 2118"/>
                  <a:gd name="T23" fmla="*/ 243 h 486"/>
                  <a:gd name="T24" fmla="*/ 2114 w 2118"/>
                  <a:gd name="T25" fmla="*/ 283 h 486"/>
                  <a:gd name="T26" fmla="*/ 2106 w 2118"/>
                  <a:gd name="T27" fmla="*/ 320 h 486"/>
                  <a:gd name="T28" fmla="*/ 2090 w 2118"/>
                  <a:gd name="T29" fmla="*/ 355 h 486"/>
                  <a:gd name="T30" fmla="*/ 2071 w 2118"/>
                  <a:gd name="T31" fmla="*/ 386 h 486"/>
                  <a:gd name="T32" fmla="*/ 2047 w 2118"/>
                  <a:gd name="T33" fmla="*/ 415 h 486"/>
                  <a:gd name="T34" fmla="*/ 2018 w 2118"/>
                  <a:gd name="T35" fmla="*/ 439 h 486"/>
                  <a:gd name="T36" fmla="*/ 1985 w 2118"/>
                  <a:gd name="T37" fmla="*/ 459 h 486"/>
                  <a:gd name="T38" fmla="*/ 1950 w 2118"/>
                  <a:gd name="T39" fmla="*/ 474 h 486"/>
                  <a:gd name="T40" fmla="*/ 1913 w 2118"/>
                  <a:gd name="T41" fmla="*/ 483 h 486"/>
                  <a:gd name="T42" fmla="*/ 1873 w 2118"/>
                  <a:gd name="T43" fmla="*/ 486 h 486"/>
                  <a:gd name="T44" fmla="*/ 244 w 2118"/>
                  <a:gd name="T45" fmla="*/ 486 h 486"/>
                  <a:gd name="T46" fmla="*/ 205 w 2118"/>
                  <a:gd name="T47" fmla="*/ 483 h 486"/>
                  <a:gd name="T48" fmla="*/ 167 w 2118"/>
                  <a:gd name="T49" fmla="*/ 474 h 486"/>
                  <a:gd name="T50" fmla="*/ 132 w 2118"/>
                  <a:gd name="T51" fmla="*/ 459 h 486"/>
                  <a:gd name="T52" fmla="*/ 100 w 2118"/>
                  <a:gd name="T53" fmla="*/ 439 h 486"/>
                  <a:gd name="T54" fmla="*/ 71 w 2118"/>
                  <a:gd name="T55" fmla="*/ 415 h 486"/>
                  <a:gd name="T56" fmla="*/ 47 w 2118"/>
                  <a:gd name="T57" fmla="*/ 386 h 486"/>
                  <a:gd name="T58" fmla="*/ 28 w 2118"/>
                  <a:gd name="T59" fmla="*/ 355 h 486"/>
                  <a:gd name="T60" fmla="*/ 12 w 2118"/>
                  <a:gd name="T61" fmla="*/ 320 h 486"/>
                  <a:gd name="T62" fmla="*/ 4 w 2118"/>
                  <a:gd name="T63" fmla="*/ 283 h 486"/>
                  <a:gd name="T64" fmla="*/ 0 w 2118"/>
                  <a:gd name="T65" fmla="*/ 243 h 486"/>
                  <a:gd name="T66" fmla="*/ 4 w 2118"/>
                  <a:gd name="T67" fmla="*/ 204 h 486"/>
                  <a:gd name="T68" fmla="*/ 12 w 2118"/>
                  <a:gd name="T69" fmla="*/ 167 h 486"/>
                  <a:gd name="T70" fmla="*/ 28 w 2118"/>
                  <a:gd name="T71" fmla="*/ 132 h 486"/>
                  <a:gd name="T72" fmla="*/ 47 w 2118"/>
                  <a:gd name="T73" fmla="*/ 100 h 486"/>
                  <a:gd name="T74" fmla="*/ 71 w 2118"/>
                  <a:gd name="T75" fmla="*/ 72 h 486"/>
                  <a:gd name="T76" fmla="*/ 100 w 2118"/>
                  <a:gd name="T77" fmla="*/ 48 h 486"/>
                  <a:gd name="T78" fmla="*/ 132 w 2118"/>
                  <a:gd name="T79" fmla="*/ 28 h 486"/>
                  <a:gd name="T80" fmla="*/ 167 w 2118"/>
                  <a:gd name="T81" fmla="*/ 14 h 486"/>
                  <a:gd name="T82" fmla="*/ 205 w 2118"/>
                  <a:gd name="T83" fmla="*/ 4 h 486"/>
                  <a:gd name="T84" fmla="*/ 244 w 2118"/>
                  <a:gd name="T85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18" h="486">
                    <a:moveTo>
                      <a:pt x="244" y="0"/>
                    </a:moveTo>
                    <a:lnTo>
                      <a:pt x="1873" y="0"/>
                    </a:lnTo>
                    <a:lnTo>
                      <a:pt x="1913" y="4"/>
                    </a:lnTo>
                    <a:lnTo>
                      <a:pt x="1950" y="14"/>
                    </a:lnTo>
                    <a:lnTo>
                      <a:pt x="1985" y="28"/>
                    </a:lnTo>
                    <a:lnTo>
                      <a:pt x="2018" y="48"/>
                    </a:lnTo>
                    <a:lnTo>
                      <a:pt x="2047" y="72"/>
                    </a:lnTo>
                    <a:lnTo>
                      <a:pt x="2071" y="100"/>
                    </a:lnTo>
                    <a:lnTo>
                      <a:pt x="2090" y="132"/>
                    </a:lnTo>
                    <a:lnTo>
                      <a:pt x="2106" y="167"/>
                    </a:lnTo>
                    <a:lnTo>
                      <a:pt x="2114" y="204"/>
                    </a:lnTo>
                    <a:lnTo>
                      <a:pt x="2118" y="243"/>
                    </a:lnTo>
                    <a:lnTo>
                      <a:pt x="2114" y="283"/>
                    </a:lnTo>
                    <a:lnTo>
                      <a:pt x="2106" y="320"/>
                    </a:lnTo>
                    <a:lnTo>
                      <a:pt x="2090" y="355"/>
                    </a:lnTo>
                    <a:lnTo>
                      <a:pt x="2071" y="386"/>
                    </a:lnTo>
                    <a:lnTo>
                      <a:pt x="2047" y="415"/>
                    </a:lnTo>
                    <a:lnTo>
                      <a:pt x="2018" y="439"/>
                    </a:lnTo>
                    <a:lnTo>
                      <a:pt x="1985" y="459"/>
                    </a:lnTo>
                    <a:lnTo>
                      <a:pt x="1950" y="474"/>
                    </a:lnTo>
                    <a:lnTo>
                      <a:pt x="1913" y="483"/>
                    </a:lnTo>
                    <a:lnTo>
                      <a:pt x="1873" y="486"/>
                    </a:lnTo>
                    <a:lnTo>
                      <a:pt x="244" y="486"/>
                    </a:lnTo>
                    <a:lnTo>
                      <a:pt x="205" y="483"/>
                    </a:lnTo>
                    <a:lnTo>
                      <a:pt x="167" y="474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20"/>
                    </a:lnTo>
                    <a:lnTo>
                      <a:pt x="4" y="283"/>
                    </a:lnTo>
                    <a:lnTo>
                      <a:pt x="0" y="243"/>
                    </a:lnTo>
                    <a:lnTo>
                      <a:pt x="4" y="204"/>
                    </a:lnTo>
                    <a:lnTo>
                      <a:pt x="12" y="167"/>
                    </a:lnTo>
                    <a:lnTo>
                      <a:pt x="28" y="132"/>
                    </a:lnTo>
                    <a:lnTo>
                      <a:pt x="47" y="100"/>
                    </a:lnTo>
                    <a:lnTo>
                      <a:pt x="71" y="72"/>
                    </a:lnTo>
                    <a:lnTo>
                      <a:pt x="100" y="48"/>
                    </a:lnTo>
                    <a:lnTo>
                      <a:pt x="132" y="28"/>
                    </a:lnTo>
                    <a:lnTo>
                      <a:pt x="167" y="14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70" name="Freeform 15">
                <a:extLst>
                  <a:ext uri="{FF2B5EF4-FFF2-40B4-BE49-F238E27FC236}">
                    <a16:creationId xmlns:a16="http://schemas.microsoft.com/office/drawing/2014/main" id="{DE12275E-8AF9-44E5-BCB4-506046A9B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457701"/>
                <a:ext cx="1033463" cy="385763"/>
              </a:xfrm>
              <a:custGeom>
                <a:avLst/>
                <a:gdLst>
                  <a:gd name="T0" fmla="*/ 244 w 1303"/>
                  <a:gd name="T1" fmla="*/ 0 h 485"/>
                  <a:gd name="T2" fmla="*/ 1059 w 1303"/>
                  <a:gd name="T3" fmla="*/ 0 h 485"/>
                  <a:gd name="T4" fmla="*/ 1099 w 1303"/>
                  <a:gd name="T5" fmla="*/ 2 h 485"/>
                  <a:gd name="T6" fmla="*/ 1136 w 1303"/>
                  <a:gd name="T7" fmla="*/ 12 h 485"/>
                  <a:gd name="T8" fmla="*/ 1171 w 1303"/>
                  <a:gd name="T9" fmla="*/ 26 h 485"/>
                  <a:gd name="T10" fmla="*/ 1203 w 1303"/>
                  <a:gd name="T11" fmla="*/ 46 h 485"/>
                  <a:gd name="T12" fmla="*/ 1232 w 1303"/>
                  <a:gd name="T13" fmla="*/ 70 h 485"/>
                  <a:gd name="T14" fmla="*/ 1256 w 1303"/>
                  <a:gd name="T15" fmla="*/ 99 h 485"/>
                  <a:gd name="T16" fmla="*/ 1275 w 1303"/>
                  <a:gd name="T17" fmla="*/ 130 h 485"/>
                  <a:gd name="T18" fmla="*/ 1291 w 1303"/>
                  <a:gd name="T19" fmla="*/ 166 h 485"/>
                  <a:gd name="T20" fmla="*/ 1301 w 1303"/>
                  <a:gd name="T21" fmla="*/ 203 h 485"/>
                  <a:gd name="T22" fmla="*/ 1303 w 1303"/>
                  <a:gd name="T23" fmla="*/ 242 h 485"/>
                  <a:gd name="T24" fmla="*/ 1301 w 1303"/>
                  <a:gd name="T25" fmla="*/ 282 h 485"/>
                  <a:gd name="T26" fmla="*/ 1291 w 1303"/>
                  <a:gd name="T27" fmla="*/ 319 h 485"/>
                  <a:gd name="T28" fmla="*/ 1275 w 1303"/>
                  <a:gd name="T29" fmla="*/ 354 h 485"/>
                  <a:gd name="T30" fmla="*/ 1256 w 1303"/>
                  <a:gd name="T31" fmla="*/ 386 h 485"/>
                  <a:gd name="T32" fmla="*/ 1232 w 1303"/>
                  <a:gd name="T33" fmla="*/ 413 h 485"/>
                  <a:gd name="T34" fmla="*/ 1203 w 1303"/>
                  <a:gd name="T35" fmla="*/ 438 h 485"/>
                  <a:gd name="T36" fmla="*/ 1171 w 1303"/>
                  <a:gd name="T37" fmla="*/ 458 h 485"/>
                  <a:gd name="T38" fmla="*/ 1136 w 1303"/>
                  <a:gd name="T39" fmla="*/ 472 h 485"/>
                  <a:gd name="T40" fmla="*/ 1099 w 1303"/>
                  <a:gd name="T41" fmla="*/ 482 h 485"/>
                  <a:gd name="T42" fmla="*/ 1059 w 1303"/>
                  <a:gd name="T43" fmla="*/ 485 h 485"/>
                  <a:gd name="T44" fmla="*/ 244 w 1303"/>
                  <a:gd name="T45" fmla="*/ 485 h 485"/>
                  <a:gd name="T46" fmla="*/ 205 w 1303"/>
                  <a:gd name="T47" fmla="*/ 482 h 485"/>
                  <a:gd name="T48" fmla="*/ 167 w 1303"/>
                  <a:gd name="T49" fmla="*/ 472 h 485"/>
                  <a:gd name="T50" fmla="*/ 132 w 1303"/>
                  <a:gd name="T51" fmla="*/ 458 h 485"/>
                  <a:gd name="T52" fmla="*/ 100 w 1303"/>
                  <a:gd name="T53" fmla="*/ 438 h 485"/>
                  <a:gd name="T54" fmla="*/ 71 w 1303"/>
                  <a:gd name="T55" fmla="*/ 413 h 485"/>
                  <a:gd name="T56" fmla="*/ 47 w 1303"/>
                  <a:gd name="T57" fmla="*/ 386 h 485"/>
                  <a:gd name="T58" fmla="*/ 28 w 1303"/>
                  <a:gd name="T59" fmla="*/ 354 h 485"/>
                  <a:gd name="T60" fmla="*/ 12 w 1303"/>
                  <a:gd name="T61" fmla="*/ 319 h 485"/>
                  <a:gd name="T62" fmla="*/ 4 w 1303"/>
                  <a:gd name="T63" fmla="*/ 282 h 485"/>
                  <a:gd name="T64" fmla="*/ 0 w 1303"/>
                  <a:gd name="T65" fmla="*/ 242 h 485"/>
                  <a:gd name="T66" fmla="*/ 4 w 1303"/>
                  <a:gd name="T67" fmla="*/ 203 h 485"/>
                  <a:gd name="T68" fmla="*/ 12 w 1303"/>
                  <a:gd name="T69" fmla="*/ 166 h 485"/>
                  <a:gd name="T70" fmla="*/ 28 w 1303"/>
                  <a:gd name="T71" fmla="*/ 130 h 485"/>
                  <a:gd name="T72" fmla="*/ 47 w 1303"/>
                  <a:gd name="T73" fmla="*/ 99 h 485"/>
                  <a:gd name="T74" fmla="*/ 71 w 1303"/>
                  <a:gd name="T75" fmla="*/ 70 h 485"/>
                  <a:gd name="T76" fmla="*/ 100 w 1303"/>
                  <a:gd name="T77" fmla="*/ 46 h 485"/>
                  <a:gd name="T78" fmla="*/ 132 w 1303"/>
                  <a:gd name="T79" fmla="*/ 26 h 485"/>
                  <a:gd name="T80" fmla="*/ 167 w 1303"/>
                  <a:gd name="T81" fmla="*/ 12 h 485"/>
                  <a:gd name="T82" fmla="*/ 205 w 1303"/>
                  <a:gd name="T83" fmla="*/ 2 h 485"/>
                  <a:gd name="T84" fmla="*/ 244 w 1303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03" h="485">
                    <a:moveTo>
                      <a:pt x="244" y="0"/>
                    </a:moveTo>
                    <a:lnTo>
                      <a:pt x="1059" y="0"/>
                    </a:lnTo>
                    <a:lnTo>
                      <a:pt x="1099" y="2"/>
                    </a:lnTo>
                    <a:lnTo>
                      <a:pt x="1136" y="12"/>
                    </a:lnTo>
                    <a:lnTo>
                      <a:pt x="1171" y="26"/>
                    </a:lnTo>
                    <a:lnTo>
                      <a:pt x="1203" y="46"/>
                    </a:lnTo>
                    <a:lnTo>
                      <a:pt x="1232" y="70"/>
                    </a:lnTo>
                    <a:lnTo>
                      <a:pt x="1256" y="99"/>
                    </a:lnTo>
                    <a:lnTo>
                      <a:pt x="1275" y="130"/>
                    </a:lnTo>
                    <a:lnTo>
                      <a:pt x="1291" y="166"/>
                    </a:lnTo>
                    <a:lnTo>
                      <a:pt x="1301" y="203"/>
                    </a:lnTo>
                    <a:lnTo>
                      <a:pt x="1303" y="242"/>
                    </a:lnTo>
                    <a:lnTo>
                      <a:pt x="1301" y="282"/>
                    </a:lnTo>
                    <a:lnTo>
                      <a:pt x="1291" y="319"/>
                    </a:lnTo>
                    <a:lnTo>
                      <a:pt x="1275" y="354"/>
                    </a:lnTo>
                    <a:lnTo>
                      <a:pt x="1256" y="386"/>
                    </a:lnTo>
                    <a:lnTo>
                      <a:pt x="1232" y="413"/>
                    </a:lnTo>
                    <a:lnTo>
                      <a:pt x="1203" y="438"/>
                    </a:lnTo>
                    <a:lnTo>
                      <a:pt x="1171" y="458"/>
                    </a:lnTo>
                    <a:lnTo>
                      <a:pt x="1136" y="472"/>
                    </a:lnTo>
                    <a:lnTo>
                      <a:pt x="1099" y="482"/>
                    </a:lnTo>
                    <a:lnTo>
                      <a:pt x="1059" y="485"/>
                    </a:lnTo>
                    <a:lnTo>
                      <a:pt x="244" y="485"/>
                    </a:lnTo>
                    <a:lnTo>
                      <a:pt x="205" y="482"/>
                    </a:lnTo>
                    <a:lnTo>
                      <a:pt x="167" y="472"/>
                    </a:lnTo>
                    <a:lnTo>
                      <a:pt x="132" y="458"/>
                    </a:lnTo>
                    <a:lnTo>
                      <a:pt x="100" y="438"/>
                    </a:lnTo>
                    <a:lnTo>
                      <a:pt x="71" y="413"/>
                    </a:lnTo>
                    <a:lnTo>
                      <a:pt x="47" y="386"/>
                    </a:lnTo>
                    <a:lnTo>
                      <a:pt x="28" y="354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2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0"/>
                    </a:lnTo>
                    <a:lnTo>
                      <a:pt x="47" y="99"/>
                    </a:lnTo>
                    <a:lnTo>
                      <a:pt x="71" y="70"/>
                    </a:lnTo>
                    <a:lnTo>
                      <a:pt x="100" y="46"/>
                    </a:lnTo>
                    <a:lnTo>
                      <a:pt x="132" y="26"/>
                    </a:lnTo>
                    <a:lnTo>
                      <a:pt x="167" y="12"/>
                    </a:lnTo>
                    <a:lnTo>
                      <a:pt x="205" y="2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71" name="Freeform 16">
                <a:extLst>
                  <a:ext uri="{FF2B5EF4-FFF2-40B4-BE49-F238E27FC236}">
                    <a16:creationId xmlns:a16="http://schemas.microsoft.com/office/drawing/2014/main" id="{3175CCAB-899E-488E-BB5A-90FF00539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3944938"/>
                <a:ext cx="1357313" cy="384175"/>
              </a:xfrm>
              <a:custGeom>
                <a:avLst/>
                <a:gdLst>
                  <a:gd name="T0" fmla="*/ 244 w 1711"/>
                  <a:gd name="T1" fmla="*/ 0 h 485"/>
                  <a:gd name="T2" fmla="*/ 1466 w 1711"/>
                  <a:gd name="T3" fmla="*/ 0 h 485"/>
                  <a:gd name="T4" fmla="*/ 1505 w 1711"/>
                  <a:gd name="T5" fmla="*/ 4 h 485"/>
                  <a:gd name="T6" fmla="*/ 1544 w 1711"/>
                  <a:gd name="T7" fmla="*/ 13 h 485"/>
                  <a:gd name="T8" fmla="*/ 1579 w 1711"/>
                  <a:gd name="T9" fmla="*/ 28 h 485"/>
                  <a:gd name="T10" fmla="*/ 1610 w 1711"/>
                  <a:gd name="T11" fmla="*/ 47 h 485"/>
                  <a:gd name="T12" fmla="*/ 1639 w 1711"/>
                  <a:gd name="T13" fmla="*/ 72 h 485"/>
                  <a:gd name="T14" fmla="*/ 1663 w 1711"/>
                  <a:gd name="T15" fmla="*/ 99 h 485"/>
                  <a:gd name="T16" fmla="*/ 1683 w 1711"/>
                  <a:gd name="T17" fmla="*/ 132 h 485"/>
                  <a:gd name="T18" fmla="*/ 1698 w 1711"/>
                  <a:gd name="T19" fmla="*/ 166 h 485"/>
                  <a:gd name="T20" fmla="*/ 1707 w 1711"/>
                  <a:gd name="T21" fmla="*/ 203 h 485"/>
                  <a:gd name="T22" fmla="*/ 1711 w 1711"/>
                  <a:gd name="T23" fmla="*/ 243 h 485"/>
                  <a:gd name="T24" fmla="*/ 1707 w 1711"/>
                  <a:gd name="T25" fmla="*/ 282 h 485"/>
                  <a:gd name="T26" fmla="*/ 1698 w 1711"/>
                  <a:gd name="T27" fmla="*/ 319 h 485"/>
                  <a:gd name="T28" fmla="*/ 1683 w 1711"/>
                  <a:gd name="T29" fmla="*/ 355 h 485"/>
                  <a:gd name="T30" fmla="*/ 1663 w 1711"/>
                  <a:gd name="T31" fmla="*/ 386 h 485"/>
                  <a:gd name="T32" fmla="*/ 1639 w 1711"/>
                  <a:gd name="T33" fmla="*/ 415 h 485"/>
                  <a:gd name="T34" fmla="*/ 1610 w 1711"/>
                  <a:gd name="T35" fmla="*/ 439 h 485"/>
                  <a:gd name="T36" fmla="*/ 1579 w 1711"/>
                  <a:gd name="T37" fmla="*/ 459 h 485"/>
                  <a:gd name="T38" fmla="*/ 1544 w 1711"/>
                  <a:gd name="T39" fmla="*/ 473 h 485"/>
                  <a:gd name="T40" fmla="*/ 1505 w 1711"/>
                  <a:gd name="T41" fmla="*/ 483 h 485"/>
                  <a:gd name="T42" fmla="*/ 1466 w 1711"/>
                  <a:gd name="T43" fmla="*/ 485 h 485"/>
                  <a:gd name="T44" fmla="*/ 244 w 1711"/>
                  <a:gd name="T45" fmla="*/ 485 h 485"/>
                  <a:gd name="T46" fmla="*/ 205 w 1711"/>
                  <a:gd name="T47" fmla="*/ 483 h 485"/>
                  <a:gd name="T48" fmla="*/ 167 w 1711"/>
                  <a:gd name="T49" fmla="*/ 473 h 485"/>
                  <a:gd name="T50" fmla="*/ 132 w 1711"/>
                  <a:gd name="T51" fmla="*/ 459 h 485"/>
                  <a:gd name="T52" fmla="*/ 100 w 1711"/>
                  <a:gd name="T53" fmla="*/ 439 h 485"/>
                  <a:gd name="T54" fmla="*/ 71 w 1711"/>
                  <a:gd name="T55" fmla="*/ 415 h 485"/>
                  <a:gd name="T56" fmla="*/ 47 w 1711"/>
                  <a:gd name="T57" fmla="*/ 386 h 485"/>
                  <a:gd name="T58" fmla="*/ 28 w 1711"/>
                  <a:gd name="T59" fmla="*/ 355 h 485"/>
                  <a:gd name="T60" fmla="*/ 12 w 1711"/>
                  <a:gd name="T61" fmla="*/ 319 h 485"/>
                  <a:gd name="T62" fmla="*/ 4 w 1711"/>
                  <a:gd name="T63" fmla="*/ 282 h 485"/>
                  <a:gd name="T64" fmla="*/ 0 w 1711"/>
                  <a:gd name="T65" fmla="*/ 243 h 485"/>
                  <a:gd name="T66" fmla="*/ 4 w 1711"/>
                  <a:gd name="T67" fmla="*/ 203 h 485"/>
                  <a:gd name="T68" fmla="*/ 12 w 1711"/>
                  <a:gd name="T69" fmla="*/ 166 h 485"/>
                  <a:gd name="T70" fmla="*/ 28 w 1711"/>
                  <a:gd name="T71" fmla="*/ 132 h 485"/>
                  <a:gd name="T72" fmla="*/ 47 w 1711"/>
                  <a:gd name="T73" fmla="*/ 99 h 485"/>
                  <a:gd name="T74" fmla="*/ 71 w 1711"/>
                  <a:gd name="T75" fmla="*/ 72 h 485"/>
                  <a:gd name="T76" fmla="*/ 100 w 1711"/>
                  <a:gd name="T77" fmla="*/ 47 h 485"/>
                  <a:gd name="T78" fmla="*/ 132 w 1711"/>
                  <a:gd name="T79" fmla="*/ 28 h 485"/>
                  <a:gd name="T80" fmla="*/ 167 w 1711"/>
                  <a:gd name="T81" fmla="*/ 13 h 485"/>
                  <a:gd name="T82" fmla="*/ 205 w 1711"/>
                  <a:gd name="T83" fmla="*/ 4 h 485"/>
                  <a:gd name="T84" fmla="*/ 244 w 1711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11" h="485">
                    <a:moveTo>
                      <a:pt x="244" y="0"/>
                    </a:moveTo>
                    <a:lnTo>
                      <a:pt x="1466" y="0"/>
                    </a:lnTo>
                    <a:lnTo>
                      <a:pt x="1505" y="4"/>
                    </a:lnTo>
                    <a:lnTo>
                      <a:pt x="1544" y="13"/>
                    </a:lnTo>
                    <a:lnTo>
                      <a:pt x="1579" y="28"/>
                    </a:lnTo>
                    <a:lnTo>
                      <a:pt x="1610" y="47"/>
                    </a:lnTo>
                    <a:lnTo>
                      <a:pt x="1639" y="72"/>
                    </a:lnTo>
                    <a:lnTo>
                      <a:pt x="1663" y="99"/>
                    </a:lnTo>
                    <a:lnTo>
                      <a:pt x="1683" y="132"/>
                    </a:lnTo>
                    <a:lnTo>
                      <a:pt x="1698" y="166"/>
                    </a:lnTo>
                    <a:lnTo>
                      <a:pt x="1707" y="203"/>
                    </a:lnTo>
                    <a:lnTo>
                      <a:pt x="1711" y="243"/>
                    </a:lnTo>
                    <a:lnTo>
                      <a:pt x="1707" y="282"/>
                    </a:lnTo>
                    <a:lnTo>
                      <a:pt x="1698" y="319"/>
                    </a:lnTo>
                    <a:lnTo>
                      <a:pt x="1683" y="355"/>
                    </a:lnTo>
                    <a:lnTo>
                      <a:pt x="1663" y="386"/>
                    </a:lnTo>
                    <a:lnTo>
                      <a:pt x="1639" y="415"/>
                    </a:lnTo>
                    <a:lnTo>
                      <a:pt x="1610" y="439"/>
                    </a:lnTo>
                    <a:lnTo>
                      <a:pt x="1579" y="459"/>
                    </a:lnTo>
                    <a:lnTo>
                      <a:pt x="1544" y="473"/>
                    </a:lnTo>
                    <a:lnTo>
                      <a:pt x="1505" y="483"/>
                    </a:lnTo>
                    <a:lnTo>
                      <a:pt x="1466" y="485"/>
                    </a:lnTo>
                    <a:lnTo>
                      <a:pt x="244" y="485"/>
                    </a:lnTo>
                    <a:lnTo>
                      <a:pt x="205" y="483"/>
                    </a:lnTo>
                    <a:lnTo>
                      <a:pt x="167" y="473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3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2"/>
                    </a:lnTo>
                    <a:lnTo>
                      <a:pt x="47" y="99"/>
                    </a:lnTo>
                    <a:lnTo>
                      <a:pt x="71" y="72"/>
                    </a:lnTo>
                    <a:lnTo>
                      <a:pt x="100" y="47"/>
                    </a:lnTo>
                    <a:lnTo>
                      <a:pt x="132" y="28"/>
                    </a:lnTo>
                    <a:lnTo>
                      <a:pt x="167" y="13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1BA731-A1FA-4C1F-9164-57B5BB70FB24}"/>
              </a:ext>
            </a:extLst>
          </p:cNvPr>
          <p:cNvGrpSpPr/>
          <p:nvPr/>
        </p:nvGrpSpPr>
        <p:grpSpPr>
          <a:xfrm>
            <a:off x="8537471" y="3635279"/>
            <a:ext cx="2965472" cy="1033672"/>
            <a:chOff x="8520179" y="3575647"/>
            <a:chExt cx="2965472" cy="103367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536CA6C-B6EF-49FF-8C4D-6EFAE56A92F5}"/>
                </a:ext>
              </a:extLst>
            </p:cNvPr>
            <p:cNvSpPr txBox="1"/>
            <p:nvPr/>
          </p:nvSpPr>
          <p:spPr>
            <a:xfrm>
              <a:off x="8520180" y="3962988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DE8E078-3FA5-4816-BA98-B3BB212EEE70}"/>
                </a:ext>
              </a:extLst>
            </p:cNvPr>
            <p:cNvSpPr txBox="1"/>
            <p:nvPr/>
          </p:nvSpPr>
          <p:spPr>
            <a:xfrm>
              <a:off x="8520179" y="3575647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DDC8CF-DA8C-45EB-A151-360CC4BF7E40}"/>
              </a:ext>
            </a:extLst>
          </p:cNvPr>
          <p:cNvGrpSpPr/>
          <p:nvPr/>
        </p:nvGrpSpPr>
        <p:grpSpPr>
          <a:xfrm>
            <a:off x="8520179" y="5145552"/>
            <a:ext cx="2965472" cy="1033672"/>
            <a:chOff x="8520179" y="5145552"/>
            <a:chExt cx="2965472" cy="103367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37895BD-3B6F-415F-9FCB-A7462FC296AF}"/>
                </a:ext>
              </a:extLst>
            </p:cNvPr>
            <p:cNvSpPr txBox="1"/>
            <p:nvPr/>
          </p:nvSpPr>
          <p:spPr>
            <a:xfrm>
              <a:off x="8520180" y="5532893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B404D79-FA35-4BD5-BC94-87FE6512E8A3}"/>
                </a:ext>
              </a:extLst>
            </p:cNvPr>
            <p:cNvSpPr txBox="1"/>
            <p:nvPr/>
          </p:nvSpPr>
          <p:spPr>
            <a:xfrm>
              <a:off x="8520179" y="5145552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CB4BCE-C31A-4687-9C91-E7A6664E96BB}"/>
              </a:ext>
            </a:extLst>
          </p:cNvPr>
          <p:cNvGrpSpPr/>
          <p:nvPr/>
        </p:nvGrpSpPr>
        <p:grpSpPr>
          <a:xfrm>
            <a:off x="703174" y="5145552"/>
            <a:ext cx="2965472" cy="1033672"/>
            <a:chOff x="703174" y="5145552"/>
            <a:chExt cx="2965472" cy="103367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9FF9929-E361-45D5-9058-FE747F06BE47}"/>
                </a:ext>
              </a:extLst>
            </p:cNvPr>
            <p:cNvSpPr txBox="1"/>
            <p:nvPr/>
          </p:nvSpPr>
          <p:spPr>
            <a:xfrm>
              <a:off x="703175" y="5532893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DCC64C0-EE79-457B-A8A5-6C4DB9DB4026}"/>
                </a:ext>
              </a:extLst>
            </p:cNvPr>
            <p:cNvSpPr txBox="1"/>
            <p:nvPr/>
          </p:nvSpPr>
          <p:spPr>
            <a:xfrm>
              <a:off x="703174" y="5145552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1279666C-C902-4C9A-B8E0-5FF2DAB0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BRAIN PUZZLE INFOGRAPHIC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9D4CE5-B7FC-45C3-A290-B7C22794CE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7B67151-541D-47D4-BB79-54892642DF1C}"/>
              </a:ext>
            </a:extLst>
          </p:cNvPr>
          <p:cNvGrpSpPr/>
          <p:nvPr/>
        </p:nvGrpSpPr>
        <p:grpSpPr>
          <a:xfrm>
            <a:off x="682927" y="2105286"/>
            <a:ext cx="2965472" cy="1033672"/>
            <a:chOff x="8384988" y="1713840"/>
            <a:chExt cx="2965472" cy="103367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DD6CC1-C18E-4113-98FA-D8B1FDDC08BE}"/>
                </a:ext>
              </a:extLst>
            </p:cNvPr>
            <p:cNvSpPr txBox="1"/>
            <p:nvPr/>
          </p:nvSpPr>
          <p:spPr>
            <a:xfrm>
              <a:off x="8384989" y="210118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D9ECEA-423D-4A78-8746-599B69BB0A60}"/>
                </a:ext>
              </a:extLst>
            </p:cNvPr>
            <p:cNvSpPr txBox="1"/>
            <p:nvPr/>
          </p:nvSpPr>
          <p:spPr>
            <a:xfrm>
              <a:off x="8384988" y="1713840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86C0C7-2CBE-462E-8E52-82307FFA6B69}"/>
              </a:ext>
            </a:extLst>
          </p:cNvPr>
          <p:cNvGrpSpPr/>
          <p:nvPr/>
        </p:nvGrpSpPr>
        <p:grpSpPr>
          <a:xfrm>
            <a:off x="682927" y="3630608"/>
            <a:ext cx="2965472" cy="1033672"/>
            <a:chOff x="8384988" y="3401963"/>
            <a:chExt cx="2965472" cy="10336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387B2B-EB7C-43AA-8B4B-E8500FE3704C}"/>
                </a:ext>
              </a:extLst>
            </p:cNvPr>
            <p:cNvSpPr txBox="1"/>
            <p:nvPr/>
          </p:nvSpPr>
          <p:spPr>
            <a:xfrm>
              <a:off x="8384989" y="3789304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3F0692B-D739-47F7-9D37-BD82C3678620}"/>
                </a:ext>
              </a:extLst>
            </p:cNvPr>
            <p:cNvSpPr txBox="1"/>
            <p:nvPr/>
          </p:nvSpPr>
          <p:spPr>
            <a:xfrm>
              <a:off x="8384988" y="3401963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2E322B-159B-4364-AA79-774D495BCB78}"/>
              </a:ext>
            </a:extLst>
          </p:cNvPr>
          <p:cNvGrpSpPr/>
          <p:nvPr/>
        </p:nvGrpSpPr>
        <p:grpSpPr>
          <a:xfrm>
            <a:off x="8559554" y="2114788"/>
            <a:ext cx="2965472" cy="1033672"/>
            <a:chOff x="8496054" y="2114788"/>
            <a:chExt cx="2965472" cy="103367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8BF45C-3106-4BCA-AAE4-D2CC3B13053C}"/>
                </a:ext>
              </a:extLst>
            </p:cNvPr>
            <p:cNvSpPr txBox="1"/>
            <p:nvPr/>
          </p:nvSpPr>
          <p:spPr>
            <a:xfrm>
              <a:off x="8496055" y="2502129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A88D18-3AB8-4365-82D1-5FF0C46422FF}"/>
                </a:ext>
              </a:extLst>
            </p:cNvPr>
            <p:cNvSpPr txBox="1"/>
            <p:nvPr/>
          </p:nvSpPr>
          <p:spPr>
            <a:xfrm>
              <a:off x="8496054" y="2114788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4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DBEE8D4-0BFE-4ABC-8692-E11854F3F97F}"/>
              </a:ext>
            </a:extLst>
          </p:cNvPr>
          <p:cNvGrpSpPr/>
          <p:nvPr/>
        </p:nvGrpSpPr>
        <p:grpSpPr>
          <a:xfrm>
            <a:off x="4022724" y="2034611"/>
            <a:ext cx="4143376" cy="4143376"/>
            <a:chOff x="4022725" y="1138238"/>
            <a:chExt cx="4143376" cy="4143376"/>
          </a:xfrm>
        </p:grpSpPr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83C854B1-A9CC-4392-95AC-C74960BDA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9813" y="5141913"/>
              <a:ext cx="0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D20FF8CD-69D3-44E2-96AC-3F7222054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9813" y="5141913"/>
              <a:ext cx="0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01CD6DA-619C-4408-9988-1296094A6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413" y="3209926"/>
              <a:ext cx="2071688" cy="2071688"/>
            </a:xfrm>
            <a:custGeom>
              <a:avLst/>
              <a:gdLst>
                <a:gd name="T0" fmla="*/ 74 w 549"/>
                <a:gd name="T1" fmla="*/ 270 h 549"/>
                <a:gd name="T2" fmla="*/ 25 w 549"/>
                <a:gd name="T3" fmla="*/ 256 h 549"/>
                <a:gd name="T4" fmla="*/ 0 w 549"/>
                <a:gd name="T5" fmla="*/ 271 h 549"/>
                <a:gd name="T6" fmla="*/ 0 w 549"/>
                <a:gd name="T7" fmla="*/ 426 h 549"/>
                <a:gd name="T8" fmla="*/ 154 w 549"/>
                <a:gd name="T9" fmla="*/ 426 h 549"/>
                <a:gd name="T10" fmla="*/ 169 w 549"/>
                <a:gd name="T11" fmla="*/ 451 h 549"/>
                <a:gd name="T12" fmla="*/ 155 w 549"/>
                <a:gd name="T13" fmla="*/ 499 h 549"/>
                <a:gd name="T14" fmla="*/ 213 w 549"/>
                <a:gd name="T15" fmla="*/ 549 h 549"/>
                <a:gd name="T16" fmla="*/ 270 w 549"/>
                <a:gd name="T17" fmla="*/ 499 h 549"/>
                <a:gd name="T18" fmla="*/ 255 w 549"/>
                <a:gd name="T19" fmla="*/ 451 h 549"/>
                <a:gd name="T20" fmla="*/ 271 w 549"/>
                <a:gd name="T21" fmla="*/ 426 h 549"/>
                <a:gd name="T22" fmla="*/ 425 w 549"/>
                <a:gd name="T23" fmla="*/ 426 h 549"/>
                <a:gd name="T24" fmla="*/ 425 w 549"/>
                <a:gd name="T25" fmla="*/ 426 h 549"/>
                <a:gd name="T26" fmla="*/ 425 w 549"/>
                <a:gd name="T27" fmla="*/ 426 h 549"/>
                <a:gd name="T28" fmla="*/ 425 w 549"/>
                <a:gd name="T29" fmla="*/ 271 h 549"/>
                <a:gd name="T30" fmla="*/ 451 w 549"/>
                <a:gd name="T31" fmla="*/ 256 h 549"/>
                <a:gd name="T32" fmla="*/ 499 w 549"/>
                <a:gd name="T33" fmla="*/ 270 h 549"/>
                <a:gd name="T34" fmla="*/ 549 w 549"/>
                <a:gd name="T35" fmla="*/ 213 h 549"/>
                <a:gd name="T36" fmla="*/ 499 w 549"/>
                <a:gd name="T37" fmla="*/ 155 h 549"/>
                <a:gd name="T38" fmla="*/ 451 w 549"/>
                <a:gd name="T39" fmla="*/ 169 h 549"/>
                <a:gd name="T40" fmla="*/ 425 w 549"/>
                <a:gd name="T41" fmla="*/ 154 h 549"/>
                <a:gd name="T42" fmla="*/ 425 w 549"/>
                <a:gd name="T43" fmla="*/ 0 h 549"/>
                <a:gd name="T44" fmla="*/ 425 w 549"/>
                <a:gd name="T45" fmla="*/ 30 h 549"/>
                <a:gd name="T46" fmla="*/ 425 w 549"/>
                <a:gd name="T47" fmla="*/ 0 h 549"/>
                <a:gd name="T48" fmla="*/ 271 w 549"/>
                <a:gd name="T49" fmla="*/ 0 h 549"/>
                <a:gd name="T50" fmla="*/ 255 w 549"/>
                <a:gd name="T51" fmla="*/ 25 h 549"/>
                <a:gd name="T52" fmla="*/ 270 w 549"/>
                <a:gd name="T53" fmla="*/ 74 h 549"/>
                <a:gd name="T54" fmla="*/ 213 w 549"/>
                <a:gd name="T55" fmla="*/ 124 h 549"/>
                <a:gd name="T56" fmla="*/ 155 w 549"/>
                <a:gd name="T57" fmla="*/ 74 h 549"/>
                <a:gd name="T58" fmla="*/ 169 w 549"/>
                <a:gd name="T59" fmla="*/ 25 h 549"/>
                <a:gd name="T60" fmla="*/ 154 w 549"/>
                <a:gd name="T61" fmla="*/ 0 h 549"/>
                <a:gd name="T62" fmla="*/ 0 w 549"/>
                <a:gd name="T63" fmla="*/ 0 h 549"/>
                <a:gd name="T64" fmla="*/ 0 w 549"/>
                <a:gd name="T65" fmla="*/ 154 h 549"/>
                <a:gd name="T66" fmla="*/ 25 w 549"/>
                <a:gd name="T67" fmla="*/ 169 h 549"/>
                <a:gd name="T68" fmla="*/ 74 w 549"/>
                <a:gd name="T69" fmla="*/ 155 h 549"/>
                <a:gd name="T70" fmla="*/ 124 w 549"/>
                <a:gd name="T71" fmla="*/ 213 h 549"/>
                <a:gd name="T72" fmla="*/ 74 w 549"/>
                <a:gd name="T73" fmla="*/ 27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9" h="549">
                  <a:moveTo>
                    <a:pt x="74" y="270"/>
                  </a:moveTo>
                  <a:cubicBezTo>
                    <a:pt x="60" y="270"/>
                    <a:pt x="42" y="264"/>
                    <a:pt x="25" y="256"/>
                  </a:cubicBezTo>
                  <a:cubicBezTo>
                    <a:pt x="14" y="250"/>
                    <a:pt x="0" y="258"/>
                    <a:pt x="0" y="271"/>
                  </a:cubicBezTo>
                  <a:cubicBezTo>
                    <a:pt x="0" y="426"/>
                    <a:pt x="0" y="426"/>
                    <a:pt x="0" y="426"/>
                  </a:cubicBezTo>
                  <a:cubicBezTo>
                    <a:pt x="154" y="426"/>
                    <a:pt x="154" y="426"/>
                    <a:pt x="154" y="426"/>
                  </a:cubicBezTo>
                  <a:cubicBezTo>
                    <a:pt x="166" y="426"/>
                    <a:pt x="175" y="439"/>
                    <a:pt x="169" y="451"/>
                  </a:cubicBezTo>
                  <a:cubicBezTo>
                    <a:pt x="161" y="468"/>
                    <a:pt x="155" y="486"/>
                    <a:pt x="155" y="499"/>
                  </a:cubicBezTo>
                  <a:cubicBezTo>
                    <a:pt x="155" y="532"/>
                    <a:pt x="181" y="549"/>
                    <a:pt x="213" y="549"/>
                  </a:cubicBezTo>
                  <a:cubicBezTo>
                    <a:pt x="244" y="549"/>
                    <a:pt x="270" y="532"/>
                    <a:pt x="270" y="499"/>
                  </a:cubicBezTo>
                  <a:cubicBezTo>
                    <a:pt x="270" y="486"/>
                    <a:pt x="264" y="468"/>
                    <a:pt x="255" y="451"/>
                  </a:cubicBezTo>
                  <a:cubicBezTo>
                    <a:pt x="250" y="439"/>
                    <a:pt x="258" y="426"/>
                    <a:pt x="271" y="426"/>
                  </a:cubicBezTo>
                  <a:cubicBezTo>
                    <a:pt x="425" y="426"/>
                    <a:pt x="425" y="426"/>
                    <a:pt x="425" y="426"/>
                  </a:cubicBezTo>
                  <a:cubicBezTo>
                    <a:pt x="425" y="426"/>
                    <a:pt x="425" y="426"/>
                    <a:pt x="425" y="426"/>
                  </a:cubicBezTo>
                  <a:cubicBezTo>
                    <a:pt x="425" y="426"/>
                    <a:pt x="425" y="426"/>
                    <a:pt x="425" y="426"/>
                  </a:cubicBezTo>
                  <a:cubicBezTo>
                    <a:pt x="425" y="271"/>
                    <a:pt x="425" y="271"/>
                    <a:pt x="425" y="271"/>
                  </a:cubicBezTo>
                  <a:cubicBezTo>
                    <a:pt x="425" y="258"/>
                    <a:pt x="439" y="250"/>
                    <a:pt x="451" y="256"/>
                  </a:cubicBezTo>
                  <a:cubicBezTo>
                    <a:pt x="467" y="264"/>
                    <a:pt x="486" y="270"/>
                    <a:pt x="499" y="270"/>
                  </a:cubicBezTo>
                  <a:cubicBezTo>
                    <a:pt x="532" y="270"/>
                    <a:pt x="549" y="244"/>
                    <a:pt x="549" y="213"/>
                  </a:cubicBezTo>
                  <a:cubicBezTo>
                    <a:pt x="549" y="181"/>
                    <a:pt x="532" y="155"/>
                    <a:pt x="499" y="155"/>
                  </a:cubicBezTo>
                  <a:cubicBezTo>
                    <a:pt x="486" y="155"/>
                    <a:pt x="467" y="161"/>
                    <a:pt x="451" y="169"/>
                  </a:cubicBezTo>
                  <a:cubicBezTo>
                    <a:pt x="439" y="175"/>
                    <a:pt x="425" y="166"/>
                    <a:pt x="425" y="154"/>
                  </a:cubicBezTo>
                  <a:cubicBezTo>
                    <a:pt x="425" y="0"/>
                    <a:pt x="425" y="0"/>
                    <a:pt x="425" y="0"/>
                  </a:cubicBezTo>
                  <a:cubicBezTo>
                    <a:pt x="425" y="30"/>
                    <a:pt x="425" y="30"/>
                    <a:pt x="425" y="30"/>
                  </a:cubicBezTo>
                  <a:cubicBezTo>
                    <a:pt x="425" y="0"/>
                    <a:pt x="425" y="0"/>
                    <a:pt x="425" y="0"/>
                  </a:cubicBezTo>
                  <a:cubicBezTo>
                    <a:pt x="271" y="0"/>
                    <a:pt x="271" y="0"/>
                    <a:pt x="271" y="0"/>
                  </a:cubicBezTo>
                  <a:cubicBezTo>
                    <a:pt x="258" y="0"/>
                    <a:pt x="250" y="14"/>
                    <a:pt x="255" y="25"/>
                  </a:cubicBezTo>
                  <a:cubicBezTo>
                    <a:pt x="264" y="42"/>
                    <a:pt x="270" y="61"/>
                    <a:pt x="270" y="74"/>
                  </a:cubicBezTo>
                  <a:cubicBezTo>
                    <a:pt x="270" y="106"/>
                    <a:pt x="244" y="124"/>
                    <a:pt x="213" y="124"/>
                  </a:cubicBezTo>
                  <a:cubicBezTo>
                    <a:pt x="181" y="124"/>
                    <a:pt x="155" y="106"/>
                    <a:pt x="155" y="74"/>
                  </a:cubicBezTo>
                  <a:cubicBezTo>
                    <a:pt x="155" y="61"/>
                    <a:pt x="161" y="42"/>
                    <a:pt x="169" y="25"/>
                  </a:cubicBezTo>
                  <a:cubicBezTo>
                    <a:pt x="175" y="14"/>
                    <a:pt x="166" y="0"/>
                    <a:pt x="15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6"/>
                    <a:pt x="14" y="175"/>
                    <a:pt x="25" y="169"/>
                  </a:cubicBezTo>
                  <a:cubicBezTo>
                    <a:pt x="42" y="161"/>
                    <a:pt x="60" y="155"/>
                    <a:pt x="74" y="155"/>
                  </a:cubicBezTo>
                  <a:cubicBezTo>
                    <a:pt x="106" y="155"/>
                    <a:pt x="124" y="181"/>
                    <a:pt x="124" y="213"/>
                  </a:cubicBezTo>
                  <a:cubicBezTo>
                    <a:pt x="124" y="244"/>
                    <a:pt x="106" y="270"/>
                    <a:pt x="74" y="27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7FADF6BE-BA98-48C5-A70B-0BC9C6E16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725" y="1138238"/>
              <a:ext cx="2071688" cy="2071688"/>
            </a:xfrm>
            <a:custGeom>
              <a:avLst/>
              <a:gdLst>
                <a:gd name="T0" fmla="*/ 476 w 549"/>
                <a:gd name="T1" fmla="*/ 280 h 549"/>
                <a:gd name="T2" fmla="*/ 524 w 549"/>
                <a:gd name="T3" fmla="*/ 294 h 549"/>
                <a:gd name="T4" fmla="*/ 549 w 549"/>
                <a:gd name="T5" fmla="*/ 279 h 549"/>
                <a:gd name="T6" fmla="*/ 549 w 549"/>
                <a:gd name="T7" fmla="*/ 124 h 549"/>
                <a:gd name="T8" fmla="*/ 396 w 549"/>
                <a:gd name="T9" fmla="*/ 124 h 549"/>
                <a:gd name="T10" fmla="*/ 380 w 549"/>
                <a:gd name="T11" fmla="*/ 99 h 549"/>
                <a:gd name="T12" fmla="*/ 394 w 549"/>
                <a:gd name="T13" fmla="*/ 51 h 549"/>
                <a:gd name="T14" fmla="*/ 337 w 549"/>
                <a:gd name="T15" fmla="*/ 0 h 549"/>
                <a:gd name="T16" fmla="*/ 279 w 549"/>
                <a:gd name="T17" fmla="*/ 51 h 549"/>
                <a:gd name="T18" fmla="*/ 294 w 549"/>
                <a:gd name="T19" fmla="*/ 99 h 549"/>
                <a:gd name="T20" fmla="*/ 278 w 549"/>
                <a:gd name="T21" fmla="*/ 124 h 549"/>
                <a:gd name="T22" fmla="*/ 124 w 549"/>
                <a:gd name="T23" fmla="*/ 124 h 549"/>
                <a:gd name="T24" fmla="*/ 124 w 549"/>
                <a:gd name="T25" fmla="*/ 124 h 549"/>
                <a:gd name="T26" fmla="*/ 124 w 549"/>
                <a:gd name="T27" fmla="*/ 124 h 549"/>
                <a:gd name="T28" fmla="*/ 124 w 549"/>
                <a:gd name="T29" fmla="*/ 279 h 549"/>
                <a:gd name="T30" fmla="*/ 99 w 549"/>
                <a:gd name="T31" fmla="*/ 294 h 549"/>
                <a:gd name="T32" fmla="*/ 50 w 549"/>
                <a:gd name="T33" fmla="*/ 280 h 549"/>
                <a:gd name="T34" fmla="*/ 0 w 549"/>
                <a:gd name="T35" fmla="*/ 337 h 549"/>
                <a:gd name="T36" fmla="*/ 50 w 549"/>
                <a:gd name="T37" fmla="*/ 394 h 549"/>
                <a:gd name="T38" fmla="*/ 99 w 549"/>
                <a:gd name="T39" fmla="*/ 381 h 549"/>
                <a:gd name="T40" fmla="*/ 124 w 549"/>
                <a:gd name="T41" fmla="*/ 396 h 549"/>
                <a:gd name="T42" fmla="*/ 124 w 549"/>
                <a:gd name="T43" fmla="*/ 549 h 549"/>
                <a:gd name="T44" fmla="*/ 124 w 549"/>
                <a:gd name="T45" fmla="*/ 520 h 549"/>
                <a:gd name="T46" fmla="*/ 124 w 549"/>
                <a:gd name="T47" fmla="*/ 549 h 549"/>
                <a:gd name="T48" fmla="*/ 278 w 549"/>
                <a:gd name="T49" fmla="*/ 549 h 549"/>
                <a:gd name="T50" fmla="*/ 294 w 549"/>
                <a:gd name="T51" fmla="*/ 524 h 549"/>
                <a:gd name="T52" fmla="*/ 279 w 549"/>
                <a:gd name="T53" fmla="*/ 476 h 549"/>
                <a:gd name="T54" fmla="*/ 337 w 549"/>
                <a:gd name="T55" fmla="*/ 426 h 549"/>
                <a:gd name="T56" fmla="*/ 394 w 549"/>
                <a:gd name="T57" fmla="*/ 476 h 549"/>
                <a:gd name="T58" fmla="*/ 380 w 549"/>
                <a:gd name="T59" fmla="*/ 524 h 549"/>
                <a:gd name="T60" fmla="*/ 396 w 549"/>
                <a:gd name="T61" fmla="*/ 549 h 549"/>
                <a:gd name="T62" fmla="*/ 549 w 549"/>
                <a:gd name="T63" fmla="*/ 549 h 549"/>
                <a:gd name="T64" fmla="*/ 549 w 549"/>
                <a:gd name="T65" fmla="*/ 396 h 549"/>
                <a:gd name="T66" fmla="*/ 524 w 549"/>
                <a:gd name="T67" fmla="*/ 381 h 549"/>
                <a:gd name="T68" fmla="*/ 476 w 549"/>
                <a:gd name="T69" fmla="*/ 394 h 549"/>
                <a:gd name="T70" fmla="*/ 426 w 549"/>
                <a:gd name="T71" fmla="*/ 337 h 549"/>
                <a:gd name="T72" fmla="*/ 476 w 549"/>
                <a:gd name="T73" fmla="*/ 28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9" h="549">
                  <a:moveTo>
                    <a:pt x="476" y="280"/>
                  </a:moveTo>
                  <a:cubicBezTo>
                    <a:pt x="489" y="280"/>
                    <a:pt x="507" y="286"/>
                    <a:pt x="524" y="294"/>
                  </a:cubicBezTo>
                  <a:cubicBezTo>
                    <a:pt x="536" y="300"/>
                    <a:pt x="549" y="291"/>
                    <a:pt x="549" y="279"/>
                  </a:cubicBezTo>
                  <a:cubicBezTo>
                    <a:pt x="549" y="124"/>
                    <a:pt x="549" y="124"/>
                    <a:pt x="549" y="124"/>
                  </a:cubicBezTo>
                  <a:cubicBezTo>
                    <a:pt x="396" y="124"/>
                    <a:pt x="396" y="124"/>
                    <a:pt x="396" y="124"/>
                  </a:cubicBezTo>
                  <a:cubicBezTo>
                    <a:pt x="383" y="124"/>
                    <a:pt x="375" y="111"/>
                    <a:pt x="380" y="99"/>
                  </a:cubicBezTo>
                  <a:cubicBezTo>
                    <a:pt x="389" y="82"/>
                    <a:pt x="394" y="64"/>
                    <a:pt x="394" y="51"/>
                  </a:cubicBezTo>
                  <a:cubicBezTo>
                    <a:pt x="394" y="18"/>
                    <a:pt x="369" y="0"/>
                    <a:pt x="337" y="0"/>
                  </a:cubicBezTo>
                  <a:cubicBezTo>
                    <a:pt x="305" y="0"/>
                    <a:pt x="279" y="18"/>
                    <a:pt x="279" y="51"/>
                  </a:cubicBezTo>
                  <a:cubicBezTo>
                    <a:pt x="279" y="64"/>
                    <a:pt x="285" y="82"/>
                    <a:pt x="294" y="99"/>
                  </a:cubicBezTo>
                  <a:cubicBezTo>
                    <a:pt x="300" y="110"/>
                    <a:pt x="291" y="124"/>
                    <a:pt x="278" y="124"/>
                  </a:cubicBezTo>
                  <a:cubicBezTo>
                    <a:pt x="124" y="124"/>
                    <a:pt x="124" y="124"/>
                    <a:pt x="124" y="124"/>
                  </a:cubicBezTo>
                  <a:cubicBezTo>
                    <a:pt x="124" y="124"/>
                    <a:pt x="124" y="124"/>
                    <a:pt x="124" y="124"/>
                  </a:cubicBezTo>
                  <a:cubicBezTo>
                    <a:pt x="124" y="124"/>
                    <a:pt x="124" y="124"/>
                    <a:pt x="124" y="124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91"/>
                    <a:pt x="110" y="300"/>
                    <a:pt x="99" y="294"/>
                  </a:cubicBezTo>
                  <a:cubicBezTo>
                    <a:pt x="82" y="286"/>
                    <a:pt x="64" y="280"/>
                    <a:pt x="50" y="280"/>
                  </a:cubicBezTo>
                  <a:cubicBezTo>
                    <a:pt x="18" y="280"/>
                    <a:pt x="0" y="305"/>
                    <a:pt x="0" y="337"/>
                  </a:cubicBezTo>
                  <a:cubicBezTo>
                    <a:pt x="0" y="369"/>
                    <a:pt x="18" y="394"/>
                    <a:pt x="50" y="394"/>
                  </a:cubicBezTo>
                  <a:cubicBezTo>
                    <a:pt x="64" y="394"/>
                    <a:pt x="82" y="389"/>
                    <a:pt x="99" y="381"/>
                  </a:cubicBezTo>
                  <a:cubicBezTo>
                    <a:pt x="110" y="375"/>
                    <a:pt x="124" y="383"/>
                    <a:pt x="124" y="396"/>
                  </a:cubicBezTo>
                  <a:cubicBezTo>
                    <a:pt x="124" y="549"/>
                    <a:pt x="124" y="549"/>
                    <a:pt x="124" y="549"/>
                  </a:cubicBezTo>
                  <a:cubicBezTo>
                    <a:pt x="124" y="520"/>
                    <a:pt x="124" y="520"/>
                    <a:pt x="124" y="520"/>
                  </a:cubicBezTo>
                  <a:cubicBezTo>
                    <a:pt x="124" y="549"/>
                    <a:pt x="124" y="549"/>
                    <a:pt x="124" y="549"/>
                  </a:cubicBezTo>
                  <a:cubicBezTo>
                    <a:pt x="278" y="549"/>
                    <a:pt x="278" y="549"/>
                    <a:pt x="278" y="549"/>
                  </a:cubicBezTo>
                  <a:cubicBezTo>
                    <a:pt x="291" y="549"/>
                    <a:pt x="300" y="536"/>
                    <a:pt x="294" y="524"/>
                  </a:cubicBezTo>
                  <a:cubicBezTo>
                    <a:pt x="285" y="507"/>
                    <a:pt x="279" y="489"/>
                    <a:pt x="279" y="476"/>
                  </a:cubicBezTo>
                  <a:cubicBezTo>
                    <a:pt x="279" y="443"/>
                    <a:pt x="305" y="426"/>
                    <a:pt x="337" y="426"/>
                  </a:cubicBezTo>
                  <a:cubicBezTo>
                    <a:pt x="369" y="426"/>
                    <a:pt x="394" y="443"/>
                    <a:pt x="394" y="476"/>
                  </a:cubicBezTo>
                  <a:cubicBezTo>
                    <a:pt x="394" y="489"/>
                    <a:pt x="389" y="507"/>
                    <a:pt x="380" y="524"/>
                  </a:cubicBezTo>
                  <a:cubicBezTo>
                    <a:pt x="375" y="536"/>
                    <a:pt x="383" y="549"/>
                    <a:pt x="396" y="549"/>
                  </a:cubicBezTo>
                  <a:cubicBezTo>
                    <a:pt x="549" y="549"/>
                    <a:pt x="549" y="549"/>
                    <a:pt x="549" y="549"/>
                  </a:cubicBezTo>
                  <a:cubicBezTo>
                    <a:pt x="549" y="396"/>
                    <a:pt x="549" y="396"/>
                    <a:pt x="549" y="396"/>
                  </a:cubicBezTo>
                  <a:cubicBezTo>
                    <a:pt x="549" y="383"/>
                    <a:pt x="536" y="375"/>
                    <a:pt x="524" y="381"/>
                  </a:cubicBezTo>
                  <a:cubicBezTo>
                    <a:pt x="507" y="389"/>
                    <a:pt x="489" y="394"/>
                    <a:pt x="476" y="394"/>
                  </a:cubicBezTo>
                  <a:cubicBezTo>
                    <a:pt x="443" y="394"/>
                    <a:pt x="426" y="369"/>
                    <a:pt x="426" y="337"/>
                  </a:cubicBezTo>
                  <a:cubicBezTo>
                    <a:pt x="426" y="305"/>
                    <a:pt x="443" y="280"/>
                    <a:pt x="476" y="280"/>
                  </a:cubicBezTo>
                  <a:close/>
                </a:path>
              </a:pathLst>
            </a:custGeom>
            <a:solidFill>
              <a:schemeClr val="accent5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8F5A5F16-644F-4B26-A2A3-25357DE87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6100" y="1606551"/>
              <a:ext cx="2071688" cy="2071688"/>
            </a:xfrm>
            <a:custGeom>
              <a:avLst/>
              <a:gdLst>
                <a:gd name="T0" fmla="*/ 476 w 549"/>
                <a:gd name="T1" fmla="*/ 269 h 549"/>
                <a:gd name="T2" fmla="*/ 524 w 549"/>
                <a:gd name="T3" fmla="*/ 255 h 549"/>
                <a:gd name="T4" fmla="*/ 549 w 549"/>
                <a:gd name="T5" fmla="*/ 271 h 549"/>
                <a:gd name="T6" fmla="*/ 549 w 549"/>
                <a:gd name="T7" fmla="*/ 425 h 549"/>
                <a:gd name="T8" fmla="*/ 396 w 549"/>
                <a:gd name="T9" fmla="*/ 425 h 549"/>
                <a:gd name="T10" fmla="*/ 380 w 549"/>
                <a:gd name="T11" fmla="*/ 450 h 549"/>
                <a:gd name="T12" fmla="*/ 394 w 549"/>
                <a:gd name="T13" fmla="*/ 499 h 549"/>
                <a:gd name="T14" fmla="*/ 337 w 549"/>
                <a:gd name="T15" fmla="*/ 549 h 549"/>
                <a:gd name="T16" fmla="*/ 279 w 549"/>
                <a:gd name="T17" fmla="*/ 499 h 549"/>
                <a:gd name="T18" fmla="*/ 294 w 549"/>
                <a:gd name="T19" fmla="*/ 450 h 549"/>
                <a:gd name="T20" fmla="*/ 278 w 549"/>
                <a:gd name="T21" fmla="*/ 425 h 549"/>
                <a:gd name="T22" fmla="*/ 124 w 549"/>
                <a:gd name="T23" fmla="*/ 425 h 549"/>
                <a:gd name="T24" fmla="*/ 124 w 549"/>
                <a:gd name="T25" fmla="*/ 425 h 549"/>
                <a:gd name="T26" fmla="*/ 124 w 549"/>
                <a:gd name="T27" fmla="*/ 425 h 549"/>
                <a:gd name="T28" fmla="*/ 124 w 549"/>
                <a:gd name="T29" fmla="*/ 271 h 549"/>
                <a:gd name="T30" fmla="*/ 99 w 549"/>
                <a:gd name="T31" fmla="*/ 255 h 549"/>
                <a:gd name="T32" fmla="*/ 50 w 549"/>
                <a:gd name="T33" fmla="*/ 269 h 549"/>
                <a:gd name="T34" fmla="*/ 0 w 549"/>
                <a:gd name="T35" fmla="*/ 212 h 549"/>
                <a:gd name="T36" fmla="*/ 50 w 549"/>
                <a:gd name="T37" fmla="*/ 155 h 549"/>
                <a:gd name="T38" fmla="*/ 99 w 549"/>
                <a:gd name="T39" fmla="*/ 168 h 549"/>
                <a:gd name="T40" fmla="*/ 124 w 549"/>
                <a:gd name="T41" fmla="*/ 153 h 549"/>
                <a:gd name="T42" fmla="*/ 124 w 549"/>
                <a:gd name="T43" fmla="*/ 0 h 549"/>
                <a:gd name="T44" fmla="*/ 124 w 549"/>
                <a:gd name="T45" fmla="*/ 29 h 549"/>
                <a:gd name="T46" fmla="*/ 124 w 549"/>
                <a:gd name="T47" fmla="*/ 0 h 549"/>
                <a:gd name="T48" fmla="*/ 278 w 549"/>
                <a:gd name="T49" fmla="*/ 0 h 549"/>
                <a:gd name="T50" fmla="*/ 294 w 549"/>
                <a:gd name="T51" fmla="*/ 25 h 549"/>
                <a:gd name="T52" fmla="*/ 279 w 549"/>
                <a:gd name="T53" fmla="*/ 73 h 549"/>
                <a:gd name="T54" fmla="*/ 337 w 549"/>
                <a:gd name="T55" fmla="*/ 123 h 549"/>
                <a:gd name="T56" fmla="*/ 394 w 549"/>
                <a:gd name="T57" fmla="*/ 73 h 549"/>
                <a:gd name="T58" fmla="*/ 380 w 549"/>
                <a:gd name="T59" fmla="*/ 25 h 549"/>
                <a:gd name="T60" fmla="*/ 396 w 549"/>
                <a:gd name="T61" fmla="*/ 0 h 549"/>
                <a:gd name="T62" fmla="*/ 549 w 549"/>
                <a:gd name="T63" fmla="*/ 0 h 549"/>
                <a:gd name="T64" fmla="*/ 549 w 549"/>
                <a:gd name="T65" fmla="*/ 153 h 549"/>
                <a:gd name="T66" fmla="*/ 524 w 549"/>
                <a:gd name="T67" fmla="*/ 168 h 549"/>
                <a:gd name="T68" fmla="*/ 476 w 549"/>
                <a:gd name="T69" fmla="*/ 155 h 549"/>
                <a:gd name="T70" fmla="*/ 425 w 549"/>
                <a:gd name="T71" fmla="*/ 212 h 549"/>
                <a:gd name="T72" fmla="*/ 476 w 549"/>
                <a:gd name="T73" fmla="*/ 269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9" h="549">
                  <a:moveTo>
                    <a:pt x="476" y="269"/>
                  </a:moveTo>
                  <a:cubicBezTo>
                    <a:pt x="489" y="269"/>
                    <a:pt x="507" y="263"/>
                    <a:pt x="524" y="255"/>
                  </a:cubicBezTo>
                  <a:cubicBezTo>
                    <a:pt x="535" y="249"/>
                    <a:pt x="549" y="258"/>
                    <a:pt x="549" y="271"/>
                  </a:cubicBezTo>
                  <a:cubicBezTo>
                    <a:pt x="549" y="425"/>
                    <a:pt x="549" y="425"/>
                    <a:pt x="549" y="425"/>
                  </a:cubicBezTo>
                  <a:cubicBezTo>
                    <a:pt x="396" y="425"/>
                    <a:pt x="396" y="425"/>
                    <a:pt x="396" y="425"/>
                  </a:cubicBezTo>
                  <a:cubicBezTo>
                    <a:pt x="383" y="425"/>
                    <a:pt x="375" y="438"/>
                    <a:pt x="380" y="450"/>
                  </a:cubicBezTo>
                  <a:cubicBezTo>
                    <a:pt x="389" y="467"/>
                    <a:pt x="394" y="485"/>
                    <a:pt x="394" y="499"/>
                  </a:cubicBezTo>
                  <a:cubicBezTo>
                    <a:pt x="394" y="531"/>
                    <a:pt x="368" y="549"/>
                    <a:pt x="337" y="549"/>
                  </a:cubicBezTo>
                  <a:cubicBezTo>
                    <a:pt x="305" y="549"/>
                    <a:pt x="279" y="531"/>
                    <a:pt x="279" y="499"/>
                  </a:cubicBezTo>
                  <a:cubicBezTo>
                    <a:pt x="279" y="485"/>
                    <a:pt x="285" y="467"/>
                    <a:pt x="294" y="450"/>
                  </a:cubicBezTo>
                  <a:cubicBezTo>
                    <a:pt x="300" y="439"/>
                    <a:pt x="291" y="425"/>
                    <a:pt x="278" y="425"/>
                  </a:cubicBezTo>
                  <a:cubicBezTo>
                    <a:pt x="124" y="425"/>
                    <a:pt x="124" y="425"/>
                    <a:pt x="124" y="425"/>
                  </a:cubicBezTo>
                  <a:cubicBezTo>
                    <a:pt x="124" y="425"/>
                    <a:pt x="124" y="425"/>
                    <a:pt x="124" y="425"/>
                  </a:cubicBezTo>
                  <a:cubicBezTo>
                    <a:pt x="124" y="425"/>
                    <a:pt x="124" y="425"/>
                    <a:pt x="124" y="425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58"/>
                    <a:pt x="110" y="249"/>
                    <a:pt x="99" y="255"/>
                  </a:cubicBezTo>
                  <a:cubicBezTo>
                    <a:pt x="82" y="263"/>
                    <a:pt x="64" y="269"/>
                    <a:pt x="50" y="269"/>
                  </a:cubicBezTo>
                  <a:cubicBezTo>
                    <a:pt x="18" y="269"/>
                    <a:pt x="0" y="244"/>
                    <a:pt x="0" y="212"/>
                  </a:cubicBezTo>
                  <a:cubicBezTo>
                    <a:pt x="0" y="180"/>
                    <a:pt x="18" y="155"/>
                    <a:pt x="50" y="155"/>
                  </a:cubicBezTo>
                  <a:cubicBezTo>
                    <a:pt x="64" y="155"/>
                    <a:pt x="82" y="160"/>
                    <a:pt x="99" y="168"/>
                  </a:cubicBezTo>
                  <a:cubicBezTo>
                    <a:pt x="110" y="174"/>
                    <a:pt x="124" y="166"/>
                    <a:pt x="124" y="15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8" y="0"/>
                    <a:pt x="278" y="0"/>
                    <a:pt x="278" y="0"/>
                  </a:cubicBezTo>
                  <a:cubicBezTo>
                    <a:pt x="291" y="0"/>
                    <a:pt x="300" y="13"/>
                    <a:pt x="294" y="25"/>
                  </a:cubicBezTo>
                  <a:cubicBezTo>
                    <a:pt x="285" y="42"/>
                    <a:pt x="279" y="60"/>
                    <a:pt x="279" y="73"/>
                  </a:cubicBezTo>
                  <a:cubicBezTo>
                    <a:pt x="279" y="106"/>
                    <a:pt x="305" y="123"/>
                    <a:pt x="337" y="123"/>
                  </a:cubicBezTo>
                  <a:cubicBezTo>
                    <a:pt x="368" y="123"/>
                    <a:pt x="394" y="106"/>
                    <a:pt x="394" y="73"/>
                  </a:cubicBezTo>
                  <a:cubicBezTo>
                    <a:pt x="394" y="60"/>
                    <a:pt x="389" y="42"/>
                    <a:pt x="380" y="25"/>
                  </a:cubicBezTo>
                  <a:cubicBezTo>
                    <a:pt x="375" y="13"/>
                    <a:pt x="383" y="0"/>
                    <a:pt x="396" y="0"/>
                  </a:cubicBezTo>
                  <a:cubicBezTo>
                    <a:pt x="549" y="0"/>
                    <a:pt x="549" y="0"/>
                    <a:pt x="549" y="0"/>
                  </a:cubicBezTo>
                  <a:cubicBezTo>
                    <a:pt x="549" y="153"/>
                    <a:pt x="549" y="153"/>
                    <a:pt x="549" y="153"/>
                  </a:cubicBezTo>
                  <a:cubicBezTo>
                    <a:pt x="549" y="166"/>
                    <a:pt x="536" y="174"/>
                    <a:pt x="524" y="168"/>
                  </a:cubicBezTo>
                  <a:cubicBezTo>
                    <a:pt x="507" y="160"/>
                    <a:pt x="489" y="155"/>
                    <a:pt x="476" y="155"/>
                  </a:cubicBezTo>
                  <a:cubicBezTo>
                    <a:pt x="443" y="155"/>
                    <a:pt x="425" y="180"/>
                    <a:pt x="425" y="212"/>
                  </a:cubicBezTo>
                  <a:cubicBezTo>
                    <a:pt x="425" y="244"/>
                    <a:pt x="443" y="269"/>
                    <a:pt x="476" y="269"/>
                  </a:cubicBezTo>
                  <a:close/>
                </a:path>
              </a:pathLst>
            </a:custGeom>
            <a:solidFill>
              <a:schemeClr val="accent6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2A939727-0666-477D-8A93-E3F6E7D2A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038" y="2746376"/>
              <a:ext cx="2071688" cy="2071688"/>
            </a:xfrm>
            <a:custGeom>
              <a:avLst/>
              <a:gdLst>
                <a:gd name="T0" fmla="*/ 74 w 549"/>
                <a:gd name="T1" fmla="*/ 279 h 549"/>
                <a:gd name="T2" fmla="*/ 25 w 549"/>
                <a:gd name="T3" fmla="*/ 294 h 549"/>
                <a:gd name="T4" fmla="*/ 0 w 549"/>
                <a:gd name="T5" fmla="*/ 278 h 549"/>
                <a:gd name="T6" fmla="*/ 0 w 549"/>
                <a:gd name="T7" fmla="*/ 124 h 549"/>
                <a:gd name="T8" fmla="*/ 153 w 549"/>
                <a:gd name="T9" fmla="*/ 124 h 549"/>
                <a:gd name="T10" fmla="*/ 169 w 549"/>
                <a:gd name="T11" fmla="*/ 99 h 549"/>
                <a:gd name="T12" fmla="*/ 155 w 549"/>
                <a:gd name="T13" fmla="*/ 50 h 549"/>
                <a:gd name="T14" fmla="*/ 212 w 549"/>
                <a:gd name="T15" fmla="*/ 0 h 549"/>
                <a:gd name="T16" fmla="*/ 270 w 549"/>
                <a:gd name="T17" fmla="*/ 50 h 549"/>
                <a:gd name="T18" fmla="*/ 255 w 549"/>
                <a:gd name="T19" fmla="*/ 99 h 549"/>
                <a:gd name="T20" fmla="*/ 271 w 549"/>
                <a:gd name="T21" fmla="*/ 124 h 549"/>
                <a:gd name="T22" fmla="*/ 425 w 549"/>
                <a:gd name="T23" fmla="*/ 124 h 549"/>
                <a:gd name="T24" fmla="*/ 425 w 549"/>
                <a:gd name="T25" fmla="*/ 124 h 549"/>
                <a:gd name="T26" fmla="*/ 425 w 549"/>
                <a:gd name="T27" fmla="*/ 124 h 549"/>
                <a:gd name="T28" fmla="*/ 425 w 549"/>
                <a:gd name="T29" fmla="*/ 278 h 549"/>
                <a:gd name="T30" fmla="*/ 450 w 549"/>
                <a:gd name="T31" fmla="*/ 294 h 549"/>
                <a:gd name="T32" fmla="*/ 499 w 549"/>
                <a:gd name="T33" fmla="*/ 279 h 549"/>
                <a:gd name="T34" fmla="*/ 549 w 549"/>
                <a:gd name="T35" fmla="*/ 337 h 549"/>
                <a:gd name="T36" fmla="*/ 499 w 549"/>
                <a:gd name="T37" fmla="*/ 394 h 549"/>
                <a:gd name="T38" fmla="*/ 450 w 549"/>
                <a:gd name="T39" fmla="*/ 380 h 549"/>
                <a:gd name="T40" fmla="*/ 425 w 549"/>
                <a:gd name="T41" fmla="*/ 396 h 549"/>
                <a:gd name="T42" fmla="*/ 425 w 549"/>
                <a:gd name="T43" fmla="*/ 549 h 549"/>
                <a:gd name="T44" fmla="*/ 425 w 549"/>
                <a:gd name="T45" fmla="*/ 520 h 549"/>
                <a:gd name="T46" fmla="*/ 425 w 549"/>
                <a:gd name="T47" fmla="*/ 549 h 549"/>
                <a:gd name="T48" fmla="*/ 271 w 549"/>
                <a:gd name="T49" fmla="*/ 549 h 549"/>
                <a:gd name="T50" fmla="*/ 255 w 549"/>
                <a:gd name="T51" fmla="*/ 524 h 549"/>
                <a:gd name="T52" fmla="*/ 270 w 549"/>
                <a:gd name="T53" fmla="*/ 476 h 549"/>
                <a:gd name="T54" fmla="*/ 212 w 549"/>
                <a:gd name="T55" fmla="*/ 426 h 549"/>
                <a:gd name="T56" fmla="*/ 155 w 549"/>
                <a:gd name="T57" fmla="*/ 476 h 549"/>
                <a:gd name="T58" fmla="*/ 169 w 549"/>
                <a:gd name="T59" fmla="*/ 524 h 549"/>
                <a:gd name="T60" fmla="*/ 153 w 549"/>
                <a:gd name="T61" fmla="*/ 549 h 549"/>
                <a:gd name="T62" fmla="*/ 0 w 549"/>
                <a:gd name="T63" fmla="*/ 549 h 549"/>
                <a:gd name="T64" fmla="*/ 0 w 549"/>
                <a:gd name="T65" fmla="*/ 396 h 549"/>
                <a:gd name="T66" fmla="*/ 25 w 549"/>
                <a:gd name="T67" fmla="*/ 380 h 549"/>
                <a:gd name="T68" fmla="*/ 74 w 549"/>
                <a:gd name="T69" fmla="*/ 394 h 549"/>
                <a:gd name="T70" fmla="*/ 124 w 549"/>
                <a:gd name="T71" fmla="*/ 337 h 549"/>
                <a:gd name="T72" fmla="*/ 74 w 549"/>
                <a:gd name="T73" fmla="*/ 279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9" h="549">
                  <a:moveTo>
                    <a:pt x="74" y="279"/>
                  </a:moveTo>
                  <a:cubicBezTo>
                    <a:pt x="60" y="279"/>
                    <a:pt x="42" y="285"/>
                    <a:pt x="25" y="294"/>
                  </a:cubicBezTo>
                  <a:cubicBezTo>
                    <a:pt x="14" y="300"/>
                    <a:pt x="0" y="291"/>
                    <a:pt x="0" y="278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153" y="124"/>
                    <a:pt x="153" y="124"/>
                    <a:pt x="153" y="124"/>
                  </a:cubicBezTo>
                  <a:cubicBezTo>
                    <a:pt x="166" y="124"/>
                    <a:pt x="174" y="111"/>
                    <a:pt x="169" y="99"/>
                  </a:cubicBezTo>
                  <a:cubicBezTo>
                    <a:pt x="161" y="82"/>
                    <a:pt x="155" y="64"/>
                    <a:pt x="155" y="50"/>
                  </a:cubicBezTo>
                  <a:cubicBezTo>
                    <a:pt x="155" y="18"/>
                    <a:pt x="181" y="0"/>
                    <a:pt x="212" y="0"/>
                  </a:cubicBezTo>
                  <a:cubicBezTo>
                    <a:pt x="244" y="0"/>
                    <a:pt x="270" y="18"/>
                    <a:pt x="270" y="50"/>
                  </a:cubicBezTo>
                  <a:cubicBezTo>
                    <a:pt x="270" y="64"/>
                    <a:pt x="264" y="82"/>
                    <a:pt x="255" y="99"/>
                  </a:cubicBezTo>
                  <a:cubicBezTo>
                    <a:pt x="249" y="110"/>
                    <a:pt x="258" y="124"/>
                    <a:pt x="271" y="124"/>
                  </a:cubicBezTo>
                  <a:cubicBezTo>
                    <a:pt x="425" y="124"/>
                    <a:pt x="425" y="124"/>
                    <a:pt x="425" y="124"/>
                  </a:cubicBezTo>
                  <a:cubicBezTo>
                    <a:pt x="425" y="124"/>
                    <a:pt x="425" y="124"/>
                    <a:pt x="425" y="124"/>
                  </a:cubicBezTo>
                  <a:cubicBezTo>
                    <a:pt x="425" y="124"/>
                    <a:pt x="425" y="124"/>
                    <a:pt x="425" y="124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91"/>
                    <a:pt x="439" y="300"/>
                    <a:pt x="450" y="294"/>
                  </a:cubicBezTo>
                  <a:cubicBezTo>
                    <a:pt x="467" y="285"/>
                    <a:pt x="485" y="279"/>
                    <a:pt x="499" y="279"/>
                  </a:cubicBezTo>
                  <a:cubicBezTo>
                    <a:pt x="531" y="279"/>
                    <a:pt x="549" y="305"/>
                    <a:pt x="549" y="337"/>
                  </a:cubicBezTo>
                  <a:cubicBezTo>
                    <a:pt x="549" y="369"/>
                    <a:pt x="531" y="394"/>
                    <a:pt x="499" y="394"/>
                  </a:cubicBezTo>
                  <a:cubicBezTo>
                    <a:pt x="485" y="394"/>
                    <a:pt x="467" y="389"/>
                    <a:pt x="450" y="380"/>
                  </a:cubicBezTo>
                  <a:cubicBezTo>
                    <a:pt x="439" y="375"/>
                    <a:pt x="425" y="383"/>
                    <a:pt x="425" y="396"/>
                  </a:cubicBezTo>
                  <a:cubicBezTo>
                    <a:pt x="425" y="549"/>
                    <a:pt x="425" y="549"/>
                    <a:pt x="425" y="549"/>
                  </a:cubicBezTo>
                  <a:cubicBezTo>
                    <a:pt x="425" y="520"/>
                    <a:pt x="425" y="520"/>
                    <a:pt x="425" y="520"/>
                  </a:cubicBezTo>
                  <a:cubicBezTo>
                    <a:pt x="425" y="549"/>
                    <a:pt x="425" y="549"/>
                    <a:pt x="425" y="549"/>
                  </a:cubicBezTo>
                  <a:cubicBezTo>
                    <a:pt x="271" y="549"/>
                    <a:pt x="271" y="549"/>
                    <a:pt x="271" y="549"/>
                  </a:cubicBezTo>
                  <a:cubicBezTo>
                    <a:pt x="258" y="549"/>
                    <a:pt x="249" y="536"/>
                    <a:pt x="255" y="524"/>
                  </a:cubicBezTo>
                  <a:cubicBezTo>
                    <a:pt x="264" y="507"/>
                    <a:pt x="270" y="489"/>
                    <a:pt x="270" y="476"/>
                  </a:cubicBezTo>
                  <a:cubicBezTo>
                    <a:pt x="270" y="443"/>
                    <a:pt x="244" y="426"/>
                    <a:pt x="212" y="426"/>
                  </a:cubicBezTo>
                  <a:cubicBezTo>
                    <a:pt x="181" y="426"/>
                    <a:pt x="155" y="443"/>
                    <a:pt x="155" y="476"/>
                  </a:cubicBezTo>
                  <a:cubicBezTo>
                    <a:pt x="155" y="489"/>
                    <a:pt x="161" y="507"/>
                    <a:pt x="169" y="524"/>
                  </a:cubicBezTo>
                  <a:cubicBezTo>
                    <a:pt x="174" y="536"/>
                    <a:pt x="166" y="549"/>
                    <a:pt x="153" y="549"/>
                  </a:cubicBezTo>
                  <a:cubicBezTo>
                    <a:pt x="0" y="549"/>
                    <a:pt x="0" y="549"/>
                    <a:pt x="0" y="549"/>
                  </a:cubicBezTo>
                  <a:cubicBezTo>
                    <a:pt x="0" y="396"/>
                    <a:pt x="0" y="396"/>
                    <a:pt x="0" y="396"/>
                  </a:cubicBezTo>
                  <a:cubicBezTo>
                    <a:pt x="0" y="383"/>
                    <a:pt x="13" y="375"/>
                    <a:pt x="25" y="380"/>
                  </a:cubicBezTo>
                  <a:cubicBezTo>
                    <a:pt x="42" y="389"/>
                    <a:pt x="60" y="394"/>
                    <a:pt x="74" y="394"/>
                  </a:cubicBezTo>
                  <a:cubicBezTo>
                    <a:pt x="106" y="394"/>
                    <a:pt x="124" y="369"/>
                    <a:pt x="124" y="337"/>
                  </a:cubicBezTo>
                  <a:cubicBezTo>
                    <a:pt x="124" y="305"/>
                    <a:pt x="106" y="279"/>
                    <a:pt x="74" y="279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109BA64-68D1-434C-AF85-DB4E673001F4}"/>
              </a:ext>
            </a:extLst>
          </p:cNvPr>
          <p:cNvSpPr txBox="1"/>
          <p:nvPr/>
        </p:nvSpPr>
        <p:spPr>
          <a:xfrm>
            <a:off x="6407148" y="3223362"/>
            <a:ext cx="71045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IN" sz="36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CFD2C4-F72A-4CC3-A7BE-39D769B38522}"/>
              </a:ext>
            </a:extLst>
          </p:cNvPr>
          <p:cNvSpPr txBox="1"/>
          <p:nvPr/>
        </p:nvSpPr>
        <p:spPr>
          <a:xfrm>
            <a:off x="6723671" y="4700470"/>
            <a:ext cx="71045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IN" sz="36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AD0612-B160-49B8-B478-AFE6432D9748}"/>
              </a:ext>
            </a:extLst>
          </p:cNvPr>
          <p:cNvSpPr txBox="1"/>
          <p:nvPr/>
        </p:nvSpPr>
        <p:spPr>
          <a:xfrm>
            <a:off x="5141056" y="4395670"/>
            <a:ext cx="71045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  <a:endParaRPr lang="en-IN" sz="36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0CEF1E-3B11-46FC-A352-D51AED0A8783}"/>
              </a:ext>
            </a:extLst>
          </p:cNvPr>
          <p:cNvSpPr txBox="1"/>
          <p:nvPr/>
        </p:nvSpPr>
        <p:spPr>
          <a:xfrm>
            <a:off x="4719024" y="2766162"/>
            <a:ext cx="71045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lang="en-IN" sz="36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0A2D5E-2DD7-4B88-8940-9074C5865C21}"/>
              </a:ext>
            </a:extLst>
          </p:cNvPr>
          <p:cNvSpPr txBox="1"/>
          <p:nvPr/>
        </p:nvSpPr>
        <p:spPr>
          <a:xfrm>
            <a:off x="8486154" y="2289481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AB6A79-2303-46C6-8640-B3E6CAFC2C74}"/>
              </a:ext>
            </a:extLst>
          </p:cNvPr>
          <p:cNvSpPr txBox="1"/>
          <p:nvPr/>
        </p:nvSpPr>
        <p:spPr>
          <a:xfrm>
            <a:off x="8486153" y="1902140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91EBC5-CA00-41A7-B6E9-FB869E08720E}"/>
              </a:ext>
            </a:extLst>
          </p:cNvPr>
          <p:cNvSpPr txBox="1"/>
          <p:nvPr/>
        </p:nvSpPr>
        <p:spPr>
          <a:xfrm>
            <a:off x="8486154" y="5534087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52B085-073C-4381-9F9B-DDA06D95FF44}"/>
              </a:ext>
            </a:extLst>
          </p:cNvPr>
          <p:cNvSpPr txBox="1"/>
          <p:nvPr/>
        </p:nvSpPr>
        <p:spPr>
          <a:xfrm>
            <a:off x="8486153" y="5146746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8E19BB-D685-4008-BC33-3E92F72C1512}"/>
              </a:ext>
            </a:extLst>
          </p:cNvPr>
          <p:cNvSpPr txBox="1"/>
          <p:nvPr/>
        </p:nvSpPr>
        <p:spPr>
          <a:xfrm>
            <a:off x="737201" y="2289481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49FEE4-CEF2-43FD-BCD0-1675D5F0E1FD}"/>
              </a:ext>
            </a:extLst>
          </p:cNvPr>
          <p:cNvSpPr txBox="1"/>
          <p:nvPr/>
        </p:nvSpPr>
        <p:spPr>
          <a:xfrm>
            <a:off x="737200" y="1902140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B1902A-85AB-4FB2-8587-CFF0F49AEB89}"/>
              </a:ext>
            </a:extLst>
          </p:cNvPr>
          <p:cNvSpPr txBox="1"/>
          <p:nvPr/>
        </p:nvSpPr>
        <p:spPr>
          <a:xfrm>
            <a:off x="737201" y="5534087"/>
            <a:ext cx="296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194435-447F-4E8C-B0A0-69DA4D9A491F}"/>
              </a:ext>
            </a:extLst>
          </p:cNvPr>
          <p:cNvSpPr txBox="1"/>
          <p:nvPr/>
        </p:nvSpPr>
        <p:spPr>
          <a:xfrm>
            <a:off x="737200" y="5146746"/>
            <a:ext cx="2965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Placeholder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FA38CC-529C-4009-A2E7-203593DC564D}"/>
              </a:ext>
            </a:extLst>
          </p:cNvPr>
          <p:cNvSpPr/>
          <p:nvPr/>
        </p:nvSpPr>
        <p:spPr>
          <a:xfrm>
            <a:off x="3917182" y="2130962"/>
            <a:ext cx="977110" cy="610832"/>
          </a:xfrm>
          <a:custGeom>
            <a:avLst/>
            <a:gdLst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  <a:gd name="connsiteX3" fmla="*/ 0 w 1033895"/>
              <a:gd name="connsiteY3" fmla="*/ 646331 h 646331"/>
              <a:gd name="connsiteX4" fmla="*/ 0 w 1033895"/>
              <a:gd name="connsiteY4" fmla="*/ 0 h 646331"/>
              <a:gd name="connsiteX0" fmla="*/ 0 w 1033895"/>
              <a:gd name="connsiteY0" fmla="*/ 646331 h 737771"/>
              <a:gd name="connsiteX1" fmla="*/ 0 w 1033895"/>
              <a:gd name="connsiteY1" fmla="*/ 0 h 737771"/>
              <a:gd name="connsiteX2" fmla="*/ 1033895 w 1033895"/>
              <a:gd name="connsiteY2" fmla="*/ 0 h 737771"/>
              <a:gd name="connsiteX3" fmla="*/ 1033895 w 1033895"/>
              <a:gd name="connsiteY3" fmla="*/ 646331 h 737771"/>
              <a:gd name="connsiteX4" fmla="*/ 91440 w 1033895"/>
              <a:gd name="connsiteY4" fmla="*/ 737771 h 737771"/>
              <a:gd name="connsiteX0" fmla="*/ 0 w 1033895"/>
              <a:gd name="connsiteY0" fmla="*/ 646331 h 646331"/>
              <a:gd name="connsiteX1" fmla="*/ 0 w 1033895"/>
              <a:gd name="connsiteY1" fmla="*/ 0 h 646331"/>
              <a:gd name="connsiteX2" fmla="*/ 1033895 w 1033895"/>
              <a:gd name="connsiteY2" fmla="*/ 0 h 646331"/>
              <a:gd name="connsiteX3" fmla="*/ 1033895 w 1033895"/>
              <a:gd name="connsiteY3" fmla="*/ 646331 h 646331"/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3895" h="646331">
                <a:moveTo>
                  <a:pt x="0" y="0"/>
                </a:moveTo>
                <a:lnTo>
                  <a:pt x="1033895" y="0"/>
                </a:lnTo>
                <a:lnTo>
                  <a:pt x="1033895" y="646331"/>
                </a:lnTo>
              </a:path>
            </a:pathLst>
          </a:custGeom>
          <a:noFill/>
          <a:ln w="38100" cap="rnd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" name="Rectangle 34">
            <a:extLst>
              <a:ext uri="{FF2B5EF4-FFF2-40B4-BE49-F238E27FC236}">
                <a16:creationId xmlns:a16="http://schemas.microsoft.com/office/drawing/2014/main" id="{1233BEC0-2E36-4E3E-BDC0-3E88AA9AFAFA}"/>
              </a:ext>
            </a:extLst>
          </p:cNvPr>
          <p:cNvSpPr/>
          <p:nvPr/>
        </p:nvSpPr>
        <p:spPr>
          <a:xfrm flipH="1">
            <a:off x="7294532" y="2130962"/>
            <a:ext cx="977110" cy="610832"/>
          </a:xfrm>
          <a:custGeom>
            <a:avLst/>
            <a:gdLst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  <a:gd name="connsiteX3" fmla="*/ 0 w 1033895"/>
              <a:gd name="connsiteY3" fmla="*/ 646331 h 646331"/>
              <a:gd name="connsiteX4" fmla="*/ 0 w 1033895"/>
              <a:gd name="connsiteY4" fmla="*/ 0 h 646331"/>
              <a:gd name="connsiteX0" fmla="*/ 0 w 1033895"/>
              <a:gd name="connsiteY0" fmla="*/ 646331 h 737771"/>
              <a:gd name="connsiteX1" fmla="*/ 0 w 1033895"/>
              <a:gd name="connsiteY1" fmla="*/ 0 h 737771"/>
              <a:gd name="connsiteX2" fmla="*/ 1033895 w 1033895"/>
              <a:gd name="connsiteY2" fmla="*/ 0 h 737771"/>
              <a:gd name="connsiteX3" fmla="*/ 1033895 w 1033895"/>
              <a:gd name="connsiteY3" fmla="*/ 646331 h 737771"/>
              <a:gd name="connsiteX4" fmla="*/ 91440 w 1033895"/>
              <a:gd name="connsiteY4" fmla="*/ 737771 h 737771"/>
              <a:gd name="connsiteX0" fmla="*/ 0 w 1033895"/>
              <a:gd name="connsiteY0" fmla="*/ 646331 h 646331"/>
              <a:gd name="connsiteX1" fmla="*/ 0 w 1033895"/>
              <a:gd name="connsiteY1" fmla="*/ 0 h 646331"/>
              <a:gd name="connsiteX2" fmla="*/ 1033895 w 1033895"/>
              <a:gd name="connsiteY2" fmla="*/ 0 h 646331"/>
              <a:gd name="connsiteX3" fmla="*/ 1033895 w 1033895"/>
              <a:gd name="connsiteY3" fmla="*/ 646331 h 646331"/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3895" h="646331">
                <a:moveTo>
                  <a:pt x="0" y="0"/>
                </a:moveTo>
                <a:lnTo>
                  <a:pt x="1033895" y="0"/>
                </a:lnTo>
                <a:lnTo>
                  <a:pt x="1033895" y="646331"/>
                </a:lnTo>
              </a:path>
            </a:pathLst>
          </a:custGeom>
          <a:noFill/>
          <a:ln w="3810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1" name="Rectangle 34">
            <a:extLst>
              <a:ext uri="{FF2B5EF4-FFF2-40B4-BE49-F238E27FC236}">
                <a16:creationId xmlns:a16="http://schemas.microsoft.com/office/drawing/2014/main" id="{4CECA5FB-134E-4A0D-B41D-51DC711E5248}"/>
              </a:ext>
            </a:extLst>
          </p:cNvPr>
          <p:cNvSpPr/>
          <p:nvPr/>
        </p:nvSpPr>
        <p:spPr>
          <a:xfrm flipV="1">
            <a:off x="3917182" y="5470806"/>
            <a:ext cx="977110" cy="610832"/>
          </a:xfrm>
          <a:custGeom>
            <a:avLst/>
            <a:gdLst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  <a:gd name="connsiteX3" fmla="*/ 0 w 1033895"/>
              <a:gd name="connsiteY3" fmla="*/ 646331 h 646331"/>
              <a:gd name="connsiteX4" fmla="*/ 0 w 1033895"/>
              <a:gd name="connsiteY4" fmla="*/ 0 h 646331"/>
              <a:gd name="connsiteX0" fmla="*/ 0 w 1033895"/>
              <a:gd name="connsiteY0" fmla="*/ 646331 h 737771"/>
              <a:gd name="connsiteX1" fmla="*/ 0 w 1033895"/>
              <a:gd name="connsiteY1" fmla="*/ 0 h 737771"/>
              <a:gd name="connsiteX2" fmla="*/ 1033895 w 1033895"/>
              <a:gd name="connsiteY2" fmla="*/ 0 h 737771"/>
              <a:gd name="connsiteX3" fmla="*/ 1033895 w 1033895"/>
              <a:gd name="connsiteY3" fmla="*/ 646331 h 737771"/>
              <a:gd name="connsiteX4" fmla="*/ 91440 w 1033895"/>
              <a:gd name="connsiteY4" fmla="*/ 737771 h 737771"/>
              <a:gd name="connsiteX0" fmla="*/ 0 w 1033895"/>
              <a:gd name="connsiteY0" fmla="*/ 646331 h 646331"/>
              <a:gd name="connsiteX1" fmla="*/ 0 w 1033895"/>
              <a:gd name="connsiteY1" fmla="*/ 0 h 646331"/>
              <a:gd name="connsiteX2" fmla="*/ 1033895 w 1033895"/>
              <a:gd name="connsiteY2" fmla="*/ 0 h 646331"/>
              <a:gd name="connsiteX3" fmla="*/ 1033895 w 1033895"/>
              <a:gd name="connsiteY3" fmla="*/ 646331 h 646331"/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3895" h="646331">
                <a:moveTo>
                  <a:pt x="0" y="0"/>
                </a:moveTo>
                <a:lnTo>
                  <a:pt x="1033895" y="0"/>
                </a:lnTo>
                <a:lnTo>
                  <a:pt x="1033895" y="646331"/>
                </a:lnTo>
              </a:path>
            </a:pathLst>
          </a:custGeom>
          <a:noFill/>
          <a:ln w="38100" cap="rnd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2" name="Rectangle 34">
            <a:extLst>
              <a:ext uri="{FF2B5EF4-FFF2-40B4-BE49-F238E27FC236}">
                <a16:creationId xmlns:a16="http://schemas.microsoft.com/office/drawing/2014/main" id="{DB42C57B-D674-4991-ADDE-49B06F4B7D4A}"/>
              </a:ext>
            </a:extLst>
          </p:cNvPr>
          <p:cNvSpPr/>
          <p:nvPr/>
        </p:nvSpPr>
        <p:spPr>
          <a:xfrm flipH="1" flipV="1">
            <a:off x="7294532" y="5470806"/>
            <a:ext cx="977110" cy="610832"/>
          </a:xfrm>
          <a:custGeom>
            <a:avLst/>
            <a:gdLst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  <a:gd name="connsiteX3" fmla="*/ 0 w 1033895"/>
              <a:gd name="connsiteY3" fmla="*/ 646331 h 646331"/>
              <a:gd name="connsiteX4" fmla="*/ 0 w 1033895"/>
              <a:gd name="connsiteY4" fmla="*/ 0 h 646331"/>
              <a:gd name="connsiteX0" fmla="*/ 0 w 1033895"/>
              <a:gd name="connsiteY0" fmla="*/ 646331 h 737771"/>
              <a:gd name="connsiteX1" fmla="*/ 0 w 1033895"/>
              <a:gd name="connsiteY1" fmla="*/ 0 h 737771"/>
              <a:gd name="connsiteX2" fmla="*/ 1033895 w 1033895"/>
              <a:gd name="connsiteY2" fmla="*/ 0 h 737771"/>
              <a:gd name="connsiteX3" fmla="*/ 1033895 w 1033895"/>
              <a:gd name="connsiteY3" fmla="*/ 646331 h 737771"/>
              <a:gd name="connsiteX4" fmla="*/ 91440 w 1033895"/>
              <a:gd name="connsiteY4" fmla="*/ 737771 h 737771"/>
              <a:gd name="connsiteX0" fmla="*/ 0 w 1033895"/>
              <a:gd name="connsiteY0" fmla="*/ 646331 h 646331"/>
              <a:gd name="connsiteX1" fmla="*/ 0 w 1033895"/>
              <a:gd name="connsiteY1" fmla="*/ 0 h 646331"/>
              <a:gd name="connsiteX2" fmla="*/ 1033895 w 1033895"/>
              <a:gd name="connsiteY2" fmla="*/ 0 h 646331"/>
              <a:gd name="connsiteX3" fmla="*/ 1033895 w 1033895"/>
              <a:gd name="connsiteY3" fmla="*/ 646331 h 646331"/>
              <a:gd name="connsiteX0" fmla="*/ 0 w 1033895"/>
              <a:gd name="connsiteY0" fmla="*/ 0 h 646331"/>
              <a:gd name="connsiteX1" fmla="*/ 1033895 w 1033895"/>
              <a:gd name="connsiteY1" fmla="*/ 0 h 646331"/>
              <a:gd name="connsiteX2" fmla="*/ 1033895 w 1033895"/>
              <a:gd name="connsiteY2" fmla="*/ 64633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3895" h="646331">
                <a:moveTo>
                  <a:pt x="0" y="0"/>
                </a:moveTo>
                <a:lnTo>
                  <a:pt x="1033895" y="0"/>
                </a:lnTo>
                <a:lnTo>
                  <a:pt x="1033895" y="646331"/>
                </a:lnTo>
              </a:path>
            </a:pathLst>
          </a:custGeom>
          <a:noFill/>
          <a:ln w="3810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A48DC-341E-41A2-895C-323618B6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4-STEP PUZZLE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69A15-40B7-4EAB-8AC4-46D616221D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57383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2D4E47-B64B-45CC-B9B7-AC302AD96461}"/>
              </a:ext>
            </a:extLst>
          </p:cNvPr>
          <p:cNvGrpSpPr/>
          <p:nvPr/>
        </p:nvGrpSpPr>
        <p:grpSpPr>
          <a:xfrm>
            <a:off x="1740622" y="2198028"/>
            <a:ext cx="3822988" cy="3825875"/>
            <a:chOff x="3991769" y="1324769"/>
            <a:chExt cx="4205287" cy="420846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4BDEEC-36D4-458A-BC84-0672F3647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769" y="2382044"/>
              <a:ext cx="2117725" cy="2105025"/>
            </a:xfrm>
            <a:custGeom>
              <a:avLst/>
              <a:gdLst>
                <a:gd name="T0" fmla="*/ 350 w 561"/>
                <a:gd name="T1" fmla="*/ 429 h 558"/>
                <a:gd name="T2" fmla="*/ 339 w 561"/>
                <a:gd name="T3" fmla="*/ 312 h 558"/>
                <a:gd name="T4" fmla="*/ 437 w 561"/>
                <a:gd name="T5" fmla="*/ 351 h 558"/>
                <a:gd name="T6" fmla="*/ 526 w 561"/>
                <a:gd name="T7" fmla="*/ 326 h 558"/>
                <a:gd name="T8" fmla="*/ 557 w 561"/>
                <a:gd name="T9" fmla="*/ 280 h 558"/>
                <a:gd name="T10" fmla="*/ 495 w 561"/>
                <a:gd name="T11" fmla="*/ 237 h 558"/>
                <a:gd name="T12" fmla="*/ 488 w 561"/>
                <a:gd name="T13" fmla="*/ 155 h 558"/>
                <a:gd name="T14" fmla="*/ 496 w 561"/>
                <a:gd name="T15" fmla="*/ 37 h 558"/>
                <a:gd name="T16" fmla="*/ 397 w 561"/>
                <a:gd name="T17" fmla="*/ 95 h 558"/>
                <a:gd name="T18" fmla="*/ 296 w 561"/>
                <a:gd name="T19" fmla="*/ 32 h 558"/>
                <a:gd name="T20" fmla="*/ 276 w 561"/>
                <a:gd name="T21" fmla="*/ 0 h 558"/>
                <a:gd name="T22" fmla="*/ 246 w 561"/>
                <a:gd name="T23" fmla="*/ 46 h 558"/>
                <a:gd name="T24" fmla="*/ 157 w 561"/>
                <a:gd name="T25" fmla="*/ 71 h 558"/>
                <a:gd name="T26" fmla="*/ 59 w 561"/>
                <a:gd name="T27" fmla="*/ 32 h 558"/>
                <a:gd name="T28" fmla="*/ 70 w 561"/>
                <a:gd name="T29" fmla="*/ 149 h 558"/>
                <a:gd name="T30" fmla="*/ 60 w 561"/>
                <a:gd name="T31" fmla="*/ 237 h 558"/>
                <a:gd name="T32" fmla="*/ 0 w 561"/>
                <a:gd name="T33" fmla="*/ 278 h 558"/>
                <a:gd name="T34" fmla="*/ 19 w 561"/>
                <a:gd name="T35" fmla="*/ 309 h 558"/>
                <a:gd name="T36" fmla="*/ 120 w 561"/>
                <a:gd name="T37" fmla="*/ 372 h 558"/>
                <a:gd name="T38" fmla="*/ 219 w 561"/>
                <a:gd name="T39" fmla="*/ 314 h 558"/>
                <a:gd name="T40" fmla="*/ 211 w 561"/>
                <a:gd name="T41" fmla="*/ 432 h 558"/>
                <a:gd name="T42" fmla="*/ 218 w 561"/>
                <a:gd name="T43" fmla="*/ 514 h 558"/>
                <a:gd name="T44" fmla="*/ 281 w 561"/>
                <a:gd name="T45" fmla="*/ 558 h 558"/>
                <a:gd name="T46" fmla="*/ 340 w 561"/>
                <a:gd name="T47" fmla="*/ 517 h 558"/>
                <a:gd name="T48" fmla="*/ 350 w 561"/>
                <a:gd name="T49" fmla="*/ 429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1" h="558">
                  <a:moveTo>
                    <a:pt x="350" y="429"/>
                  </a:moveTo>
                  <a:cubicBezTo>
                    <a:pt x="297" y="413"/>
                    <a:pt x="300" y="343"/>
                    <a:pt x="339" y="312"/>
                  </a:cubicBezTo>
                  <a:cubicBezTo>
                    <a:pt x="377" y="282"/>
                    <a:pt x="401" y="304"/>
                    <a:pt x="437" y="351"/>
                  </a:cubicBezTo>
                  <a:cubicBezTo>
                    <a:pt x="473" y="398"/>
                    <a:pt x="504" y="363"/>
                    <a:pt x="526" y="326"/>
                  </a:cubicBezTo>
                  <a:cubicBezTo>
                    <a:pt x="535" y="312"/>
                    <a:pt x="546" y="296"/>
                    <a:pt x="557" y="280"/>
                  </a:cubicBezTo>
                  <a:cubicBezTo>
                    <a:pt x="531" y="262"/>
                    <a:pt x="507" y="245"/>
                    <a:pt x="495" y="237"/>
                  </a:cubicBezTo>
                  <a:cubicBezTo>
                    <a:pt x="476" y="223"/>
                    <a:pt x="427" y="193"/>
                    <a:pt x="488" y="155"/>
                  </a:cubicBezTo>
                  <a:cubicBezTo>
                    <a:pt x="561" y="109"/>
                    <a:pt x="544" y="55"/>
                    <a:pt x="496" y="37"/>
                  </a:cubicBezTo>
                  <a:cubicBezTo>
                    <a:pt x="423" y="11"/>
                    <a:pt x="411" y="52"/>
                    <a:pt x="397" y="95"/>
                  </a:cubicBezTo>
                  <a:cubicBezTo>
                    <a:pt x="385" y="133"/>
                    <a:pt x="336" y="94"/>
                    <a:pt x="296" y="32"/>
                  </a:cubicBezTo>
                  <a:cubicBezTo>
                    <a:pt x="289" y="21"/>
                    <a:pt x="283" y="10"/>
                    <a:pt x="276" y="0"/>
                  </a:cubicBezTo>
                  <a:cubicBezTo>
                    <a:pt x="266" y="16"/>
                    <a:pt x="255" y="32"/>
                    <a:pt x="246" y="46"/>
                  </a:cubicBezTo>
                  <a:cubicBezTo>
                    <a:pt x="224" y="82"/>
                    <a:pt x="193" y="118"/>
                    <a:pt x="157" y="71"/>
                  </a:cubicBezTo>
                  <a:cubicBezTo>
                    <a:pt x="121" y="24"/>
                    <a:pt x="97" y="2"/>
                    <a:pt x="59" y="32"/>
                  </a:cubicBezTo>
                  <a:cubicBezTo>
                    <a:pt x="20" y="63"/>
                    <a:pt x="17" y="133"/>
                    <a:pt x="70" y="149"/>
                  </a:cubicBezTo>
                  <a:cubicBezTo>
                    <a:pt x="123" y="165"/>
                    <a:pt x="130" y="189"/>
                    <a:pt x="60" y="237"/>
                  </a:cubicBezTo>
                  <a:cubicBezTo>
                    <a:pt x="38" y="253"/>
                    <a:pt x="17" y="267"/>
                    <a:pt x="0" y="278"/>
                  </a:cubicBezTo>
                  <a:cubicBezTo>
                    <a:pt x="6" y="288"/>
                    <a:pt x="13" y="298"/>
                    <a:pt x="19" y="309"/>
                  </a:cubicBezTo>
                  <a:cubicBezTo>
                    <a:pt x="59" y="371"/>
                    <a:pt x="108" y="410"/>
                    <a:pt x="120" y="372"/>
                  </a:cubicBezTo>
                  <a:cubicBezTo>
                    <a:pt x="134" y="329"/>
                    <a:pt x="146" y="288"/>
                    <a:pt x="219" y="314"/>
                  </a:cubicBezTo>
                  <a:cubicBezTo>
                    <a:pt x="267" y="332"/>
                    <a:pt x="284" y="386"/>
                    <a:pt x="211" y="432"/>
                  </a:cubicBezTo>
                  <a:cubicBezTo>
                    <a:pt x="150" y="470"/>
                    <a:pt x="200" y="500"/>
                    <a:pt x="218" y="514"/>
                  </a:cubicBezTo>
                  <a:cubicBezTo>
                    <a:pt x="230" y="522"/>
                    <a:pt x="255" y="540"/>
                    <a:pt x="281" y="558"/>
                  </a:cubicBezTo>
                  <a:cubicBezTo>
                    <a:pt x="298" y="546"/>
                    <a:pt x="318" y="533"/>
                    <a:pt x="340" y="517"/>
                  </a:cubicBezTo>
                  <a:cubicBezTo>
                    <a:pt x="410" y="469"/>
                    <a:pt x="403" y="445"/>
                    <a:pt x="350" y="429"/>
                  </a:cubicBezTo>
                  <a:close/>
                </a:path>
              </a:pathLst>
            </a:custGeom>
            <a:solidFill>
              <a:schemeClr val="accent5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0BD6DAA-F686-4B35-91F2-1761E6C0F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3169" y="1324769"/>
              <a:ext cx="2133600" cy="2128837"/>
            </a:xfrm>
            <a:custGeom>
              <a:avLst/>
              <a:gdLst>
                <a:gd name="T0" fmla="*/ 121 w 565"/>
                <a:gd name="T1" fmla="*/ 375 h 564"/>
                <a:gd name="T2" fmla="*/ 220 w 565"/>
                <a:gd name="T3" fmla="*/ 317 h 564"/>
                <a:gd name="T4" fmla="*/ 212 w 565"/>
                <a:gd name="T5" fmla="*/ 435 h 564"/>
                <a:gd name="T6" fmla="*/ 219 w 565"/>
                <a:gd name="T7" fmla="*/ 517 h 564"/>
                <a:gd name="T8" fmla="*/ 281 w 565"/>
                <a:gd name="T9" fmla="*/ 560 h 564"/>
                <a:gd name="T10" fmla="*/ 324 w 565"/>
                <a:gd name="T11" fmla="*/ 498 h 564"/>
                <a:gd name="T12" fmla="*/ 405 w 565"/>
                <a:gd name="T13" fmla="*/ 491 h 564"/>
                <a:gd name="T14" fmla="*/ 523 w 565"/>
                <a:gd name="T15" fmla="*/ 499 h 564"/>
                <a:gd name="T16" fmla="*/ 466 w 565"/>
                <a:gd name="T17" fmla="*/ 400 h 564"/>
                <a:gd name="T18" fmla="*/ 529 w 565"/>
                <a:gd name="T19" fmla="*/ 299 h 564"/>
                <a:gd name="T20" fmla="*/ 559 w 565"/>
                <a:gd name="T21" fmla="*/ 280 h 564"/>
                <a:gd name="T22" fmla="*/ 499 w 565"/>
                <a:gd name="T23" fmla="*/ 238 h 564"/>
                <a:gd name="T24" fmla="*/ 491 w 565"/>
                <a:gd name="T25" fmla="*/ 156 h 564"/>
                <a:gd name="T26" fmla="*/ 499 w 565"/>
                <a:gd name="T27" fmla="*/ 38 h 564"/>
                <a:gd name="T28" fmla="*/ 400 w 565"/>
                <a:gd name="T29" fmla="*/ 96 h 564"/>
                <a:gd name="T30" fmla="*/ 299 w 565"/>
                <a:gd name="T31" fmla="*/ 33 h 564"/>
                <a:gd name="T32" fmla="*/ 279 w 565"/>
                <a:gd name="T33" fmla="*/ 0 h 564"/>
                <a:gd name="T34" fmla="*/ 248 w 565"/>
                <a:gd name="T35" fmla="*/ 19 h 564"/>
                <a:gd name="T36" fmla="*/ 185 w 565"/>
                <a:gd name="T37" fmla="*/ 120 h 564"/>
                <a:gd name="T38" fmla="*/ 243 w 565"/>
                <a:gd name="T39" fmla="*/ 218 h 564"/>
                <a:gd name="T40" fmla="*/ 125 w 565"/>
                <a:gd name="T41" fmla="*/ 210 h 564"/>
                <a:gd name="T42" fmla="*/ 43 w 565"/>
                <a:gd name="T43" fmla="*/ 218 h 564"/>
                <a:gd name="T44" fmla="*/ 0 w 565"/>
                <a:gd name="T45" fmla="*/ 280 h 564"/>
                <a:gd name="T46" fmla="*/ 20 w 565"/>
                <a:gd name="T47" fmla="*/ 312 h 564"/>
                <a:gd name="T48" fmla="*/ 121 w 565"/>
                <a:gd name="T49" fmla="*/ 375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5" h="564">
                  <a:moveTo>
                    <a:pt x="121" y="375"/>
                  </a:moveTo>
                  <a:cubicBezTo>
                    <a:pt x="135" y="332"/>
                    <a:pt x="147" y="291"/>
                    <a:pt x="220" y="317"/>
                  </a:cubicBezTo>
                  <a:cubicBezTo>
                    <a:pt x="268" y="335"/>
                    <a:pt x="285" y="389"/>
                    <a:pt x="212" y="435"/>
                  </a:cubicBezTo>
                  <a:cubicBezTo>
                    <a:pt x="151" y="473"/>
                    <a:pt x="200" y="503"/>
                    <a:pt x="219" y="517"/>
                  </a:cubicBezTo>
                  <a:cubicBezTo>
                    <a:pt x="231" y="525"/>
                    <a:pt x="255" y="542"/>
                    <a:pt x="281" y="560"/>
                  </a:cubicBezTo>
                  <a:cubicBezTo>
                    <a:pt x="298" y="534"/>
                    <a:pt x="315" y="510"/>
                    <a:pt x="324" y="498"/>
                  </a:cubicBezTo>
                  <a:cubicBezTo>
                    <a:pt x="337" y="479"/>
                    <a:pt x="367" y="430"/>
                    <a:pt x="405" y="491"/>
                  </a:cubicBezTo>
                  <a:cubicBezTo>
                    <a:pt x="451" y="564"/>
                    <a:pt x="506" y="547"/>
                    <a:pt x="523" y="499"/>
                  </a:cubicBezTo>
                  <a:cubicBezTo>
                    <a:pt x="550" y="426"/>
                    <a:pt x="508" y="414"/>
                    <a:pt x="466" y="400"/>
                  </a:cubicBezTo>
                  <a:cubicBezTo>
                    <a:pt x="428" y="387"/>
                    <a:pt x="466" y="339"/>
                    <a:pt x="529" y="299"/>
                  </a:cubicBezTo>
                  <a:cubicBezTo>
                    <a:pt x="539" y="292"/>
                    <a:pt x="549" y="286"/>
                    <a:pt x="559" y="280"/>
                  </a:cubicBezTo>
                  <a:cubicBezTo>
                    <a:pt x="534" y="263"/>
                    <a:pt x="510" y="246"/>
                    <a:pt x="499" y="238"/>
                  </a:cubicBezTo>
                  <a:cubicBezTo>
                    <a:pt x="480" y="224"/>
                    <a:pt x="430" y="194"/>
                    <a:pt x="491" y="156"/>
                  </a:cubicBezTo>
                  <a:cubicBezTo>
                    <a:pt x="565" y="110"/>
                    <a:pt x="547" y="56"/>
                    <a:pt x="499" y="38"/>
                  </a:cubicBezTo>
                  <a:cubicBezTo>
                    <a:pt x="426" y="12"/>
                    <a:pt x="414" y="53"/>
                    <a:pt x="400" y="96"/>
                  </a:cubicBezTo>
                  <a:cubicBezTo>
                    <a:pt x="388" y="133"/>
                    <a:pt x="339" y="95"/>
                    <a:pt x="299" y="33"/>
                  </a:cubicBezTo>
                  <a:cubicBezTo>
                    <a:pt x="292" y="21"/>
                    <a:pt x="285" y="10"/>
                    <a:pt x="279" y="0"/>
                  </a:cubicBezTo>
                  <a:cubicBezTo>
                    <a:pt x="269" y="6"/>
                    <a:pt x="259" y="12"/>
                    <a:pt x="248" y="19"/>
                  </a:cubicBezTo>
                  <a:cubicBezTo>
                    <a:pt x="186" y="59"/>
                    <a:pt x="148" y="107"/>
                    <a:pt x="185" y="120"/>
                  </a:cubicBezTo>
                  <a:cubicBezTo>
                    <a:pt x="228" y="133"/>
                    <a:pt x="269" y="145"/>
                    <a:pt x="243" y="218"/>
                  </a:cubicBezTo>
                  <a:cubicBezTo>
                    <a:pt x="225" y="266"/>
                    <a:pt x="171" y="284"/>
                    <a:pt x="125" y="210"/>
                  </a:cubicBezTo>
                  <a:cubicBezTo>
                    <a:pt x="87" y="150"/>
                    <a:pt x="57" y="199"/>
                    <a:pt x="43" y="218"/>
                  </a:cubicBezTo>
                  <a:cubicBezTo>
                    <a:pt x="35" y="230"/>
                    <a:pt x="18" y="254"/>
                    <a:pt x="0" y="280"/>
                  </a:cubicBezTo>
                  <a:cubicBezTo>
                    <a:pt x="7" y="290"/>
                    <a:pt x="13" y="301"/>
                    <a:pt x="20" y="312"/>
                  </a:cubicBezTo>
                  <a:cubicBezTo>
                    <a:pt x="60" y="374"/>
                    <a:pt x="109" y="413"/>
                    <a:pt x="121" y="375"/>
                  </a:cubicBezTo>
                  <a:close/>
                </a:path>
              </a:pathLst>
            </a:custGeom>
            <a:solidFill>
              <a:schemeClr val="accent6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49362A2-2ECC-4C35-B789-52F7A3EB7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3619" y="2382044"/>
              <a:ext cx="2103437" cy="2124075"/>
            </a:xfrm>
            <a:custGeom>
              <a:avLst/>
              <a:gdLst>
                <a:gd name="T0" fmla="*/ 523 w 557"/>
                <a:gd name="T1" fmla="*/ 298 h 563"/>
                <a:gd name="T2" fmla="*/ 557 w 557"/>
                <a:gd name="T3" fmla="*/ 276 h 563"/>
                <a:gd name="T4" fmla="*/ 517 w 557"/>
                <a:gd name="T5" fmla="*/ 217 h 563"/>
                <a:gd name="T6" fmla="*/ 428 w 557"/>
                <a:gd name="T7" fmla="*/ 207 h 563"/>
                <a:gd name="T8" fmla="*/ 312 w 557"/>
                <a:gd name="T9" fmla="*/ 218 h 563"/>
                <a:gd name="T10" fmla="*/ 350 w 557"/>
                <a:gd name="T11" fmla="*/ 120 h 563"/>
                <a:gd name="T12" fmla="*/ 326 w 557"/>
                <a:gd name="T13" fmla="*/ 31 h 563"/>
                <a:gd name="T14" fmla="*/ 278 w 557"/>
                <a:gd name="T15" fmla="*/ 0 h 563"/>
                <a:gd name="T16" fmla="*/ 248 w 557"/>
                <a:gd name="T17" fmla="*/ 19 h 563"/>
                <a:gd name="T18" fmla="*/ 185 w 557"/>
                <a:gd name="T19" fmla="*/ 120 h 563"/>
                <a:gd name="T20" fmla="*/ 242 w 557"/>
                <a:gd name="T21" fmla="*/ 219 h 563"/>
                <a:gd name="T22" fmla="*/ 124 w 557"/>
                <a:gd name="T23" fmla="*/ 211 h 563"/>
                <a:gd name="T24" fmla="*/ 43 w 557"/>
                <a:gd name="T25" fmla="*/ 218 h 563"/>
                <a:gd name="T26" fmla="*/ 0 w 557"/>
                <a:gd name="T27" fmla="*/ 280 h 563"/>
                <a:gd name="T28" fmla="*/ 46 w 557"/>
                <a:gd name="T29" fmla="*/ 310 h 563"/>
                <a:gd name="T30" fmla="*/ 71 w 557"/>
                <a:gd name="T31" fmla="*/ 399 h 563"/>
                <a:gd name="T32" fmla="*/ 33 w 557"/>
                <a:gd name="T33" fmla="*/ 498 h 563"/>
                <a:gd name="T34" fmla="*/ 149 w 557"/>
                <a:gd name="T35" fmla="*/ 487 h 563"/>
                <a:gd name="T36" fmla="*/ 238 w 557"/>
                <a:gd name="T37" fmla="*/ 496 h 563"/>
                <a:gd name="T38" fmla="*/ 278 w 557"/>
                <a:gd name="T39" fmla="*/ 555 h 563"/>
                <a:gd name="T40" fmla="*/ 318 w 557"/>
                <a:gd name="T41" fmla="*/ 497 h 563"/>
                <a:gd name="T42" fmla="*/ 400 w 557"/>
                <a:gd name="T43" fmla="*/ 489 h 563"/>
                <a:gd name="T44" fmla="*/ 518 w 557"/>
                <a:gd name="T45" fmla="*/ 497 h 563"/>
                <a:gd name="T46" fmla="*/ 460 w 557"/>
                <a:gd name="T47" fmla="*/ 398 h 563"/>
                <a:gd name="T48" fmla="*/ 523 w 557"/>
                <a:gd name="T49" fmla="*/ 298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57" h="563">
                  <a:moveTo>
                    <a:pt x="523" y="298"/>
                  </a:moveTo>
                  <a:cubicBezTo>
                    <a:pt x="535" y="290"/>
                    <a:pt x="546" y="283"/>
                    <a:pt x="557" y="276"/>
                  </a:cubicBezTo>
                  <a:cubicBezTo>
                    <a:pt x="546" y="259"/>
                    <a:pt x="532" y="239"/>
                    <a:pt x="517" y="217"/>
                  </a:cubicBezTo>
                  <a:cubicBezTo>
                    <a:pt x="469" y="148"/>
                    <a:pt x="444" y="154"/>
                    <a:pt x="428" y="207"/>
                  </a:cubicBezTo>
                  <a:cubicBezTo>
                    <a:pt x="412" y="260"/>
                    <a:pt x="342" y="257"/>
                    <a:pt x="312" y="218"/>
                  </a:cubicBezTo>
                  <a:cubicBezTo>
                    <a:pt x="281" y="180"/>
                    <a:pt x="303" y="157"/>
                    <a:pt x="350" y="120"/>
                  </a:cubicBezTo>
                  <a:cubicBezTo>
                    <a:pt x="398" y="84"/>
                    <a:pt x="362" y="53"/>
                    <a:pt x="326" y="31"/>
                  </a:cubicBezTo>
                  <a:cubicBezTo>
                    <a:pt x="311" y="22"/>
                    <a:pt x="295" y="11"/>
                    <a:pt x="278" y="0"/>
                  </a:cubicBezTo>
                  <a:cubicBezTo>
                    <a:pt x="268" y="6"/>
                    <a:pt x="258" y="12"/>
                    <a:pt x="248" y="19"/>
                  </a:cubicBezTo>
                  <a:cubicBezTo>
                    <a:pt x="185" y="59"/>
                    <a:pt x="147" y="107"/>
                    <a:pt x="185" y="120"/>
                  </a:cubicBezTo>
                  <a:cubicBezTo>
                    <a:pt x="227" y="134"/>
                    <a:pt x="269" y="146"/>
                    <a:pt x="242" y="219"/>
                  </a:cubicBezTo>
                  <a:cubicBezTo>
                    <a:pt x="225" y="267"/>
                    <a:pt x="170" y="284"/>
                    <a:pt x="124" y="211"/>
                  </a:cubicBezTo>
                  <a:cubicBezTo>
                    <a:pt x="86" y="150"/>
                    <a:pt x="56" y="199"/>
                    <a:pt x="43" y="218"/>
                  </a:cubicBezTo>
                  <a:cubicBezTo>
                    <a:pt x="34" y="230"/>
                    <a:pt x="17" y="254"/>
                    <a:pt x="0" y="280"/>
                  </a:cubicBezTo>
                  <a:cubicBezTo>
                    <a:pt x="16" y="290"/>
                    <a:pt x="32" y="301"/>
                    <a:pt x="46" y="310"/>
                  </a:cubicBezTo>
                  <a:cubicBezTo>
                    <a:pt x="83" y="333"/>
                    <a:pt x="118" y="363"/>
                    <a:pt x="71" y="399"/>
                  </a:cubicBezTo>
                  <a:cubicBezTo>
                    <a:pt x="24" y="436"/>
                    <a:pt x="2" y="459"/>
                    <a:pt x="33" y="498"/>
                  </a:cubicBezTo>
                  <a:cubicBezTo>
                    <a:pt x="63" y="536"/>
                    <a:pt x="133" y="540"/>
                    <a:pt x="149" y="487"/>
                  </a:cubicBezTo>
                  <a:cubicBezTo>
                    <a:pt x="165" y="434"/>
                    <a:pt x="189" y="427"/>
                    <a:pt x="238" y="496"/>
                  </a:cubicBezTo>
                  <a:cubicBezTo>
                    <a:pt x="253" y="518"/>
                    <a:pt x="266" y="538"/>
                    <a:pt x="278" y="555"/>
                  </a:cubicBezTo>
                  <a:cubicBezTo>
                    <a:pt x="294" y="531"/>
                    <a:pt x="310" y="508"/>
                    <a:pt x="318" y="497"/>
                  </a:cubicBezTo>
                  <a:cubicBezTo>
                    <a:pt x="332" y="478"/>
                    <a:pt x="362" y="429"/>
                    <a:pt x="400" y="489"/>
                  </a:cubicBezTo>
                  <a:cubicBezTo>
                    <a:pt x="446" y="563"/>
                    <a:pt x="500" y="545"/>
                    <a:pt x="518" y="497"/>
                  </a:cubicBezTo>
                  <a:cubicBezTo>
                    <a:pt x="544" y="424"/>
                    <a:pt x="503" y="412"/>
                    <a:pt x="460" y="398"/>
                  </a:cubicBezTo>
                  <a:cubicBezTo>
                    <a:pt x="422" y="386"/>
                    <a:pt x="461" y="338"/>
                    <a:pt x="523" y="298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1892820-CC9C-4956-962E-A8A8A10AC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2219" y="3439319"/>
              <a:ext cx="2090737" cy="2093912"/>
            </a:xfrm>
            <a:custGeom>
              <a:avLst/>
              <a:gdLst>
                <a:gd name="T0" fmla="*/ 425 w 554"/>
                <a:gd name="T1" fmla="*/ 207 h 555"/>
                <a:gd name="T2" fmla="*/ 309 w 554"/>
                <a:gd name="T3" fmla="*/ 218 h 555"/>
                <a:gd name="T4" fmla="*/ 347 w 554"/>
                <a:gd name="T5" fmla="*/ 119 h 555"/>
                <a:gd name="T6" fmla="*/ 322 w 554"/>
                <a:gd name="T7" fmla="*/ 30 h 555"/>
                <a:gd name="T8" fmla="*/ 276 w 554"/>
                <a:gd name="T9" fmla="*/ 0 h 555"/>
                <a:gd name="T10" fmla="*/ 245 w 554"/>
                <a:gd name="T11" fmla="*/ 46 h 555"/>
                <a:gd name="T12" fmla="*/ 156 w 554"/>
                <a:gd name="T13" fmla="*/ 71 h 555"/>
                <a:gd name="T14" fmla="*/ 58 w 554"/>
                <a:gd name="T15" fmla="*/ 32 h 555"/>
                <a:gd name="T16" fmla="*/ 69 w 554"/>
                <a:gd name="T17" fmla="*/ 149 h 555"/>
                <a:gd name="T18" fmla="*/ 59 w 554"/>
                <a:gd name="T19" fmla="*/ 237 h 555"/>
                <a:gd name="T20" fmla="*/ 0 w 554"/>
                <a:gd name="T21" fmla="*/ 278 h 555"/>
                <a:gd name="T22" fmla="*/ 45 w 554"/>
                <a:gd name="T23" fmla="*/ 307 h 555"/>
                <a:gd name="T24" fmla="*/ 70 w 554"/>
                <a:gd name="T25" fmla="*/ 396 h 555"/>
                <a:gd name="T26" fmla="*/ 32 w 554"/>
                <a:gd name="T27" fmla="*/ 495 h 555"/>
                <a:gd name="T28" fmla="*/ 148 w 554"/>
                <a:gd name="T29" fmla="*/ 484 h 555"/>
                <a:gd name="T30" fmla="*/ 237 w 554"/>
                <a:gd name="T31" fmla="*/ 493 h 555"/>
                <a:gd name="T32" fmla="*/ 279 w 554"/>
                <a:gd name="T33" fmla="*/ 555 h 555"/>
                <a:gd name="T34" fmla="*/ 335 w 554"/>
                <a:gd name="T35" fmla="*/ 516 h 555"/>
                <a:gd name="T36" fmla="*/ 344 w 554"/>
                <a:gd name="T37" fmla="*/ 427 h 555"/>
                <a:gd name="T38" fmla="*/ 333 w 554"/>
                <a:gd name="T39" fmla="*/ 311 h 555"/>
                <a:gd name="T40" fmla="*/ 432 w 554"/>
                <a:gd name="T41" fmla="*/ 350 h 555"/>
                <a:gd name="T42" fmla="*/ 521 w 554"/>
                <a:gd name="T43" fmla="*/ 325 h 555"/>
                <a:gd name="T44" fmla="*/ 554 w 554"/>
                <a:gd name="T45" fmla="*/ 275 h 555"/>
                <a:gd name="T46" fmla="*/ 514 w 554"/>
                <a:gd name="T47" fmla="*/ 216 h 555"/>
                <a:gd name="T48" fmla="*/ 425 w 554"/>
                <a:gd name="T49" fmla="*/ 20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54" h="555">
                  <a:moveTo>
                    <a:pt x="425" y="207"/>
                  </a:moveTo>
                  <a:cubicBezTo>
                    <a:pt x="409" y="260"/>
                    <a:pt x="339" y="256"/>
                    <a:pt x="309" y="218"/>
                  </a:cubicBezTo>
                  <a:cubicBezTo>
                    <a:pt x="278" y="179"/>
                    <a:pt x="300" y="156"/>
                    <a:pt x="347" y="119"/>
                  </a:cubicBezTo>
                  <a:cubicBezTo>
                    <a:pt x="394" y="83"/>
                    <a:pt x="359" y="53"/>
                    <a:pt x="322" y="30"/>
                  </a:cubicBezTo>
                  <a:cubicBezTo>
                    <a:pt x="308" y="21"/>
                    <a:pt x="292" y="10"/>
                    <a:pt x="276" y="0"/>
                  </a:cubicBezTo>
                  <a:cubicBezTo>
                    <a:pt x="265" y="16"/>
                    <a:pt x="254" y="32"/>
                    <a:pt x="245" y="46"/>
                  </a:cubicBezTo>
                  <a:cubicBezTo>
                    <a:pt x="223" y="83"/>
                    <a:pt x="192" y="118"/>
                    <a:pt x="156" y="71"/>
                  </a:cubicBezTo>
                  <a:cubicBezTo>
                    <a:pt x="120" y="24"/>
                    <a:pt x="96" y="2"/>
                    <a:pt x="58" y="32"/>
                  </a:cubicBezTo>
                  <a:cubicBezTo>
                    <a:pt x="19" y="63"/>
                    <a:pt x="16" y="133"/>
                    <a:pt x="69" y="149"/>
                  </a:cubicBezTo>
                  <a:cubicBezTo>
                    <a:pt x="122" y="165"/>
                    <a:pt x="129" y="189"/>
                    <a:pt x="59" y="237"/>
                  </a:cubicBezTo>
                  <a:cubicBezTo>
                    <a:pt x="37" y="253"/>
                    <a:pt x="17" y="266"/>
                    <a:pt x="0" y="278"/>
                  </a:cubicBezTo>
                  <a:cubicBezTo>
                    <a:pt x="16" y="288"/>
                    <a:pt x="32" y="299"/>
                    <a:pt x="45" y="307"/>
                  </a:cubicBezTo>
                  <a:cubicBezTo>
                    <a:pt x="82" y="330"/>
                    <a:pt x="117" y="360"/>
                    <a:pt x="70" y="396"/>
                  </a:cubicBezTo>
                  <a:cubicBezTo>
                    <a:pt x="23" y="433"/>
                    <a:pt x="1" y="456"/>
                    <a:pt x="32" y="495"/>
                  </a:cubicBezTo>
                  <a:cubicBezTo>
                    <a:pt x="62" y="533"/>
                    <a:pt x="132" y="537"/>
                    <a:pt x="148" y="484"/>
                  </a:cubicBezTo>
                  <a:cubicBezTo>
                    <a:pt x="164" y="431"/>
                    <a:pt x="189" y="424"/>
                    <a:pt x="237" y="493"/>
                  </a:cubicBezTo>
                  <a:cubicBezTo>
                    <a:pt x="253" y="516"/>
                    <a:pt x="267" y="537"/>
                    <a:pt x="279" y="555"/>
                  </a:cubicBezTo>
                  <a:cubicBezTo>
                    <a:pt x="295" y="544"/>
                    <a:pt x="314" y="531"/>
                    <a:pt x="335" y="516"/>
                  </a:cubicBezTo>
                  <a:cubicBezTo>
                    <a:pt x="404" y="468"/>
                    <a:pt x="397" y="443"/>
                    <a:pt x="344" y="427"/>
                  </a:cubicBezTo>
                  <a:cubicBezTo>
                    <a:pt x="291" y="411"/>
                    <a:pt x="295" y="342"/>
                    <a:pt x="333" y="311"/>
                  </a:cubicBezTo>
                  <a:cubicBezTo>
                    <a:pt x="372" y="281"/>
                    <a:pt x="395" y="302"/>
                    <a:pt x="432" y="350"/>
                  </a:cubicBezTo>
                  <a:cubicBezTo>
                    <a:pt x="468" y="397"/>
                    <a:pt x="499" y="361"/>
                    <a:pt x="521" y="325"/>
                  </a:cubicBezTo>
                  <a:cubicBezTo>
                    <a:pt x="530" y="310"/>
                    <a:pt x="542" y="292"/>
                    <a:pt x="554" y="275"/>
                  </a:cubicBezTo>
                  <a:cubicBezTo>
                    <a:pt x="542" y="258"/>
                    <a:pt x="529" y="238"/>
                    <a:pt x="514" y="216"/>
                  </a:cubicBezTo>
                  <a:cubicBezTo>
                    <a:pt x="465" y="147"/>
                    <a:pt x="441" y="154"/>
                    <a:pt x="425" y="207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40" name="Freeform 32">
            <a:extLst>
              <a:ext uri="{FF2B5EF4-FFF2-40B4-BE49-F238E27FC236}">
                <a16:creationId xmlns:a16="http://schemas.microsoft.com/office/drawing/2014/main" id="{0218E8B1-B456-4815-9D51-51153FFC3E19}"/>
              </a:ext>
            </a:extLst>
          </p:cNvPr>
          <p:cNvSpPr>
            <a:spLocks noEditPoints="1"/>
          </p:cNvSpPr>
          <p:nvPr/>
        </p:nvSpPr>
        <p:spPr bwMode="auto">
          <a:xfrm>
            <a:off x="3196061" y="4876269"/>
            <a:ext cx="469777" cy="391710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1" name="Freeform 37">
            <a:extLst>
              <a:ext uri="{FF2B5EF4-FFF2-40B4-BE49-F238E27FC236}">
                <a16:creationId xmlns:a16="http://schemas.microsoft.com/office/drawing/2014/main" id="{33AB7524-E638-40D1-B303-8ADBF3B3558E}"/>
              </a:ext>
            </a:extLst>
          </p:cNvPr>
          <p:cNvSpPr>
            <a:spLocks noEditPoints="1"/>
          </p:cNvSpPr>
          <p:nvPr/>
        </p:nvSpPr>
        <p:spPr bwMode="auto">
          <a:xfrm>
            <a:off x="4309348" y="4044707"/>
            <a:ext cx="511844" cy="532873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99B385DF-93F2-4E32-89C3-ACDA22B81AC0}"/>
              </a:ext>
            </a:extLst>
          </p:cNvPr>
          <p:cNvSpPr>
            <a:spLocks noEditPoints="1"/>
          </p:cNvSpPr>
          <p:nvPr/>
        </p:nvSpPr>
        <p:spPr bwMode="auto">
          <a:xfrm>
            <a:off x="2513769" y="3658089"/>
            <a:ext cx="438528" cy="43830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99596F1-1DEB-45BB-9138-416C84EC8FD5}"/>
              </a:ext>
            </a:extLst>
          </p:cNvPr>
          <p:cNvGrpSpPr/>
          <p:nvPr/>
        </p:nvGrpSpPr>
        <p:grpSpPr>
          <a:xfrm>
            <a:off x="3573516" y="2961790"/>
            <a:ext cx="545937" cy="449635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C8F969A7-201E-47E4-9853-08E8401D2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9F42498F-F43B-4D73-91A0-064202522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74F828-C960-46B8-9EA5-F0B1800876A7}"/>
              </a:ext>
            </a:extLst>
          </p:cNvPr>
          <p:cNvGrpSpPr/>
          <p:nvPr/>
        </p:nvGrpSpPr>
        <p:grpSpPr>
          <a:xfrm>
            <a:off x="1639187" y="1837570"/>
            <a:ext cx="4025859" cy="4546792"/>
            <a:chOff x="902442" y="928265"/>
            <a:chExt cx="4428445" cy="500147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BC3E61-EFF7-42B2-8ED5-602BFA0DD27F}"/>
                </a:ext>
              </a:extLst>
            </p:cNvPr>
            <p:cNvSpPr txBox="1"/>
            <p:nvPr/>
          </p:nvSpPr>
          <p:spPr>
            <a:xfrm>
              <a:off x="902442" y="928265"/>
              <a:ext cx="829074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  <a:endParaRPr lang="en-IN" sz="4400" b="1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4D16DAC-D733-4980-B43E-B0498A60F04E}"/>
                </a:ext>
              </a:extLst>
            </p:cNvPr>
            <p:cNvSpPr txBox="1"/>
            <p:nvPr/>
          </p:nvSpPr>
          <p:spPr>
            <a:xfrm>
              <a:off x="4501813" y="928265"/>
              <a:ext cx="829074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3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02</a:t>
              </a:r>
              <a:endParaRPr lang="en-IN" sz="4400" b="1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D2F0F02-12E6-4EEA-AA4F-A0171F8F9E86}"/>
                </a:ext>
              </a:extLst>
            </p:cNvPr>
            <p:cNvSpPr txBox="1"/>
            <p:nvPr/>
          </p:nvSpPr>
          <p:spPr>
            <a:xfrm>
              <a:off x="902442" y="5160295"/>
              <a:ext cx="829074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04</a:t>
              </a:r>
              <a:endParaRPr lang="en-IN" sz="4400" b="1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E5A3930-AA3D-441F-9E88-86C20B87CA14}"/>
                </a:ext>
              </a:extLst>
            </p:cNvPr>
            <p:cNvSpPr txBox="1"/>
            <p:nvPr/>
          </p:nvSpPr>
          <p:spPr>
            <a:xfrm>
              <a:off x="4501813" y="5160295"/>
              <a:ext cx="829074" cy="7694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03</a:t>
              </a:r>
              <a:endParaRPr lang="en-IN" sz="4400" b="1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0EDA505-3487-4465-8B19-995C4B67D99E}"/>
              </a:ext>
            </a:extLst>
          </p:cNvPr>
          <p:cNvCxnSpPr>
            <a:cxnSpLocks/>
          </p:cNvCxnSpPr>
          <p:nvPr/>
        </p:nvCxnSpPr>
        <p:spPr>
          <a:xfrm>
            <a:off x="2534617" y="2198028"/>
            <a:ext cx="87390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82E5F57-1EF1-4AB8-B2C7-28935B752220}"/>
              </a:ext>
            </a:extLst>
          </p:cNvPr>
          <p:cNvCxnSpPr/>
          <p:nvPr/>
        </p:nvCxnSpPr>
        <p:spPr>
          <a:xfrm flipV="1">
            <a:off x="5288194" y="2709525"/>
            <a:ext cx="0" cy="852588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7E390A2-CC33-4E85-BD09-E01022816A4F}"/>
              </a:ext>
            </a:extLst>
          </p:cNvPr>
          <p:cNvCxnSpPr>
            <a:cxnSpLocks/>
          </p:cNvCxnSpPr>
          <p:nvPr/>
        </p:nvCxnSpPr>
        <p:spPr>
          <a:xfrm>
            <a:off x="3941386" y="6024014"/>
            <a:ext cx="87390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6920CC2-F18F-4CE8-ADFA-08E1BC55CBEA}"/>
              </a:ext>
            </a:extLst>
          </p:cNvPr>
          <p:cNvCxnSpPr/>
          <p:nvPr/>
        </p:nvCxnSpPr>
        <p:spPr>
          <a:xfrm flipV="1">
            <a:off x="2016391" y="4691791"/>
            <a:ext cx="0" cy="852588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9C24A58-0F02-4D16-8B35-0CF7E95DC1E2}"/>
              </a:ext>
            </a:extLst>
          </p:cNvPr>
          <p:cNvGrpSpPr/>
          <p:nvPr/>
        </p:nvGrpSpPr>
        <p:grpSpPr>
          <a:xfrm>
            <a:off x="7785458" y="872349"/>
            <a:ext cx="2965472" cy="1033672"/>
            <a:chOff x="8556491" y="872349"/>
            <a:chExt cx="2965472" cy="103367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24CDA3-4D91-481A-92B0-9ABEA7910A04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79A53A-93CF-4F0B-AC1C-AA43268B7E5D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7D1AF8E6-1F6E-4BAD-A76B-307687E6B508}"/>
              </a:ext>
            </a:extLst>
          </p:cNvPr>
          <p:cNvSpPr/>
          <p:nvPr/>
        </p:nvSpPr>
        <p:spPr>
          <a:xfrm>
            <a:off x="7308544" y="920262"/>
            <a:ext cx="152704" cy="9378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ACD08C0-6DB1-48C6-9176-BBAB09C21340}"/>
              </a:ext>
            </a:extLst>
          </p:cNvPr>
          <p:cNvGrpSpPr/>
          <p:nvPr/>
        </p:nvGrpSpPr>
        <p:grpSpPr>
          <a:xfrm>
            <a:off x="7308544" y="2322103"/>
            <a:ext cx="3442386" cy="1033672"/>
            <a:chOff x="7926292" y="2197057"/>
            <a:chExt cx="3442386" cy="1033672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7C08C4A-69E5-4E9A-8C4D-23E18CEA37BE}"/>
                </a:ext>
              </a:extLst>
            </p:cNvPr>
            <p:cNvGrpSpPr/>
            <p:nvPr/>
          </p:nvGrpSpPr>
          <p:grpSpPr>
            <a:xfrm>
              <a:off x="8403206" y="2197057"/>
              <a:ext cx="2965472" cy="1033672"/>
              <a:chOff x="8556491" y="872349"/>
              <a:chExt cx="2965472" cy="103367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FE28D0F-8FBA-435C-A924-A59B60B25669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820B6FC-46F4-4A49-A562-A3DF47EF3B13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CBB8E0C-CBF0-47F8-B93A-D18545CD8934}"/>
                </a:ext>
              </a:extLst>
            </p:cNvPr>
            <p:cNvSpPr/>
            <p:nvPr/>
          </p:nvSpPr>
          <p:spPr>
            <a:xfrm>
              <a:off x="7926292" y="2244970"/>
              <a:ext cx="152704" cy="93784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61E25DE-8A26-4DA4-859A-8034AD3DDE7D}"/>
              </a:ext>
            </a:extLst>
          </p:cNvPr>
          <p:cNvGrpSpPr/>
          <p:nvPr/>
        </p:nvGrpSpPr>
        <p:grpSpPr>
          <a:xfrm>
            <a:off x="7308544" y="3771857"/>
            <a:ext cx="3442386" cy="1033672"/>
            <a:chOff x="7926292" y="3674164"/>
            <a:chExt cx="3442386" cy="103367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9D6FC21-D2C5-4B3F-A803-DA34406C6567}"/>
                </a:ext>
              </a:extLst>
            </p:cNvPr>
            <p:cNvGrpSpPr/>
            <p:nvPr/>
          </p:nvGrpSpPr>
          <p:grpSpPr>
            <a:xfrm>
              <a:off x="8403206" y="3674164"/>
              <a:ext cx="2965472" cy="1033672"/>
              <a:chOff x="8556491" y="872349"/>
              <a:chExt cx="2965472" cy="1033672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B3AFF69-66F2-4DC6-92B4-AD75D3B8FE49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BF912F9-BAB4-4835-B0A0-A23BE2E61709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F420ABA-65DE-46A6-8F78-24F2D3C85309}"/>
                </a:ext>
              </a:extLst>
            </p:cNvPr>
            <p:cNvSpPr/>
            <p:nvPr/>
          </p:nvSpPr>
          <p:spPr>
            <a:xfrm>
              <a:off x="7926292" y="3722077"/>
              <a:ext cx="152704" cy="9378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D5F1168-7FE1-4EA8-B59D-551D245E3C52}"/>
              </a:ext>
            </a:extLst>
          </p:cNvPr>
          <p:cNvGrpSpPr/>
          <p:nvPr/>
        </p:nvGrpSpPr>
        <p:grpSpPr>
          <a:xfrm>
            <a:off x="7308544" y="5221611"/>
            <a:ext cx="3442386" cy="1033672"/>
            <a:chOff x="7926292" y="5221611"/>
            <a:chExt cx="3442386" cy="1033672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BD6CC0A-2B2D-446C-8401-84E87009BAFD}"/>
                </a:ext>
              </a:extLst>
            </p:cNvPr>
            <p:cNvGrpSpPr/>
            <p:nvPr/>
          </p:nvGrpSpPr>
          <p:grpSpPr>
            <a:xfrm>
              <a:off x="8403206" y="5221611"/>
              <a:ext cx="2965472" cy="1033672"/>
              <a:chOff x="8556491" y="872349"/>
              <a:chExt cx="2965472" cy="1033672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65FB121-14FE-4536-BEA0-4B03902FE6F5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7A31F70-BEDD-405E-B992-DF5EE4C8B5FF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7DB4303-1BDA-487C-94B9-6FBB30F85A45}"/>
                </a:ext>
              </a:extLst>
            </p:cNvPr>
            <p:cNvSpPr/>
            <p:nvPr/>
          </p:nvSpPr>
          <p:spPr>
            <a:xfrm>
              <a:off x="7926292" y="5269524"/>
              <a:ext cx="152704" cy="9378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A39585-BC72-417A-B63E-FB4A2F38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PUZZLE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18D88-9793-4B98-A2F8-9E45480C30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225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0048B883-CE38-4A7E-9272-295F409E8A9D}"/>
              </a:ext>
            </a:extLst>
          </p:cNvPr>
          <p:cNvSpPr>
            <a:spLocks/>
          </p:cNvSpPr>
          <p:nvPr/>
        </p:nvSpPr>
        <p:spPr bwMode="auto">
          <a:xfrm>
            <a:off x="7044324" y="4309204"/>
            <a:ext cx="256624" cy="147794"/>
          </a:xfrm>
          <a:custGeom>
            <a:avLst/>
            <a:gdLst>
              <a:gd name="T0" fmla="*/ 89 w 89"/>
              <a:gd name="T1" fmla="*/ 51 h 51"/>
              <a:gd name="T2" fmla="*/ 0 w 89"/>
              <a:gd name="T3" fmla="*/ 0 h 51"/>
              <a:gd name="T4" fmla="*/ 89 w 89"/>
              <a:gd name="T5" fmla="*/ 51 h 51"/>
              <a:gd name="T6" fmla="*/ 89 w 89"/>
              <a:gd name="T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51">
                <a:moveTo>
                  <a:pt x="89" y="51"/>
                </a:moveTo>
                <a:cubicBezTo>
                  <a:pt x="0" y="0"/>
                  <a:pt x="0" y="0"/>
                  <a:pt x="0" y="0"/>
                </a:cubicBezTo>
                <a:cubicBezTo>
                  <a:pt x="89" y="51"/>
                  <a:pt x="89" y="51"/>
                  <a:pt x="89" y="51"/>
                </a:cubicBezTo>
                <a:cubicBezTo>
                  <a:pt x="89" y="51"/>
                  <a:pt x="89" y="51"/>
                  <a:pt x="89" y="5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EA354EFD-B4DD-45C8-A075-88A367CE7956}"/>
              </a:ext>
            </a:extLst>
          </p:cNvPr>
          <p:cNvSpPr>
            <a:spLocks/>
          </p:cNvSpPr>
          <p:nvPr/>
        </p:nvSpPr>
        <p:spPr bwMode="auto">
          <a:xfrm>
            <a:off x="4891906" y="3104012"/>
            <a:ext cx="253938" cy="141077"/>
          </a:xfrm>
          <a:custGeom>
            <a:avLst/>
            <a:gdLst>
              <a:gd name="T0" fmla="*/ 0 w 88"/>
              <a:gd name="T1" fmla="*/ 0 h 49"/>
              <a:gd name="T2" fmla="*/ 88 w 88"/>
              <a:gd name="T3" fmla="*/ 49 h 49"/>
              <a:gd name="T4" fmla="*/ 0 w 88"/>
              <a:gd name="T5" fmla="*/ 0 h 49"/>
              <a:gd name="T6" fmla="*/ 0 w 88"/>
              <a:gd name="T7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49">
                <a:moveTo>
                  <a:pt x="0" y="0"/>
                </a:moveTo>
                <a:cubicBezTo>
                  <a:pt x="88" y="49"/>
                  <a:pt x="88" y="49"/>
                  <a:pt x="88" y="49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867E5D45-7D6A-48AE-8570-9AECCA4ADA5E}"/>
              </a:ext>
            </a:extLst>
          </p:cNvPr>
          <p:cNvSpPr>
            <a:spLocks/>
          </p:cNvSpPr>
          <p:nvPr/>
        </p:nvSpPr>
        <p:spPr bwMode="auto">
          <a:xfrm>
            <a:off x="4905342" y="4326672"/>
            <a:ext cx="251250" cy="146451"/>
          </a:xfrm>
          <a:custGeom>
            <a:avLst/>
            <a:gdLst>
              <a:gd name="T0" fmla="*/ 0 w 187"/>
              <a:gd name="T1" fmla="*/ 109 h 109"/>
              <a:gd name="T2" fmla="*/ 187 w 187"/>
              <a:gd name="T3" fmla="*/ 0 h 109"/>
              <a:gd name="T4" fmla="*/ 0 w 187"/>
              <a:gd name="T5" fmla="*/ 109 h 109"/>
              <a:gd name="T6" fmla="*/ 0 w 187"/>
              <a:gd name="T7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7" h="109">
                <a:moveTo>
                  <a:pt x="0" y="109"/>
                </a:moveTo>
                <a:lnTo>
                  <a:pt x="187" y="0"/>
                </a:lnTo>
                <a:lnTo>
                  <a:pt x="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1AC6CCFB-F0DA-43E0-87DB-2801AEE1043C}"/>
              </a:ext>
            </a:extLst>
          </p:cNvPr>
          <p:cNvSpPr>
            <a:spLocks/>
          </p:cNvSpPr>
          <p:nvPr/>
        </p:nvSpPr>
        <p:spPr bwMode="auto">
          <a:xfrm>
            <a:off x="7623408" y="2717061"/>
            <a:ext cx="282152" cy="163917"/>
          </a:xfrm>
          <a:custGeom>
            <a:avLst/>
            <a:gdLst>
              <a:gd name="T0" fmla="*/ 0 w 210"/>
              <a:gd name="T1" fmla="*/ 122 h 122"/>
              <a:gd name="T2" fmla="*/ 210 w 210"/>
              <a:gd name="T3" fmla="*/ 0 h 122"/>
              <a:gd name="T4" fmla="*/ 0 w 210"/>
              <a:gd name="T5" fmla="*/ 122 h 122"/>
              <a:gd name="T6" fmla="*/ 0 w 210"/>
              <a:gd name="T7" fmla="*/ 12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" h="122">
                <a:moveTo>
                  <a:pt x="0" y="122"/>
                </a:moveTo>
                <a:lnTo>
                  <a:pt x="210" y="0"/>
                </a:lnTo>
                <a:lnTo>
                  <a:pt x="0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A3BB525D-5112-4F2A-A570-2877ECCB0A18}"/>
              </a:ext>
            </a:extLst>
          </p:cNvPr>
          <p:cNvSpPr>
            <a:spLocks/>
          </p:cNvSpPr>
          <p:nvPr/>
        </p:nvSpPr>
        <p:spPr bwMode="auto">
          <a:xfrm>
            <a:off x="7640874" y="4646444"/>
            <a:ext cx="286183" cy="158543"/>
          </a:xfrm>
          <a:custGeom>
            <a:avLst/>
            <a:gdLst>
              <a:gd name="T0" fmla="*/ 0 w 213"/>
              <a:gd name="T1" fmla="*/ 0 h 118"/>
              <a:gd name="T2" fmla="*/ 213 w 213"/>
              <a:gd name="T3" fmla="*/ 118 h 118"/>
              <a:gd name="T4" fmla="*/ 0 w 213"/>
              <a:gd name="T5" fmla="*/ 0 h 118"/>
              <a:gd name="T6" fmla="*/ 0 w 213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118">
                <a:moveTo>
                  <a:pt x="0" y="0"/>
                </a:moveTo>
                <a:lnTo>
                  <a:pt x="213" y="11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C9A8816C-2BD2-405D-A05B-2962ECD2E18F}"/>
              </a:ext>
            </a:extLst>
          </p:cNvPr>
          <p:cNvSpPr>
            <a:spLocks/>
          </p:cNvSpPr>
          <p:nvPr/>
        </p:nvSpPr>
        <p:spPr bwMode="auto">
          <a:xfrm>
            <a:off x="7032233" y="2717061"/>
            <a:ext cx="1162199" cy="2319022"/>
          </a:xfrm>
          <a:custGeom>
            <a:avLst/>
            <a:gdLst>
              <a:gd name="T0" fmla="*/ 403 w 403"/>
              <a:gd name="T1" fmla="*/ 368 h 804"/>
              <a:gd name="T2" fmla="*/ 303 w 403"/>
              <a:gd name="T3" fmla="*/ 0 h 804"/>
              <a:gd name="T4" fmla="*/ 205 w 403"/>
              <a:gd name="T5" fmla="*/ 57 h 804"/>
              <a:gd name="T6" fmla="*/ 264 w 403"/>
              <a:gd name="T7" fmla="*/ 102 h 804"/>
              <a:gd name="T8" fmla="*/ 230 w 403"/>
              <a:gd name="T9" fmla="*/ 233 h 804"/>
              <a:gd name="T10" fmla="*/ 99 w 403"/>
              <a:gd name="T11" fmla="*/ 199 h 804"/>
              <a:gd name="T12" fmla="*/ 89 w 403"/>
              <a:gd name="T13" fmla="*/ 126 h 804"/>
              <a:gd name="T14" fmla="*/ 0 w 403"/>
              <a:gd name="T15" fmla="*/ 178 h 804"/>
              <a:gd name="T16" fmla="*/ 52 w 403"/>
              <a:gd name="T17" fmla="*/ 368 h 804"/>
              <a:gd name="T18" fmla="*/ 4 w 403"/>
              <a:gd name="T19" fmla="*/ 552 h 804"/>
              <a:gd name="T20" fmla="*/ 93 w 403"/>
              <a:gd name="T21" fmla="*/ 603 h 804"/>
              <a:gd name="T22" fmla="*/ 93 w 403"/>
              <a:gd name="T23" fmla="*/ 603 h 804"/>
              <a:gd name="T24" fmla="*/ 35 w 403"/>
              <a:gd name="T25" fmla="*/ 648 h 804"/>
              <a:gd name="T26" fmla="*/ 72 w 403"/>
              <a:gd name="T27" fmla="*/ 779 h 804"/>
              <a:gd name="T28" fmla="*/ 202 w 403"/>
              <a:gd name="T29" fmla="*/ 742 h 804"/>
              <a:gd name="T30" fmla="*/ 211 w 403"/>
              <a:gd name="T31" fmla="*/ 669 h 804"/>
              <a:gd name="T32" fmla="*/ 310 w 403"/>
              <a:gd name="T33" fmla="*/ 724 h 804"/>
              <a:gd name="T34" fmla="*/ 403 w 403"/>
              <a:gd name="T35" fmla="*/ 368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3" h="804">
                <a:moveTo>
                  <a:pt x="403" y="368"/>
                </a:moveTo>
                <a:cubicBezTo>
                  <a:pt x="403" y="234"/>
                  <a:pt x="367" y="108"/>
                  <a:pt x="303" y="0"/>
                </a:cubicBezTo>
                <a:cubicBezTo>
                  <a:pt x="205" y="57"/>
                  <a:pt x="205" y="57"/>
                  <a:pt x="205" y="57"/>
                </a:cubicBezTo>
                <a:cubicBezTo>
                  <a:pt x="229" y="64"/>
                  <a:pt x="251" y="79"/>
                  <a:pt x="264" y="102"/>
                </a:cubicBezTo>
                <a:cubicBezTo>
                  <a:pt x="291" y="147"/>
                  <a:pt x="276" y="206"/>
                  <a:pt x="230" y="233"/>
                </a:cubicBezTo>
                <a:cubicBezTo>
                  <a:pt x="184" y="260"/>
                  <a:pt x="126" y="244"/>
                  <a:pt x="99" y="199"/>
                </a:cubicBezTo>
                <a:cubicBezTo>
                  <a:pt x="85" y="176"/>
                  <a:pt x="83" y="149"/>
                  <a:pt x="89" y="126"/>
                </a:cubicBezTo>
                <a:cubicBezTo>
                  <a:pt x="0" y="178"/>
                  <a:pt x="0" y="178"/>
                  <a:pt x="0" y="178"/>
                </a:cubicBezTo>
                <a:cubicBezTo>
                  <a:pt x="33" y="233"/>
                  <a:pt x="52" y="298"/>
                  <a:pt x="52" y="368"/>
                </a:cubicBezTo>
                <a:cubicBezTo>
                  <a:pt x="52" y="435"/>
                  <a:pt x="34" y="498"/>
                  <a:pt x="4" y="552"/>
                </a:cubicBezTo>
                <a:cubicBezTo>
                  <a:pt x="93" y="603"/>
                  <a:pt x="93" y="603"/>
                  <a:pt x="93" y="603"/>
                </a:cubicBezTo>
                <a:cubicBezTo>
                  <a:pt x="93" y="603"/>
                  <a:pt x="93" y="603"/>
                  <a:pt x="93" y="603"/>
                </a:cubicBezTo>
                <a:cubicBezTo>
                  <a:pt x="70" y="609"/>
                  <a:pt x="48" y="625"/>
                  <a:pt x="35" y="648"/>
                </a:cubicBezTo>
                <a:cubicBezTo>
                  <a:pt x="9" y="694"/>
                  <a:pt x="26" y="753"/>
                  <a:pt x="72" y="779"/>
                </a:cubicBezTo>
                <a:cubicBezTo>
                  <a:pt x="118" y="804"/>
                  <a:pt x="176" y="788"/>
                  <a:pt x="202" y="742"/>
                </a:cubicBezTo>
                <a:cubicBezTo>
                  <a:pt x="215" y="719"/>
                  <a:pt x="218" y="692"/>
                  <a:pt x="211" y="669"/>
                </a:cubicBezTo>
                <a:cubicBezTo>
                  <a:pt x="310" y="724"/>
                  <a:pt x="310" y="724"/>
                  <a:pt x="310" y="724"/>
                </a:cubicBezTo>
                <a:cubicBezTo>
                  <a:pt x="369" y="619"/>
                  <a:pt x="403" y="497"/>
                  <a:pt x="403" y="368"/>
                </a:cubicBezTo>
                <a:close/>
              </a:path>
            </a:pathLst>
          </a:cu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02ADD1E1-5365-4A20-BDEB-C5BF38AD46D8}"/>
              </a:ext>
            </a:extLst>
          </p:cNvPr>
          <p:cNvSpPr>
            <a:spLocks/>
          </p:cNvSpPr>
          <p:nvPr/>
        </p:nvSpPr>
        <p:spPr bwMode="auto">
          <a:xfrm>
            <a:off x="6094412" y="1678471"/>
            <a:ext cx="1811148" cy="1788308"/>
          </a:xfrm>
          <a:custGeom>
            <a:avLst/>
            <a:gdLst>
              <a:gd name="T0" fmla="*/ 530 w 628"/>
              <a:gd name="T1" fmla="*/ 417 h 620"/>
              <a:gd name="T2" fmla="*/ 628 w 628"/>
              <a:gd name="T3" fmla="*/ 360 h 620"/>
              <a:gd name="T4" fmla="*/ 0 w 628"/>
              <a:gd name="T5" fmla="*/ 0 h 620"/>
              <a:gd name="T6" fmla="*/ 0 w 628"/>
              <a:gd name="T7" fmla="*/ 113 h 620"/>
              <a:gd name="T8" fmla="*/ 68 w 628"/>
              <a:gd name="T9" fmla="*/ 85 h 620"/>
              <a:gd name="T10" fmla="*/ 164 w 628"/>
              <a:gd name="T11" fmla="*/ 181 h 620"/>
              <a:gd name="T12" fmla="*/ 68 w 628"/>
              <a:gd name="T13" fmla="*/ 277 h 620"/>
              <a:gd name="T14" fmla="*/ 0 w 628"/>
              <a:gd name="T15" fmla="*/ 248 h 620"/>
              <a:gd name="T16" fmla="*/ 0 w 628"/>
              <a:gd name="T17" fmla="*/ 351 h 620"/>
              <a:gd name="T18" fmla="*/ 325 w 628"/>
              <a:gd name="T19" fmla="*/ 538 h 620"/>
              <a:gd name="T20" fmla="*/ 414 w 628"/>
              <a:gd name="T21" fmla="*/ 486 h 620"/>
              <a:gd name="T22" fmla="*/ 424 w 628"/>
              <a:gd name="T23" fmla="*/ 559 h 620"/>
              <a:gd name="T24" fmla="*/ 555 w 628"/>
              <a:gd name="T25" fmla="*/ 593 h 620"/>
              <a:gd name="T26" fmla="*/ 589 w 628"/>
              <a:gd name="T27" fmla="*/ 462 h 620"/>
              <a:gd name="T28" fmla="*/ 530 w 628"/>
              <a:gd name="T29" fmla="*/ 417 h 6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28" h="620">
                <a:moveTo>
                  <a:pt x="530" y="417"/>
                </a:moveTo>
                <a:cubicBezTo>
                  <a:pt x="628" y="360"/>
                  <a:pt x="628" y="360"/>
                  <a:pt x="628" y="360"/>
                </a:cubicBezTo>
                <a:cubicBezTo>
                  <a:pt x="502" y="145"/>
                  <a:pt x="268" y="0"/>
                  <a:pt x="0" y="0"/>
                </a:cubicBezTo>
                <a:cubicBezTo>
                  <a:pt x="0" y="113"/>
                  <a:pt x="0" y="113"/>
                  <a:pt x="0" y="113"/>
                </a:cubicBezTo>
                <a:cubicBezTo>
                  <a:pt x="17" y="96"/>
                  <a:pt x="41" y="85"/>
                  <a:pt x="68" y="85"/>
                </a:cubicBezTo>
                <a:cubicBezTo>
                  <a:pt x="121" y="85"/>
                  <a:pt x="164" y="128"/>
                  <a:pt x="164" y="181"/>
                </a:cubicBezTo>
                <a:cubicBezTo>
                  <a:pt x="164" y="234"/>
                  <a:pt x="121" y="277"/>
                  <a:pt x="68" y="277"/>
                </a:cubicBezTo>
                <a:cubicBezTo>
                  <a:pt x="41" y="277"/>
                  <a:pt x="17" y="266"/>
                  <a:pt x="0" y="248"/>
                </a:cubicBezTo>
                <a:cubicBezTo>
                  <a:pt x="0" y="351"/>
                  <a:pt x="0" y="351"/>
                  <a:pt x="0" y="351"/>
                </a:cubicBezTo>
                <a:cubicBezTo>
                  <a:pt x="139" y="351"/>
                  <a:pt x="260" y="426"/>
                  <a:pt x="325" y="538"/>
                </a:cubicBezTo>
                <a:cubicBezTo>
                  <a:pt x="414" y="486"/>
                  <a:pt x="414" y="486"/>
                  <a:pt x="414" y="486"/>
                </a:cubicBezTo>
                <a:cubicBezTo>
                  <a:pt x="408" y="509"/>
                  <a:pt x="410" y="536"/>
                  <a:pt x="424" y="559"/>
                </a:cubicBezTo>
                <a:cubicBezTo>
                  <a:pt x="451" y="604"/>
                  <a:pt x="509" y="620"/>
                  <a:pt x="555" y="593"/>
                </a:cubicBezTo>
                <a:cubicBezTo>
                  <a:pt x="601" y="566"/>
                  <a:pt x="616" y="507"/>
                  <a:pt x="589" y="462"/>
                </a:cubicBezTo>
                <a:cubicBezTo>
                  <a:pt x="576" y="439"/>
                  <a:pt x="554" y="424"/>
                  <a:pt x="530" y="417"/>
                </a:cubicBezTo>
                <a:close/>
              </a:path>
            </a:pathLst>
          </a:custGeom>
          <a:solidFill>
            <a:schemeClr val="accent3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4DE10559-B74D-4A88-8697-242D6725C17D}"/>
              </a:ext>
            </a:extLst>
          </p:cNvPr>
          <p:cNvSpPr>
            <a:spLocks/>
          </p:cNvSpPr>
          <p:nvPr/>
        </p:nvSpPr>
        <p:spPr bwMode="auto">
          <a:xfrm>
            <a:off x="4283264" y="4095575"/>
            <a:ext cx="1811148" cy="1782935"/>
          </a:xfrm>
          <a:custGeom>
            <a:avLst/>
            <a:gdLst>
              <a:gd name="T0" fmla="*/ 562 w 628"/>
              <a:gd name="T1" fmla="*/ 341 h 618"/>
              <a:gd name="T2" fmla="*/ 628 w 628"/>
              <a:gd name="T3" fmla="*/ 368 h 618"/>
              <a:gd name="T4" fmla="*/ 628 w 628"/>
              <a:gd name="T5" fmla="*/ 267 h 618"/>
              <a:gd name="T6" fmla="*/ 303 w 628"/>
              <a:gd name="T7" fmla="*/ 80 h 618"/>
              <a:gd name="T8" fmla="*/ 216 w 628"/>
              <a:gd name="T9" fmla="*/ 131 h 618"/>
              <a:gd name="T10" fmla="*/ 205 w 628"/>
              <a:gd name="T11" fmla="*/ 61 h 618"/>
              <a:gd name="T12" fmla="*/ 74 w 628"/>
              <a:gd name="T13" fmla="*/ 27 h 618"/>
              <a:gd name="T14" fmla="*/ 40 w 628"/>
              <a:gd name="T15" fmla="*/ 158 h 618"/>
              <a:gd name="T16" fmla="*/ 96 w 628"/>
              <a:gd name="T17" fmla="*/ 202 h 618"/>
              <a:gd name="T18" fmla="*/ 0 w 628"/>
              <a:gd name="T19" fmla="*/ 258 h 618"/>
              <a:gd name="T20" fmla="*/ 628 w 628"/>
              <a:gd name="T21" fmla="*/ 618 h 618"/>
              <a:gd name="T22" fmla="*/ 628 w 628"/>
              <a:gd name="T23" fmla="*/ 507 h 618"/>
              <a:gd name="T24" fmla="*/ 562 w 628"/>
              <a:gd name="T25" fmla="*/ 533 h 618"/>
              <a:gd name="T26" fmla="*/ 466 w 628"/>
              <a:gd name="T27" fmla="*/ 437 h 618"/>
              <a:gd name="T28" fmla="*/ 562 w 628"/>
              <a:gd name="T29" fmla="*/ 341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28" h="618">
                <a:moveTo>
                  <a:pt x="562" y="341"/>
                </a:moveTo>
                <a:cubicBezTo>
                  <a:pt x="588" y="341"/>
                  <a:pt x="611" y="351"/>
                  <a:pt x="628" y="368"/>
                </a:cubicBezTo>
                <a:cubicBezTo>
                  <a:pt x="628" y="267"/>
                  <a:pt x="628" y="267"/>
                  <a:pt x="628" y="267"/>
                </a:cubicBezTo>
                <a:cubicBezTo>
                  <a:pt x="489" y="267"/>
                  <a:pt x="368" y="192"/>
                  <a:pt x="303" y="80"/>
                </a:cubicBezTo>
                <a:cubicBezTo>
                  <a:pt x="216" y="131"/>
                  <a:pt x="216" y="131"/>
                  <a:pt x="216" y="131"/>
                </a:cubicBezTo>
                <a:cubicBezTo>
                  <a:pt x="221" y="108"/>
                  <a:pt x="218" y="83"/>
                  <a:pt x="205" y="61"/>
                </a:cubicBezTo>
                <a:cubicBezTo>
                  <a:pt x="178" y="16"/>
                  <a:pt x="120" y="0"/>
                  <a:pt x="74" y="27"/>
                </a:cubicBezTo>
                <a:cubicBezTo>
                  <a:pt x="28" y="54"/>
                  <a:pt x="13" y="112"/>
                  <a:pt x="40" y="158"/>
                </a:cubicBezTo>
                <a:cubicBezTo>
                  <a:pt x="53" y="180"/>
                  <a:pt x="73" y="195"/>
                  <a:pt x="96" y="202"/>
                </a:cubicBezTo>
                <a:cubicBezTo>
                  <a:pt x="0" y="258"/>
                  <a:pt x="0" y="258"/>
                  <a:pt x="0" y="258"/>
                </a:cubicBezTo>
                <a:cubicBezTo>
                  <a:pt x="126" y="473"/>
                  <a:pt x="360" y="618"/>
                  <a:pt x="628" y="618"/>
                </a:cubicBezTo>
                <a:cubicBezTo>
                  <a:pt x="628" y="507"/>
                  <a:pt x="628" y="507"/>
                  <a:pt x="628" y="507"/>
                </a:cubicBezTo>
                <a:cubicBezTo>
                  <a:pt x="611" y="523"/>
                  <a:pt x="588" y="533"/>
                  <a:pt x="562" y="533"/>
                </a:cubicBezTo>
                <a:cubicBezTo>
                  <a:pt x="509" y="533"/>
                  <a:pt x="466" y="490"/>
                  <a:pt x="466" y="437"/>
                </a:cubicBezTo>
                <a:cubicBezTo>
                  <a:pt x="466" y="384"/>
                  <a:pt x="509" y="341"/>
                  <a:pt x="562" y="341"/>
                </a:cubicBezTo>
                <a:close/>
              </a:path>
            </a:pathLst>
          </a:custGeom>
          <a:solidFill>
            <a:schemeClr val="accent5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522E4612-BDA7-460E-8F4A-8FD368F364D1}"/>
              </a:ext>
            </a:extLst>
          </p:cNvPr>
          <p:cNvSpPr>
            <a:spLocks/>
          </p:cNvSpPr>
          <p:nvPr/>
        </p:nvSpPr>
        <p:spPr bwMode="auto">
          <a:xfrm>
            <a:off x="3994393" y="2523585"/>
            <a:ext cx="1162199" cy="2316335"/>
          </a:xfrm>
          <a:custGeom>
            <a:avLst/>
            <a:gdLst>
              <a:gd name="T0" fmla="*/ 403 w 403"/>
              <a:gd name="T1" fmla="*/ 625 h 803"/>
              <a:gd name="T2" fmla="*/ 351 w 403"/>
              <a:gd name="T3" fmla="*/ 435 h 803"/>
              <a:gd name="T4" fmla="*/ 399 w 403"/>
              <a:gd name="T5" fmla="*/ 250 h 803"/>
              <a:gd name="T6" fmla="*/ 311 w 403"/>
              <a:gd name="T7" fmla="*/ 201 h 803"/>
              <a:gd name="T8" fmla="*/ 311 w 403"/>
              <a:gd name="T9" fmla="*/ 201 h 803"/>
              <a:gd name="T10" fmla="*/ 367 w 403"/>
              <a:gd name="T11" fmla="*/ 156 h 803"/>
              <a:gd name="T12" fmla="*/ 330 w 403"/>
              <a:gd name="T13" fmla="*/ 26 h 803"/>
              <a:gd name="T14" fmla="*/ 200 w 403"/>
              <a:gd name="T15" fmla="*/ 63 h 803"/>
              <a:gd name="T16" fmla="*/ 190 w 403"/>
              <a:gd name="T17" fmla="*/ 133 h 803"/>
              <a:gd name="T18" fmla="*/ 93 w 403"/>
              <a:gd name="T19" fmla="*/ 79 h 803"/>
              <a:gd name="T20" fmla="*/ 0 w 403"/>
              <a:gd name="T21" fmla="*/ 435 h 803"/>
              <a:gd name="T22" fmla="*/ 100 w 403"/>
              <a:gd name="T23" fmla="*/ 803 h 803"/>
              <a:gd name="T24" fmla="*/ 196 w 403"/>
              <a:gd name="T25" fmla="*/ 747 h 803"/>
              <a:gd name="T26" fmla="*/ 140 w 403"/>
              <a:gd name="T27" fmla="*/ 703 h 803"/>
              <a:gd name="T28" fmla="*/ 174 w 403"/>
              <a:gd name="T29" fmla="*/ 572 h 803"/>
              <a:gd name="T30" fmla="*/ 305 w 403"/>
              <a:gd name="T31" fmla="*/ 606 h 803"/>
              <a:gd name="T32" fmla="*/ 316 w 403"/>
              <a:gd name="T33" fmla="*/ 676 h 803"/>
              <a:gd name="T34" fmla="*/ 403 w 403"/>
              <a:gd name="T35" fmla="*/ 625 h 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3" h="803">
                <a:moveTo>
                  <a:pt x="403" y="625"/>
                </a:moveTo>
                <a:cubicBezTo>
                  <a:pt x="370" y="570"/>
                  <a:pt x="351" y="504"/>
                  <a:pt x="351" y="435"/>
                </a:cubicBezTo>
                <a:cubicBezTo>
                  <a:pt x="351" y="368"/>
                  <a:pt x="369" y="305"/>
                  <a:pt x="399" y="250"/>
                </a:cubicBezTo>
                <a:cubicBezTo>
                  <a:pt x="311" y="201"/>
                  <a:pt x="311" y="201"/>
                  <a:pt x="311" y="201"/>
                </a:cubicBezTo>
                <a:cubicBezTo>
                  <a:pt x="311" y="201"/>
                  <a:pt x="311" y="201"/>
                  <a:pt x="311" y="201"/>
                </a:cubicBezTo>
                <a:cubicBezTo>
                  <a:pt x="334" y="194"/>
                  <a:pt x="354" y="179"/>
                  <a:pt x="367" y="156"/>
                </a:cubicBezTo>
                <a:cubicBezTo>
                  <a:pt x="392" y="110"/>
                  <a:pt x="376" y="52"/>
                  <a:pt x="330" y="26"/>
                </a:cubicBezTo>
                <a:cubicBezTo>
                  <a:pt x="284" y="0"/>
                  <a:pt x="225" y="17"/>
                  <a:pt x="200" y="63"/>
                </a:cubicBezTo>
                <a:cubicBezTo>
                  <a:pt x="187" y="85"/>
                  <a:pt x="184" y="110"/>
                  <a:pt x="190" y="133"/>
                </a:cubicBezTo>
                <a:cubicBezTo>
                  <a:pt x="93" y="79"/>
                  <a:pt x="93" y="79"/>
                  <a:pt x="93" y="79"/>
                </a:cubicBezTo>
                <a:cubicBezTo>
                  <a:pt x="34" y="184"/>
                  <a:pt x="0" y="305"/>
                  <a:pt x="0" y="435"/>
                </a:cubicBezTo>
                <a:cubicBezTo>
                  <a:pt x="0" y="569"/>
                  <a:pt x="36" y="695"/>
                  <a:pt x="100" y="803"/>
                </a:cubicBezTo>
                <a:cubicBezTo>
                  <a:pt x="196" y="747"/>
                  <a:pt x="196" y="747"/>
                  <a:pt x="196" y="747"/>
                </a:cubicBezTo>
                <a:cubicBezTo>
                  <a:pt x="173" y="740"/>
                  <a:pt x="153" y="725"/>
                  <a:pt x="140" y="703"/>
                </a:cubicBezTo>
                <a:cubicBezTo>
                  <a:pt x="113" y="657"/>
                  <a:pt x="128" y="599"/>
                  <a:pt x="174" y="572"/>
                </a:cubicBezTo>
                <a:cubicBezTo>
                  <a:pt x="220" y="545"/>
                  <a:pt x="278" y="561"/>
                  <a:pt x="305" y="606"/>
                </a:cubicBezTo>
                <a:cubicBezTo>
                  <a:pt x="318" y="628"/>
                  <a:pt x="321" y="653"/>
                  <a:pt x="316" y="676"/>
                </a:cubicBezTo>
                <a:lnTo>
                  <a:pt x="403" y="625"/>
                </a:lnTo>
                <a:close/>
              </a:path>
            </a:pathLst>
          </a:custGeom>
          <a:solidFill>
            <a:schemeClr val="accent6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4037B5E7-2B1E-40A8-8F23-EB4844F10848}"/>
              </a:ext>
            </a:extLst>
          </p:cNvPr>
          <p:cNvSpPr>
            <a:spLocks noEditPoints="1"/>
          </p:cNvSpPr>
          <p:nvPr/>
        </p:nvSpPr>
        <p:spPr bwMode="auto">
          <a:xfrm>
            <a:off x="5674010" y="3384106"/>
            <a:ext cx="840809" cy="738179"/>
          </a:xfrm>
          <a:custGeom>
            <a:avLst/>
            <a:gdLst>
              <a:gd name="T0" fmla="*/ 2312 w 2382"/>
              <a:gd name="T1" fmla="*/ 279 h 2092"/>
              <a:gd name="T2" fmla="*/ 2312 w 2382"/>
              <a:gd name="T3" fmla="*/ 279 h 2092"/>
              <a:gd name="T4" fmla="*/ 1679 w 2382"/>
              <a:gd name="T5" fmla="*/ 279 h 2092"/>
              <a:gd name="T6" fmla="*/ 1679 w 2382"/>
              <a:gd name="T7" fmla="*/ 209 h 2092"/>
              <a:gd name="T8" fmla="*/ 1470 w 2382"/>
              <a:gd name="T9" fmla="*/ 0 h 2092"/>
              <a:gd name="T10" fmla="*/ 912 w 2382"/>
              <a:gd name="T11" fmla="*/ 0 h 2092"/>
              <a:gd name="T12" fmla="*/ 703 w 2382"/>
              <a:gd name="T13" fmla="*/ 209 h 2092"/>
              <a:gd name="T14" fmla="*/ 703 w 2382"/>
              <a:gd name="T15" fmla="*/ 279 h 2092"/>
              <a:gd name="T16" fmla="*/ 70 w 2382"/>
              <a:gd name="T17" fmla="*/ 279 h 2092"/>
              <a:gd name="T18" fmla="*/ 0 w 2382"/>
              <a:gd name="T19" fmla="*/ 348 h 2092"/>
              <a:gd name="T20" fmla="*/ 0 w 2382"/>
              <a:gd name="T21" fmla="*/ 1883 h 2092"/>
              <a:gd name="T22" fmla="*/ 210 w 2382"/>
              <a:gd name="T23" fmla="*/ 2092 h 2092"/>
              <a:gd name="T24" fmla="*/ 2172 w 2382"/>
              <a:gd name="T25" fmla="*/ 2092 h 2092"/>
              <a:gd name="T26" fmla="*/ 2382 w 2382"/>
              <a:gd name="T27" fmla="*/ 1883 h 2092"/>
              <a:gd name="T28" fmla="*/ 2382 w 2382"/>
              <a:gd name="T29" fmla="*/ 350 h 2092"/>
              <a:gd name="T30" fmla="*/ 2382 w 2382"/>
              <a:gd name="T31" fmla="*/ 350 h 2092"/>
              <a:gd name="T32" fmla="*/ 2312 w 2382"/>
              <a:gd name="T33" fmla="*/ 279 h 2092"/>
              <a:gd name="T34" fmla="*/ 842 w 2382"/>
              <a:gd name="T35" fmla="*/ 209 h 2092"/>
              <a:gd name="T36" fmla="*/ 912 w 2382"/>
              <a:gd name="T37" fmla="*/ 139 h 2092"/>
              <a:gd name="T38" fmla="*/ 1470 w 2382"/>
              <a:gd name="T39" fmla="*/ 139 h 2092"/>
              <a:gd name="T40" fmla="*/ 1540 w 2382"/>
              <a:gd name="T41" fmla="*/ 209 h 2092"/>
              <a:gd name="T42" fmla="*/ 1540 w 2382"/>
              <a:gd name="T43" fmla="*/ 279 h 2092"/>
              <a:gd name="T44" fmla="*/ 842 w 2382"/>
              <a:gd name="T45" fmla="*/ 279 h 2092"/>
              <a:gd name="T46" fmla="*/ 842 w 2382"/>
              <a:gd name="T47" fmla="*/ 209 h 2092"/>
              <a:gd name="T48" fmla="*/ 2215 w 2382"/>
              <a:gd name="T49" fmla="*/ 418 h 2092"/>
              <a:gd name="T50" fmla="*/ 1998 w 2382"/>
              <a:gd name="T51" fmla="*/ 1068 h 2092"/>
              <a:gd name="T52" fmla="*/ 1932 w 2382"/>
              <a:gd name="T53" fmla="*/ 1116 h 2092"/>
              <a:gd name="T54" fmla="*/ 1540 w 2382"/>
              <a:gd name="T55" fmla="*/ 1116 h 2092"/>
              <a:gd name="T56" fmla="*/ 1540 w 2382"/>
              <a:gd name="T57" fmla="*/ 1046 h 2092"/>
              <a:gd name="T58" fmla="*/ 1470 w 2382"/>
              <a:gd name="T59" fmla="*/ 976 h 2092"/>
              <a:gd name="T60" fmla="*/ 912 w 2382"/>
              <a:gd name="T61" fmla="*/ 976 h 2092"/>
              <a:gd name="T62" fmla="*/ 842 w 2382"/>
              <a:gd name="T63" fmla="*/ 1046 h 2092"/>
              <a:gd name="T64" fmla="*/ 842 w 2382"/>
              <a:gd name="T65" fmla="*/ 1116 h 2092"/>
              <a:gd name="T66" fmla="*/ 450 w 2382"/>
              <a:gd name="T67" fmla="*/ 1116 h 2092"/>
              <a:gd name="T68" fmla="*/ 384 w 2382"/>
              <a:gd name="T69" fmla="*/ 1068 h 2092"/>
              <a:gd name="T70" fmla="*/ 167 w 2382"/>
              <a:gd name="T71" fmla="*/ 418 h 2092"/>
              <a:gd name="T72" fmla="*/ 2215 w 2382"/>
              <a:gd name="T73" fmla="*/ 418 h 2092"/>
              <a:gd name="T74" fmla="*/ 1400 w 2382"/>
              <a:gd name="T75" fmla="*/ 1116 h 2092"/>
              <a:gd name="T76" fmla="*/ 1400 w 2382"/>
              <a:gd name="T77" fmla="*/ 1255 h 2092"/>
              <a:gd name="T78" fmla="*/ 982 w 2382"/>
              <a:gd name="T79" fmla="*/ 1255 h 2092"/>
              <a:gd name="T80" fmla="*/ 982 w 2382"/>
              <a:gd name="T81" fmla="*/ 1116 h 2092"/>
              <a:gd name="T82" fmla="*/ 1400 w 2382"/>
              <a:gd name="T83" fmla="*/ 1116 h 2092"/>
              <a:gd name="T84" fmla="*/ 2242 w 2382"/>
              <a:gd name="T85" fmla="*/ 1883 h 2092"/>
              <a:gd name="T86" fmla="*/ 2172 w 2382"/>
              <a:gd name="T87" fmla="*/ 1953 h 2092"/>
              <a:gd name="T88" fmla="*/ 210 w 2382"/>
              <a:gd name="T89" fmla="*/ 1953 h 2092"/>
              <a:gd name="T90" fmla="*/ 140 w 2382"/>
              <a:gd name="T91" fmla="*/ 1883 h 2092"/>
              <a:gd name="T92" fmla="*/ 140 w 2382"/>
              <a:gd name="T93" fmla="*/ 778 h 2092"/>
              <a:gd name="T94" fmla="*/ 251 w 2382"/>
              <a:gd name="T95" fmla="*/ 1112 h 2092"/>
              <a:gd name="T96" fmla="*/ 450 w 2382"/>
              <a:gd name="T97" fmla="*/ 1255 h 2092"/>
              <a:gd name="T98" fmla="*/ 842 w 2382"/>
              <a:gd name="T99" fmla="*/ 1255 h 2092"/>
              <a:gd name="T100" fmla="*/ 842 w 2382"/>
              <a:gd name="T101" fmla="*/ 1325 h 2092"/>
              <a:gd name="T102" fmla="*/ 912 w 2382"/>
              <a:gd name="T103" fmla="*/ 1395 h 2092"/>
              <a:gd name="T104" fmla="*/ 1470 w 2382"/>
              <a:gd name="T105" fmla="*/ 1395 h 2092"/>
              <a:gd name="T106" fmla="*/ 1540 w 2382"/>
              <a:gd name="T107" fmla="*/ 1325 h 2092"/>
              <a:gd name="T108" fmla="*/ 1540 w 2382"/>
              <a:gd name="T109" fmla="*/ 1255 h 2092"/>
              <a:gd name="T110" fmla="*/ 1932 w 2382"/>
              <a:gd name="T111" fmla="*/ 1255 h 2092"/>
              <a:gd name="T112" fmla="*/ 2131 w 2382"/>
              <a:gd name="T113" fmla="*/ 1112 h 2092"/>
              <a:gd name="T114" fmla="*/ 2242 w 2382"/>
              <a:gd name="T115" fmla="*/ 778 h 2092"/>
              <a:gd name="T116" fmla="*/ 2242 w 2382"/>
              <a:gd name="T117" fmla="*/ 1883 h 2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382" h="2092">
                <a:moveTo>
                  <a:pt x="2312" y="279"/>
                </a:moveTo>
                <a:cubicBezTo>
                  <a:pt x="2312" y="279"/>
                  <a:pt x="2312" y="279"/>
                  <a:pt x="2312" y="279"/>
                </a:cubicBezTo>
                <a:cubicBezTo>
                  <a:pt x="1679" y="279"/>
                  <a:pt x="1679" y="279"/>
                  <a:pt x="1679" y="279"/>
                </a:cubicBezTo>
                <a:cubicBezTo>
                  <a:pt x="1679" y="209"/>
                  <a:pt x="1679" y="209"/>
                  <a:pt x="1679" y="209"/>
                </a:cubicBezTo>
                <a:cubicBezTo>
                  <a:pt x="1679" y="93"/>
                  <a:pt x="1585" y="0"/>
                  <a:pt x="1470" y="0"/>
                </a:cubicBezTo>
                <a:cubicBezTo>
                  <a:pt x="912" y="0"/>
                  <a:pt x="912" y="0"/>
                  <a:pt x="912" y="0"/>
                </a:cubicBezTo>
                <a:cubicBezTo>
                  <a:pt x="797" y="0"/>
                  <a:pt x="703" y="93"/>
                  <a:pt x="703" y="209"/>
                </a:cubicBezTo>
                <a:cubicBezTo>
                  <a:pt x="703" y="279"/>
                  <a:pt x="703" y="279"/>
                  <a:pt x="703" y="279"/>
                </a:cubicBezTo>
                <a:cubicBezTo>
                  <a:pt x="70" y="279"/>
                  <a:pt x="70" y="279"/>
                  <a:pt x="70" y="279"/>
                </a:cubicBezTo>
                <a:cubicBezTo>
                  <a:pt x="31" y="279"/>
                  <a:pt x="0" y="310"/>
                  <a:pt x="0" y="348"/>
                </a:cubicBezTo>
                <a:cubicBezTo>
                  <a:pt x="0" y="1883"/>
                  <a:pt x="0" y="1883"/>
                  <a:pt x="0" y="1883"/>
                </a:cubicBezTo>
                <a:cubicBezTo>
                  <a:pt x="0" y="1999"/>
                  <a:pt x="94" y="2092"/>
                  <a:pt x="210" y="2092"/>
                </a:cubicBezTo>
                <a:cubicBezTo>
                  <a:pt x="2172" y="2092"/>
                  <a:pt x="2172" y="2092"/>
                  <a:pt x="2172" y="2092"/>
                </a:cubicBezTo>
                <a:cubicBezTo>
                  <a:pt x="2288" y="2092"/>
                  <a:pt x="2382" y="1999"/>
                  <a:pt x="2382" y="1883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79" y="304"/>
                  <a:pt x="2351" y="279"/>
                  <a:pt x="2312" y="279"/>
                </a:cubicBezTo>
                <a:close/>
                <a:moveTo>
                  <a:pt x="842" y="209"/>
                </a:moveTo>
                <a:cubicBezTo>
                  <a:pt x="842" y="170"/>
                  <a:pt x="874" y="139"/>
                  <a:pt x="912" y="139"/>
                </a:cubicBezTo>
                <a:cubicBezTo>
                  <a:pt x="1470" y="139"/>
                  <a:pt x="1470" y="139"/>
                  <a:pt x="1470" y="139"/>
                </a:cubicBezTo>
                <a:cubicBezTo>
                  <a:pt x="1508" y="139"/>
                  <a:pt x="1540" y="170"/>
                  <a:pt x="1540" y="209"/>
                </a:cubicBezTo>
                <a:cubicBezTo>
                  <a:pt x="1540" y="279"/>
                  <a:pt x="1540" y="279"/>
                  <a:pt x="1540" y="279"/>
                </a:cubicBezTo>
                <a:cubicBezTo>
                  <a:pt x="842" y="279"/>
                  <a:pt x="842" y="279"/>
                  <a:pt x="842" y="279"/>
                </a:cubicBezTo>
                <a:lnTo>
                  <a:pt x="842" y="209"/>
                </a:lnTo>
                <a:close/>
                <a:moveTo>
                  <a:pt x="2215" y="418"/>
                </a:moveTo>
                <a:cubicBezTo>
                  <a:pt x="1998" y="1068"/>
                  <a:pt x="1998" y="1068"/>
                  <a:pt x="1998" y="1068"/>
                </a:cubicBezTo>
                <a:cubicBezTo>
                  <a:pt x="1989" y="1097"/>
                  <a:pt x="1962" y="1116"/>
                  <a:pt x="1932" y="1116"/>
                </a:cubicBezTo>
                <a:cubicBezTo>
                  <a:pt x="1540" y="1116"/>
                  <a:pt x="1540" y="1116"/>
                  <a:pt x="1540" y="1116"/>
                </a:cubicBezTo>
                <a:cubicBezTo>
                  <a:pt x="1540" y="1046"/>
                  <a:pt x="1540" y="1046"/>
                  <a:pt x="1540" y="1046"/>
                </a:cubicBezTo>
                <a:cubicBezTo>
                  <a:pt x="1540" y="1007"/>
                  <a:pt x="1509" y="976"/>
                  <a:pt x="1470" y="976"/>
                </a:cubicBezTo>
                <a:cubicBezTo>
                  <a:pt x="912" y="976"/>
                  <a:pt x="912" y="976"/>
                  <a:pt x="912" y="976"/>
                </a:cubicBezTo>
                <a:cubicBezTo>
                  <a:pt x="873" y="976"/>
                  <a:pt x="842" y="1007"/>
                  <a:pt x="842" y="1046"/>
                </a:cubicBezTo>
                <a:cubicBezTo>
                  <a:pt x="842" y="1116"/>
                  <a:pt x="842" y="1116"/>
                  <a:pt x="842" y="1116"/>
                </a:cubicBezTo>
                <a:cubicBezTo>
                  <a:pt x="450" y="1116"/>
                  <a:pt x="450" y="1116"/>
                  <a:pt x="450" y="1116"/>
                </a:cubicBezTo>
                <a:cubicBezTo>
                  <a:pt x="420" y="1116"/>
                  <a:pt x="393" y="1097"/>
                  <a:pt x="384" y="1068"/>
                </a:cubicBezTo>
                <a:cubicBezTo>
                  <a:pt x="167" y="418"/>
                  <a:pt x="167" y="418"/>
                  <a:pt x="167" y="418"/>
                </a:cubicBezTo>
                <a:lnTo>
                  <a:pt x="2215" y="418"/>
                </a:lnTo>
                <a:close/>
                <a:moveTo>
                  <a:pt x="1400" y="1116"/>
                </a:moveTo>
                <a:cubicBezTo>
                  <a:pt x="1400" y="1255"/>
                  <a:pt x="1400" y="1255"/>
                  <a:pt x="1400" y="1255"/>
                </a:cubicBezTo>
                <a:cubicBezTo>
                  <a:pt x="982" y="1255"/>
                  <a:pt x="982" y="1255"/>
                  <a:pt x="982" y="1255"/>
                </a:cubicBezTo>
                <a:cubicBezTo>
                  <a:pt x="982" y="1116"/>
                  <a:pt x="982" y="1116"/>
                  <a:pt x="982" y="1116"/>
                </a:cubicBezTo>
                <a:lnTo>
                  <a:pt x="1400" y="1116"/>
                </a:lnTo>
                <a:close/>
                <a:moveTo>
                  <a:pt x="2242" y="1883"/>
                </a:moveTo>
                <a:cubicBezTo>
                  <a:pt x="2242" y="1922"/>
                  <a:pt x="2211" y="1953"/>
                  <a:pt x="2172" y="1953"/>
                </a:cubicBezTo>
                <a:cubicBezTo>
                  <a:pt x="210" y="1953"/>
                  <a:pt x="210" y="1953"/>
                  <a:pt x="210" y="1953"/>
                </a:cubicBezTo>
                <a:cubicBezTo>
                  <a:pt x="171" y="1953"/>
                  <a:pt x="140" y="1922"/>
                  <a:pt x="140" y="1883"/>
                </a:cubicBezTo>
                <a:cubicBezTo>
                  <a:pt x="140" y="778"/>
                  <a:pt x="140" y="778"/>
                  <a:pt x="140" y="778"/>
                </a:cubicBezTo>
                <a:cubicBezTo>
                  <a:pt x="251" y="1112"/>
                  <a:pt x="251" y="1112"/>
                  <a:pt x="251" y="1112"/>
                </a:cubicBezTo>
                <a:cubicBezTo>
                  <a:pt x="280" y="1198"/>
                  <a:pt x="360" y="1255"/>
                  <a:pt x="450" y="1255"/>
                </a:cubicBezTo>
                <a:cubicBezTo>
                  <a:pt x="842" y="1255"/>
                  <a:pt x="842" y="1255"/>
                  <a:pt x="842" y="1255"/>
                </a:cubicBezTo>
                <a:cubicBezTo>
                  <a:pt x="842" y="1325"/>
                  <a:pt x="842" y="1325"/>
                  <a:pt x="842" y="1325"/>
                </a:cubicBezTo>
                <a:cubicBezTo>
                  <a:pt x="842" y="1364"/>
                  <a:pt x="873" y="1395"/>
                  <a:pt x="912" y="1395"/>
                </a:cubicBezTo>
                <a:cubicBezTo>
                  <a:pt x="1470" y="1395"/>
                  <a:pt x="1470" y="1395"/>
                  <a:pt x="1470" y="1395"/>
                </a:cubicBezTo>
                <a:cubicBezTo>
                  <a:pt x="1509" y="1395"/>
                  <a:pt x="1540" y="1364"/>
                  <a:pt x="1540" y="1325"/>
                </a:cubicBezTo>
                <a:cubicBezTo>
                  <a:pt x="1540" y="1255"/>
                  <a:pt x="1540" y="1255"/>
                  <a:pt x="1540" y="1255"/>
                </a:cubicBezTo>
                <a:cubicBezTo>
                  <a:pt x="1932" y="1255"/>
                  <a:pt x="1932" y="1255"/>
                  <a:pt x="1932" y="1255"/>
                </a:cubicBezTo>
                <a:cubicBezTo>
                  <a:pt x="2022" y="1255"/>
                  <a:pt x="2102" y="1198"/>
                  <a:pt x="2131" y="1112"/>
                </a:cubicBezTo>
                <a:cubicBezTo>
                  <a:pt x="2242" y="778"/>
                  <a:pt x="2242" y="778"/>
                  <a:pt x="2242" y="778"/>
                </a:cubicBezTo>
                <a:lnTo>
                  <a:pt x="2242" y="1883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4F7AF7-B617-4DC3-83DD-65A9565BD67C}"/>
              </a:ext>
            </a:extLst>
          </p:cNvPr>
          <p:cNvSpPr txBox="1"/>
          <p:nvPr/>
        </p:nvSpPr>
        <p:spPr>
          <a:xfrm>
            <a:off x="6834972" y="2214244"/>
            <a:ext cx="418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IN" sz="32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0CB898-1B1D-4E58-8201-5AC368C74521}"/>
              </a:ext>
            </a:extLst>
          </p:cNvPr>
          <p:cNvSpPr txBox="1"/>
          <p:nvPr/>
        </p:nvSpPr>
        <p:spPr>
          <a:xfrm>
            <a:off x="7421126" y="3644459"/>
            <a:ext cx="418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IN" sz="32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847AA4-7498-493F-828E-A9EB3282F5DD}"/>
              </a:ext>
            </a:extLst>
          </p:cNvPr>
          <p:cNvSpPr txBox="1"/>
          <p:nvPr/>
        </p:nvSpPr>
        <p:spPr>
          <a:xfrm>
            <a:off x="4878648" y="4737279"/>
            <a:ext cx="418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IN" sz="32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241B68-4044-4A62-B205-CF62BC471E19}"/>
              </a:ext>
            </a:extLst>
          </p:cNvPr>
          <p:cNvSpPr txBox="1"/>
          <p:nvPr/>
        </p:nvSpPr>
        <p:spPr>
          <a:xfrm>
            <a:off x="4292494" y="3307063"/>
            <a:ext cx="418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IN" sz="32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B56034-E2EA-45E1-8DB0-DB65E5F5EE59}"/>
              </a:ext>
            </a:extLst>
          </p:cNvPr>
          <p:cNvGrpSpPr/>
          <p:nvPr/>
        </p:nvGrpSpPr>
        <p:grpSpPr>
          <a:xfrm>
            <a:off x="8537693" y="1433927"/>
            <a:ext cx="2965471" cy="1089658"/>
            <a:chOff x="8537693" y="1235144"/>
            <a:chExt cx="2965471" cy="108965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D61A110-8863-40AA-B8CB-1A11738D00A7}"/>
                </a:ext>
              </a:extLst>
            </p:cNvPr>
            <p:cNvSpPr txBox="1"/>
            <p:nvPr/>
          </p:nvSpPr>
          <p:spPr>
            <a:xfrm>
              <a:off x="8537693" y="167847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B84AB3A-3476-433B-B3B3-E960168592DE}"/>
                </a:ext>
              </a:extLst>
            </p:cNvPr>
            <p:cNvSpPr/>
            <p:nvPr/>
          </p:nvSpPr>
          <p:spPr>
            <a:xfrm>
              <a:off x="8537693" y="1235144"/>
              <a:ext cx="2965471" cy="38734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645E8BE-9223-4FE2-9485-387E0099BA6A}"/>
              </a:ext>
            </a:extLst>
          </p:cNvPr>
          <p:cNvGrpSpPr/>
          <p:nvPr/>
        </p:nvGrpSpPr>
        <p:grpSpPr>
          <a:xfrm>
            <a:off x="8537693" y="3139576"/>
            <a:ext cx="2965471" cy="1089658"/>
            <a:chOff x="8537693" y="1235144"/>
            <a:chExt cx="2965471" cy="108965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7597991-BC11-4E16-B33D-4548B8AC7CDF}"/>
                </a:ext>
              </a:extLst>
            </p:cNvPr>
            <p:cNvSpPr txBox="1"/>
            <p:nvPr/>
          </p:nvSpPr>
          <p:spPr>
            <a:xfrm>
              <a:off x="8537693" y="167847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DC0BC08-2DA9-4F66-A6CD-FF9D63679790}"/>
                </a:ext>
              </a:extLst>
            </p:cNvPr>
            <p:cNvSpPr/>
            <p:nvPr/>
          </p:nvSpPr>
          <p:spPr>
            <a:xfrm>
              <a:off x="8537693" y="1235144"/>
              <a:ext cx="2965471" cy="38734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9D7D4C0-731D-4775-9076-4477488CC11B}"/>
              </a:ext>
            </a:extLst>
          </p:cNvPr>
          <p:cNvGrpSpPr/>
          <p:nvPr/>
        </p:nvGrpSpPr>
        <p:grpSpPr>
          <a:xfrm>
            <a:off x="727971" y="2495732"/>
            <a:ext cx="2965471" cy="1089658"/>
            <a:chOff x="8537693" y="1235144"/>
            <a:chExt cx="2965471" cy="1089658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084E2E-A5B4-4ED7-BEA2-E3780880CB1B}"/>
                </a:ext>
              </a:extLst>
            </p:cNvPr>
            <p:cNvSpPr txBox="1"/>
            <p:nvPr/>
          </p:nvSpPr>
          <p:spPr>
            <a:xfrm>
              <a:off x="8537693" y="167847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B51477C-6263-4A0B-8EC3-28F695BADF5F}"/>
                </a:ext>
              </a:extLst>
            </p:cNvPr>
            <p:cNvSpPr/>
            <p:nvPr/>
          </p:nvSpPr>
          <p:spPr>
            <a:xfrm>
              <a:off x="8537693" y="1235144"/>
              <a:ext cx="2965471" cy="38734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E457430-AE7F-4D81-82D5-00B1B9A88716}"/>
              </a:ext>
            </a:extLst>
          </p:cNvPr>
          <p:cNvGrpSpPr/>
          <p:nvPr/>
        </p:nvGrpSpPr>
        <p:grpSpPr>
          <a:xfrm>
            <a:off x="727971" y="4671906"/>
            <a:ext cx="2965471" cy="1089658"/>
            <a:chOff x="8537693" y="1235144"/>
            <a:chExt cx="2965471" cy="1089658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33F85B5-BE54-4340-979D-E5C0B8370DBC}"/>
                </a:ext>
              </a:extLst>
            </p:cNvPr>
            <p:cNvSpPr txBox="1"/>
            <p:nvPr/>
          </p:nvSpPr>
          <p:spPr>
            <a:xfrm>
              <a:off x="8537693" y="1678471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00D97D7-818E-4231-8475-63EA124E7997}"/>
                </a:ext>
              </a:extLst>
            </p:cNvPr>
            <p:cNvSpPr/>
            <p:nvPr/>
          </p:nvSpPr>
          <p:spPr>
            <a:xfrm>
              <a:off x="8537693" y="1235144"/>
              <a:ext cx="2965471" cy="38734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52C63F6-7514-4DE4-A569-F10EAB56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PUZZLE INFOGRAPHIC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454D9-C9D0-4863-B519-349BD37548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60854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FUNNEL DIAGRAM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93805-135E-4B56-AE2C-E1D4FCE28C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2FB688-1634-4413-8384-F88D6B12EAB1}"/>
              </a:ext>
            </a:extLst>
          </p:cNvPr>
          <p:cNvGrpSpPr/>
          <p:nvPr/>
        </p:nvGrpSpPr>
        <p:grpSpPr>
          <a:xfrm>
            <a:off x="3913288" y="1901950"/>
            <a:ext cx="4362248" cy="2448088"/>
            <a:chOff x="3913288" y="1591732"/>
            <a:chExt cx="4362248" cy="2448088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9340592-D327-4E9A-8E53-09334468DF7E}"/>
                </a:ext>
              </a:extLst>
            </p:cNvPr>
            <p:cNvSpPr/>
            <p:nvPr/>
          </p:nvSpPr>
          <p:spPr>
            <a:xfrm rot="10800000">
              <a:off x="3913288" y="1857021"/>
              <a:ext cx="4362248" cy="2182799"/>
            </a:xfrm>
            <a:custGeom>
              <a:avLst/>
              <a:gdLst>
                <a:gd name="connsiteX0" fmla="*/ 4362248 w 4362248"/>
                <a:gd name="connsiteY0" fmla="*/ 2182799 h 2182799"/>
                <a:gd name="connsiteX1" fmla="*/ 0 w 4362248"/>
                <a:gd name="connsiteY1" fmla="*/ 2182799 h 2182799"/>
                <a:gd name="connsiteX2" fmla="*/ 1396484 w 4362248"/>
                <a:gd name="connsiteY2" fmla="*/ 0 h 2182799"/>
                <a:gd name="connsiteX3" fmla="*/ 2965764 w 4362248"/>
                <a:gd name="connsiteY3" fmla="*/ 0 h 2182799"/>
                <a:gd name="connsiteX4" fmla="*/ 4362248 w 4362248"/>
                <a:gd name="connsiteY4" fmla="*/ 2182799 h 218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2248" h="2182799">
                  <a:moveTo>
                    <a:pt x="4362248" y="2182799"/>
                  </a:moveTo>
                  <a:lnTo>
                    <a:pt x="0" y="2182799"/>
                  </a:lnTo>
                  <a:lnTo>
                    <a:pt x="1396484" y="0"/>
                  </a:lnTo>
                  <a:lnTo>
                    <a:pt x="2965764" y="0"/>
                  </a:lnTo>
                  <a:lnTo>
                    <a:pt x="4362248" y="218279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9610B4C-FF6C-475C-831C-1535D9379BB6}"/>
                </a:ext>
              </a:extLst>
            </p:cNvPr>
            <p:cNvSpPr/>
            <p:nvPr/>
          </p:nvSpPr>
          <p:spPr>
            <a:xfrm flipV="1">
              <a:off x="3921071" y="1591732"/>
              <a:ext cx="4347276" cy="5625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3243888-487A-4C95-9714-7F2DE848925F}"/>
              </a:ext>
            </a:extLst>
          </p:cNvPr>
          <p:cNvSpPr/>
          <p:nvPr/>
        </p:nvSpPr>
        <p:spPr>
          <a:xfrm>
            <a:off x="5330887" y="3891924"/>
            <a:ext cx="1527050" cy="1832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91D93C-9670-4D25-952B-60826131ACDD}"/>
              </a:ext>
            </a:extLst>
          </p:cNvPr>
          <p:cNvGrpSpPr/>
          <p:nvPr/>
        </p:nvGrpSpPr>
        <p:grpSpPr>
          <a:xfrm>
            <a:off x="5061193" y="3209734"/>
            <a:ext cx="2066438" cy="1159682"/>
            <a:chOff x="3913288" y="1591732"/>
            <a:chExt cx="4362248" cy="244808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B5E164A-7C5C-4D62-BFC5-44FEF5622CA8}"/>
                </a:ext>
              </a:extLst>
            </p:cNvPr>
            <p:cNvSpPr/>
            <p:nvPr/>
          </p:nvSpPr>
          <p:spPr>
            <a:xfrm rot="10800000">
              <a:off x="3913288" y="1857021"/>
              <a:ext cx="4362248" cy="2182799"/>
            </a:xfrm>
            <a:custGeom>
              <a:avLst/>
              <a:gdLst>
                <a:gd name="connsiteX0" fmla="*/ 4362248 w 4362248"/>
                <a:gd name="connsiteY0" fmla="*/ 2182799 h 2182799"/>
                <a:gd name="connsiteX1" fmla="*/ 0 w 4362248"/>
                <a:gd name="connsiteY1" fmla="*/ 2182799 h 2182799"/>
                <a:gd name="connsiteX2" fmla="*/ 1396484 w 4362248"/>
                <a:gd name="connsiteY2" fmla="*/ 0 h 2182799"/>
                <a:gd name="connsiteX3" fmla="*/ 2965764 w 4362248"/>
                <a:gd name="connsiteY3" fmla="*/ 0 h 2182799"/>
                <a:gd name="connsiteX4" fmla="*/ 4362248 w 4362248"/>
                <a:gd name="connsiteY4" fmla="*/ 2182799 h 218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2248" h="2182799">
                  <a:moveTo>
                    <a:pt x="4362248" y="2182799"/>
                  </a:moveTo>
                  <a:lnTo>
                    <a:pt x="0" y="2182799"/>
                  </a:lnTo>
                  <a:lnTo>
                    <a:pt x="1396484" y="0"/>
                  </a:lnTo>
                  <a:lnTo>
                    <a:pt x="2965764" y="0"/>
                  </a:lnTo>
                  <a:lnTo>
                    <a:pt x="4362248" y="218279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97F0D74-07E1-4D40-9D39-B12851F954DB}"/>
                </a:ext>
              </a:extLst>
            </p:cNvPr>
            <p:cNvSpPr/>
            <p:nvPr/>
          </p:nvSpPr>
          <p:spPr>
            <a:xfrm flipV="1">
              <a:off x="3921071" y="1591732"/>
              <a:ext cx="4347276" cy="56253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E17C3EAA-1BA5-4D2B-8044-C302ECD60C46}"/>
              </a:ext>
            </a:extLst>
          </p:cNvPr>
          <p:cNvSpPr/>
          <p:nvPr/>
        </p:nvSpPr>
        <p:spPr>
          <a:xfrm>
            <a:off x="5846637" y="2526499"/>
            <a:ext cx="495548" cy="4955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360B893-7671-4CCC-8289-C5F4EAA2642E}"/>
              </a:ext>
            </a:extLst>
          </p:cNvPr>
          <p:cNvSpPr/>
          <p:nvPr/>
        </p:nvSpPr>
        <p:spPr>
          <a:xfrm>
            <a:off x="5846637" y="3780868"/>
            <a:ext cx="495548" cy="4955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6404D1B-0EA3-414D-8BE4-063C1A70B16D}"/>
              </a:ext>
            </a:extLst>
          </p:cNvPr>
          <p:cNvSpPr/>
          <p:nvPr/>
        </p:nvSpPr>
        <p:spPr>
          <a:xfrm>
            <a:off x="5846637" y="5023514"/>
            <a:ext cx="495548" cy="4955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F9859B-385C-4883-827C-D6B2D25F6483}"/>
              </a:ext>
            </a:extLst>
          </p:cNvPr>
          <p:cNvSpPr txBox="1"/>
          <p:nvPr/>
        </p:nvSpPr>
        <p:spPr>
          <a:xfrm>
            <a:off x="693788" y="2312608"/>
            <a:ext cx="210642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FF5B73-AC3A-433E-99E5-7FCD0D08EEA2}"/>
              </a:ext>
            </a:extLst>
          </p:cNvPr>
          <p:cNvSpPr txBox="1"/>
          <p:nvPr/>
        </p:nvSpPr>
        <p:spPr>
          <a:xfrm>
            <a:off x="693788" y="3566977"/>
            <a:ext cx="210642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E2E0E5-ADD0-45CF-A37D-51D477559B13}"/>
              </a:ext>
            </a:extLst>
          </p:cNvPr>
          <p:cNvSpPr txBox="1"/>
          <p:nvPr/>
        </p:nvSpPr>
        <p:spPr>
          <a:xfrm>
            <a:off x="693788" y="4809623"/>
            <a:ext cx="210642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B4FEA9-53A9-4D8E-81A4-9E2CFE03FC56}"/>
              </a:ext>
            </a:extLst>
          </p:cNvPr>
          <p:cNvSpPr txBox="1"/>
          <p:nvPr/>
        </p:nvSpPr>
        <p:spPr>
          <a:xfrm flipH="1">
            <a:off x="9312263" y="2312608"/>
            <a:ext cx="210642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4A6225-D275-41E7-8395-2E48DB2827DF}"/>
              </a:ext>
            </a:extLst>
          </p:cNvPr>
          <p:cNvSpPr txBox="1"/>
          <p:nvPr/>
        </p:nvSpPr>
        <p:spPr>
          <a:xfrm flipH="1">
            <a:off x="9312263" y="3566977"/>
            <a:ext cx="210642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ABA7D4-B0CF-4AE5-B6B3-DF15562B9CD0}"/>
              </a:ext>
            </a:extLst>
          </p:cNvPr>
          <p:cNvSpPr txBox="1"/>
          <p:nvPr/>
        </p:nvSpPr>
        <p:spPr>
          <a:xfrm flipH="1">
            <a:off x="9312263" y="4809623"/>
            <a:ext cx="210642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44CD88-0C29-476A-844F-D2A2E9E1B72D}"/>
              </a:ext>
            </a:extLst>
          </p:cNvPr>
          <p:cNvCxnSpPr>
            <a:cxnSpLocks/>
          </p:cNvCxnSpPr>
          <p:nvPr/>
        </p:nvCxnSpPr>
        <p:spPr>
          <a:xfrm flipH="1">
            <a:off x="3695311" y="2774272"/>
            <a:ext cx="1934497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E034108-40B0-4070-BB2F-A896152F47DA}"/>
              </a:ext>
            </a:extLst>
          </p:cNvPr>
          <p:cNvCxnSpPr>
            <a:cxnSpLocks/>
          </p:cNvCxnSpPr>
          <p:nvPr/>
        </p:nvCxnSpPr>
        <p:spPr>
          <a:xfrm flipH="1">
            <a:off x="3695311" y="4028641"/>
            <a:ext cx="193449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B9DF4CC-15CC-454A-8B1C-F7A25A665260}"/>
              </a:ext>
            </a:extLst>
          </p:cNvPr>
          <p:cNvCxnSpPr>
            <a:cxnSpLocks/>
          </p:cNvCxnSpPr>
          <p:nvPr/>
        </p:nvCxnSpPr>
        <p:spPr>
          <a:xfrm flipH="1">
            <a:off x="3695311" y="5271287"/>
            <a:ext cx="1934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28C891-2A99-4AC0-B7B4-A92DBAC6EEAD}"/>
              </a:ext>
            </a:extLst>
          </p:cNvPr>
          <p:cNvCxnSpPr>
            <a:cxnSpLocks/>
          </p:cNvCxnSpPr>
          <p:nvPr/>
        </p:nvCxnSpPr>
        <p:spPr>
          <a:xfrm>
            <a:off x="6482672" y="2774272"/>
            <a:ext cx="1934497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6C9EA0E-7B37-4688-9A5F-7E306979FE26}"/>
              </a:ext>
            </a:extLst>
          </p:cNvPr>
          <p:cNvCxnSpPr>
            <a:cxnSpLocks/>
          </p:cNvCxnSpPr>
          <p:nvPr/>
        </p:nvCxnSpPr>
        <p:spPr>
          <a:xfrm>
            <a:off x="6482672" y="4028641"/>
            <a:ext cx="193449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FC83DCC-B454-4E30-86D1-CED4D28ED32B}"/>
              </a:ext>
            </a:extLst>
          </p:cNvPr>
          <p:cNvCxnSpPr>
            <a:cxnSpLocks/>
          </p:cNvCxnSpPr>
          <p:nvPr/>
        </p:nvCxnSpPr>
        <p:spPr>
          <a:xfrm>
            <a:off x="6482672" y="5271287"/>
            <a:ext cx="1934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 32">
            <a:extLst>
              <a:ext uri="{FF2B5EF4-FFF2-40B4-BE49-F238E27FC236}">
                <a16:creationId xmlns:a16="http://schemas.microsoft.com/office/drawing/2014/main" id="{0F248667-E6AA-4EBC-AB2D-D43CD7A4B18D}"/>
              </a:ext>
            </a:extLst>
          </p:cNvPr>
          <p:cNvSpPr>
            <a:spLocks noEditPoints="1"/>
          </p:cNvSpPr>
          <p:nvPr/>
        </p:nvSpPr>
        <p:spPr bwMode="auto">
          <a:xfrm>
            <a:off x="3040504" y="3866779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6"/>
              </a:solidFill>
              <a:latin typeface="Open Sans" panose="020B0606030504020204" pitchFamily="34" charset="0"/>
            </a:endParaRPr>
          </a:p>
        </p:txBody>
      </p:sp>
      <p:sp>
        <p:nvSpPr>
          <p:cNvPr id="72" name="Freeform 37">
            <a:extLst>
              <a:ext uri="{FF2B5EF4-FFF2-40B4-BE49-F238E27FC236}">
                <a16:creationId xmlns:a16="http://schemas.microsoft.com/office/drawing/2014/main" id="{2F58A517-3C50-4C4E-BAB4-A475150AFAE3}"/>
              </a:ext>
            </a:extLst>
          </p:cNvPr>
          <p:cNvSpPr>
            <a:spLocks noEditPoints="1"/>
          </p:cNvSpPr>
          <p:nvPr/>
        </p:nvSpPr>
        <p:spPr bwMode="auto">
          <a:xfrm>
            <a:off x="3023120" y="5051093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EE2B1AB-2998-49A7-A2DB-1BD1F62CB04A}"/>
              </a:ext>
            </a:extLst>
          </p:cNvPr>
          <p:cNvGrpSpPr/>
          <p:nvPr/>
        </p:nvGrpSpPr>
        <p:grpSpPr>
          <a:xfrm>
            <a:off x="8685371" y="2588474"/>
            <a:ext cx="451187" cy="371599"/>
            <a:chOff x="3040063" y="2486025"/>
            <a:chExt cx="3779838" cy="3113087"/>
          </a:xfrm>
          <a:solidFill>
            <a:schemeClr val="accent5"/>
          </a:solidFill>
        </p:grpSpPr>
        <p:sp>
          <p:nvSpPr>
            <p:cNvPr id="74" name="Freeform 21">
              <a:extLst>
                <a:ext uri="{FF2B5EF4-FFF2-40B4-BE49-F238E27FC236}">
                  <a16:creationId xmlns:a16="http://schemas.microsoft.com/office/drawing/2014/main" id="{3724F988-15B1-489D-965B-B118E03E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C2F2FAFE-8792-4DBC-8A6C-0023383354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76" name="Freeform 6">
            <a:extLst>
              <a:ext uri="{FF2B5EF4-FFF2-40B4-BE49-F238E27FC236}">
                <a16:creationId xmlns:a16="http://schemas.microsoft.com/office/drawing/2014/main" id="{2722D5A6-AC55-45C8-9B86-FF73B3AB522D}"/>
              </a:ext>
            </a:extLst>
          </p:cNvPr>
          <p:cNvSpPr>
            <a:spLocks noEditPoints="1"/>
          </p:cNvSpPr>
          <p:nvPr/>
        </p:nvSpPr>
        <p:spPr bwMode="auto">
          <a:xfrm>
            <a:off x="3053416" y="2593155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7" name="Freeform 27">
            <a:extLst>
              <a:ext uri="{FF2B5EF4-FFF2-40B4-BE49-F238E27FC236}">
                <a16:creationId xmlns:a16="http://schemas.microsoft.com/office/drawing/2014/main" id="{9F971AF6-6DF3-4D34-A467-97FCF819EC11}"/>
              </a:ext>
            </a:extLst>
          </p:cNvPr>
          <p:cNvSpPr>
            <a:spLocks/>
          </p:cNvSpPr>
          <p:nvPr/>
        </p:nvSpPr>
        <p:spPr bwMode="auto">
          <a:xfrm>
            <a:off x="8810533" y="3829326"/>
            <a:ext cx="200863" cy="398633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6"/>
              </a:solidFill>
              <a:latin typeface="Open Sans" panose="020B0606030504020204" pitchFamily="34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7C8A658-2661-4324-9C0F-7A9DDCCD328D}"/>
              </a:ext>
            </a:extLst>
          </p:cNvPr>
          <p:cNvGrpSpPr/>
          <p:nvPr/>
        </p:nvGrpSpPr>
        <p:grpSpPr>
          <a:xfrm>
            <a:off x="8727848" y="5089702"/>
            <a:ext cx="366232" cy="363172"/>
            <a:chOff x="396876" y="3176588"/>
            <a:chExt cx="3040063" cy="3014663"/>
          </a:xfrm>
          <a:solidFill>
            <a:schemeClr val="accent3"/>
          </a:solidFill>
        </p:grpSpPr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5E688294-38F0-4453-A526-8AAB470C3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D222DC19-CAEA-4F8A-B18E-14B20C276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11409451-BEA8-4351-93CA-6098EE858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9BC29B03-54EB-4015-91CB-CC4F8B249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31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HORIZONTAL FUNNEL DIAGRAM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CF6A0-5FAB-4696-9954-BF85F472E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447EA7-FE54-407E-90CD-8E5E526CC765}"/>
              </a:ext>
            </a:extLst>
          </p:cNvPr>
          <p:cNvGrpSpPr/>
          <p:nvPr/>
        </p:nvGrpSpPr>
        <p:grpSpPr>
          <a:xfrm>
            <a:off x="1763296" y="2461389"/>
            <a:ext cx="561723" cy="1935223"/>
            <a:chOff x="1763296" y="2360065"/>
            <a:chExt cx="561723" cy="1935223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DF4F7EA-E866-4463-8B7C-5F29389BB885}"/>
                </a:ext>
              </a:extLst>
            </p:cNvPr>
            <p:cNvSpPr/>
            <p:nvPr/>
          </p:nvSpPr>
          <p:spPr>
            <a:xfrm>
              <a:off x="1763296" y="2360065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BDB838A9-23FE-4DF5-90CF-5CF1A4733CFA}"/>
                </a:ext>
              </a:extLst>
            </p:cNvPr>
            <p:cNvSpPr/>
            <p:nvPr/>
          </p:nvSpPr>
          <p:spPr>
            <a:xfrm>
              <a:off x="1763296" y="3098619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F86F51A5-B7DE-47E3-B80B-B283021E17A1}"/>
                </a:ext>
              </a:extLst>
            </p:cNvPr>
            <p:cNvSpPr/>
            <p:nvPr/>
          </p:nvSpPr>
          <p:spPr>
            <a:xfrm>
              <a:off x="1763296" y="3837173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D2F7A4-D923-4C13-8098-D9D5BA0C62A1}"/>
              </a:ext>
            </a:extLst>
          </p:cNvPr>
          <p:cNvSpPr/>
          <p:nvPr/>
        </p:nvSpPr>
        <p:spPr>
          <a:xfrm>
            <a:off x="9453922" y="3199943"/>
            <a:ext cx="561723" cy="45811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F368B6-7DDE-4764-B048-C431AEF0EC03}"/>
              </a:ext>
            </a:extLst>
          </p:cNvPr>
          <p:cNvSpPr txBox="1"/>
          <p:nvPr/>
        </p:nvSpPr>
        <p:spPr>
          <a:xfrm>
            <a:off x="7445983" y="5193108"/>
            <a:ext cx="40158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F7B269-0EB8-47BD-9759-0228953AA79F}"/>
              </a:ext>
            </a:extLst>
          </p:cNvPr>
          <p:cNvSpPr txBox="1"/>
          <p:nvPr/>
        </p:nvSpPr>
        <p:spPr>
          <a:xfrm>
            <a:off x="7445983" y="4650640"/>
            <a:ext cx="401587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Sample Text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7" name="Oval 5">
            <a:extLst>
              <a:ext uri="{FF2B5EF4-FFF2-40B4-BE49-F238E27FC236}">
                <a16:creationId xmlns:a16="http://schemas.microsoft.com/office/drawing/2014/main" id="{9AD6BCDD-8E8F-44CB-89F0-76D3B0C0F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316" y="1836893"/>
            <a:ext cx="468313" cy="3203575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83EB2813-63B3-489D-97A9-E03432B29B3B}"/>
              </a:ext>
            </a:extLst>
          </p:cNvPr>
          <p:cNvSpPr>
            <a:spLocks/>
          </p:cNvSpPr>
          <p:nvPr/>
        </p:nvSpPr>
        <p:spPr bwMode="auto">
          <a:xfrm>
            <a:off x="5021729" y="2689380"/>
            <a:ext cx="2051050" cy="1504950"/>
          </a:xfrm>
          <a:custGeom>
            <a:avLst/>
            <a:gdLst>
              <a:gd name="T0" fmla="*/ 39 w 879"/>
              <a:gd name="T1" fmla="*/ 322 h 645"/>
              <a:gd name="T2" fmla="*/ 0 w 879"/>
              <a:gd name="T3" fmla="*/ 645 h 645"/>
              <a:gd name="T4" fmla="*/ 177 w 879"/>
              <a:gd name="T5" fmla="*/ 610 h 645"/>
              <a:gd name="T6" fmla="*/ 695 w 879"/>
              <a:gd name="T7" fmla="*/ 530 h 645"/>
              <a:gd name="T8" fmla="*/ 852 w 879"/>
              <a:gd name="T9" fmla="*/ 510 h 645"/>
              <a:gd name="T10" fmla="*/ 879 w 879"/>
              <a:gd name="T11" fmla="*/ 322 h 645"/>
              <a:gd name="T12" fmla="*/ 855 w 879"/>
              <a:gd name="T13" fmla="*/ 134 h 645"/>
              <a:gd name="T14" fmla="*/ 695 w 879"/>
              <a:gd name="T15" fmla="*/ 114 h 645"/>
              <a:gd name="T16" fmla="*/ 177 w 879"/>
              <a:gd name="T17" fmla="*/ 34 h 645"/>
              <a:gd name="T18" fmla="*/ 1 w 879"/>
              <a:gd name="T19" fmla="*/ 0 h 645"/>
              <a:gd name="T20" fmla="*/ 39 w 879"/>
              <a:gd name="T21" fmla="*/ 322 h 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79" h="645">
                <a:moveTo>
                  <a:pt x="39" y="322"/>
                </a:moveTo>
                <a:cubicBezTo>
                  <a:pt x="39" y="488"/>
                  <a:pt x="22" y="625"/>
                  <a:pt x="0" y="645"/>
                </a:cubicBezTo>
                <a:cubicBezTo>
                  <a:pt x="57" y="633"/>
                  <a:pt x="117" y="621"/>
                  <a:pt x="177" y="610"/>
                </a:cubicBezTo>
                <a:cubicBezTo>
                  <a:pt x="345" y="580"/>
                  <a:pt x="522" y="553"/>
                  <a:pt x="695" y="530"/>
                </a:cubicBezTo>
                <a:cubicBezTo>
                  <a:pt x="748" y="523"/>
                  <a:pt x="801" y="517"/>
                  <a:pt x="852" y="510"/>
                </a:cubicBezTo>
                <a:cubicBezTo>
                  <a:pt x="867" y="507"/>
                  <a:pt x="879" y="424"/>
                  <a:pt x="879" y="322"/>
                </a:cubicBezTo>
                <a:cubicBezTo>
                  <a:pt x="879" y="225"/>
                  <a:pt x="868" y="145"/>
                  <a:pt x="855" y="134"/>
                </a:cubicBezTo>
                <a:cubicBezTo>
                  <a:pt x="802" y="128"/>
                  <a:pt x="749" y="121"/>
                  <a:pt x="695" y="114"/>
                </a:cubicBezTo>
                <a:cubicBezTo>
                  <a:pt x="522" y="91"/>
                  <a:pt x="344" y="65"/>
                  <a:pt x="177" y="34"/>
                </a:cubicBezTo>
                <a:cubicBezTo>
                  <a:pt x="116" y="23"/>
                  <a:pt x="58" y="12"/>
                  <a:pt x="1" y="0"/>
                </a:cubicBezTo>
                <a:cubicBezTo>
                  <a:pt x="22" y="21"/>
                  <a:pt x="39" y="157"/>
                  <a:pt x="39" y="322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4C94D3FF-EFE5-4EA4-9F14-0C8ABA50AA2C}"/>
              </a:ext>
            </a:extLst>
          </p:cNvPr>
          <p:cNvSpPr>
            <a:spLocks/>
          </p:cNvSpPr>
          <p:nvPr/>
        </p:nvSpPr>
        <p:spPr bwMode="auto">
          <a:xfrm>
            <a:off x="7009279" y="3002118"/>
            <a:ext cx="2124075" cy="876300"/>
          </a:xfrm>
          <a:custGeom>
            <a:avLst/>
            <a:gdLst>
              <a:gd name="T0" fmla="*/ 27 w 910"/>
              <a:gd name="T1" fmla="*/ 188 h 376"/>
              <a:gd name="T2" fmla="*/ 0 w 910"/>
              <a:gd name="T3" fmla="*/ 376 h 376"/>
              <a:gd name="T4" fmla="*/ 373 w 910"/>
              <a:gd name="T5" fmla="*/ 335 h 376"/>
              <a:gd name="T6" fmla="*/ 895 w 910"/>
              <a:gd name="T7" fmla="*/ 289 h 376"/>
              <a:gd name="T8" fmla="*/ 910 w 910"/>
              <a:gd name="T9" fmla="*/ 188 h 376"/>
              <a:gd name="T10" fmla="*/ 895 w 910"/>
              <a:gd name="T11" fmla="*/ 87 h 376"/>
              <a:gd name="T12" fmla="*/ 372 w 910"/>
              <a:gd name="T13" fmla="*/ 41 h 376"/>
              <a:gd name="T14" fmla="*/ 3 w 910"/>
              <a:gd name="T15" fmla="*/ 0 h 376"/>
              <a:gd name="T16" fmla="*/ 27 w 910"/>
              <a:gd name="T17" fmla="*/ 18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10" h="376">
                <a:moveTo>
                  <a:pt x="27" y="188"/>
                </a:moveTo>
                <a:cubicBezTo>
                  <a:pt x="27" y="290"/>
                  <a:pt x="15" y="373"/>
                  <a:pt x="0" y="376"/>
                </a:cubicBezTo>
                <a:cubicBezTo>
                  <a:pt x="132" y="360"/>
                  <a:pt x="258" y="347"/>
                  <a:pt x="373" y="335"/>
                </a:cubicBezTo>
                <a:cubicBezTo>
                  <a:pt x="635" y="309"/>
                  <a:pt x="836" y="293"/>
                  <a:pt x="895" y="289"/>
                </a:cubicBezTo>
                <a:cubicBezTo>
                  <a:pt x="903" y="286"/>
                  <a:pt x="910" y="242"/>
                  <a:pt x="910" y="188"/>
                </a:cubicBezTo>
                <a:cubicBezTo>
                  <a:pt x="910" y="134"/>
                  <a:pt x="903" y="90"/>
                  <a:pt x="895" y="87"/>
                </a:cubicBezTo>
                <a:cubicBezTo>
                  <a:pt x="836" y="83"/>
                  <a:pt x="635" y="68"/>
                  <a:pt x="372" y="41"/>
                </a:cubicBezTo>
                <a:cubicBezTo>
                  <a:pt x="259" y="30"/>
                  <a:pt x="133" y="16"/>
                  <a:pt x="3" y="0"/>
                </a:cubicBezTo>
                <a:cubicBezTo>
                  <a:pt x="16" y="11"/>
                  <a:pt x="27" y="91"/>
                  <a:pt x="27" y="188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0128EF09-5F7D-40B1-9043-3D02BADAB25D}"/>
              </a:ext>
            </a:extLst>
          </p:cNvPr>
          <p:cNvSpPr>
            <a:spLocks/>
          </p:cNvSpPr>
          <p:nvPr/>
        </p:nvSpPr>
        <p:spPr bwMode="auto">
          <a:xfrm>
            <a:off x="3021479" y="1884518"/>
            <a:ext cx="2090738" cy="3119438"/>
          </a:xfrm>
          <a:custGeom>
            <a:avLst/>
            <a:gdLst>
              <a:gd name="T0" fmla="*/ 490 w 896"/>
              <a:gd name="T1" fmla="*/ 1084 h 1337"/>
              <a:gd name="T2" fmla="*/ 496 w 896"/>
              <a:gd name="T3" fmla="*/ 1082 h 1337"/>
              <a:gd name="T4" fmla="*/ 512 w 896"/>
              <a:gd name="T5" fmla="*/ 1077 h 1337"/>
              <a:gd name="T6" fmla="*/ 857 w 896"/>
              <a:gd name="T7" fmla="*/ 990 h 1337"/>
              <a:gd name="T8" fmla="*/ 896 w 896"/>
              <a:gd name="T9" fmla="*/ 667 h 1337"/>
              <a:gd name="T10" fmla="*/ 858 w 896"/>
              <a:gd name="T11" fmla="*/ 345 h 1337"/>
              <a:gd name="T12" fmla="*/ 512 w 896"/>
              <a:gd name="T13" fmla="*/ 257 h 1337"/>
              <a:gd name="T14" fmla="*/ 496 w 896"/>
              <a:gd name="T15" fmla="*/ 252 h 1337"/>
              <a:gd name="T16" fmla="*/ 4 w 896"/>
              <a:gd name="T17" fmla="*/ 0 h 1337"/>
              <a:gd name="T18" fmla="*/ 79 w 896"/>
              <a:gd name="T19" fmla="*/ 666 h 1337"/>
              <a:gd name="T20" fmla="*/ 0 w 896"/>
              <a:gd name="T21" fmla="*/ 1337 h 1337"/>
              <a:gd name="T22" fmla="*/ 490 w 896"/>
              <a:gd name="T23" fmla="*/ 1084 h 1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96" h="1337">
                <a:moveTo>
                  <a:pt x="490" y="1084"/>
                </a:moveTo>
                <a:cubicBezTo>
                  <a:pt x="492" y="1084"/>
                  <a:pt x="494" y="1083"/>
                  <a:pt x="496" y="1082"/>
                </a:cubicBezTo>
                <a:cubicBezTo>
                  <a:pt x="501" y="1080"/>
                  <a:pt x="507" y="1079"/>
                  <a:pt x="512" y="1077"/>
                </a:cubicBezTo>
                <a:cubicBezTo>
                  <a:pt x="612" y="1045"/>
                  <a:pt x="730" y="1016"/>
                  <a:pt x="857" y="990"/>
                </a:cubicBezTo>
                <a:cubicBezTo>
                  <a:pt x="879" y="970"/>
                  <a:pt x="896" y="833"/>
                  <a:pt x="896" y="667"/>
                </a:cubicBezTo>
                <a:cubicBezTo>
                  <a:pt x="896" y="502"/>
                  <a:pt x="879" y="366"/>
                  <a:pt x="858" y="345"/>
                </a:cubicBezTo>
                <a:cubicBezTo>
                  <a:pt x="730" y="318"/>
                  <a:pt x="613" y="289"/>
                  <a:pt x="512" y="257"/>
                </a:cubicBezTo>
                <a:cubicBezTo>
                  <a:pt x="507" y="256"/>
                  <a:pt x="501" y="254"/>
                  <a:pt x="496" y="252"/>
                </a:cubicBezTo>
                <a:cubicBezTo>
                  <a:pt x="259" y="176"/>
                  <a:pt x="104" y="85"/>
                  <a:pt x="4" y="0"/>
                </a:cubicBezTo>
                <a:cubicBezTo>
                  <a:pt x="47" y="75"/>
                  <a:pt x="79" y="345"/>
                  <a:pt x="79" y="666"/>
                </a:cubicBezTo>
                <a:cubicBezTo>
                  <a:pt x="79" y="995"/>
                  <a:pt x="46" y="1270"/>
                  <a:pt x="0" y="1337"/>
                </a:cubicBezTo>
                <a:cubicBezTo>
                  <a:pt x="100" y="1252"/>
                  <a:pt x="254" y="1161"/>
                  <a:pt x="490" y="1084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" name="Freeform 32">
            <a:extLst>
              <a:ext uri="{FF2B5EF4-FFF2-40B4-BE49-F238E27FC236}">
                <a16:creationId xmlns:a16="http://schemas.microsoft.com/office/drawing/2014/main" id="{1371CC85-3279-4121-BD63-0BDCFC0A03C0}"/>
              </a:ext>
            </a:extLst>
          </p:cNvPr>
          <p:cNvSpPr>
            <a:spLocks noEditPoints="1"/>
          </p:cNvSpPr>
          <p:nvPr/>
        </p:nvSpPr>
        <p:spPr bwMode="auto">
          <a:xfrm>
            <a:off x="7722119" y="3321606"/>
            <a:ext cx="280814" cy="234149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3" name="Freeform 37">
            <a:extLst>
              <a:ext uri="{FF2B5EF4-FFF2-40B4-BE49-F238E27FC236}">
                <a16:creationId xmlns:a16="http://schemas.microsoft.com/office/drawing/2014/main" id="{2F0DE266-DBF9-4F79-A6C4-002BB8ED94ED}"/>
              </a:ext>
            </a:extLst>
          </p:cNvPr>
          <p:cNvSpPr>
            <a:spLocks noEditPoints="1"/>
          </p:cNvSpPr>
          <p:nvPr/>
        </p:nvSpPr>
        <p:spPr bwMode="auto">
          <a:xfrm>
            <a:off x="5878858" y="3279415"/>
            <a:ext cx="305961" cy="31853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3EE4550-42EA-487E-840D-31548FD251CC}"/>
              </a:ext>
            </a:extLst>
          </p:cNvPr>
          <p:cNvGrpSpPr/>
          <p:nvPr/>
        </p:nvGrpSpPr>
        <p:grpSpPr>
          <a:xfrm>
            <a:off x="4010006" y="3304293"/>
            <a:ext cx="326340" cy="268775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AA281631-42AB-4682-BD00-0642F688F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AF3FD2F7-A0F6-4929-8DF4-0BA927096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538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HORIZONTAL FUNNEL DIAGRAM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2EECA-18FD-4634-8708-FF1119CB99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447EA7-FE54-407E-90CD-8E5E526CC765}"/>
              </a:ext>
            </a:extLst>
          </p:cNvPr>
          <p:cNvGrpSpPr/>
          <p:nvPr/>
        </p:nvGrpSpPr>
        <p:grpSpPr>
          <a:xfrm>
            <a:off x="1763296" y="2461389"/>
            <a:ext cx="561723" cy="1935223"/>
            <a:chOff x="1763296" y="2360065"/>
            <a:chExt cx="561723" cy="1935223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DF4F7EA-E866-4463-8B7C-5F29389BB885}"/>
                </a:ext>
              </a:extLst>
            </p:cNvPr>
            <p:cNvSpPr/>
            <p:nvPr/>
          </p:nvSpPr>
          <p:spPr>
            <a:xfrm>
              <a:off x="1763296" y="2360065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BDB838A9-23FE-4DF5-90CF-5CF1A4733CFA}"/>
                </a:ext>
              </a:extLst>
            </p:cNvPr>
            <p:cNvSpPr/>
            <p:nvPr/>
          </p:nvSpPr>
          <p:spPr>
            <a:xfrm>
              <a:off x="1763296" y="3098619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F86F51A5-B7DE-47E3-B80B-B283021E17A1}"/>
                </a:ext>
              </a:extLst>
            </p:cNvPr>
            <p:cNvSpPr/>
            <p:nvPr/>
          </p:nvSpPr>
          <p:spPr>
            <a:xfrm>
              <a:off x="1763296" y="3837173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D2F7A4-D923-4C13-8098-D9D5BA0C62A1}"/>
              </a:ext>
            </a:extLst>
          </p:cNvPr>
          <p:cNvSpPr/>
          <p:nvPr/>
        </p:nvSpPr>
        <p:spPr>
          <a:xfrm>
            <a:off x="9453922" y="3199943"/>
            <a:ext cx="561723" cy="45811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F368B6-7DDE-4764-B048-C431AEF0EC03}"/>
              </a:ext>
            </a:extLst>
          </p:cNvPr>
          <p:cNvSpPr txBox="1"/>
          <p:nvPr/>
        </p:nvSpPr>
        <p:spPr>
          <a:xfrm>
            <a:off x="7445983" y="5193108"/>
            <a:ext cx="40158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F7B269-0EB8-47BD-9759-0228953AA79F}"/>
              </a:ext>
            </a:extLst>
          </p:cNvPr>
          <p:cNvSpPr txBox="1"/>
          <p:nvPr/>
        </p:nvSpPr>
        <p:spPr>
          <a:xfrm>
            <a:off x="7445983" y="4650640"/>
            <a:ext cx="401587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Sample Text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0" name="Oval 7">
            <a:extLst>
              <a:ext uri="{FF2B5EF4-FFF2-40B4-BE49-F238E27FC236}">
                <a16:creationId xmlns:a16="http://schemas.microsoft.com/office/drawing/2014/main" id="{4C6455FF-C283-4FCF-836E-3AD496EE9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248" y="1845106"/>
            <a:ext cx="468313" cy="3203575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" name="Freeform 14">
            <a:extLst>
              <a:ext uri="{FF2B5EF4-FFF2-40B4-BE49-F238E27FC236}">
                <a16:creationId xmlns:a16="http://schemas.microsoft.com/office/drawing/2014/main" id="{80CEA4A6-3C1F-4A0F-8E2F-1DB545A0B133}"/>
              </a:ext>
            </a:extLst>
          </p:cNvPr>
          <p:cNvSpPr>
            <a:spLocks/>
          </p:cNvSpPr>
          <p:nvPr/>
        </p:nvSpPr>
        <p:spPr bwMode="auto">
          <a:xfrm>
            <a:off x="3032411" y="1894318"/>
            <a:ext cx="1614488" cy="3119438"/>
          </a:xfrm>
          <a:custGeom>
            <a:avLst/>
            <a:gdLst>
              <a:gd name="T0" fmla="*/ 692 w 692"/>
              <a:gd name="T1" fmla="*/ 667 h 1338"/>
              <a:gd name="T2" fmla="*/ 643 w 692"/>
              <a:gd name="T3" fmla="*/ 295 h 1338"/>
              <a:gd name="T4" fmla="*/ 512 w 692"/>
              <a:gd name="T5" fmla="*/ 257 h 1338"/>
              <a:gd name="T6" fmla="*/ 496 w 692"/>
              <a:gd name="T7" fmla="*/ 252 h 1338"/>
              <a:gd name="T8" fmla="*/ 4 w 692"/>
              <a:gd name="T9" fmla="*/ 0 h 1338"/>
              <a:gd name="T10" fmla="*/ 79 w 692"/>
              <a:gd name="T11" fmla="*/ 666 h 1338"/>
              <a:gd name="T12" fmla="*/ 0 w 692"/>
              <a:gd name="T13" fmla="*/ 1338 h 1338"/>
              <a:gd name="T14" fmla="*/ 490 w 692"/>
              <a:gd name="T15" fmla="*/ 1084 h 1338"/>
              <a:gd name="T16" fmla="*/ 496 w 692"/>
              <a:gd name="T17" fmla="*/ 1082 h 1338"/>
              <a:gd name="T18" fmla="*/ 512 w 692"/>
              <a:gd name="T19" fmla="*/ 1077 h 1338"/>
              <a:gd name="T20" fmla="*/ 642 w 692"/>
              <a:gd name="T21" fmla="*/ 1040 h 1338"/>
              <a:gd name="T22" fmla="*/ 692 w 692"/>
              <a:gd name="T23" fmla="*/ 667 h 1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92" h="1338">
                <a:moveTo>
                  <a:pt x="692" y="667"/>
                </a:moveTo>
                <a:cubicBezTo>
                  <a:pt x="692" y="475"/>
                  <a:pt x="670" y="316"/>
                  <a:pt x="643" y="295"/>
                </a:cubicBezTo>
                <a:cubicBezTo>
                  <a:pt x="597" y="283"/>
                  <a:pt x="553" y="270"/>
                  <a:pt x="512" y="257"/>
                </a:cubicBezTo>
                <a:cubicBezTo>
                  <a:pt x="507" y="256"/>
                  <a:pt x="501" y="254"/>
                  <a:pt x="496" y="252"/>
                </a:cubicBezTo>
                <a:cubicBezTo>
                  <a:pt x="259" y="176"/>
                  <a:pt x="104" y="85"/>
                  <a:pt x="4" y="0"/>
                </a:cubicBezTo>
                <a:cubicBezTo>
                  <a:pt x="47" y="75"/>
                  <a:pt x="79" y="345"/>
                  <a:pt x="79" y="666"/>
                </a:cubicBezTo>
                <a:cubicBezTo>
                  <a:pt x="79" y="995"/>
                  <a:pt x="46" y="1270"/>
                  <a:pt x="0" y="1338"/>
                </a:cubicBezTo>
                <a:cubicBezTo>
                  <a:pt x="100" y="1253"/>
                  <a:pt x="254" y="1161"/>
                  <a:pt x="490" y="1084"/>
                </a:cubicBezTo>
                <a:cubicBezTo>
                  <a:pt x="492" y="1084"/>
                  <a:pt x="494" y="1084"/>
                  <a:pt x="496" y="1082"/>
                </a:cubicBezTo>
                <a:cubicBezTo>
                  <a:pt x="501" y="1081"/>
                  <a:pt x="507" y="1079"/>
                  <a:pt x="512" y="1077"/>
                </a:cubicBezTo>
                <a:cubicBezTo>
                  <a:pt x="553" y="1064"/>
                  <a:pt x="596" y="1052"/>
                  <a:pt x="642" y="1040"/>
                </a:cubicBezTo>
                <a:cubicBezTo>
                  <a:pt x="670" y="1020"/>
                  <a:pt x="692" y="861"/>
                  <a:pt x="692" y="667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" name="Freeform 15">
            <a:extLst>
              <a:ext uri="{FF2B5EF4-FFF2-40B4-BE49-F238E27FC236}">
                <a16:creationId xmlns:a16="http://schemas.microsoft.com/office/drawing/2014/main" id="{9FE2AFC0-EE42-448C-8D89-71B025935D1D}"/>
              </a:ext>
            </a:extLst>
          </p:cNvPr>
          <p:cNvSpPr>
            <a:spLocks/>
          </p:cNvSpPr>
          <p:nvPr/>
        </p:nvSpPr>
        <p:spPr bwMode="auto">
          <a:xfrm>
            <a:off x="6028023" y="2875393"/>
            <a:ext cx="1544638" cy="1150938"/>
          </a:xfrm>
          <a:custGeom>
            <a:avLst/>
            <a:gdLst>
              <a:gd name="T0" fmla="*/ 662 w 662"/>
              <a:gd name="T1" fmla="*/ 246 h 493"/>
              <a:gd name="T2" fmla="*/ 639 w 662"/>
              <a:gd name="T3" fmla="*/ 83 h 493"/>
              <a:gd name="T4" fmla="*/ 268 w 662"/>
              <a:gd name="T5" fmla="*/ 38 h 493"/>
              <a:gd name="T6" fmla="*/ 0 w 662"/>
              <a:gd name="T7" fmla="*/ 0 h 493"/>
              <a:gd name="T8" fmla="*/ 33 w 662"/>
              <a:gd name="T9" fmla="*/ 246 h 493"/>
              <a:gd name="T10" fmla="*/ 0 w 662"/>
              <a:gd name="T11" fmla="*/ 493 h 493"/>
              <a:gd name="T12" fmla="*/ 268 w 662"/>
              <a:gd name="T13" fmla="*/ 454 h 493"/>
              <a:gd name="T14" fmla="*/ 639 w 662"/>
              <a:gd name="T15" fmla="*/ 410 h 493"/>
              <a:gd name="T16" fmla="*/ 662 w 662"/>
              <a:gd name="T17" fmla="*/ 246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" h="493">
                <a:moveTo>
                  <a:pt x="662" y="246"/>
                </a:moveTo>
                <a:cubicBezTo>
                  <a:pt x="662" y="159"/>
                  <a:pt x="652" y="88"/>
                  <a:pt x="639" y="83"/>
                </a:cubicBezTo>
                <a:cubicBezTo>
                  <a:pt x="522" y="70"/>
                  <a:pt x="396" y="55"/>
                  <a:pt x="268" y="38"/>
                </a:cubicBezTo>
                <a:cubicBezTo>
                  <a:pt x="179" y="27"/>
                  <a:pt x="89" y="14"/>
                  <a:pt x="0" y="0"/>
                </a:cubicBezTo>
                <a:cubicBezTo>
                  <a:pt x="18" y="10"/>
                  <a:pt x="33" y="116"/>
                  <a:pt x="33" y="246"/>
                </a:cubicBezTo>
                <a:cubicBezTo>
                  <a:pt x="33" y="376"/>
                  <a:pt x="18" y="482"/>
                  <a:pt x="0" y="493"/>
                </a:cubicBezTo>
                <a:cubicBezTo>
                  <a:pt x="89" y="479"/>
                  <a:pt x="179" y="466"/>
                  <a:pt x="268" y="454"/>
                </a:cubicBezTo>
                <a:cubicBezTo>
                  <a:pt x="396" y="438"/>
                  <a:pt x="522" y="423"/>
                  <a:pt x="639" y="410"/>
                </a:cubicBezTo>
                <a:cubicBezTo>
                  <a:pt x="652" y="404"/>
                  <a:pt x="662" y="333"/>
                  <a:pt x="662" y="246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" name="Freeform 16">
            <a:extLst>
              <a:ext uri="{FF2B5EF4-FFF2-40B4-BE49-F238E27FC236}">
                <a16:creationId xmlns:a16="http://schemas.microsoft.com/office/drawing/2014/main" id="{54FD0639-BEFF-4D33-8004-15B294B403A9}"/>
              </a:ext>
            </a:extLst>
          </p:cNvPr>
          <p:cNvSpPr>
            <a:spLocks/>
          </p:cNvSpPr>
          <p:nvPr/>
        </p:nvSpPr>
        <p:spPr bwMode="auto">
          <a:xfrm>
            <a:off x="4531011" y="2581706"/>
            <a:ext cx="1574800" cy="1738313"/>
          </a:xfrm>
          <a:custGeom>
            <a:avLst/>
            <a:gdLst>
              <a:gd name="T0" fmla="*/ 675 w 675"/>
              <a:gd name="T1" fmla="*/ 372 h 745"/>
              <a:gd name="T2" fmla="*/ 642 w 675"/>
              <a:gd name="T3" fmla="*/ 126 h 745"/>
              <a:gd name="T4" fmla="*/ 392 w 675"/>
              <a:gd name="T5" fmla="*/ 84 h 745"/>
              <a:gd name="T6" fmla="*/ 1 w 675"/>
              <a:gd name="T7" fmla="*/ 0 h 745"/>
              <a:gd name="T8" fmla="*/ 50 w 675"/>
              <a:gd name="T9" fmla="*/ 372 h 745"/>
              <a:gd name="T10" fmla="*/ 0 w 675"/>
              <a:gd name="T11" fmla="*/ 745 h 745"/>
              <a:gd name="T12" fmla="*/ 392 w 675"/>
              <a:gd name="T13" fmla="*/ 660 h 745"/>
              <a:gd name="T14" fmla="*/ 642 w 675"/>
              <a:gd name="T15" fmla="*/ 619 h 745"/>
              <a:gd name="T16" fmla="*/ 675 w 675"/>
              <a:gd name="T17" fmla="*/ 372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5" h="745">
                <a:moveTo>
                  <a:pt x="675" y="372"/>
                </a:moveTo>
                <a:cubicBezTo>
                  <a:pt x="675" y="242"/>
                  <a:pt x="660" y="136"/>
                  <a:pt x="642" y="126"/>
                </a:cubicBezTo>
                <a:cubicBezTo>
                  <a:pt x="557" y="113"/>
                  <a:pt x="473" y="99"/>
                  <a:pt x="392" y="84"/>
                </a:cubicBezTo>
                <a:cubicBezTo>
                  <a:pt x="252" y="59"/>
                  <a:pt x="118" y="31"/>
                  <a:pt x="1" y="0"/>
                </a:cubicBezTo>
                <a:cubicBezTo>
                  <a:pt x="28" y="21"/>
                  <a:pt x="50" y="180"/>
                  <a:pt x="50" y="372"/>
                </a:cubicBezTo>
                <a:cubicBezTo>
                  <a:pt x="50" y="566"/>
                  <a:pt x="28" y="725"/>
                  <a:pt x="0" y="745"/>
                </a:cubicBezTo>
                <a:cubicBezTo>
                  <a:pt x="118" y="714"/>
                  <a:pt x="252" y="686"/>
                  <a:pt x="392" y="660"/>
                </a:cubicBezTo>
                <a:cubicBezTo>
                  <a:pt x="474" y="646"/>
                  <a:pt x="557" y="632"/>
                  <a:pt x="642" y="619"/>
                </a:cubicBezTo>
                <a:cubicBezTo>
                  <a:pt x="660" y="608"/>
                  <a:pt x="675" y="502"/>
                  <a:pt x="675" y="372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" name="Freeform 17">
            <a:extLst>
              <a:ext uri="{FF2B5EF4-FFF2-40B4-BE49-F238E27FC236}">
                <a16:creationId xmlns:a16="http://schemas.microsoft.com/office/drawing/2014/main" id="{38FBDD8F-A0E7-494A-A4AA-59056C82051B}"/>
              </a:ext>
            </a:extLst>
          </p:cNvPr>
          <p:cNvSpPr>
            <a:spLocks/>
          </p:cNvSpPr>
          <p:nvPr/>
        </p:nvSpPr>
        <p:spPr bwMode="auto">
          <a:xfrm>
            <a:off x="7520273" y="3069068"/>
            <a:ext cx="1624013" cy="763588"/>
          </a:xfrm>
          <a:custGeom>
            <a:avLst/>
            <a:gdLst>
              <a:gd name="T0" fmla="*/ 681 w 696"/>
              <a:gd name="T1" fmla="*/ 62 h 327"/>
              <a:gd name="T2" fmla="*/ 158 w 696"/>
              <a:gd name="T3" fmla="*/ 16 h 327"/>
              <a:gd name="T4" fmla="*/ 0 w 696"/>
              <a:gd name="T5" fmla="*/ 0 h 327"/>
              <a:gd name="T6" fmla="*/ 23 w 696"/>
              <a:gd name="T7" fmla="*/ 163 h 327"/>
              <a:gd name="T8" fmla="*/ 0 w 696"/>
              <a:gd name="T9" fmla="*/ 327 h 327"/>
              <a:gd name="T10" fmla="*/ 159 w 696"/>
              <a:gd name="T11" fmla="*/ 310 h 327"/>
              <a:gd name="T12" fmla="*/ 681 w 696"/>
              <a:gd name="T13" fmla="*/ 264 h 327"/>
              <a:gd name="T14" fmla="*/ 696 w 696"/>
              <a:gd name="T15" fmla="*/ 163 h 327"/>
              <a:gd name="T16" fmla="*/ 681 w 696"/>
              <a:gd name="T17" fmla="*/ 62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6" h="327">
                <a:moveTo>
                  <a:pt x="681" y="62"/>
                </a:moveTo>
                <a:cubicBezTo>
                  <a:pt x="622" y="58"/>
                  <a:pt x="421" y="43"/>
                  <a:pt x="158" y="16"/>
                </a:cubicBezTo>
                <a:cubicBezTo>
                  <a:pt x="108" y="11"/>
                  <a:pt x="55" y="6"/>
                  <a:pt x="0" y="0"/>
                </a:cubicBezTo>
                <a:cubicBezTo>
                  <a:pt x="13" y="5"/>
                  <a:pt x="23" y="76"/>
                  <a:pt x="23" y="163"/>
                </a:cubicBezTo>
                <a:cubicBezTo>
                  <a:pt x="23" y="250"/>
                  <a:pt x="13" y="321"/>
                  <a:pt x="0" y="327"/>
                </a:cubicBezTo>
                <a:cubicBezTo>
                  <a:pt x="55" y="321"/>
                  <a:pt x="108" y="315"/>
                  <a:pt x="159" y="310"/>
                </a:cubicBezTo>
                <a:cubicBezTo>
                  <a:pt x="421" y="284"/>
                  <a:pt x="622" y="269"/>
                  <a:pt x="681" y="264"/>
                </a:cubicBezTo>
                <a:cubicBezTo>
                  <a:pt x="689" y="261"/>
                  <a:pt x="696" y="217"/>
                  <a:pt x="696" y="163"/>
                </a:cubicBezTo>
                <a:cubicBezTo>
                  <a:pt x="696" y="110"/>
                  <a:pt x="689" y="66"/>
                  <a:pt x="681" y="62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" name="Freeform 32">
            <a:extLst>
              <a:ext uri="{FF2B5EF4-FFF2-40B4-BE49-F238E27FC236}">
                <a16:creationId xmlns:a16="http://schemas.microsoft.com/office/drawing/2014/main" id="{1371CC85-3279-4121-BD63-0BDCFC0A03C0}"/>
              </a:ext>
            </a:extLst>
          </p:cNvPr>
          <p:cNvSpPr>
            <a:spLocks noEditPoints="1"/>
          </p:cNvSpPr>
          <p:nvPr/>
        </p:nvSpPr>
        <p:spPr bwMode="auto">
          <a:xfrm>
            <a:off x="6668587" y="3329819"/>
            <a:ext cx="280814" cy="234149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3" name="Freeform 37">
            <a:extLst>
              <a:ext uri="{FF2B5EF4-FFF2-40B4-BE49-F238E27FC236}">
                <a16:creationId xmlns:a16="http://schemas.microsoft.com/office/drawing/2014/main" id="{2F0DE266-DBF9-4F79-A6C4-002BB8ED94ED}"/>
              </a:ext>
            </a:extLst>
          </p:cNvPr>
          <p:cNvSpPr>
            <a:spLocks noEditPoints="1"/>
          </p:cNvSpPr>
          <p:nvPr/>
        </p:nvSpPr>
        <p:spPr bwMode="auto">
          <a:xfrm>
            <a:off x="5228978" y="3287628"/>
            <a:ext cx="305961" cy="31853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3EE4550-42EA-487E-840D-31548FD251CC}"/>
              </a:ext>
            </a:extLst>
          </p:cNvPr>
          <p:cNvGrpSpPr/>
          <p:nvPr/>
        </p:nvGrpSpPr>
        <p:grpSpPr>
          <a:xfrm>
            <a:off x="3726294" y="3312506"/>
            <a:ext cx="326340" cy="268775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AA281631-42AB-4682-BD00-0642F688F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AF3FD2F7-A0F6-4929-8DF4-0BA927096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84" name="Freeform 6">
            <a:extLst>
              <a:ext uri="{FF2B5EF4-FFF2-40B4-BE49-F238E27FC236}">
                <a16:creationId xmlns:a16="http://schemas.microsoft.com/office/drawing/2014/main" id="{3A30F083-8CBD-497A-8240-51E4F5308F37}"/>
              </a:ext>
            </a:extLst>
          </p:cNvPr>
          <p:cNvSpPr>
            <a:spLocks noEditPoints="1"/>
          </p:cNvSpPr>
          <p:nvPr/>
        </p:nvSpPr>
        <p:spPr bwMode="auto">
          <a:xfrm>
            <a:off x="8177386" y="3315892"/>
            <a:ext cx="262135" cy="262002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901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HORIZONTAL FUNNEL DIAGRAM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06FD0-4FD3-4952-8D3F-ED8EF16816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631EA05-A898-494A-BAE4-6F6573D05C5A}"/>
              </a:ext>
            </a:extLst>
          </p:cNvPr>
          <p:cNvSpPr>
            <a:spLocks/>
          </p:cNvSpPr>
          <p:nvPr/>
        </p:nvSpPr>
        <p:spPr bwMode="auto">
          <a:xfrm>
            <a:off x="4173176" y="2463801"/>
            <a:ext cx="1343025" cy="1935163"/>
          </a:xfrm>
          <a:custGeom>
            <a:avLst/>
            <a:gdLst>
              <a:gd name="T0" fmla="*/ 577 w 577"/>
              <a:gd name="T1" fmla="*/ 415 h 830"/>
              <a:gd name="T2" fmla="*/ 538 w 577"/>
              <a:gd name="T3" fmla="*/ 127 h 830"/>
              <a:gd name="T4" fmla="*/ 16 w 577"/>
              <a:gd name="T5" fmla="*/ 5 h 830"/>
              <a:gd name="T6" fmla="*/ 0 w 577"/>
              <a:gd name="T7" fmla="*/ 0 h 830"/>
              <a:gd name="T8" fmla="*/ 56 w 577"/>
              <a:gd name="T9" fmla="*/ 415 h 830"/>
              <a:gd name="T10" fmla="*/ 0 w 577"/>
              <a:gd name="T11" fmla="*/ 830 h 830"/>
              <a:gd name="T12" fmla="*/ 16 w 577"/>
              <a:gd name="T13" fmla="*/ 825 h 830"/>
              <a:gd name="T14" fmla="*/ 538 w 577"/>
              <a:gd name="T15" fmla="*/ 703 h 830"/>
              <a:gd name="T16" fmla="*/ 577 w 577"/>
              <a:gd name="T17" fmla="*/ 415 h 8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" h="830">
                <a:moveTo>
                  <a:pt x="577" y="415"/>
                </a:moveTo>
                <a:cubicBezTo>
                  <a:pt x="577" y="264"/>
                  <a:pt x="559" y="140"/>
                  <a:pt x="538" y="127"/>
                </a:cubicBezTo>
                <a:cubicBezTo>
                  <a:pt x="343" y="92"/>
                  <a:pt x="161" y="51"/>
                  <a:pt x="16" y="5"/>
                </a:cubicBezTo>
                <a:cubicBezTo>
                  <a:pt x="11" y="4"/>
                  <a:pt x="5" y="2"/>
                  <a:pt x="0" y="0"/>
                </a:cubicBezTo>
                <a:cubicBezTo>
                  <a:pt x="31" y="21"/>
                  <a:pt x="56" y="199"/>
                  <a:pt x="56" y="415"/>
                </a:cubicBezTo>
                <a:cubicBezTo>
                  <a:pt x="56" y="632"/>
                  <a:pt x="31" y="811"/>
                  <a:pt x="0" y="830"/>
                </a:cubicBezTo>
                <a:cubicBezTo>
                  <a:pt x="5" y="829"/>
                  <a:pt x="10" y="827"/>
                  <a:pt x="16" y="825"/>
                </a:cubicBezTo>
                <a:cubicBezTo>
                  <a:pt x="162" y="779"/>
                  <a:pt x="343" y="739"/>
                  <a:pt x="538" y="703"/>
                </a:cubicBezTo>
                <a:cubicBezTo>
                  <a:pt x="560" y="690"/>
                  <a:pt x="577" y="566"/>
                  <a:pt x="577" y="415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A4B7ED2-994A-4EFF-8C0A-476268361E0A}"/>
              </a:ext>
            </a:extLst>
          </p:cNvPr>
          <p:cNvSpPr>
            <a:spLocks/>
          </p:cNvSpPr>
          <p:nvPr/>
        </p:nvSpPr>
        <p:spPr bwMode="auto">
          <a:xfrm>
            <a:off x="3017476" y="1876426"/>
            <a:ext cx="1285875" cy="3119438"/>
          </a:xfrm>
          <a:custGeom>
            <a:avLst/>
            <a:gdLst>
              <a:gd name="T0" fmla="*/ 552 w 552"/>
              <a:gd name="T1" fmla="*/ 667 h 1338"/>
              <a:gd name="T2" fmla="*/ 496 w 552"/>
              <a:gd name="T3" fmla="*/ 252 h 1338"/>
              <a:gd name="T4" fmla="*/ 3 w 552"/>
              <a:gd name="T5" fmla="*/ 0 h 1338"/>
              <a:gd name="T6" fmla="*/ 79 w 552"/>
              <a:gd name="T7" fmla="*/ 666 h 1338"/>
              <a:gd name="T8" fmla="*/ 0 w 552"/>
              <a:gd name="T9" fmla="*/ 1338 h 1338"/>
              <a:gd name="T10" fmla="*/ 490 w 552"/>
              <a:gd name="T11" fmla="*/ 1084 h 1338"/>
              <a:gd name="T12" fmla="*/ 490 w 552"/>
              <a:gd name="T13" fmla="*/ 1084 h 1338"/>
              <a:gd name="T14" fmla="*/ 490 w 552"/>
              <a:gd name="T15" fmla="*/ 1084 h 1338"/>
              <a:gd name="T16" fmla="*/ 496 w 552"/>
              <a:gd name="T17" fmla="*/ 1082 h 1338"/>
              <a:gd name="T18" fmla="*/ 552 w 552"/>
              <a:gd name="T19" fmla="*/ 667 h 1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52" h="1338">
                <a:moveTo>
                  <a:pt x="552" y="667"/>
                </a:moveTo>
                <a:cubicBezTo>
                  <a:pt x="552" y="451"/>
                  <a:pt x="527" y="273"/>
                  <a:pt x="496" y="252"/>
                </a:cubicBezTo>
                <a:cubicBezTo>
                  <a:pt x="259" y="176"/>
                  <a:pt x="104" y="85"/>
                  <a:pt x="3" y="0"/>
                </a:cubicBezTo>
                <a:cubicBezTo>
                  <a:pt x="47" y="75"/>
                  <a:pt x="79" y="345"/>
                  <a:pt x="79" y="666"/>
                </a:cubicBezTo>
                <a:cubicBezTo>
                  <a:pt x="79" y="995"/>
                  <a:pt x="45" y="1270"/>
                  <a:pt x="0" y="1338"/>
                </a:cubicBezTo>
                <a:cubicBezTo>
                  <a:pt x="100" y="1253"/>
                  <a:pt x="254" y="1161"/>
                  <a:pt x="490" y="1084"/>
                </a:cubicBezTo>
                <a:cubicBezTo>
                  <a:pt x="490" y="1084"/>
                  <a:pt x="490" y="1084"/>
                  <a:pt x="490" y="1084"/>
                </a:cubicBezTo>
                <a:cubicBezTo>
                  <a:pt x="490" y="1084"/>
                  <a:pt x="490" y="1084"/>
                  <a:pt x="490" y="1084"/>
                </a:cubicBezTo>
                <a:cubicBezTo>
                  <a:pt x="492" y="1084"/>
                  <a:pt x="494" y="1083"/>
                  <a:pt x="496" y="1082"/>
                </a:cubicBezTo>
                <a:cubicBezTo>
                  <a:pt x="527" y="1063"/>
                  <a:pt x="552" y="884"/>
                  <a:pt x="552" y="667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89954B8-07C4-4D3E-8537-2A5114BCA61B}"/>
              </a:ext>
            </a:extLst>
          </p:cNvPr>
          <p:cNvSpPr>
            <a:spLocks/>
          </p:cNvSpPr>
          <p:nvPr/>
        </p:nvSpPr>
        <p:spPr bwMode="auto">
          <a:xfrm>
            <a:off x="5425714" y="2760663"/>
            <a:ext cx="1273175" cy="1341438"/>
          </a:xfrm>
          <a:custGeom>
            <a:avLst/>
            <a:gdLst>
              <a:gd name="T0" fmla="*/ 547 w 547"/>
              <a:gd name="T1" fmla="*/ 288 h 576"/>
              <a:gd name="T2" fmla="*/ 518 w 547"/>
              <a:gd name="T3" fmla="*/ 80 h 576"/>
              <a:gd name="T4" fmla="*/ 0 w 547"/>
              <a:gd name="T5" fmla="*/ 0 h 576"/>
              <a:gd name="T6" fmla="*/ 39 w 547"/>
              <a:gd name="T7" fmla="*/ 288 h 576"/>
              <a:gd name="T8" fmla="*/ 0 w 547"/>
              <a:gd name="T9" fmla="*/ 576 h 576"/>
              <a:gd name="T10" fmla="*/ 518 w 547"/>
              <a:gd name="T11" fmla="*/ 496 h 576"/>
              <a:gd name="T12" fmla="*/ 547 w 547"/>
              <a:gd name="T13" fmla="*/ 288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7" h="576">
                <a:moveTo>
                  <a:pt x="547" y="288"/>
                </a:moveTo>
                <a:cubicBezTo>
                  <a:pt x="547" y="180"/>
                  <a:pt x="535" y="91"/>
                  <a:pt x="518" y="80"/>
                </a:cubicBezTo>
                <a:cubicBezTo>
                  <a:pt x="345" y="57"/>
                  <a:pt x="167" y="31"/>
                  <a:pt x="0" y="0"/>
                </a:cubicBezTo>
                <a:cubicBezTo>
                  <a:pt x="21" y="13"/>
                  <a:pt x="39" y="137"/>
                  <a:pt x="39" y="288"/>
                </a:cubicBezTo>
                <a:cubicBezTo>
                  <a:pt x="39" y="439"/>
                  <a:pt x="22" y="563"/>
                  <a:pt x="0" y="576"/>
                </a:cubicBezTo>
                <a:cubicBezTo>
                  <a:pt x="168" y="546"/>
                  <a:pt x="345" y="519"/>
                  <a:pt x="518" y="496"/>
                </a:cubicBezTo>
                <a:cubicBezTo>
                  <a:pt x="534" y="486"/>
                  <a:pt x="547" y="397"/>
                  <a:pt x="547" y="288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9F0C8BA-FBF3-4034-95D3-3E9A514EF90F}"/>
              </a:ext>
            </a:extLst>
          </p:cNvPr>
          <p:cNvSpPr>
            <a:spLocks/>
          </p:cNvSpPr>
          <p:nvPr/>
        </p:nvSpPr>
        <p:spPr bwMode="auto">
          <a:xfrm>
            <a:off x="4158889" y="4398963"/>
            <a:ext cx="14287" cy="4763"/>
          </a:xfrm>
          <a:custGeom>
            <a:avLst/>
            <a:gdLst>
              <a:gd name="T0" fmla="*/ 6 w 6"/>
              <a:gd name="T1" fmla="*/ 0 h 2"/>
              <a:gd name="T2" fmla="*/ 0 w 6"/>
              <a:gd name="T3" fmla="*/ 2 h 2"/>
              <a:gd name="T4" fmla="*/ 6 w 6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" h="2">
                <a:moveTo>
                  <a:pt x="6" y="0"/>
                </a:moveTo>
                <a:cubicBezTo>
                  <a:pt x="4" y="1"/>
                  <a:pt x="2" y="2"/>
                  <a:pt x="0" y="2"/>
                </a:cubicBezTo>
                <a:cubicBezTo>
                  <a:pt x="2" y="2"/>
                  <a:pt x="4" y="2"/>
                  <a:pt x="6" y="0"/>
                </a:cubicBezTo>
                <a:close/>
              </a:path>
            </a:pathLst>
          </a:custGeom>
          <a:solidFill>
            <a:srgbClr val="D1D1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7631CD9F-FA13-49A3-9F7E-7D01F0CD1509}"/>
              </a:ext>
            </a:extLst>
          </p:cNvPr>
          <p:cNvSpPr>
            <a:spLocks/>
          </p:cNvSpPr>
          <p:nvPr/>
        </p:nvSpPr>
        <p:spPr bwMode="auto">
          <a:xfrm>
            <a:off x="6632214" y="2946401"/>
            <a:ext cx="1277937" cy="969963"/>
          </a:xfrm>
          <a:custGeom>
            <a:avLst/>
            <a:gdLst>
              <a:gd name="T0" fmla="*/ 549 w 549"/>
              <a:gd name="T1" fmla="*/ 208 h 416"/>
              <a:gd name="T2" fmla="*/ 529 w 549"/>
              <a:gd name="T3" fmla="*/ 61 h 416"/>
              <a:gd name="T4" fmla="*/ 0 w 549"/>
              <a:gd name="T5" fmla="*/ 0 h 416"/>
              <a:gd name="T6" fmla="*/ 29 w 549"/>
              <a:gd name="T7" fmla="*/ 208 h 416"/>
              <a:gd name="T8" fmla="*/ 0 w 549"/>
              <a:gd name="T9" fmla="*/ 416 h 416"/>
              <a:gd name="T10" fmla="*/ 530 w 549"/>
              <a:gd name="T11" fmla="*/ 355 h 416"/>
              <a:gd name="T12" fmla="*/ 549 w 549"/>
              <a:gd name="T13" fmla="*/ 208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9" h="416">
                <a:moveTo>
                  <a:pt x="549" y="208"/>
                </a:moveTo>
                <a:cubicBezTo>
                  <a:pt x="549" y="132"/>
                  <a:pt x="541" y="69"/>
                  <a:pt x="529" y="61"/>
                </a:cubicBezTo>
                <a:cubicBezTo>
                  <a:pt x="370" y="45"/>
                  <a:pt x="188" y="25"/>
                  <a:pt x="0" y="0"/>
                </a:cubicBezTo>
                <a:cubicBezTo>
                  <a:pt x="17" y="11"/>
                  <a:pt x="29" y="100"/>
                  <a:pt x="29" y="208"/>
                </a:cubicBezTo>
                <a:cubicBezTo>
                  <a:pt x="29" y="317"/>
                  <a:pt x="16" y="406"/>
                  <a:pt x="0" y="416"/>
                </a:cubicBezTo>
                <a:cubicBezTo>
                  <a:pt x="188" y="392"/>
                  <a:pt x="370" y="371"/>
                  <a:pt x="530" y="355"/>
                </a:cubicBezTo>
                <a:cubicBezTo>
                  <a:pt x="541" y="347"/>
                  <a:pt x="549" y="284"/>
                  <a:pt x="549" y="208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9AF6EEED-4C98-4719-944C-9FFA24D89C0E}"/>
              </a:ext>
            </a:extLst>
          </p:cNvPr>
          <p:cNvSpPr>
            <a:spLocks/>
          </p:cNvSpPr>
          <p:nvPr/>
        </p:nvSpPr>
        <p:spPr bwMode="auto">
          <a:xfrm>
            <a:off x="7862526" y="3089276"/>
            <a:ext cx="1250950" cy="684213"/>
          </a:xfrm>
          <a:custGeom>
            <a:avLst/>
            <a:gdLst>
              <a:gd name="T0" fmla="*/ 537 w 537"/>
              <a:gd name="T1" fmla="*/ 147 h 294"/>
              <a:gd name="T2" fmla="*/ 523 w 537"/>
              <a:gd name="T3" fmla="*/ 46 h 294"/>
              <a:gd name="T4" fmla="*/ 0 w 537"/>
              <a:gd name="T5" fmla="*/ 0 h 294"/>
              <a:gd name="T6" fmla="*/ 20 w 537"/>
              <a:gd name="T7" fmla="*/ 147 h 294"/>
              <a:gd name="T8" fmla="*/ 1 w 537"/>
              <a:gd name="T9" fmla="*/ 294 h 294"/>
              <a:gd name="T10" fmla="*/ 523 w 537"/>
              <a:gd name="T11" fmla="*/ 248 h 294"/>
              <a:gd name="T12" fmla="*/ 537 w 537"/>
              <a:gd name="T13" fmla="*/ 147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7" h="294">
                <a:moveTo>
                  <a:pt x="537" y="147"/>
                </a:moveTo>
                <a:cubicBezTo>
                  <a:pt x="537" y="94"/>
                  <a:pt x="531" y="50"/>
                  <a:pt x="523" y="46"/>
                </a:cubicBezTo>
                <a:cubicBezTo>
                  <a:pt x="464" y="42"/>
                  <a:pt x="263" y="27"/>
                  <a:pt x="0" y="0"/>
                </a:cubicBezTo>
                <a:cubicBezTo>
                  <a:pt x="12" y="8"/>
                  <a:pt x="20" y="71"/>
                  <a:pt x="20" y="147"/>
                </a:cubicBezTo>
                <a:cubicBezTo>
                  <a:pt x="20" y="223"/>
                  <a:pt x="12" y="286"/>
                  <a:pt x="1" y="294"/>
                </a:cubicBezTo>
                <a:cubicBezTo>
                  <a:pt x="263" y="268"/>
                  <a:pt x="464" y="253"/>
                  <a:pt x="523" y="248"/>
                </a:cubicBezTo>
                <a:cubicBezTo>
                  <a:pt x="531" y="245"/>
                  <a:pt x="537" y="201"/>
                  <a:pt x="537" y="147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E5818163-2668-45B0-8D9E-E750EBA29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4902" y="1827213"/>
            <a:ext cx="466725" cy="320357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447EA7-FE54-407E-90CD-8E5E526CC765}"/>
              </a:ext>
            </a:extLst>
          </p:cNvPr>
          <p:cNvGrpSpPr/>
          <p:nvPr/>
        </p:nvGrpSpPr>
        <p:grpSpPr>
          <a:xfrm>
            <a:off x="1763296" y="2461389"/>
            <a:ext cx="561723" cy="1935223"/>
            <a:chOff x="1763296" y="2360065"/>
            <a:chExt cx="561723" cy="1935223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DF4F7EA-E866-4463-8B7C-5F29389BB885}"/>
                </a:ext>
              </a:extLst>
            </p:cNvPr>
            <p:cNvSpPr/>
            <p:nvPr/>
          </p:nvSpPr>
          <p:spPr>
            <a:xfrm>
              <a:off x="1763296" y="2360065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BDB838A9-23FE-4DF5-90CF-5CF1A4733CFA}"/>
                </a:ext>
              </a:extLst>
            </p:cNvPr>
            <p:cNvSpPr/>
            <p:nvPr/>
          </p:nvSpPr>
          <p:spPr>
            <a:xfrm>
              <a:off x="1763296" y="3098619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F86F51A5-B7DE-47E3-B80B-B283021E17A1}"/>
                </a:ext>
              </a:extLst>
            </p:cNvPr>
            <p:cNvSpPr/>
            <p:nvPr/>
          </p:nvSpPr>
          <p:spPr>
            <a:xfrm>
              <a:off x="1763296" y="3837173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D2F7A4-D923-4C13-8098-D9D5BA0C62A1}"/>
              </a:ext>
            </a:extLst>
          </p:cNvPr>
          <p:cNvSpPr/>
          <p:nvPr/>
        </p:nvSpPr>
        <p:spPr>
          <a:xfrm>
            <a:off x="9453922" y="3199943"/>
            <a:ext cx="561723" cy="45811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F368B6-7DDE-4764-B048-C431AEF0EC03}"/>
              </a:ext>
            </a:extLst>
          </p:cNvPr>
          <p:cNvSpPr txBox="1"/>
          <p:nvPr/>
        </p:nvSpPr>
        <p:spPr>
          <a:xfrm>
            <a:off x="7445983" y="5193108"/>
            <a:ext cx="40158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F7B269-0EB8-47BD-9759-0228953AA79F}"/>
              </a:ext>
            </a:extLst>
          </p:cNvPr>
          <p:cNvSpPr txBox="1"/>
          <p:nvPr/>
        </p:nvSpPr>
        <p:spPr>
          <a:xfrm>
            <a:off x="7445983" y="4650640"/>
            <a:ext cx="401587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Sample Text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2" name="Freeform 32">
            <a:extLst>
              <a:ext uri="{FF2B5EF4-FFF2-40B4-BE49-F238E27FC236}">
                <a16:creationId xmlns:a16="http://schemas.microsoft.com/office/drawing/2014/main" id="{1371CC85-3279-4121-BD63-0BDCFC0A03C0}"/>
              </a:ext>
            </a:extLst>
          </p:cNvPr>
          <p:cNvSpPr>
            <a:spLocks noEditPoints="1"/>
          </p:cNvSpPr>
          <p:nvPr/>
        </p:nvSpPr>
        <p:spPr bwMode="auto">
          <a:xfrm>
            <a:off x="5967138" y="3311926"/>
            <a:ext cx="280814" cy="234149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3" name="Freeform 37">
            <a:extLst>
              <a:ext uri="{FF2B5EF4-FFF2-40B4-BE49-F238E27FC236}">
                <a16:creationId xmlns:a16="http://schemas.microsoft.com/office/drawing/2014/main" id="{2F0DE266-DBF9-4F79-A6C4-002BB8ED94ED}"/>
              </a:ext>
            </a:extLst>
          </p:cNvPr>
          <p:cNvSpPr>
            <a:spLocks noEditPoints="1"/>
          </p:cNvSpPr>
          <p:nvPr/>
        </p:nvSpPr>
        <p:spPr bwMode="auto">
          <a:xfrm>
            <a:off x="4746160" y="3269735"/>
            <a:ext cx="305961" cy="31853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3EE4550-42EA-487E-840D-31548FD251CC}"/>
              </a:ext>
            </a:extLst>
          </p:cNvPr>
          <p:cNvGrpSpPr/>
          <p:nvPr/>
        </p:nvGrpSpPr>
        <p:grpSpPr>
          <a:xfrm>
            <a:off x="3580456" y="3294613"/>
            <a:ext cx="326340" cy="268775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AA281631-42AB-4682-BD00-0642F688F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AF3FD2F7-A0F6-4929-8DF4-0BA927096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84" name="Freeform 6">
            <a:extLst>
              <a:ext uri="{FF2B5EF4-FFF2-40B4-BE49-F238E27FC236}">
                <a16:creationId xmlns:a16="http://schemas.microsoft.com/office/drawing/2014/main" id="{3A30F083-8CBD-497A-8240-51E4F5308F37}"/>
              </a:ext>
            </a:extLst>
          </p:cNvPr>
          <p:cNvSpPr>
            <a:spLocks noEditPoints="1"/>
          </p:cNvSpPr>
          <p:nvPr/>
        </p:nvSpPr>
        <p:spPr bwMode="auto">
          <a:xfrm>
            <a:off x="7140114" y="3297999"/>
            <a:ext cx="262135" cy="262002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5" name="Freeform 27">
            <a:extLst>
              <a:ext uri="{FF2B5EF4-FFF2-40B4-BE49-F238E27FC236}">
                <a16:creationId xmlns:a16="http://schemas.microsoft.com/office/drawing/2014/main" id="{7271BA7A-D0CD-490D-AA1A-67A687D44E8F}"/>
              </a:ext>
            </a:extLst>
          </p:cNvPr>
          <p:cNvSpPr>
            <a:spLocks/>
          </p:cNvSpPr>
          <p:nvPr/>
        </p:nvSpPr>
        <p:spPr bwMode="auto">
          <a:xfrm>
            <a:off x="8415359" y="3284836"/>
            <a:ext cx="145283" cy="288328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17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HORIZONTAL FUNNEL DIAGRAM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D2EE3B-DCC6-4B5F-BB7E-E8A2BE5658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447EA7-FE54-407E-90CD-8E5E526CC765}"/>
              </a:ext>
            </a:extLst>
          </p:cNvPr>
          <p:cNvGrpSpPr/>
          <p:nvPr/>
        </p:nvGrpSpPr>
        <p:grpSpPr>
          <a:xfrm>
            <a:off x="1763296" y="2461389"/>
            <a:ext cx="561723" cy="1935223"/>
            <a:chOff x="1763296" y="2360065"/>
            <a:chExt cx="561723" cy="1935223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DF4F7EA-E866-4463-8B7C-5F29389BB885}"/>
                </a:ext>
              </a:extLst>
            </p:cNvPr>
            <p:cNvSpPr/>
            <p:nvPr/>
          </p:nvSpPr>
          <p:spPr>
            <a:xfrm>
              <a:off x="1763296" y="2360065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BDB838A9-23FE-4DF5-90CF-5CF1A4733CFA}"/>
                </a:ext>
              </a:extLst>
            </p:cNvPr>
            <p:cNvSpPr/>
            <p:nvPr/>
          </p:nvSpPr>
          <p:spPr>
            <a:xfrm>
              <a:off x="1763296" y="3098619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F86F51A5-B7DE-47E3-B80B-B283021E17A1}"/>
                </a:ext>
              </a:extLst>
            </p:cNvPr>
            <p:cNvSpPr/>
            <p:nvPr/>
          </p:nvSpPr>
          <p:spPr>
            <a:xfrm>
              <a:off x="1763296" y="3837173"/>
              <a:ext cx="561723" cy="45811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D2F7A4-D923-4C13-8098-D9D5BA0C62A1}"/>
              </a:ext>
            </a:extLst>
          </p:cNvPr>
          <p:cNvSpPr/>
          <p:nvPr/>
        </p:nvSpPr>
        <p:spPr>
          <a:xfrm>
            <a:off x="9453922" y="3199943"/>
            <a:ext cx="561723" cy="45811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F368B6-7DDE-4764-B048-C431AEF0EC03}"/>
              </a:ext>
            </a:extLst>
          </p:cNvPr>
          <p:cNvSpPr txBox="1"/>
          <p:nvPr/>
        </p:nvSpPr>
        <p:spPr>
          <a:xfrm>
            <a:off x="7445983" y="5193108"/>
            <a:ext cx="40158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F7B269-0EB8-47BD-9759-0228953AA79F}"/>
              </a:ext>
            </a:extLst>
          </p:cNvPr>
          <p:cNvSpPr txBox="1"/>
          <p:nvPr/>
        </p:nvSpPr>
        <p:spPr>
          <a:xfrm>
            <a:off x="7445983" y="4650640"/>
            <a:ext cx="401587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Sample Text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4" name="Oval 9">
            <a:extLst>
              <a:ext uri="{FF2B5EF4-FFF2-40B4-BE49-F238E27FC236}">
                <a16:creationId xmlns:a16="http://schemas.microsoft.com/office/drawing/2014/main" id="{9DF9E0C6-3869-4486-A7B4-3439832C2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5483" y="1839857"/>
            <a:ext cx="468313" cy="320675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" name="Freeform 18">
            <a:extLst>
              <a:ext uri="{FF2B5EF4-FFF2-40B4-BE49-F238E27FC236}">
                <a16:creationId xmlns:a16="http://schemas.microsoft.com/office/drawing/2014/main" id="{7EB7A02D-6E25-4F79-8F83-634A0431709B}"/>
              </a:ext>
            </a:extLst>
          </p:cNvPr>
          <p:cNvSpPr>
            <a:spLocks/>
          </p:cNvSpPr>
          <p:nvPr/>
        </p:nvSpPr>
        <p:spPr bwMode="auto">
          <a:xfrm>
            <a:off x="4023421" y="2424057"/>
            <a:ext cx="1106488" cy="2043113"/>
          </a:xfrm>
          <a:custGeom>
            <a:avLst/>
            <a:gdLst>
              <a:gd name="T0" fmla="*/ 474 w 474"/>
              <a:gd name="T1" fmla="*/ 437 h 876"/>
              <a:gd name="T2" fmla="*/ 432 w 474"/>
              <a:gd name="T3" fmla="*/ 115 h 876"/>
              <a:gd name="T4" fmla="*/ 86 w 474"/>
              <a:gd name="T5" fmla="*/ 28 h 876"/>
              <a:gd name="T6" fmla="*/ 70 w 474"/>
              <a:gd name="T7" fmla="*/ 23 h 876"/>
              <a:gd name="T8" fmla="*/ 3 w 474"/>
              <a:gd name="T9" fmla="*/ 0 h 876"/>
              <a:gd name="T10" fmla="*/ 61 w 474"/>
              <a:gd name="T11" fmla="*/ 437 h 876"/>
              <a:gd name="T12" fmla="*/ 0 w 474"/>
              <a:gd name="T13" fmla="*/ 876 h 876"/>
              <a:gd name="T14" fmla="*/ 64 w 474"/>
              <a:gd name="T15" fmla="*/ 854 h 876"/>
              <a:gd name="T16" fmla="*/ 70 w 474"/>
              <a:gd name="T17" fmla="*/ 853 h 876"/>
              <a:gd name="T18" fmla="*/ 86 w 474"/>
              <a:gd name="T19" fmla="*/ 848 h 876"/>
              <a:gd name="T20" fmla="*/ 432 w 474"/>
              <a:gd name="T21" fmla="*/ 760 h 876"/>
              <a:gd name="T22" fmla="*/ 474 w 474"/>
              <a:gd name="T23" fmla="*/ 437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74" h="876">
                <a:moveTo>
                  <a:pt x="474" y="437"/>
                </a:moveTo>
                <a:cubicBezTo>
                  <a:pt x="474" y="274"/>
                  <a:pt x="456" y="138"/>
                  <a:pt x="432" y="115"/>
                </a:cubicBezTo>
                <a:cubicBezTo>
                  <a:pt x="305" y="89"/>
                  <a:pt x="187" y="59"/>
                  <a:pt x="86" y="28"/>
                </a:cubicBezTo>
                <a:cubicBezTo>
                  <a:pt x="81" y="26"/>
                  <a:pt x="75" y="24"/>
                  <a:pt x="70" y="23"/>
                </a:cubicBezTo>
                <a:cubicBezTo>
                  <a:pt x="47" y="15"/>
                  <a:pt x="25" y="8"/>
                  <a:pt x="3" y="0"/>
                </a:cubicBezTo>
                <a:cubicBezTo>
                  <a:pt x="36" y="35"/>
                  <a:pt x="61" y="217"/>
                  <a:pt x="61" y="437"/>
                </a:cubicBezTo>
                <a:cubicBezTo>
                  <a:pt x="61" y="663"/>
                  <a:pt x="34" y="850"/>
                  <a:pt x="0" y="876"/>
                </a:cubicBezTo>
                <a:cubicBezTo>
                  <a:pt x="21" y="869"/>
                  <a:pt x="42" y="862"/>
                  <a:pt x="64" y="854"/>
                </a:cubicBezTo>
                <a:cubicBezTo>
                  <a:pt x="66" y="854"/>
                  <a:pt x="68" y="854"/>
                  <a:pt x="70" y="853"/>
                </a:cubicBezTo>
                <a:cubicBezTo>
                  <a:pt x="75" y="851"/>
                  <a:pt x="81" y="849"/>
                  <a:pt x="86" y="848"/>
                </a:cubicBezTo>
                <a:cubicBezTo>
                  <a:pt x="187" y="816"/>
                  <a:pt x="304" y="787"/>
                  <a:pt x="432" y="760"/>
                </a:cubicBezTo>
                <a:cubicBezTo>
                  <a:pt x="455" y="740"/>
                  <a:pt x="474" y="603"/>
                  <a:pt x="474" y="437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" name="Freeform 19">
            <a:extLst>
              <a:ext uri="{FF2B5EF4-FFF2-40B4-BE49-F238E27FC236}">
                <a16:creationId xmlns:a16="http://schemas.microsoft.com/office/drawing/2014/main" id="{BFDD5366-2B90-4847-BA89-EE51204E79C8}"/>
              </a:ext>
            </a:extLst>
          </p:cNvPr>
          <p:cNvSpPr>
            <a:spLocks/>
          </p:cNvSpPr>
          <p:nvPr/>
        </p:nvSpPr>
        <p:spPr bwMode="auto">
          <a:xfrm>
            <a:off x="3029646" y="1887482"/>
            <a:ext cx="1136650" cy="3121025"/>
          </a:xfrm>
          <a:custGeom>
            <a:avLst/>
            <a:gdLst>
              <a:gd name="T0" fmla="*/ 487 w 487"/>
              <a:gd name="T1" fmla="*/ 667 h 1338"/>
              <a:gd name="T2" fmla="*/ 429 w 487"/>
              <a:gd name="T3" fmla="*/ 230 h 1338"/>
              <a:gd name="T4" fmla="*/ 4 w 487"/>
              <a:gd name="T5" fmla="*/ 0 h 1338"/>
              <a:gd name="T6" fmla="*/ 79 w 487"/>
              <a:gd name="T7" fmla="*/ 666 h 1338"/>
              <a:gd name="T8" fmla="*/ 0 w 487"/>
              <a:gd name="T9" fmla="*/ 1338 h 1338"/>
              <a:gd name="T10" fmla="*/ 426 w 487"/>
              <a:gd name="T11" fmla="*/ 1106 h 1338"/>
              <a:gd name="T12" fmla="*/ 487 w 487"/>
              <a:gd name="T13" fmla="*/ 667 h 1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1338">
                <a:moveTo>
                  <a:pt x="487" y="667"/>
                </a:moveTo>
                <a:cubicBezTo>
                  <a:pt x="487" y="447"/>
                  <a:pt x="462" y="265"/>
                  <a:pt x="429" y="230"/>
                </a:cubicBezTo>
                <a:cubicBezTo>
                  <a:pt x="229" y="158"/>
                  <a:pt x="94" y="77"/>
                  <a:pt x="4" y="0"/>
                </a:cubicBezTo>
                <a:cubicBezTo>
                  <a:pt x="47" y="75"/>
                  <a:pt x="79" y="345"/>
                  <a:pt x="79" y="666"/>
                </a:cubicBezTo>
                <a:cubicBezTo>
                  <a:pt x="79" y="996"/>
                  <a:pt x="46" y="1271"/>
                  <a:pt x="0" y="1338"/>
                </a:cubicBezTo>
                <a:cubicBezTo>
                  <a:pt x="91" y="1261"/>
                  <a:pt x="225" y="1179"/>
                  <a:pt x="426" y="1106"/>
                </a:cubicBezTo>
                <a:cubicBezTo>
                  <a:pt x="460" y="1080"/>
                  <a:pt x="487" y="893"/>
                  <a:pt x="487" y="667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" name="Freeform 20">
            <a:extLst>
              <a:ext uri="{FF2B5EF4-FFF2-40B4-BE49-F238E27FC236}">
                <a16:creationId xmlns:a16="http://schemas.microsoft.com/office/drawing/2014/main" id="{CE13861D-1B20-45FC-8D57-B06BD26A4B8F}"/>
              </a:ext>
            </a:extLst>
          </p:cNvPr>
          <p:cNvSpPr>
            <a:spLocks/>
          </p:cNvSpPr>
          <p:nvPr/>
        </p:nvSpPr>
        <p:spPr bwMode="auto">
          <a:xfrm>
            <a:off x="7017446" y="3008257"/>
            <a:ext cx="1081088" cy="876300"/>
          </a:xfrm>
          <a:custGeom>
            <a:avLst/>
            <a:gdLst>
              <a:gd name="T0" fmla="*/ 463 w 463"/>
              <a:gd name="T1" fmla="*/ 188 h 376"/>
              <a:gd name="T2" fmla="*/ 444 w 463"/>
              <a:gd name="T3" fmla="*/ 48 h 376"/>
              <a:gd name="T4" fmla="*/ 372 w 463"/>
              <a:gd name="T5" fmla="*/ 41 h 376"/>
              <a:gd name="T6" fmla="*/ 2 w 463"/>
              <a:gd name="T7" fmla="*/ 0 h 376"/>
              <a:gd name="T8" fmla="*/ 31 w 463"/>
              <a:gd name="T9" fmla="*/ 187 h 376"/>
              <a:gd name="T10" fmla="*/ 0 w 463"/>
              <a:gd name="T11" fmla="*/ 376 h 376"/>
              <a:gd name="T12" fmla="*/ 373 w 463"/>
              <a:gd name="T13" fmla="*/ 335 h 376"/>
              <a:gd name="T14" fmla="*/ 444 w 463"/>
              <a:gd name="T15" fmla="*/ 327 h 376"/>
              <a:gd name="T16" fmla="*/ 463 w 463"/>
              <a:gd name="T17" fmla="*/ 18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3" h="376">
                <a:moveTo>
                  <a:pt x="463" y="188"/>
                </a:moveTo>
                <a:cubicBezTo>
                  <a:pt x="463" y="115"/>
                  <a:pt x="455" y="56"/>
                  <a:pt x="444" y="48"/>
                </a:cubicBezTo>
                <a:cubicBezTo>
                  <a:pt x="421" y="46"/>
                  <a:pt x="397" y="43"/>
                  <a:pt x="372" y="41"/>
                </a:cubicBezTo>
                <a:cubicBezTo>
                  <a:pt x="258" y="29"/>
                  <a:pt x="133" y="15"/>
                  <a:pt x="2" y="0"/>
                </a:cubicBezTo>
                <a:cubicBezTo>
                  <a:pt x="19" y="17"/>
                  <a:pt x="31" y="94"/>
                  <a:pt x="31" y="187"/>
                </a:cubicBezTo>
                <a:cubicBezTo>
                  <a:pt x="31" y="283"/>
                  <a:pt x="18" y="362"/>
                  <a:pt x="0" y="376"/>
                </a:cubicBezTo>
                <a:cubicBezTo>
                  <a:pt x="132" y="360"/>
                  <a:pt x="258" y="346"/>
                  <a:pt x="373" y="335"/>
                </a:cubicBezTo>
                <a:cubicBezTo>
                  <a:pt x="397" y="332"/>
                  <a:pt x="421" y="330"/>
                  <a:pt x="444" y="327"/>
                </a:cubicBezTo>
                <a:cubicBezTo>
                  <a:pt x="455" y="320"/>
                  <a:pt x="463" y="260"/>
                  <a:pt x="463" y="188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" name="Freeform 21">
            <a:extLst>
              <a:ext uri="{FF2B5EF4-FFF2-40B4-BE49-F238E27FC236}">
                <a16:creationId xmlns:a16="http://schemas.microsoft.com/office/drawing/2014/main" id="{869693C8-0E06-42AA-A088-B733E0AFF99A}"/>
              </a:ext>
            </a:extLst>
          </p:cNvPr>
          <p:cNvSpPr>
            <a:spLocks/>
          </p:cNvSpPr>
          <p:nvPr/>
        </p:nvSpPr>
        <p:spPr bwMode="auto">
          <a:xfrm>
            <a:off x="8054083" y="3119382"/>
            <a:ext cx="1087438" cy="650875"/>
          </a:xfrm>
          <a:custGeom>
            <a:avLst/>
            <a:gdLst>
              <a:gd name="T0" fmla="*/ 451 w 466"/>
              <a:gd name="T1" fmla="*/ 39 h 279"/>
              <a:gd name="T2" fmla="*/ 0 w 466"/>
              <a:gd name="T3" fmla="*/ 0 h 279"/>
              <a:gd name="T4" fmla="*/ 19 w 466"/>
              <a:gd name="T5" fmla="*/ 140 h 279"/>
              <a:gd name="T6" fmla="*/ 0 w 466"/>
              <a:gd name="T7" fmla="*/ 279 h 279"/>
              <a:gd name="T8" fmla="*/ 451 w 466"/>
              <a:gd name="T9" fmla="*/ 241 h 279"/>
              <a:gd name="T10" fmla="*/ 466 w 466"/>
              <a:gd name="T11" fmla="*/ 140 h 279"/>
              <a:gd name="T12" fmla="*/ 451 w 466"/>
              <a:gd name="T13" fmla="*/ 39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6" h="279">
                <a:moveTo>
                  <a:pt x="451" y="39"/>
                </a:moveTo>
                <a:cubicBezTo>
                  <a:pt x="398" y="35"/>
                  <a:pt x="228" y="22"/>
                  <a:pt x="0" y="0"/>
                </a:cubicBezTo>
                <a:cubicBezTo>
                  <a:pt x="11" y="8"/>
                  <a:pt x="19" y="67"/>
                  <a:pt x="19" y="140"/>
                </a:cubicBezTo>
                <a:cubicBezTo>
                  <a:pt x="19" y="212"/>
                  <a:pt x="11" y="272"/>
                  <a:pt x="0" y="279"/>
                </a:cubicBezTo>
                <a:cubicBezTo>
                  <a:pt x="227" y="257"/>
                  <a:pt x="398" y="245"/>
                  <a:pt x="451" y="241"/>
                </a:cubicBezTo>
                <a:cubicBezTo>
                  <a:pt x="459" y="238"/>
                  <a:pt x="466" y="194"/>
                  <a:pt x="466" y="140"/>
                </a:cubicBezTo>
                <a:cubicBezTo>
                  <a:pt x="466" y="86"/>
                  <a:pt x="459" y="42"/>
                  <a:pt x="451" y="39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1" name="Freeform 22">
            <a:extLst>
              <a:ext uri="{FF2B5EF4-FFF2-40B4-BE49-F238E27FC236}">
                <a16:creationId xmlns:a16="http://schemas.microsoft.com/office/drawing/2014/main" id="{F0367E89-DE4B-4320-B8A9-7D53F55BB812}"/>
              </a:ext>
            </a:extLst>
          </p:cNvPr>
          <p:cNvSpPr>
            <a:spLocks/>
          </p:cNvSpPr>
          <p:nvPr/>
        </p:nvSpPr>
        <p:spPr bwMode="auto">
          <a:xfrm>
            <a:off x="5031483" y="2692345"/>
            <a:ext cx="1073150" cy="1504950"/>
          </a:xfrm>
          <a:custGeom>
            <a:avLst/>
            <a:gdLst>
              <a:gd name="T0" fmla="*/ 460 w 460"/>
              <a:gd name="T1" fmla="*/ 322 h 645"/>
              <a:gd name="T2" fmla="*/ 427 w 460"/>
              <a:gd name="T3" fmla="*/ 76 h 645"/>
              <a:gd name="T4" fmla="*/ 176 w 460"/>
              <a:gd name="T5" fmla="*/ 35 h 645"/>
              <a:gd name="T6" fmla="*/ 0 w 460"/>
              <a:gd name="T7" fmla="*/ 0 h 645"/>
              <a:gd name="T8" fmla="*/ 42 w 460"/>
              <a:gd name="T9" fmla="*/ 322 h 645"/>
              <a:gd name="T10" fmla="*/ 0 w 460"/>
              <a:gd name="T11" fmla="*/ 645 h 645"/>
              <a:gd name="T12" fmla="*/ 176 w 460"/>
              <a:gd name="T13" fmla="*/ 611 h 645"/>
              <a:gd name="T14" fmla="*/ 426 w 460"/>
              <a:gd name="T15" fmla="*/ 569 h 645"/>
              <a:gd name="T16" fmla="*/ 460 w 460"/>
              <a:gd name="T17" fmla="*/ 322 h 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0" h="645">
                <a:moveTo>
                  <a:pt x="460" y="322"/>
                </a:moveTo>
                <a:cubicBezTo>
                  <a:pt x="460" y="196"/>
                  <a:pt x="445" y="92"/>
                  <a:pt x="427" y="76"/>
                </a:cubicBezTo>
                <a:cubicBezTo>
                  <a:pt x="342" y="63"/>
                  <a:pt x="258" y="49"/>
                  <a:pt x="176" y="35"/>
                </a:cubicBezTo>
                <a:cubicBezTo>
                  <a:pt x="116" y="24"/>
                  <a:pt x="57" y="12"/>
                  <a:pt x="0" y="0"/>
                </a:cubicBezTo>
                <a:cubicBezTo>
                  <a:pt x="24" y="23"/>
                  <a:pt x="42" y="159"/>
                  <a:pt x="42" y="322"/>
                </a:cubicBezTo>
                <a:cubicBezTo>
                  <a:pt x="42" y="488"/>
                  <a:pt x="23" y="625"/>
                  <a:pt x="0" y="645"/>
                </a:cubicBezTo>
                <a:cubicBezTo>
                  <a:pt x="57" y="633"/>
                  <a:pt x="116" y="622"/>
                  <a:pt x="176" y="611"/>
                </a:cubicBezTo>
                <a:cubicBezTo>
                  <a:pt x="258" y="596"/>
                  <a:pt x="342" y="582"/>
                  <a:pt x="426" y="569"/>
                </a:cubicBezTo>
                <a:cubicBezTo>
                  <a:pt x="445" y="555"/>
                  <a:pt x="460" y="450"/>
                  <a:pt x="460" y="322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2" name="Freeform 23">
            <a:extLst>
              <a:ext uri="{FF2B5EF4-FFF2-40B4-BE49-F238E27FC236}">
                <a16:creationId xmlns:a16="http://schemas.microsoft.com/office/drawing/2014/main" id="{A69ED331-DA68-496C-9B28-A03E66665C20}"/>
              </a:ext>
            </a:extLst>
          </p:cNvPr>
          <p:cNvSpPr>
            <a:spLocks/>
          </p:cNvSpPr>
          <p:nvPr/>
        </p:nvSpPr>
        <p:spPr bwMode="auto">
          <a:xfrm>
            <a:off x="6025258" y="2870145"/>
            <a:ext cx="1065213" cy="1149350"/>
          </a:xfrm>
          <a:custGeom>
            <a:avLst/>
            <a:gdLst>
              <a:gd name="T0" fmla="*/ 456 w 456"/>
              <a:gd name="T1" fmla="*/ 246 h 493"/>
              <a:gd name="T2" fmla="*/ 427 w 456"/>
              <a:gd name="T3" fmla="*/ 59 h 493"/>
              <a:gd name="T4" fmla="*/ 268 w 456"/>
              <a:gd name="T5" fmla="*/ 39 h 493"/>
              <a:gd name="T6" fmla="*/ 1 w 456"/>
              <a:gd name="T7" fmla="*/ 0 h 493"/>
              <a:gd name="T8" fmla="*/ 34 w 456"/>
              <a:gd name="T9" fmla="*/ 246 h 493"/>
              <a:gd name="T10" fmla="*/ 0 w 456"/>
              <a:gd name="T11" fmla="*/ 493 h 493"/>
              <a:gd name="T12" fmla="*/ 268 w 456"/>
              <a:gd name="T13" fmla="*/ 455 h 493"/>
              <a:gd name="T14" fmla="*/ 425 w 456"/>
              <a:gd name="T15" fmla="*/ 435 h 493"/>
              <a:gd name="T16" fmla="*/ 456 w 456"/>
              <a:gd name="T17" fmla="*/ 246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6" h="493">
                <a:moveTo>
                  <a:pt x="456" y="246"/>
                </a:moveTo>
                <a:cubicBezTo>
                  <a:pt x="456" y="153"/>
                  <a:pt x="444" y="76"/>
                  <a:pt x="427" y="59"/>
                </a:cubicBezTo>
                <a:cubicBezTo>
                  <a:pt x="375" y="52"/>
                  <a:pt x="322" y="46"/>
                  <a:pt x="268" y="39"/>
                </a:cubicBezTo>
                <a:cubicBezTo>
                  <a:pt x="180" y="27"/>
                  <a:pt x="90" y="14"/>
                  <a:pt x="1" y="0"/>
                </a:cubicBezTo>
                <a:cubicBezTo>
                  <a:pt x="19" y="16"/>
                  <a:pt x="34" y="120"/>
                  <a:pt x="34" y="246"/>
                </a:cubicBezTo>
                <a:cubicBezTo>
                  <a:pt x="34" y="374"/>
                  <a:pt x="19" y="479"/>
                  <a:pt x="0" y="493"/>
                </a:cubicBezTo>
                <a:cubicBezTo>
                  <a:pt x="90" y="479"/>
                  <a:pt x="179" y="466"/>
                  <a:pt x="268" y="455"/>
                </a:cubicBezTo>
                <a:cubicBezTo>
                  <a:pt x="321" y="448"/>
                  <a:pt x="374" y="441"/>
                  <a:pt x="425" y="435"/>
                </a:cubicBezTo>
                <a:cubicBezTo>
                  <a:pt x="443" y="421"/>
                  <a:pt x="456" y="342"/>
                  <a:pt x="456" y="246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" name="Freeform 32">
            <a:extLst>
              <a:ext uri="{FF2B5EF4-FFF2-40B4-BE49-F238E27FC236}">
                <a16:creationId xmlns:a16="http://schemas.microsoft.com/office/drawing/2014/main" id="{1371CC85-3279-4121-BD63-0BDCFC0A03C0}"/>
              </a:ext>
            </a:extLst>
          </p:cNvPr>
          <p:cNvSpPr>
            <a:spLocks noEditPoints="1"/>
          </p:cNvSpPr>
          <p:nvPr/>
        </p:nvSpPr>
        <p:spPr bwMode="auto">
          <a:xfrm>
            <a:off x="5543992" y="3311925"/>
            <a:ext cx="280814" cy="234149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3" name="Freeform 37">
            <a:extLst>
              <a:ext uri="{FF2B5EF4-FFF2-40B4-BE49-F238E27FC236}">
                <a16:creationId xmlns:a16="http://schemas.microsoft.com/office/drawing/2014/main" id="{2F0DE266-DBF9-4F79-A6C4-002BB8ED94ED}"/>
              </a:ext>
            </a:extLst>
          </p:cNvPr>
          <p:cNvSpPr>
            <a:spLocks noEditPoints="1"/>
          </p:cNvSpPr>
          <p:nvPr/>
        </p:nvSpPr>
        <p:spPr bwMode="auto">
          <a:xfrm>
            <a:off x="4507620" y="3269734"/>
            <a:ext cx="305961" cy="31853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3EE4550-42EA-487E-840D-31548FD251CC}"/>
              </a:ext>
            </a:extLst>
          </p:cNvPr>
          <p:cNvGrpSpPr/>
          <p:nvPr/>
        </p:nvGrpSpPr>
        <p:grpSpPr>
          <a:xfrm>
            <a:off x="3501879" y="3294612"/>
            <a:ext cx="326340" cy="268775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AA281631-42AB-4682-BD00-0642F688F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AF3FD2F7-A0F6-4929-8DF4-0BA927096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84" name="Freeform 6">
            <a:extLst>
              <a:ext uri="{FF2B5EF4-FFF2-40B4-BE49-F238E27FC236}">
                <a16:creationId xmlns:a16="http://schemas.microsoft.com/office/drawing/2014/main" id="{3A30F083-8CBD-497A-8240-51E4F5308F37}"/>
              </a:ext>
            </a:extLst>
          </p:cNvPr>
          <p:cNvSpPr>
            <a:spLocks noEditPoints="1"/>
          </p:cNvSpPr>
          <p:nvPr/>
        </p:nvSpPr>
        <p:spPr bwMode="auto">
          <a:xfrm>
            <a:off x="6495059" y="3297998"/>
            <a:ext cx="262135" cy="262002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5" name="Freeform 27">
            <a:extLst>
              <a:ext uri="{FF2B5EF4-FFF2-40B4-BE49-F238E27FC236}">
                <a16:creationId xmlns:a16="http://schemas.microsoft.com/office/drawing/2014/main" id="{7271BA7A-D0CD-490D-AA1A-67A687D44E8F}"/>
              </a:ext>
            </a:extLst>
          </p:cNvPr>
          <p:cNvSpPr>
            <a:spLocks/>
          </p:cNvSpPr>
          <p:nvPr/>
        </p:nvSpPr>
        <p:spPr bwMode="auto">
          <a:xfrm>
            <a:off x="7535307" y="3284835"/>
            <a:ext cx="145283" cy="288328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00092DD-3B37-489F-8915-D3562BD5AD28}"/>
              </a:ext>
            </a:extLst>
          </p:cNvPr>
          <p:cNvGrpSpPr/>
          <p:nvPr/>
        </p:nvGrpSpPr>
        <p:grpSpPr>
          <a:xfrm>
            <a:off x="8460676" y="3292418"/>
            <a:ext cx="275462" cy="273162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CB88F189-875D-46E1-AF84-D40A100BF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5733422F-3BCB-4C49-95C5-BFCD4637E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211DF2F7-9872-4784-A64E-770221A15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8A90C941-A6FB-4617-B26D-170568240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2441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2-STEP RIBBON FUNNEL DIAGRAM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96B73-9BE4-4AF5-B133-49E905B8C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430EEF-301E-4204-8168-9068154D5E92}"/>
              </a:ext>
            </a:extLst>
          </p:cNvPr>
          <p:cNvGrpSpPr/>
          <p:nvPr/>
        </p:nvGrpSpPr>
        <p:grpSpPr>
          <a:xfrm>
            <a:off x="3314242" y="2867379"/>
            <a:ext cx="6018456" cy="2105220"/>
            <a:chOff x="4006683" y="3168218"/>
            <a:chExt cx="4298357" cy="1503541"/>
          </a:xfrm>
        </p:grpSpPr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6222A292-C7D6-44E6-AD24-E05171A0E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474" y="3429000"/>
              <a:ext cx="3755566" cy="764152"/>
            </a:xfrm>
            <a:custGeom>
              <a:avLst/>
              <a:gdLst>
                <a:gd name="T0" fmla="*/ 950 w 1043"/>
                <a:gd name="T1" fmla="*/ 124 h 212"/>
                <a:gd name="T2" fmla="*/ 424 w 1043"/>
                <a:gd name="T3" fmla="*/ 212 h 212"/>
                <a:gd name="T4" fmla="*/ 0 w 1043"/>
                <a:gd name="T5" fmla="*/ 189 h 212"/>
                <a:gd name="T6" fmla="*/ 1043 w 1043"/>
                <a:gd name="T7" fmla="*/ 0 h 212"/>
                <a:gd name="T8" fmla="*/ 950 w 1043"/>
                <a:gd name="T9" fmla="*/ 12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212">
                  <a:moveTo>
                    <a:pt x="950" y="124"/>
                  </a:moveTo>
                  <a:cubicBezTo>
                    <a:pt x="950" y="124"/>
                    <a:pt x="532" y="173"/>
                    <a:pt x="424" y="212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89"/>
                    <a:pt x="529" y="7"/>
                    <a:pt x="1043" y="0"/>
                  </a:cubicBezTo>
                  <a:lnTo>
                    <a:pt x="950" y="12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48B9FA1A-D245-4565-8E87-248CEA697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683" y="3168218"/>
              <a:ext cx="4298357" cy="706537"/>
            </a:xfrm>
            <a:custGeom>
              <a:avLst/>
              <a:gdLst>
                <a:gd name="T0" fmla="*/ 596 w 1194"/>
                <a:gd name="T1" fmla="*/ 157 h 196"/>
                <a:gd name="T2" fmla="*/ 1101 w 1194"/>
                <a:gd name="T3" fmla="*/ 196 h 196"/>
                <a:gd name="T4" fmla="*/ 1194 w 1194"/>
                <a:gd name="T5" fmla="*/ 72 h 196"/>
                <a:gd name="T6" fmla="*/ 722 w 1194"/>
                <a:gd name="T7" fmla="*/ 19 h 196"/>
                <a:gd name="T8" fmla="*/ 0 w 1194"/>
                <a:gd name="T9" fmla="*/ 36 h 196"/>
                <a:gd name="T10" fmla="*/ 96 w 1194"/>
                <a:gd name="T11" fmla="*/ 178 h 196"/>
                <a:gd name="T12" fmla="*/ 596 w 1194"/>
                <a:gd name="T13" fmla="*/ 15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4" h="196">
                  <a:moveTo>
                    <a:pt x="596" y="157"/>
                  </a:moveTo>
                  <a:cubicBezTo>
                    <a:pt x="793" y="163"/>
                    <a:pt x="958" y="177"/>
                    <a:pt x="1101" y="196"/>
                  </a:cubicBezTo>
                  <a:cubicBezTo>
                    <a:pt x="1132" y="154"/>
                    <a:pt x="1163" y="112"/>
                    <a:pt x="1194" y="72"/>
                  </a:cubicBezTo>
                  <a:cubicBezTo>
                    <a:pt x="1057" y="50"/>
                    <a:pt x="901" y="32"/>
                    <a:pt x="722" y="19"/>
                  </a:cubicBezTo>
                  <a:cubicBezTo>
                    <a:pt x="442" y="0"/>
                    <a:pt x="197" y="13"/>
                    <a:pt x="0" y="36"/>
                  </a:cubicBezTo>
                  <a:cubicBezTo>
                    <a:pt x="31" y="81"/>
                    <a:pt x="63" y="129"/>
                    <a:pt x="96" y="178"/>
                  </a:cubicBezTo>
                  <a:cubicBezTo>
                    <a:pt x="223" y="160"/>
                    <a:pt x="387" y="151"/>
                    <a:pt x="596" y="1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29AFEE82-9456-44BE-A632-144DD4D2D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474" y="4023341"/>
              <a:ext cx="3237034" cy="597373"/>
            </a:xfrm>
            <a:custGeom>
              <a:avLst/>
              <a:gdLst>
                <a:gd name="T0" fmla="*/ 0 w 899"/>
                <a:gd name="T1" fmla="*/ 24 h 166"/>
                <a:gd name="T2" fmla="*/ 89 w 899"/>
                <a:gd name="T3" fmla="*/ 166 h 166"/>
                <a:gd name="T4" fmla="*/ 426 w 899"/>
                <a:gd name="T5" fmla="*/ 144 h 166"/>
                <a:gd name="T6" fmla="*/ 811 w 899"/>
                <a:gd name="T7" fmla="*/ 159 h 166"/>
                <a:gd name="T8" fmla="*/ 899 w 899"/>
                <a:gd name="T9" fmla="*/ 30 h 166"/>
                <a:gd name="T10" fmla="*/ 420 w 899"/>
                <a:gd name="T11" fmla="*/ 0 h 166"/>
                <a:gd name="T12" fmla="*/ 0 w 899"/>
                <a:gd name="T13" fmla="*/ 24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9" h="166">
                  <a:moveTo>
                    <a:pt x="0" y="24"/>
                  </a:moveTo>
                  <a:cubicBezTo>
                    <a:pt x="30" y="70"/>
                    <a:pt x="60" y="118"/>
                    <a:pt x="89" y="166"/>
                  </a:cubicBezTo>
                  <a:cubicBezTo>
                    <a:pt x="198" y="153"/>
                    <a:pt x="314" y="144"/>
                    <a:pt x="426" y="144"/>
                  </a:cubicBezTo>
                  <a:cubicBezTo>
                    <a:pt x="543" y="144"/>
                    <a:pt x="679" y="151"/>
                    <a:pt x="811" y="159"/>
                  </a:cubicBezTo>
                  <a:cubicBezTo>
                    <a:pt x="840" y="115"/>
                    <a:pt x="869" y="72"/>
                    <a:pt x="899" y="30"/>
                  </a:cubicBezTo>
                  <a:cubicBezTo>
                    <a:pt x="742" y="14"/>
                    <a:pt x="568" y="0"/>
                    <a:pt x="420" y="0"/>
                  </a:cubicBezTo>
                  <a:cubicBezTo>
                    <a:pt x="279" y="0"/>
                    <a:pt x="130" y="11"/>
                    <a:pt x="0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9A9F0E2-8074-4E01-A6C0-CB411FFB6C58}"/>
                </a:ext>
              </a:extLst>
            </p:cNvPr>
            <p:cNvSpPr txBox="1"/>
            <p:nvPr/>
          </p:nvSpPr>
          <p:spPr>
            <a:xfrm rot="232071">
              <a:off x="4565844" y="3476534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9F2159-2E03-43F1-B663-EFA97E96045F}"/>
                </a:ext>
              </a:extLst>
            </p:cNvPr>
            <p:cNvSpPr txBox="1"/>
            <p:nvPr/>
          </p:nvSpPr>
          <p:spPr>
            <a:xfrm rot="163168">
              <a:off x="4710092" y="4308737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C5E8077-D493-4942-8F33-AA14B15CCD32}"/>
              </a:ext>
            </a:extLst>
          </p:cNvPr>
          <p:cNvSpPr txBox="1"/>
          <p:nvPr/>
        </p:nvSpPr>
        <p:spPr>
          <a:xfrm>
            <a:off x="673385" y="2967334"/>
            <a:ext cx="198754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09EC5-82A8-459B-BCCA-07D414758B98}"/>
              </a:ext>
            </a:extLst>
          </p:cNvPr>
          <p:cNvSpPr txBox="1"/>
          <p:nvPr/>
        </p:nvSpPr>
        <p:spPr>
          <a:xfrm>
            <a:off x="9377569" y="4167663"/>
            <a:ext cx="213787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AC5805-5E46-4986-A48B-6E89B4F20986}"/>
              </a:ext>
            </a:extLst>
          </p:cNvPr>
          <p:cNvCxnSpPr>
            <a:cxnSpLocks/>
          </p:cNvCxnSpPr>
          <p:nvPr/>
        </p:nvCxnSpPr>
        <p:spPr>
          <a:xfrm flipH="1">
            <a:off x="2821763" y="3442378"/>
            <a:ext cx="571057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6826F1-3A0A-4E32-886C-19E9496EA94C}"/>
              </a:ext>
            </a:extLst>
          </p:cNvPr>
          <p:cNvCxnSpPr>
            <a:cxnSpLocks/>
          </p:cNvCxnSpPr>
          <p:nvPr/>
        </p:nvCxnSpPr>
        <p:spPr>
          <a:xfrm>
            <a:off x="8639572" y="4624838"/>
            <a:ext cx="599363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340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3-STEP RIBBON FUNNEL DIAGRAM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D8F1D-4D7D-44CC-B1B4-1C0D28699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583D19-A18E-4E4E-95B4-D85D4ACA7219}"/>
              </a:ext>
            </a:extLst>
          </p:cNvPr>
          <p:cNvGrpSpPr/>
          <p:nvPr/>
        </p:nvGrpSpPr>
        <p:grpSpPr>
          <a:xfrm>
            <a:off x="3415375" y="2471842"/>
            <a:ext cx="5421842" cy="2346534"/>
            <a:chOff x="3415375" y="1844066"/>
            <a:chExt cx="5421842" cy="234653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ABDD2BE-8843-4C79-A11F-FF6DBAF5F963}"/>
                </a:ext>
              </a:extLst>
            </p:cNvPr>
            <p:cNvGrpSpPr/>
            <p:nvPr/>
          </p:nvGrpSpPr>
          <p:grpSpPr>
            <a:xfrm>
              <a:off x="3415375" y="1844066"/>
              <a:ext cx="5421842" cy="2295488"/>
              <a:chOff x="3255962" y="1749245"/>
              <a:chExt cx="5676900" cy="2403475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57FD1F3-9A73-4C8F-B399-0C791FAEB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5087" y="2115958"/>
                <a:ext cx="4730750" cy="792163"/>
              </a:xfrm>
              <a:custGeom>
                <a:avLst/>
                <a:gdLst>
                  <a:gd name="T0" fmla="*/ 54 w 1255"/>
                  <a:gd name="T1" fmla="*/ 204 h 210"/>
                  <a:gd name="T2" fmla="*/ 0 w 1255"/>
                  <a:gd name="T3" fmla="*/ 173 h 210"/>
                  <a:gd name="T4" fmla="*/ 1020 w 1255"/>
                  <a:gd name="T5" fmla="*/ 6 h 210"/>
                  <a:gd name="T6" fmla="*/ 1255 w 1255"/>
                  <a:gd name="T7" fmla="*/ 143 h 210"/>
                  <a:gd name="T8" fmla="*/ 604 w 1255"/>
                  <a:gd name="T9" fmla="*/ 210 h 210"/>
                  <a:gd name="T10" fmla="*/ 54 w 1255"/>
                  <a:gd name="T11" fmla="*/ 204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55" h="210">
                    <a:moveTo>
                      <a:pt x="54" y="204"/>
                    </a:move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648" y="0"/>
                      <a:pt x="1020" y="6"/>
                    </a:cubicBezTo>
                    <a:cubicBezTo>
                      <a:pt x="1255" y="143"/>
                      <a:pt x="1255" y="143"/>
                      <a:pt x="1255" y="143"/>
                    </a:cubicBezTo>
                    <a:cubicBezTo>
                      <a:pt x="1255" y="143"/>
                      <a:pt x="759" y="142"/>
                      <a:pt x="604" y="210"/>
                    </a:cubicBezTo>
                    <a:lnTo>
                      <a:pt x="54" y="20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26B9ECB-8500-4C62-A541-7C61DDFCF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412" y="2904945"/>
                <a:ext cx="3932238" cy="800100"/>
              </a:xfrm>
              <a:custGeom>
                <a:avLst/>
                <a:gdLst>
                  <a:gd name="T0" fmla="*/ 950 w 1043"/>
                  <a:gd name="T1" fmla="*/ 124 h 212"/>
                  <a:gd name="T2" fmla="*/ 424 w 1043"/>
                  <a:gd name="T3" fmla="*/ 212 h 212"/>
                  <a:gd name="T4" fmla="*/ 0 w 1043"/>
                  <a:gd name="T5" fmla="*/ 189 h 212"/>
                  <a:gd name="T6" fmla="*/ 1043 w 1043"/>
                  <a:gd name="T7" fmla="*/ 0 h 212"/>
                  <a:gd name="T8" fmla="*/ 950 w 1043"/>
                  <a:gd name="T9" fmla="*/ 12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3" h="212">
                    <a:moveTo>
                      <a:pt x="950" y="124"/>
                    </a:moveTo>
                    <a:cubicBezTo>
                      <a:pt x="950" y="124"/>
                      <a:pt x="532" y="173"/>
                      <a:pt x="424" y="212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529" y="7"/>
                      <a:pt x="1043" y="0"/>
                    </a:cubicBezTo>
                    <a:lnTo>
                      <a:pt x="950" y="12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66072999-A42E-493C-A3D5-99BFE9FF8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5087" y="2631895"/>
                <a:ext cx="4500563" cy="739775"/>
              </a:xfrm>
              <a:custGeom>
                <a:avLst/>
                <a:gdLst>
                  <a:gd name="T0" fmla="*/ 596 w 1194"/>
                  <a:gd name="T1" fmla="*/ 157 h 196"/>
                  <a:gd name="T2" fmla="*/ 1101 w 1194"/>
                  <a:gd name="T3" fmla="*/ 196 h 196"/>
                  <a:gd name="T4" fmla="*/ 1194 w 1194"/>
                  <a:gd name="T5" fmla="*/ 72 h 196"/>
                  <a:gd name="T6" fmla="*/ 722 w 1194"/>
                  <a:gd name="T7" fmla="*/ 19 h 196"/>
                  <a:gd name="T8" fmla="*/ 0 w 1194"/>
                  <a:gd name="T9" fmla="*/ 36 h 196"/>
                  <a:gd name="T10" fmla="*/ 96 w 1194"/>
                  <a:gd name="T11" fmla="*/ 178 h 196"/>
                  <a:gd name="T12" fmla="*/ 596 w 1194"/>
                  <a:gd name="T13" fmla="*/ 157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4" h="196">
                    <a:moveTo>
                      <a:pt x="596" y="157"/>
                    </a:moveTo>
                    <a:cubicBezTo>
                      <a:pt x="793" y="163"/>
                      <a:pt x="958" y="177"/>
                      <a:pt x="1101" y="196"/>
                    </a:cubicBezTo>
                    <a:cubicBezTo>
                      <a:pt x="1132" y="154"/>
                      <a:pt x="1163" y="112"/>
                      <a:pt x="1194" y="72"/>
                    </a:cubicBezTo>
                    <a:cubicBezTo>
                      <a:pt x="1057" y="50"/>
                      <a:pt x="901" y="32"/>
                      <a:pt x="722" y="19"/>
                    </a:cubicBezTo>
                    <a:cubicBezTo>
                      <a:pt x="442" y="0"/>
                      <a:pt x="197" y="13"/>
                      <a:pt x="0" y="36"/>
                    </a:cubicBezTo>
                    <a:cubicBezTo>
                      <a:pt x="31" y="81"/>
                      <a:pt x="63" y="129"/>
                      <a:pt x="96" y="178"/>
                    </a:cubicBezTo>
                    <a:cubicBezTo>
                      <a:pt x="223" y="160"/>
                      <a:pt x="387" y="151"/>
                      <a:pt x="596" y="1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BA3F8210-2233-4367-8438-9C113FBA4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5962" y="1749245"/>
                <a:ext cx="5676900" cy="906463"/>
              </a:xfrm>
              <a:custGeom>
                <a:avLst/>
                <a:gdLst>
                  <a:gd name="T0" fmla="*/ 811 w 1506"/>
                  <a:gd name="T1" fmla="*/ 163 h 240"/>
                  <a:gd name="T2" fmla="*/ 1410 w 1506"/>
                  <a:gd name="T3" fmla="*/ 240 h 240"/>
                  <a:gd name="T4" fmla="*/ 1506 w 1506"/>
                  <a:gd name="T5" fmla="*/ 123 h 240"/>
                  <a:gd name="T6" fmla="*/ 811 w 1506"/>
                  <a:gd name="T7" fmla="*/ 22 h 240"/>
                  <a:gd name="T8" fmla="*/ 0 w 1506"/>
                  <a:gd name="T9" fmla="*/ 39 h 240"/>
                  <a:gd name="T10" fmla="*/ 104 w 1506"/>
                  <a:gd name="T11" fmla="*/ 184 h 240"/>
                  <a:gd name="T12" fmla="*/ 811 w 1506"/>
                  <a:gd name="T13" fmla="*/ 163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6" h="240">
                    <a:moveTo>
                      <a:pt x="811" y="163"/>
                    </a:moveTo>
                    <a:cubicBezTo>
                      <a:pt x="1048" y="180"/>
                      <a:pt x="1243" y="206"/>
                      <a:pt x="1410" y="240"/>
                    </a:cubicBezTo>
                    <a:cubicBezTo>
                      <a:pt x="1443" y="199"/>
                      <a:pt x="1475" y="160"/>
                      <a:pt x="1506" y="123"/>
                    </a:cubicBezTo>
                    <a:cubicBezTo>
                      <a:pt x="1325" y="78"/>
                      <a:pt x="1104" y="42"/>
                      <a:pt x="811" y="22"/>
                    </a:cubicBezTo>
                    <a:cubicBezTo>
                      <a:pt x="504" y="0"/>
                      <a:pt x="223" y="15"/>
                      <a:pt x="0" y="39"/>
                    </a:cubicBezTo>
                    <a:cubicBezTo>
                      <a:pt x="32" y="83"/>
                      <a:pt x="67" y="132"/>
                      <a:pt x="104" y="184"/>
                    </a:cubicBezTo>
                    <a:cubicBezTo>
                      <a:pt x="301" y="159"/>
                      <a:pt x="541" y="145"/>
                      <a:pt x="811" y="16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E65C0AAB-DEEE-45F5-A8E6-F26962C60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412" y="3527245"/>
                <a:ext cx="3389313" cy="625475"/>
              </a:xfrm>
              <a:custGeom>
                <a:avLst/>
                <a:gdLst>
                  <a:gd name="T0" fmla="*/ 0 w 899"/>
                  <a:gd name="T1" fmla="*/ 24 h 166"/>
                  <a:gd name="T2" fmla="*/ 89 w 899"/>
                  <a:gd name="T3" fmla="*/ 166 h 166"/>
                  <a:gd name="T4" fmla="*/ 426 w 899"/>
                  <a:gd name="T5" fmla="*/ 144 h 166"/>
                  <a:gd name="T6" fmla="*/ 811 w 899"/>
                  <a:gd name="T7" fmla="*/ 159 h 166"/>
                  <a:gd name="T8" fmla="*/ 899 w 899"/>
                  <a:gd name="T9" fmla="*/ 30 h 166"/>
                  <a:gd name="T10" fmla="*/ 420 w 899"/>
                  <a:gd name="T11" fmla="*/ 0 h 166"/>
                  <a:gd name="T12" fmla="*/ 0 w 899"/>
                  <a:gd name="T13" fmla="*/ 24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9" h="166">
                    <a:moveTo>
                      <a:pt x="0" y="24"/>
                    </a:moveTo>
                    <a:cubicBezTo>
                      <a:pt x="30" y="70"/>
                      <a:pt x="60" y="118"/>
                      <a:pt x="89" y="166"/>
                    </a:cubicBezTo>
                    <a:cubicBezTo>
                      <a:pt x="198" y="153"/>
                      <a:pt x="314" y="144"/>
                      <a:pt x="426" y="144"/>
                    </a:cubicBezTo>
                    <a:cubicBezTo>
                      <a:pt x="543" y="144"/>
                      <a:pt x="679" y="151"/>
                      <a:pt x="811" y="159"/>
                    </a:cubicBezTo>
                    <a:cubicBezTo>
                      <a:pt x="840" y="115"/>
                      <a:pt x="869" y="72"/>
                      <a:pt x="899" y="30"/>
                    </a:cubicBezTo>
                    <a:cubicBezTo>
                      <a:pt x="742" y="14"/>
                      <a:pt x="568" y="0"/>
                      <a:pt x="420" y="0"/>
                    </a:cubicBezTo>
                    <a:cubicBezTo>
                      <a:pt x="279" y="0"/>
                      <a:pt x="130" y="11"/>
                      <a:pt x="0" y="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7D49E7-1589-4BD5-ABEE-EFD92167275E}"/>
                </a:ext>
              </a:extLst>
            </p:cNvPr>
            <p:cNvSpPr txBox="1"/>
            <p:nvPr/>
          </p:nvSpPr>
          <p:spPr>
            <a:xfrm rot="253327">
              <a:off x="4565844" y="2187151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FE9B3A0-22EE-4918-A273-4BA3C04884BB}"/>
                </a:ext>
              </a:extLst>
            </p:cNvPr>
            <p:cNvSpPr txBox="1"/>
            <p:nvPr/>
          </p:nvSpPr>
          <p:spPr>
            <a:xfrm rot="232071">
              <a:off x="4565844" y="2995375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3B0542-2343-4655-BB06-6A85FABF02F8}"/>
                </a:ext>
              </a:extLst>
            </p:cNvPr>
            <p:cNvSpPr txBox="1"/>
            <p:nvPr/>
          </p:nvSpPr>
          <p:spPr>
            <a:xfrm rot="163168">
              <a:off x="4710092" y="3827578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F3A92DA-6939-43D3-9E63-B1150867BEFE}"/>
              </a:ext>
            </a:extLst>
          </p:cNvPr>
          <p:cNvSpPr txBox="1"/>
          <p:nvPr/>
        </p:nvSpPr>
        <p:spPr>
          <a:xfrm>
            <a:off x="781621" y="2360065"/>
            <a:ext cx="206818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3B0F5C-8E77-488C-B188-0AEB3AAA3520}"/>
              </a:ext>
            </a:extLst>
          </p:cNvPr>
          <p:cNvSpPr txBox="1"/>
          <p:nvPr/>
        </p:nvSpPr>
        <p:spPr>
          <a:xfrm>
            <a:off x="8896348" y="3508627"/>
            <a:ext cx="251085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F539EB-4243-4081-83CB-6786EBE7481E}"/>
              </a:ext>
            </a:extLst>
          </p:cNvPr>
          <p:cNvSpPr txBox="1"/>
          <p:nvPr/>
        </p:nvSpPr>
        <p:spPr>
          <a:xfrm>
            <a:off x="1007398" y="4189808"/>
            <a:ext cx="28162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CD36F0E-744E-42C3-956B-901FE62FFEA5}"/>
              </a:ext>
            </a:extLst>
          </p:cNvPr>
          <p:cNvCxnSpPr>
            <a:cxnSpLocks/>
          </p:cNvCxnSpPr>
          <p:nvPr/>
        </p:nvCxnSpPr>
        <p:spPr>
          <a:xfrm flipH="1">
            <a:off x="2979785" y="2821730"/>
            <a:ext cx="4355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49CCDE-352C-4C21-9C5A-DBA3F6E1D5D4}"/>
              </a:ext>
            </a:extLst>
          </p:cNvPr>
          <p:cNvCxnSpPr>
            <a:cxnSpLocks/>
          </p:cNvCxnSpPr>
          <p:nvPr/>
        </p:nvCxnSpPr>
        <p:spPr>
          <a:xfrm>
            <a:off x="8307090" y="3808572"/>
            <a:ext cx="4355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90CF098-F9FD-4E42-8B8D-4A0EA658E7C3}"/>
              </a:ext>
            </a:extLst>
          </p:cNvPr>
          <p:cNvCxnSpPr>
            <a:cxnSpLocks/>
          </p:cNvCxnSpPr>
          <p:nvPr/>
        </p:nvCxnSpPr>
        <p:spPr>
          <a:xfrm flipH="1">
            <a:off x="3984496" y="4526352"/>
            <a:ext cx="571057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516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4-STEP RIBBON FUNNEL DIAGRAM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10D92-CFDE-4CAA-8E8E-1D259E7F31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583D19-A18E-4E4E-95B4-D85D4ACA7219}"/>
              </a:ext>
            </a:extLst>
          </p:cNvPr>
          <p:cNvGrpSpPr/>
          <p:nvPr/>
        </p:nvGrpSpPr>
        <p:grpSpPr>
          <a:xfrm>
            <a:off x="3415375" y="2166432"/>
            <a:ext cx="5421842" cy="3145449"/>
            <a:chOff x="3415375" y="1844066"/>
            <a:chExt cx="5421842" cy="314544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ABDD2BE-8843-4C79-A11F-FF6DBAF5F963}"/>
                </a:ext>
              </a:extLst>
            </p:cNvPr>
            <p:cNvGrpSpPr/>
            <p:nvPr/>
          </p:nvGrpSpPr>
          <p:grpSpPr>
            <a:xfrm>
              <a:off x="3415375" y="1844066"/>
              <a:ext cx="5421842" cy="3092997"/>
              <a:chOff x="3255962" y="1749245"/>
              <a:chExt cx="5676900" cy="3238501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57FD1F3-9A73-4C8F-B399-0C791FAEB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5087" y="2115958"/>
                <a:ext cx="4730750" cy="792163"/>
              </a:xfrm>
              <a:custGeom>
                <a:avLst/>
                <a:gdLst>
                  <a:gd name="T0" fmla="*/ 54 w 1255"/>
                  <a:gd name="T1" fmla="*/ 204 h 210"/>
                  <a:gd name="T2" fmla="*/ 0 w 1255"/>
                  <a:gd name="T3" fmla="*/ 173 h 210"/>
                  <a:gd name="T4" fmla="*/ 1020 w 1255"/>
                  <a:gd name="T5" fmla="*/ 6 h 210"/>
                  <a:gd name="T6" fmla="*/ 1255 w 1255"/>
                  <a:gd name="T7" fmla="*/ 143 h 210"/>
                  <a:gd name="T8" fmla="*/ 604 w 1255"/>
                  <a:gd name="T9" fmla="*/ 210 h 210"/>
                  <a:gd name="T10" fmla="*/ 54 w 1255"/>
                  <a:gd name="T11" fmla="*/ 204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55" h="210">
                    <a:moveTo>
                      <a:pt x="54" y="204"/>
                    </a:move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648" y="0"/>
                      <a:pt x="1020" y="6"/>
                    </a:cubicBezTo>
                    <a:cubicBezTo>
                      <a:pt x="1255" y="143"/>
                      <a:pt x="1255" y="143"/>
                      <a:pt x="1255" y="143"/>
                    </a:cubicBezTo>
                    <a:cubicBezTo>
                      <a:pt x="1255" y="143"/>
                      <a:pt x="759" y="142"/>
                      <a:pt x="604" y="210"/>
                    </a:cubicBezTo>
                    <a:lnTo>
                      <a:pt x="54" y="20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26B9ECB-8500-4C62-A541-7C61DDFCF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412" y="2904945"/>
                <a:ext cx="3932238" cy="800100"/>
              </a:xfrm>
              <a:custGeom>
                <a:avLst/>
                <a:gdLst>
                  <a:gd name="T0" fmla="*/ 950 w 1043"/>
                  <a:gd name="T1" fmla="*/ 124 h 212"/>
                  <a:gd name="T2" fmla="*/ 424 w 1043"/>
                  <a:gd name="T3" fmla="*/ 212 h 212"/>
                  <a:gd name="T4" fmla="*/ 0 w 1043"/>
                  <a:gd name="T5" fmla="*/ 189 h 212"/>
                  <a:gd name="T6" fmla="*/ 1043 w 1043"/>
                  <a:gd name="T7" fmla="*/ 0 h 212"/>
                  <a:gd name="T8" fmla="*/ 950 w 1043"/>
                  <a:gd name="T9" fmla="*/ 12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3" h="212">
                    <a:moveTo>
                      <a:pt x="950" y="124"/>
                    </a:moveTo>
                    <a:cubicBezTo>
                      <a:pt x="950" y="124"/>
                      <a:pt x="532" y="173"/>
                      <a:pt x="424" y="212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529" y="7"/>
                      <a:pt x="1043" y="0"/>
                    </a:cubicBezTo>
                    <a:lnTo>
                      <a:pt x="950" y="12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EE86EAA-640D-4127-A8D7-418E8C4E1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225" y="3639958"/>
                <a:ext cx="2857500" cy="1117600"/>
              </a:xfrm>
              <a:custGeom>
                <a:avLst/>
                <a:gdLst>
                  <a:gd name="T0" fmla="*/ 112 w 758"/>
                  <a:gd name="T1" fmla="*/ 296 h 296"/>
                  <a:gd name="T2" fmla="*/ 0 w 758"/>
                  <a:gd name="T3" fmla="*/ 220 h 296"/>
                  <a:gd name="T4" fmla="*/ 758 w 758"/>
                  <a:gd name="T5" fmla="*/ 0 h 296"/>
                  <a:gd name="T6" fmla="*/ 670 w 758"/>
                  <a:gd name="T7" fmla="*/ 129 h 296"/>
                  <a:gd name="T8" fmla="*/ 345 w 758"/>
                  <a:gd name="T9" fmla="*/ 250 h 296"/>
                  <a:gd name="T10" fmla="*/ 112 w 758"/>
                  <a:gd name="T11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8" h="296">
                    <a:moveTo>
                      <a:pt x="112" y="296"/>
                    </a:moveTo>
                    <a:cubicBezTo>
                      <a:pt x="0" y="220"/>
                      <a:pt x="0" y="220"/>
                      <a:pt x="0" y="220"/>
                    </a:cubicBezTo>
                    <a:cubicBezTo>
                      <a:pt x="0" y="220"/>
                      <a:pt x="384" y="50"/>
                      <a:pt x="758" y="0"/>
                    </a:cubicBezTo>
                    <a:cubicBezTo>
                      <a:pt x="670" y="129"/>
                      <a:pt x="670" y="129"/>
                      <a:pt x="670" y="129"/>
                    </a:cubicBezTo>
                    <a:cubicBezTo>
                      <a:pt x="670" y="129"/>
                      <a:pt x="427" y="200"/>
                      <a:pt x="345" y="250"/>
                    </a:cubicBezTo>
                    <a:lnTo>
                      <a:pt x="112" y="296"/>
                    </a:lnTo>
                    <a:close/>
                  </a:path>
                </a:pathLst>
              </a:custGeom>
              <a:solidFill>
                <a:schemeClr val="accent1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66072999-A42E-493C-A3D5-99BFE9FF8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5087" y="2631895"/>
                <a:ext cx="4500563" cy="739775"/>
              </a:xfrm>
              <a:custGeom>
                <a:avLst/>
                <a:gdLst>
                  <a:gd name="T0" fmla="*/ 596 w 1194"/>
                  <a:gd name="T1" fmla="*/ 157 h 196"/>
                  <a:gd name="T2" fmla="*/ 1101 w 1194"/>
                  <a:gd name="T3" fmla="*/ 196 h 196"/>
                  <a:gd name="T4" fmla="*/ 1194 w 1194"/>
                  <a:gd name="T5" fmla="*/ 72 h 196"/>
                  <a:gd name="T6" fmla="*/ 722 w 1194"/>
                  <a:gd name="T7" fmla="*/ 19 h 196"/>
                  <a:gd name="T8" fmla="*/ 0 w 1194"/>
                  <a:gd name="T9" fmla="*/ 36 h 196"/>
                  <a:gd name="T10" fmla="*/ 96 w 1194"/>
                  <a:gd name="T11" fmla="*/ 178 h 196"/>
                  <a:gd name="T12" fmla="*/ 596 w 1194"/>
                  <a:gd name="T13" fmla="*/ 157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4" h="196">
                    <a:moveTo>
                      <a:pt x="596" y="157"/>
                    </a:moveTo>
                    <a:cubicBezTo>
                      <a:pt x="793" y="163"/>
                      <a:pt x="958" y="177"/>
                      <a:pt x="1101" y="196"/>
                    </a:cubicBezTo>
                    <a:cubicBezTo>
                      <a:pt x="1132" y="154"/>
                      <a:pt x="1163" y="112"/>
                      <a:pt x="1194" y="72"/>
                    </a:cubicBezTo>
                    <a:cubicBezTo>
                      <a:pt x="1057" y="50"/>
                      <a:pt x="901" y="32"/>
                      <a:pt x="722" y="19"/>
                    </a:cubicBezTo>
                    <a:cubicBezTo>
                      <a:pt x="442" y="0"/>
                      <a:pt x="197" y="13"/>
                      <a:pt x="0" y="36"/>
                    </a:cubicBezTo>
                    <a:cubicBezTo>
                      <a:pt x="31" y="81"/>
                      <a:pt x="63" y="129"/>
                      <a:pt x="96" y="178"/>
                    </a:cubicBezTo>
                    <a:cubicBezTo>
                      <a:pt x="223" y="160"/>
                      <a:pt x="387" y="151"/>
                      <a:pt x="596" y="1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BA3F8210-2233-4367-8438-9C113FBA4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5962" y="1749245"/>
                <a:ext cx="5676900" cy="906463"/>
              </a:xfrm>
              <a:custGeom>
                <a:avLst/>
                <a:gdLst>
                  <a:gd name="T0" fmla="*/ 811 w 1506"/>
                  <a:gd name="T1" fmla="*/ 163 h 240"/>
                  <a:gd name="T2" fmla="*/ 1410 w 1506"/>
                  <a:gd name="T3" fmla="*/ 240 h 240"/>
                  <a:gd name="T4" fmla="*/ 1506 w 1506"/>
                  <a:gd name="T5" fmla="*/ 123 h 240"/>
                  <a:gd name="T6" fmla="*/ 811 w 1506"/>
                  <a:gd name="T7" fmla="*/ 22 h 240"/>
                  <a:gd name="T8" fmla="*/ 0 w 1506"/>
                  <a:gd name="T9" fmla="*/ 39 h 240"/>
                  <a:gd name="T10" fmla="*/ 104 w 1506"/>
                  <a:gd name="T11" fmla="*/ 184 h 240"/>
                  <a:gd name="T12" fmla="*/ 811 w 1506"/>
                  <a:gd name="T13" fmla="*/ 163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6" h="240">
                    <a:moveTo>
                      <a:pt x="811" y="163"/>
                    </a:moveTo>
                    <a:cubicBezTo>
                      <a:pt x="1048" y="180"/>
                      <a:pt x="1243" y="206"/>
                      <a:pt x="1410" y="240"/>
                    </a:cubicBezTo>
                    <a:cubicBezTo>
                      <a:pt x="1443" y="199"/>
                      <a:pt x="1475" y="160"/>
                      <a:pt x="1506" y="123"/>
                    </a:cubicBezTo>
                    <a:cubicBezTo>
                      <a:pt x="1325" y="78"/>
                      <a:pt x="1104" y="42"/>
                      <a:pt x="811" y="22"/>
                    </a:cubicBezTo>
                    <a:cubicBezTo>
                      <a:pt x="504" y="0"/>
                      <a:pt x="223" y="15"/>
                      <a:pt x="0" y="39"/>
                    </a:cubicBezTo>
                    <a:cubicBezTo>
                      <a:pt x="32" y="83"/>
                      <a:pt x="67" y="132"/>
                      <a:pt x="104" y="184"/>
                    </a:cubicBezTo>
                    <a:cubicBezTo>
                      <a:pt x="301" y="159"/>
                      <a:pt x="541" y="145"/>
                      <a:pt x="811" y="16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E65C0AAB-DEEE-45F5-A8E6-F26962C60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412" y="3527245"/>
                <a:ext cx="3389313" cy="625475"/>
              </a:xfrm>
              <a:custGeom>
                <a:avLst/>
                <a:gdLst>
                  <a:gd name="T0" fmla="*/ 0 w 899"/>
                  <a:gd name="T1" fmla="*/ 24 h 166"/>
                  <a:gd name="T2" fmla="*/ 89 w 899"/>
                  <a:gd name="T3" fmla="*/ 166 h 166"/>
                  <a:gd name="T4" fmla="*/ 426 w 899"/>
                  <a:gd name="T5" fmla="*/ 144 h 166"/>
                  <a:gd name="T6" fmla="*/ 811 w 899"/>
                  <a:gd name="T7" fmla="*/ 159 h 166"/>
                  <a:gd name="T8" fmla="*/ 899 w 899"/>
                  <a:gd name="T9" fmla="*/ 30 h 166"/>
                  <a:gd name="T10" fmla="*/ 420 w 899"/>
                  <a:gd name="T11" fmla="*/ 0 h 166"/>
                  <a:gd name="T12" fmla="*/ 0 w 899"/>
                  <a:gd name="T13" fmla="*/ 24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9" h="166">
                    <a:moveTo>
                      <a:pt x="0" y="24"/>
                    </a:moveTo>
                    <a:cubicBezTo>
                      <a:pt x="30" y="70"/>
                      <a:pt x="60" y="118"/>
                      <a:pt x="89" y="166"/>
                    </a:cubicBezTo>
                    <a:cubicBezTo>
                      <a:pt x="198" y="153"/>
                      <a:pt x="314" y="144"/>
                      <a:pt x="426" y="144"/>
                    </a:cubicBezTo>
                    <a:cubicBezTo>
                      <a:pt x="543" y="144"/>
                      <a:pt x="679" y="151"/>
                      <a:pt x="811" y="159"/>
                    </a:cubicBezTo>
                    <a:cubicBezTo>
                      <a:pt x="840" y="115"/>
                      <a:pt x="869" y="72"/>
                      <a:pt x="899" y="30"/>
                    </a:cubicBezTo>
                    <a:cubicBezTo>
                      <a:pt x="742" y="14"/>
                      <a:pt x="568" y="0"/>
                      <a:pt x="420" y="0"/>
                    </a:cubicBezTo>
                    <a:cubicBezTo>
                      <a:pt x="279" y="0"/>
                      <a:pt x="130" y="11"/>
                      <a:pt x="0" y="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Freeform 13">
                <a:extLst>
                  <a:ext uri="{FF2B5EF4-FFF2-40B4-BE49-F238E27FC236}">
                    <a16:creationId xmlns:a16="http://schemas.microsoft.com/office/drawing/2014/main" id="{6E808261-3EB3-47E3-AA6D-A3D9C0007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225" y="4382908"/>
                <a:ext cx="2336800" cy="604838"/>
              </a:xfrm>
              <a:custGeom>
                <a:avLst/>
                <a:gdLst>
                  <a:gd name="T0" fmla="*/ 293 w 620"/>
                  <a:gd name="T1" fmla="*/ 3 h 160"/>
                  <a:gd name="T2" fmla="*/ 0 w 620"/>
                  <a:gd name="T3" fmla="*/ 23 h 160"/>
                  <a:gd name="T4" fmla="*/ 80 w 620"/>
                  <a:gd name="T5" fmla="*/ 160 h 160"/>
                  <a:gd name="T6" fmla="*/ 303 w 620"/>
                  <a:gd name="T7" fmla="*/ 143 h 160"/>
                  <a:gd name="T8" fmla="*/ 539 w 620"/>
                  <a:gd name="T9" fmla="*/ 146 h 160"/>
                  <a:gd name="T10" fmla="*/ 620 w 620"/>
                  <a:gd name="T11" fmla="*/ 10 h 160"/>
                  <a:gd name="T12" fmla="*/ 293 w 620"/>
                  <a:gd name="T13" fmla="*/ 3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0" h="160">
                    <a:moveTo>
                      <a:pt x="293" y="3"/>
                    </a:moveTo>
                    <a:cubicBezTo>
                      <a:pt x="186" y="5"/>
                      <a:pt x="85" y="13"/>
                      <a:pt x="0" y="23"/>
                    </a:cubicBezTo>
                    <a:cubicBezTo>
                      <a:pt x="27" y="68"/>
                      <a:pt x="54" y="114"/>
                      <a:pt x="80" y="160"/>
                    </a:cubicBezTo>
                    <a:cubicBezTo>
                      <a:pt x="149" y="151"/>
                      <a:pt x="225" y="144"/>
                      <a:pt x="303" y="143"/>
                    </a:cubicBezTo>
                    <a:cubicBezTo>
                      <a:pt x="385" y="141"/>
                      <a:pt x="465" y="143"/>
                      <a:pt x="539" y="146"/>
                    </a:cubicBezTo>
                    <a:cubicBezTo>
                      <a:pt x="565" y="100"/>
                      <a:pt x="592" y="55"/>
                      <a:pt x="620" y="10"/>
                    </a:cubicBezTo>
                    <a:cubicBezTo>
                      <a:pt x="524" y="4"/>
                      <a:pt x="412" y="0"/>
                      <a:pt x="293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7D49E7-1589-4BD5-ABEE-EFD92167275E}"/>
                </a:ext>
              </a:extLst>
            </p:cNvPr>
            <p:cNvSpPr txBox="1"/>
            <p:nvPr/>
          </p:nvSpPr>
          <p:spPr>
            <a:xfrm rot="253327">
              <a:off x="4565844" y="2187151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FE9B3A0-22EE-4918-A273-4BA3C04884BB}"/>
                </a:ext>
              </a:extLst>
            </p:cNvPr>
            <p:cNvSpPr txBox="1"/>
            <p:nvPr/>
          </p:nvSpPr>
          <p:spPr>
            <a:xfrm rot="232071">
              <a:off x="4565844" y="2995375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3B0542-2343-4655-BB06-6A85FABF02F8}"/>
                </a:ext>
              </a:extLst>
            </p:cNvPr>
            <p:cNvSpPr txBox="1"/>
            <p:nvPr/>
          </p:nvSpPr>
          <p:spPr>
            <a:xfrm rot="163168">
              <a:off x="4710092" y="3827578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0B249A-ABD3-4D7F-A269-852FDCE4DEE2}"/>
                </a:ext>
              </a:extLst>
            </p:cNvPr>
            <p:cNvSpPr txBox="1"/>
            <p:nvPr/>
          </p:nvSpPr>
          <p:spPr>
            <a:xfrm>
              <a:off x="4721188" y="4626493"/>
              <a:ext cx="2877857" cy="36302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F3A92DA-6939-43D3-9E63-B1150867BEFE}"/>
              </a:ext>
            </a:extLst>
          </p:cNvPr>
          <p:cNvSpPr txBox="1"/>
          <p:nvPr/>
        </p:nvSpPr>
        <p:spPr>
          <a:xfrm>
            <a:off x="781621" y="2054655"/>
            <a:ext cx="206818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3B0F5C-8E77-488C-B188-0AEB3AAA3520}"/>
              </a:ext>
            </a:extLst>
          </p:cNvPr>
          <p:cNvSpPr txBox="1"/>
          <p:nvPr/>
        </p:nvSpPr>
        <p:spPr>
          <a:xfrm>
            <a:off x="8896348" y="3203217"/>
            <a:ext cx="251085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F539EB-4243-4081-83CB-6786EBE7481E}"/>
              </a:ext>
            </a:extLst>
          </p:cNvPr>
          <p:cNvSpPr txBox="1"/>
          <p:nvPr/>
        </p:nvSpPr>
        <p:spPr>
          <a:xfrm>
            <a:off x="1007398" y="3884398"/>
            <a:ext cx="28162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EBC1F5-B609-4C5B-B0B1-34CB896BFB64}"/>
              </a:ext>
            </a:extLst>
          </p:cNvPr>
          <p:cNvSpPr txBox="1"/>
          <p:nvPr/>
        </p:nvSpPr>
        <p:spPr>
          <a:xfrm>
            <a:off x="8051664" y="4629465"/>
            <a:ext cx="28162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CD36F0E-744E-42C3-956B-901FE62FFEA5}"/>
              </a:ext>
            </a:extLst>
          </p:cNvPr>
          <p:cNvCxnSpPr>
            <a:cxnSpLocks/>
          </p:cNvCxnSpPr>
          <p:nvPr/>
        </p:nvCxnSpPr>
        <p:spPr>
          <a:xfrm flipH="1">
            <a:off x="2979785" y="2516320"/>
            <a:ext cx="4355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49CCDE-352C-4C21-9C5A-DBA3F6E1D5D4}"/>
              </a:ext>
            </a:extLst>
          </p:cNvPr>
          <p:cNvCxnSpPr>
            <a:cxnSpLocks/>
          </p:cNvCxnSpPr>
          <p:nvPr/>
        </p:nvCxnSpPr>
        <p:spPr>
          <a:xfrm>
            <a:off x="8307090" y="3503162"/>
            <a:ext cx="4355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90CF098-F9FD-4E42-8B8D-4A0EA658E7C3}"/>
              </a:ext>
            </a:extLst>
          </p:cNvPr>
          <p:cNvCxnSpPr>
            <a:cxnSpLocks/>
          </p:cNvCxnSpPr>
          <p:nvPr/>
        </p:nvCxnSpPr>
        <p:spPr>
          <a:xfrm flipH="1">
            <a:off x="3984496" y="4220942"/>
            <a:ext cx="571057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0BB7934-6885-4E74-88AB-80913FEEE4A9}"/>
              </a:ext>
            </a:extLst>
          </p:cNvPr>
          <p:cNvCxnSpPr>
            <a:cxnSpLocks/>
          </p:cNvCxnSpPr>
          <p:nvPr/>
        </p:nvCxnSpPr>
        <p:spPr>
          <a:xfrm>
            <a:off x="7313667" y="4948140"/>
            <a:ext cx="599363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683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5-STEP RIBBON FUNNEL DIAGRAM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76FE9-321E-4B97-A857-5AEB5F9A8B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F65B36-9AA2-4864-8AFF-1CD77455F2F6}"/>
              </a:ext>
            </a:extLst>
          </p:cNvPr>
          <p:cNvGrpSpPr/>
          <p:nvPr/>
        </p:nvGrpSpPr>
        <p:grpSpPr>
          <a:xfrm>
            <a:off x="3415375" y="1844066"/>
            <a:ext cx="5421842" cy="3975904"/>
            <a:chOff x="3336372" y="1749245"/>
            <a:chExt cx="5516080" cy="40450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ABDD2BE-8843-4C79-A11F-FF6DBAF5F963}"/>
                </a:ext>
              </a:extLst>
            </p:cNvPr>
            <p:cNvGrpSpPr/>
            <p:nvPr/>
          </p:nvGrpSpPr>
          <p:grpSpPr>
            <a:xfrm>
              <a:off x="3336372" y="1749245"/>
              <a:ext cx="5516080" cy="3935742"/>
              <a:chOff x="3255962" y="1749245"/>
              <a:chExt cx="5676900" cy="4050489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57FD1F3-9A73-4C8F-B399-0C791FAEB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5087" y="2115958"/>
                <a:ext cx="4730750" cy="792163"/>
              </a:xfrm>
              <a:custGeom>
                <a:avLst/>
                <a:gdLst>
                  <a:gd name="T0" fmla="*/ 54 w 1255"/>
                  <a:gd name="T1" fmla="*/ 204 h 210"/>
                  <a:gd name="T2" fmla="*/ 0 w 1255"/>
                  <a:gd name="T3" fmla="*/ 173 h 210"/>
                  <a:gd name="T4" fmla="*/ 1020 w 1255"/>
                  <a:gd name="T5" fmla="*/ 6 h 210"/>
                  <a:gd name="T6" fmla="*/ 1255 w 1255"/>
                  <a:gd name="T7" fmla="*/ 143 h 210"/>
                  <a:gd name="T8" fmla="*/ 604 w 1255"/>
                  <a:gd name="T9" fmla="*/ 210 h 210"/>
                  <a:gd name="T10" fmla="*/ 54 w 1255"/>
                  <a:gd name="T11" fmla="*/ 204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55" h="210">
                    <a:moveTo>
                      <a:pt x="54" y="204"/>
                    </a:move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648" y="0"/>
                      <a:pt x="1020" y="6"/>
                    </a:cubicBezTo>
                    <a:cubicBezTo>
                      <a:pt x="1255" y="143"/>
                      <a:pt x="1255" y="143"/>
                      <a:pt x="1255" y="143"/>
                    </a:cubicBezTo>
                    <a:cubicBezTo>
                      <a:pt x="1255" y="143"/>
                      <a:pt x="759" y="142"/>
                      <a:pt x="604" y="210"/>
                    </a:cubicBezTo>
                    <a:lnTo>
                      <a:pt x="54" y="20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26B9ECB-8500-4C62-A541-7C61DDFCF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412" y="2904945"/>
                <a:ext cx="3932238" cy="800100"/>
              </a:xfrm>
              <a:custGeom>
                <a:avLst/>
                <a:gdLst>
                  <a:gd name="T0" fmla="*/ 950 w 1043"/>
                  <a:gd name="T1" fmla="*/ 124 h 212"/>
                  <a:gd name="T2" fmla="*/ 424 w 1043"/>
                  <a:gd name="T3" fmla="*/ 212 h 212"/>
                  <a:gd name="T4" fmla="*/ 0 w 1043"/>
                  <a:gd name="T5" fmla="*/ 189 h 212"/>
                  <a:gd name="T6" fmla="*/ 1043 w 1043"/>
                  <a:gd name="T7" fmla="*/ 0 h 212"/>
                  <a:gd name="T8" fmla="*/ 950 w 1043"/>
                  <a:gd name="T9" fmla="*/ 12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3" h="212">
                    <a:moveTo>
                      <a:pt x="950" y="124"/>
                    </a:moveTo>
                    <a:cubicBezTo>
                      <a:pt x="950" y="124"/>
                      <a:pt x="532" y="173"/>
                      <a:pt x="424" y="212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529" y="7"/>
                      <a:pt x="1043" y="0"/>
                    </a:cubicBezTo>
                    <a:lnTo>
                      <a:pt x="950" y="12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EE86EAA-640D-4127-A8D7-418E8C4E1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225" y="3639958"/>
                <a:ext cx="2857500" cy="1117600"/>
              </a:xfrm>
              <a:custGeom>
                <a:avLst/>
                <a:gdLst>
                  <a:gd name="T0" fmla="*/ 112 w 758"/>
                  <a:gd name="T1" fmla="*/ 296 h 296"/>
                  <a:gd name="T2" fmla="*/ 0 w 758"/>
                  <a:gd name="T3" fmla="*/ 220 h 296"/>
                  <a:gd name="T4" fmla="*/ 758 w 758"/>
                  <a:gd name="T5" fmla="*/ 0 h 296"/>
                  <a:gd name="T6" fmla="*/ 670 w 758"/>
                  <a:gd name="T7" fmla="*/ 129 h 296"/>
                  <a:gd name="T8" fmla="*/ 345 w 758"/>
                  <a:gd name="T9" fmla="*/ 250 h 296"/>
                  <a:gd name="T10" fmla="*/ 112 w 758"/>
                  <a:gd name="T11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8" h="296">
                    <a:moveTo>
                      <a:pt x="112" y="296"/>
                    </a:moveTo>
                    <a:cubicBezTo>
                      <a:pt x="0" y="220"/>
                      <a:pt x="0" y="220"/>
                      <a:pt x="0" y="220"/>
                    </a:cubicBezTo>
                    <a:cubicBezTo>
                      <a:pt x="0" y="220"/>
                      <a:pt x="384" y="50"/>
                      <a:pt x="758" y="0"/>
                    </a:cubicBezTo>
                    <a:cubicBezTo>
                      <a:pt x="670" y="129"/>
                      <a:pt x="670" y="129"/>
                      <a:pt x="670" y="129"/>
                    </a:cubicBezTo>
                    <a:cubicBezTo>
                      <a:pt x="670" y="129"/>
                      <a:pt x="427" y="200"/>
                      <a:pt x="345" y="250"/>
                    </a:cubicBezTo>
                    <a:lnTo>
                      <a:pt x="112" y="296"/>
                    </a:lnTo>
                    <a:close/>
                  </a:path>
                </a:pathLst>
              </a:custGeom>
              <a:solidFill>
                <a:schemeClr val="accent1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09BB234-662D-4826-9B13-6D6E3D572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5762" y="4421008"/>
                <a:ext cx="1846263" cy="939800"/>
              </a:xfrm>
              <a:custGeom>
                <a:avLst/>
                <a:gdLst>
                  <a:gd name="T0" fmla="*/ 490 w 490"/>
                  <a:gd name="T1" fmla="*/ 0 h 249"/>
                  <a:gd name="T2" fmla="*/ 0 w 490"/>
                  <a:gd name="T3" fmla="*/ 234 h 249"/>
                  <a:gd name="T4" fmla="*/ 205 w 490"/>
                  <a:gd name="T5" fmla="*/ 249 h 249"/>
                  <a:gd name="T6" fmla="*/ 250 w 490"/>
                  <a:gd name="T7" fmla="*/ 236 h 249"/>
                  <a:gd name="T8" fmla="*/ 409 w 490"/>
                  <a:gd name="T9" fmla="*/ 136 h 249"/>
                  <a:gd name="T10" fmla="*/ 490 w 490"/>
                  <a:gd name="T11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0" h="249">
                    <a:moveTo>
                      <a:pt x="490" y="0"/>
                    </a:moveTo>
                    <a:cubicBezTo>
                      <a:pt x="490" y="0"/>
                      <a:pt x="116" y="153"/>
                      <a:pt x="0" y="234"/>
                    </a:cubicBezTo>
                    <a:cubicBezTo>
                      <a:pt x="205" y="249"/>
                      <a:pt x="205" y="249"/>
                      <a:pt x="205" y="249"/>
                    </a:cubicBezTo>
                    <a:cubicBezTo>
                      <a:pt x="250" y="236"/>
                      <a:pt x="250" y="236"/>
                      <a:pt x="250" y="236"/>
                    </a:cubicBezTo>
                    <a:cubicBezTo>
                      <a:pt x="409" y="136"/>
                      <a:pt x="409" y="136"/>
                      <a:pt x="409" y="136"/>
                    </a:cubicBezTo>
                    <a:lnTo>
                      <a:pt x="490" y="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D46A1748-D388-416C-9A18-00CC806A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5762" y="5213946"/>
                <a:ext cx="1371600" cy="585788"/>
              </a:xfrm>
              <a:custGeom>
                <a:avLst/>
                <a:gdLst>
                  <a:gd name="T0" fmla="*/ 0 w 364"/>
                  <a:gd name="T1" fmla="*/ 21 h 155"/>
                  <a:gd name="T2" fmla="*/ 71 w 364"/>
                  <a:gd name="T3" fmla="*/ 155 h 155"/>
                  <a:gd name="T4" fmla="*/ 294 w 364"/>
                  <a:gd name="T5" fmla="*/ 141 h 155"/>
                  <a:gd name="T6" fmla="*/ 364 w 364"/>
                  <a:gd name="T7" fmla="*/ 0 h 155"/>
                  <a:gd name="T8" fmla="*/ 191 w 364"/>
                  <a:gd name="T9" fmla="*/ 4 h 155"/>
                  <a:gd name="T10" fmla="*/ 0 w 364"/>
                  <a:gd name="T11" fmla="*/ 21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4" h="155">
                    <a:moveTo>
                      <a:pt x="0" y="21"/>
                    </a:moveTo>
                    <a:cubicBezTo>
                      <a:pt x="25" y="66"/>
                      <a:pt x="48" y="111"/>
                      <a:pt x="71" y="155"/>
                    </a:cubicBezTo>
                    <a:cubicBezTo>
                      <a:pt x="122" y="150"/>
                      <a:pt x="194" y="144"/>
                      <a:pt x="294" y="141"/>
                    </a:cubicBezTo>
                    <a:cubicBezTo>
                      <a:pt x="316" y="94"/>
                      <a:pt x="339" y="46"/>
                      <a:pt x="364" y="0"/>
                    </a:cubicBezTo>
                    <a:cubicBezTo>
                      <a:pt x="307" y="0"/>
                      <a:pt x="249" y="1"/>
                      <a:pt x="191" y="4"/>
                    </a:cubicBezTo>
                    <a:cubicBezTo>
                      <a:pt x="125" y="7"/>
                      <a:pt x="60" y="13"/>
                      <a:pt x="0" y="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66072999-A42E-493C-A3D5-99BFE9FF8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5087" y="2631895"/>
                <a:ext cx="4500563" cy="739775"/>
              </a:xfrm>
              <a:custGeom>
                <a:avLst/>
                <a:gdLst>
                  <a:gd name="T0" fmla="*/ 596 w 1194"/>
                  <a:gd name="T1" fmla="*/ 157 h 196"/>
                  <a:gd name="T2" fmla="*/ 1101 w 1194"/>
                  <a:gd name="T3" fmla="*/ 196 h 196"/>
                  <a:gd name="T4" fmla="*/ 1194 w 1194"/>
                  <a:gd name="T5" fmla="*/ 72 h 196"/>
                  <a:gd name="T6" fmla="*/ 722 w 1194"/>
                  <a:gd name="T7" fmla="*/ 19 h 196"/>
                  <a:gd name="T8" fmla="*/ 0 w 1194"/>
                  <a:gd name="T9" fmla="*/ 36 h 196"/>
                  <a:gd name="T10" fmla="*/ 96 w 1194"/>
                  <a:gd name="T11" fmla="*/ 178 h 196"/>
                  <a:gd name="T12" fmla="*/ 596 w 1194"/>
                  <a:gd name="T13" fmla="*/ 157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4" h="196">
                    <a:moveTo>
                      <a:pt x="596" y="157"/>
                    </a:moveTo>
                    <a:cubicBezTo>
                      <a:pt x="793" y="163"/>
                      <a:pt x="958" y="177"/>
                      <a:pt x="1101" y="196"/>
                    </a:cubicBezTo>
                    <a:cubicBezTo>
                      <a:pt x="1132" y="154"/>
                      <a:pt x="1163" y="112"/>
                      <a:pt x="1194" y="72"/>
                    </a:cubicBezTo>
                    <a:cubicBezTo>
                      <a:pt x="1057" y="50"/>
                      <a:pt x="901" y="32"/>
                      <a:pt x="722" y="19"/>
                    </a:cubicBezTo>
                    <a:cubicBezTo>
                      <a:pt x="442" y="0"/>
                      <a:pt x="197" y="13"/>
                      <a:pt x="0" y="36"/>
                    </a:cubicBezTo>
                    <a:cubicBezTo>
                      <a:pt x="31" y="81"/>
                      <a:pt x="63" y="129"/>
                      <a:pt x="96" y="178"/>
                    </a:cubicBezTo>
                    <a:cubicBezTo>
                      <a:pt x="223" y="160"/>
                      <a:pt x="387" y="151"/>
                      <a:pt x="596" y="1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BA3F8210-2233-4367-8438-9C113FBA4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5962" y="1749245"/>
                <a:ext cx="5676900" cy="906463"/>
              </a:xfrm>
              <a:custGeom>
                <a:avLst/>
                <a:gdLst>
                  <a:gd name="T0" fmla="*/ 811 w 1506"/>
                  <a:gd name="T1" fmla="*/ 163 h 240"/>
                  <a:gd name="T2" fmla="*/ 1410 w 1506"/>
                  <a:gd name="T3" fmla="*/ 240 h 240"/>
                  <a:gd name="T4" fmla="*/ 1506 w 1506"/>
                  <a:gd name="T5" fmla="*/ 123 h 240"/>
                  <a:gd name="T6" fmla="*/ 811 w 1506"/>
                  <a:gd name="T7" fmla="*/ 22 h 240"/>
                  <a:gd name="T8" fmla="*/ 0 w 1506"/>
                  <a:gd name="T9" fmla="*/ 39 h 240"/>
                  <a:gd name="T10" fmla="*/ 104 w 1506"/>
                  <a:gd name="T11" fmla="*/ 184 h 240"/>
                  <a:gd name="T12" fmla="*/ 811 w 1506"/>
                  <a:gd name="T13" fmla="*/ 163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6" h="240">
                    <a:moveTo>
                      <a:pt x="811" y="163"/>
                    </a:moveTo>
                    <a:cubicBezTo>
                      <a:pt x="1048" y="180"/>
                      <a:pt x="1243" y="206"/>
                      <a:pt x="1410" y="240"/>
                    </a:cubicBezTo>
                    <a:cubicBezTo>
                      <a:pt x="1443" y="199"/>
                      <a:pt x="1475" y="160"/>
                      <a:pt x="1506" y="123"/>
                    </a:cubicBezTo>
                    <a:cubicBezTo>
                      <a:pt x="1325" y="78"/>
                      <a:pt x="1104" y="42"/>
                      <a:pt x="811" y="22"/>
                    </a:cubicBezTo>
                    <a:cubicBezTo>
                      <a:pt x="504" y="0"/>
                      <a:pt x="223" y="15"/>
                      <a:pt x="0" y="39"/>
                    </a:cubicBezTo>
                    <a:cubicBezTo>
                      <a:pt x="32" y="83"/>
                      <a:pt x="67" y="132"/>
                      <a:pt x="104" y="184"/>
                    </a:cubicBezTo>
                    <a:cubicBezTo>
                      <a:pt x="301" y="159"/>
                      <a:pt x="541" y="145"/>
                      <a:pt x="811" y="16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E65C0AAB-DEEE-45F5-A8E6-F26962C60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412" y="3527245"/>
                <a:ext cx="3389313" cy="625475"/>
              </a:xfrm>
              <a:custGeom>
                <a:avLst/>
                <a:gdLst>
                  <a:gd name="T0" fmla="*/ 0 w 899"/>
                  <a:gd name="T1" fmla="*/ 24 h 166"/>
                  <a:gd name="T2" fmla="*/ 89 w 899"/>
                  <a:gd name="T3" fmla="*/ 166 h 166"/>
                  <a:gd name="T4" fmla="*/ 426 w 899"/>
                  <a:gd name="T5" fmla="*/ 144 h 166"/>
                  <a:gd name="T6" fmla="*/ 811 w 899"/>
                  <a:gd name="T7" fmla="*/ 159 h 166"/>
                  <a:gd name="T8" fmla="*/ 899 w 899"/>
                  <a:gd name="T9" fmla="*/ 30 h 166"/>
                  <a:gd name="T10" fmla="*/ 420 w 899"/>
                  <a:gd name="T11" fmla="*/ 0 h 166"/>
                  <a:gd name="T12" fmla="*/ 0 w 899"/>
                  <a:gd name="T13" fmla="*/ 24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9" h="166">
                    <a:moveTo>
                      <a:pt x="0" y="24"/>
                    </a:moveTo>
                    <a:cubicBezTo>
                      <a:pt x="30" y="70"/>
                      <a:pt x="60" y="118"/>
                      <a:pt x="89" y="166"/>
                    </a:cubicBezTo>
                    <a:cubicBezTo>
                      <a:pt x="198" y="153"/>
                      <a:pt x="314" y="144"/>
                      <a:pt x="426" y="144"/>
                    </a:cubicBezTo>
                    <a:cubicBezTo>
                      <a:pt x="543" y="144"/>
                      <a:pt x="679" y="151"/>
                      <a:pt x="811" y="159"/>
                    </a:cubicBezTo>
                    <a:cubicBezTo>
                      <a:pt x="840" y="115"/>
                      <a:pt x="869" y="72"/>
                      <a:pt x="899" y="30"/>
                    </a:cubicBezTo>
                    <a:cubicBezTo>
                      <a:pt x="742" y="14"/>
                      <a:pt x="568" y="0"/>
                      <a:pt x="420" y="0"/>
                    </a:cubicBezTo>
                    <a:cubicBezTo>
                      <a:pt x="279" y="0"/>
                      <a:pt x="130" y="11"/>
                      <a:pt x="0" y="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Freeform 13">
                <a:extLst>
                  <a:ext uri="{FF2B5EF4-FFF2-40B4-BE49-F238E27FC236}">
                    <a16:creationId xmlns:a16="http://schemas.microsoft.com/office/drawing/2014/main" id="{6E808261-3EB3-47E3-AA6D-A3D9C0007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225" y="4382908"/>
                <a:ext cx="2336800" cy="604838"/>
              </a:xfrm>
              <a:custGeom>
                <a:avLst/>
                <a:gdLst>
                  <a:gd name="T0" fmla="*/ 293 w 620"/>
                  <a:gd name="T1" fmla="*/ 3 h 160"/>
                  <a:gd name="T2" fmla="*/ 0 w 620"/>
                  <a:gd name="T3" fmla="*/ 23 h 160"/>
                  <a:gd name="T4" fmla="*/ 80 w 620"/>
                  <a:gd name="T5" fmla="*/ 160 h 160"/>
                  <a:gd name="T6" fmla="*/ 303 w 620"/>
                  <a:gd name="T7" fmla="*/ 143 h 160"/>
                  <a:gd name="T8" fmla="*/ 539 w 620"/>
                  <a:gd name="T9" fmla="*/ 146 h 160"/>
                  <a:gd name="T10" fmla="*/ 620 w 620"/>
                  <a:gd name="T11" fmla="*/ 10 h 160"/>
                  <a:gd name="T12" fmla="*/ 293 w 620"/>
                  <a:gd name="T13" fmla="*/ 3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0" h="160">
                    <a:moveTo>
                      <a:pt x="293" y="3"/>
                    </a:moveTo>
                    <a:cubicBezTo>
                      <a:pt x="186" y="5"/>
                      <a:pt x="85" y="13"/>
                      <a:pt x="0" y="23"/>
                    </a:cubicBezTo>
                    <a:cubicBezTo>
                      <a:pt x="27" y="68"/>
                      <a:pt x="54" y="114"/>
                      <a:pt x="80" y="160"/>
                    </a:cubicBezTo>
                    <a:cubicBezTo>
                      <a:pt x="149" y="151"/>
                      <a:pt x="225" y="144"/>
                      <a:pt x="303" y="143"/>
                    </a:cubicBezTo>
                    <a:cubicBezTo>
                      <a:pt x="385" y="141"/>
                      <a:pt x="465" y="143"/>
                      <a:pt x="539" y="146"/>
                    </a:cubicBezTo>
                    <a:cubicBezTo>
                      <a:pt x="565" y="100"/>
                      <a:pt x="592" y="55"/>
                      <a:pt x="620" y="10"/>
                    </a:cubicBezTo>
                    <a:cubicBezTo>
                      <a:pt x="524" y="4"/>
                      <a:pt x="412" y="0"/>
                      <a:pt x="293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7D49E7-1589-4BD5-ABEE-EFD92167275E}"/>
                </a:ext>
              </a:extLst>
            </p:cNvPr>
            <p:cNvSpPr txBox="1"/>
            <p:nvPr/>
          </p:nvSpPr>
          <p:spPr>
            <a:xfrm rot="253327">
              <a:off x="4506838" y="2098293"/>
              <a:ext cx="2927878" cy="36933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FE9B3A0-22EE-4918-A273-4BA3C04884BB}"/>
                </a:ext>
              </a:extLst>
            </p:cNvPr>
            <p:cNvSpPr txBox="1"/>
            <p:nvPr/>
          </p:nvSpPr>
          <p:spPr>
            <a:xfrm rot="232071">
              <a:off x="4506838" y="2920565"/>
              <a:ext cx="2927878" cy="36933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3B0542-2343-4655-BB06-6A85FABF02F8}"/>
                </a:ext>
              </a:extLst>
            </p:cNvPr>
            <p:cNvSpPr txBox="1"/>
            <p:nvPr/>
          </p:nvSpPr>
          <p:spPr>
            <a:xfrm rot="163168">
              <a:off x="4653593" y="3767233"/>
              <a:ext cx="2927878" cy="36933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0B249A-ABD3-4D7F-A269-852FDCE4DEE2}"/>
                </a:ext>
              </a:extLst>
            </p:cNvPr>
            <p:cNvSpPr txBox="1"/>
            <p:nvPr/>
          </p:nvSpPr>
          <p:spPr>
            <a:xfrm>
              <a:off x="4664882" y="4580034"/>
              <a:ext cx="2927878" cy="36933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Sample 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7B68B80-EA89-4030-BD93-563ED05691D6}"/>
                </a:ext>
              </a:extLst>
            </p:cNvPr>
            <p:cNvSpPr txBox="1"/>
            <p:nvPr/>
          </p:nvSpPr>
          <p:spPr>
            <a:xfrm>
              <a:off x="5371420" y="5424923"/>
              <a:ext cx="1514802" cy="36933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Text</a:t>
              </a:r>
              <a:endPara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F3A92DA-6939-43D3-9E63-B1150867BEFE}"/>
              </a:ext>
            </a:extLst>
          </p:cNvPr>
          <p:cNvSpPr txBox="1"/>
          <p:nvPr/>
        </p:nvSpPr>
        <p:spPr>
          <a:xfrm>
            <a:off x="781621" y="1732289"/>
            <a:ext cx="206818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3B0F5C-8E77-488C-B188-0AEB3AAA3520}"/>
              </a:ext>
            </a:extLst>
          </p:cNvPr>
          <p:cNvSpPr txBox="1"/>
          <p:nvPr/>
        </p:nvSpPr>
        <p:spPr>
          <a:xfrm>
            <a:off x="8896348" y="2880851"/>
            <a:ext cx="251085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F539EB-4243-4081-83CB-6786EBE7481E}"/>
              </a:ext>
            </a:extLst>
          </p:cNvPr>
          <p:cNvSpPr txBox="1"/>
          <p:nvPr/>
        </p:nvSpPr>
        <p:spPr>
          <a:xfrm>
            <a:off x="1007398" y="3562032"/>
            <a:ext cx="28162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EBC1F5-B609-4C5B-B0B1-34CB896BFB64}"/>
              </a:ext>
            </a:extLst>
          </p:cNvPr>
          <p:cNvSpPr txBox="1"/>
          <p:nvPr/>
        </p:nvSpPr>
        <p:spPr>
          <a:xfrm>
            <a:off x="8051664" y="4307099"/>
            <a:ext cx="28162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9CC223-5069-43CD-A31B-B78BC90CE178}"/>
              </a:ext>
            </a:extLst>
          </p:cNvPr>
          <p:cNvSpPr txBox="1"/>
          <p:nvPr/>
        </p:nvSpPr>
        <p:spPr>
          <a:xfrm>
            <a:off x="2045976" y="5187632"/>
            <a:ext cx="28162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CD36F0E-744E-42C3-956B-901FE62FFEA5}"/>
              </a:ext>
            </a:extLst>
          </p:cNvPr>
          <p:cNvCxnSpPr>
            <a:cxnSpLocks/>
          </p:cNvCxnSpPr>
          <p:nvPr/>
        </p:nvCxnSpPr>
        <p:spPr>
          <a:xfrm flipH="1">
            <a:off x="2979785" y="2193954"/>
            <a:ext cx="4355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49CCDE-352C-4C21-9C5A-DBA3F6E1D5D4}"/>
              </a:ext>
            </a:extLst>
          </p:cNvPr>
          <p:cNvCxnSpPr>
            <a:cxnSpLocks/>
          </p:cNvCxnSpPr>
          <p:nvPr/>
        </p:nvCxnSpPr>
        <p:spPr>
          <a:xfrm>
            <a:off x="8307090" y="3180796"/>
            <a:ext cx="43559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90CF098-F9FD-4E42-8B8D-4A0EA658E7C3}"/>
              </a:ext>
            </a:extLst>
          </p:cNvPr>
          <p:cNvCxnSpPr>
            <a:cxnSpLocks/>
          </p:cNvCxnSpPr>
          <p:nvPr/>
        </p:nvCxnSpPr>
        <p:spPr>
          <a:xfrm flipH="1">
            <a:off x="3984496" y="3898576"/>
            <a:ext cx="571057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8164586-0CF3-4728-BA19-36CBFC615971}"/>
              </a:ext>
            </a:extLst>
          </p:cNvPr>
          <p:cNvCxnSpPr>
            <a:cxnSpLocks/>
          </p:cNvCxnSpPr>
          <p:nvPr/>
        </p:nvCxnSpPr>
        <p:spPr>
          <a:xfrm flipH="1">
            <a:off x="4955341" y="5524176"/>
            <a:ext cx="571057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0BB7934-6885-4E74-88AB-80913FEEE4A9}"/>
              </a:ext>
            </a:extLst>
          </p:cNvPr>
          <p:cNvCxnSpPr>
            <a:cxnSpLocks/>
          </p:cNvCxnSpPr>
          <p:nvPr/>
        </p:nvCxnSpPr>
        <p:spPr>
          <a:xfrm>
            <a:off x="7313667" y="4625774"/>
            <a:ext cx="599363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665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7"/>
          <p:cNvSpPr>
            <a:spLocks/>
          </p:cNvSpPr>
          <p:nvPr/>
        </p:nvSpPr>
        <p:spPr bwMode="auto">
          <a:xfrm>
            <a:off x="3434793" y="2430540"/>
            <a:ext cx="1826370" cy="1854225"/>
          </a:xfrm>
          <a:custGeom>
            <a:avLst/>
            <a:gdLst>
              <a:gd name="T0" fmla="*/ 622 w 1508"/>
              <a:gd name="T1" fmla="*/ 0 h 1531"/>
              <a:gd name="T2" fmla="*/ 1508 w 1508"/>
              <a:gd name="T3" fmla="*/ 863 h 1531"/>
              <a:gd name="T4" fmla="*/ 1455 w 1508"/>
              <a:gd name="T5" fmla="*/ 923 h 1531"/>
              <a:gd name="T6" fmla="*/ 1405 w 1508"/>
              <a:gd name="T7" fmla="*/ 987 h 1531"/>
              <a:gd name="T8" fmla="*/ 1363 w 1508"/>
              <a:gd name="T9" fmla="*/ 1054 h 1531"/>
              <a:gd name="T10" fmla="*/ 1326 w 1508"/>
              <a:gd name="T11" fmla="*/ 1126 h 1531"/>
              <a:gd name="T12" fmla="*/ 1294 w 1508"/>
              <a:gd name="T13" fmla="*/ 1202 h 1531"/>
              <a:gd name="T14" fmla="*/ 1270 w 1508"/>
              <a:gd name="T15" fmla="*/ 1281 h 1531"/>
              <a:gd name="T16" fmla="*/ 1251 w 1508"/>
              <a:gd name="T17" fmla="*/ 1362 h 1531"/>
              <a:gd name="T18" fmla="*/ 1240 w 1508"/>
              <a:gd name="T19" fmla="*/ 1444 h 1531"/>
              <a:gd name="T20" fmla="*/ 1236 w 1508"/>
              <a:gd name="T21" fmla="*/ 1531 h 1531"/>
              <a:gd name="T22" fmla="*/ 0 w 1508"/>
              <a:gd name="T23" fmla="*/ 1531 h 1531"/>
              <a:gd name="T24" fmla="*/ 4 w 1508"/>
              <a:gd name="T25" fmla="*/ 1394 h 1531"/>
              <a:gd name="T26" fmla="*/ 16 w 1508"/>
              <a:gd name="T27" fmla="*/ 1261 h 1531"/>
              <a:gd name="T28" fmla="*/ 37 w 1508"/>
              <a:gd name="T29" fmla="*/ 1129 h 1531"/>
              <a:gd name="T30" fmla="*/ 65 w 1508"/>
              <a:gd name="T31" fmla="*/ 1000 h 1531"/>
              <a:gd name="T32" fmla="*/ 100 w 1508"/>
              <a:gd name="T33" fmla="*/ 873 h 1531"/>
              <a:gd name="T34" fmla="*/ 142 w 1508"/>
              <a:gd name="T35" fmla="*/ 751 h 1531"/>
              <a:gd name="T36" fmla="*/ 192 w 1508"/>
              <a:gd name="T37" fmla="*/ 631 h 1531"/>
              <a:gd name="T38" fmla="*/ 249 w 1508"/>
              <a:gd name="T39" fmla="*/ 515 h 1531"/>
              <a:gd name="T40" fmla="*/ 311 w 1508"/>
              <a:gd name="T41" fmla="*/ 404 h 1531"/>
              <a:gd name="T42" fmla="*/ 381 w 1508"/>
              <a:gd name="T43" fmla="*/ 296 h 1531"/>
              <a:gd name="T44" fmla="*/ 455 w 1508"/>
              <a:gd name="T45" fmla="*/ 193 h 1531"/>
              <a:gd name="T46" fmla="*/ 535 w 1508"/>
              <a:gd name="T47" fmla="*/ 95 h 1531"/>
              <a:gd name="T48" fmla="*/ 622 w 1508"/>
              <a:gd name="T49" fmla="*/ 0 h 1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08" h="1531">
                <a:moveTo>
                  <a:pt x="622" y="0"/>
                </a:moveTo>
                <a:lnTo>
                  <a:pt x="1508" y="863"/>
                </a:lnTo>
                <a:lnTo>
                  <a:pt x="1455" y="923"/>
                </a:lnTo>
                <a:lnTo>
                  <a:pt x="1405" y="987"/>
                </a:lnTo>
                <a:lnTo>
                  <a:pt x="1363" y="1054"/>
                </a:lnTo>
                <a:lnTo>
                  <a:pt x="1326" y="1126"/>
                </a:lnTo>
                <a:lnTo>
                  <a:pt x="1294" y="1202"/>
                </a:lnTo>
                <a:lnTo>
                  <a:pt x="1270" y="1281"/>
                </a:lnTo>
                <a:lnTo>
                  <a:pt x="1251" y="1362"/>
                </a:lnTo>
                <a:lnTo>
                  <a:pt x="1240" y="1444"/>
                </a:lnTo>
                <a:lnTo>
                  <a:pt x="1236" y="1531"/>
                </a:lnTo>
                <a:lnTo>
                  <a:pt x="0" y="1531"/>
                </a:lnTo>
                <a:lnTo>
                  <a:pt x="4" y="1394"/>
                </a:lnTo>
                <a:lnTo>
                  <a:pt x="16" y="1261"/>
                </a:lnTo>
                <a:lnTo>
                  <a:pt x="37" y="1129"/>
                </a:lnTo>
                <a:lnTo>
                  <a:pt x="65" y="1000"/>
                </a:lnTo>
                <a:lnTo>
                  <a:pt x="100" y="873"/>
                </a:lnTo>
                <a:lnTo>
                  <a:pt x="142" y="751"/>
                </a:lnTo>
                <a:lnTo>
                  <a:pt x="192" y="631"/>
                </a:lnTo>
                <a:lnTo>
                  <a:pt x="249" y="515"/>
                </a:lnTo>
                <a:lnTo>
                  <a:pt x="311" y="404"/>
                </a:lnTo>
                <a:lnTo>
                  <a:pt x="381" y="296"/>
                </a:lnTo>
                <a:lnTo>
                  <a:pt x="455" y="193"/>
                </a:lnTo>
                <a:lnTo>
                  <a:pt x="535" y="95"/>
                </a:lnTo>
                <a:lnTo>
                  <a:pt x="622" y="0"/>
                </a:lnTo>
                <a:close/>
              </a:path>
            </a:pathLst>
          </a:custGeom>
          <a:solidFill>
            <a:schemeClr val="accent1"/>
          </a:solidFill>
          <a:ln w="3175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9" name="Freeform 8"/>
          <p:cNvSpPr>
            <a:spLocks/>
          </p:cNvSpPr>
          <p:nvPr/>
        </p:nvSpPr>
        <p:spPr bwMode="auto">
          <a:xfrm>
            <a:off x="6931298" y="2434173"/>
            <a:ext cx="1822737" cy="1850592"/>
          </a:xfrm>
          <a:custGeom>
            <a:avLst/>
            <a:gdLst>
              <a:gd name="T0" fmla="*/ 886 w 1505"/>
              <a:gd name="T1" fmla="*/ 0 h 1528"/>
              <a:gd name="T2" fmla="*/ 971 w 1505"/>
              <a:gd name="T3" fmla="*/ 93 h 1528"/>
              <a:gd name="T4" fmla="*/ 1051 w 1505"/>
              <a:gd name="T5" fmla="*/ 193 h 1528"/>
              <a:gd name="T6" fmla="*/ 1126 w 1505"/>
              <a:gd name="T7" fmla="*/ 295 h 1528"/>
              <a:gd name="T8" fmla="*/ 1195 w 1505"/>
              <a:gd name="T9" fmla="*/ 403 h 1528"/>
              <a:gd name="T10" fmla="*/ 1257 w 1505"/>
              <a:gd name="T11" fmla="*/ 515 h 1528"/>
              <a:gd name="T12" fmla="*/ 1313 w 1505"/>
              <a:gd name="T13" fmla="*/ 631 h 1528"/>
              <a:gd name="T14" fmla="*/ 1363 w 1505"/>
              <a:gd name="T15" fmla="*/ 749 h 1528"/>
              <a:gd name="T16" fmla="*/ 1405 w 1505"/>
              <a:gd name="T17" fmla="*/ 872 h 1528"/>
              <a:gd name="T18" fmla="*/ 1440 w 1505"/>
              <a:gd name="T19" fmla="*/ 998 h 1528"/>
              <a:gd name="T20" fmla="*/ 1468 w 1505"/>
              <a:gd name="T21" fmla="*/ 1126 h 1528"/>
              <a:gd name="T22" fmla="*/ 1488 w 1505"/>
              <a:gd name="T23" fmla="*/ 1258 h 1528"/>
              <a:gd name="T24" fmla="*/ 1501 w 1505"/>
              <a:gd name="T25" fmla="*/ 1392 h 1528"/>
              <a:gd name="T26" fmla="*/ 1505 w 1505"/>
              <a:gd name="T27" fmla="*/ 1528 h 1528"/>
              <a:gd name="T28" fmla="*/ 269 w 1505"/>
              <a:gd name="T29" fmla="*/ 1528 h 1528"/>
              <a:gd name="T30" fmla="*/ 265 w 1505"/>
              <a:gd name="T31" fmla="*/ 1443 h 1528"/>
              <a:gd name="T32" fmla="*/ 254 w 1505"/>
              <a:gd name="T33" fmla="*/ 1359 h 1528"/>
              <a:gd name="T34" fmla="*/ 235 w 1505"/>
              <a:gd name="T35" fmla="*/ 1278 h 1528"/>
              <a:gd name="T36" fmla="*/ 211 w 1505"/>
              <a:gd name="T37" fmla="*/ 1201 h 1528"/>
              <a:gd name="T38" fmla="*/ 181 w 1505"/>
              <a:gd name="T39" fmla="*/ 1125 h 1528"/>
              <a:gd name="T40" fmla="*/ 143 w 1505"/>
              <a:gd name="T41" fmla="*/ 1054 h 1528"/>
              <a:gd name="T42" fmla="*/ 101 w 1505"/>
              <a:gd name="T43" fmla="*/ 985 h 1528"/>
              <a:gd name="T44" fmla="*/ 53 w 1505"/>
              <a:gd name="T45" fmla="*/ 921 h 1528"/>
              <a:gd name="T46" fmla="*/ 0 w 1505"/>
              <a:gd name="T47" fmla="*/ 861 h 1528"/>
              <a:gd name="T48" fmla="*/ 886 w 1505"/>
              <a:gd name="T49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05" h="1528">
                <a:moveTo>
                  <a:pt x="886" y="0"/>
                </a:moveTo>
                <a:lnTo>
                  <a:pt x="971" y="93"/>
                </a:lnTo>
                <a:lnTo>
                  <a:pt x="1051" y="193"/>
                </a:lnTo>
                <a:lnTo>
                  <a:pt x="1126" y="295"/>
                </a:lnTo>
                <a:lnTo>
                  <a:pt x="1195" y="403"/>
                </a:lnTo>
                <a:lnTo>
                  <a:pt x="1257" y="515"/>
                </a:lnTo>
                <a:lnTo>
                  <a:pt x="1313" y="631"/>
                </a:lnTo>
                <a:lnTo>
                  <a:pt x="1363" y="749"/>
                </a:lnTo>
                <a:lnTo>
                  <a:pt x="1405" y="872"/>
                </a:lnTo>
                <a:lnTo>
                  <a:pt x="1440" y="998"/>
                </a:lnTo>
                <a:lnTo>
                  <a:pt x="1468" y="1126"/>
                </a:lnTo>
                <a:lnTo>
                  <a:pt x="1488" y="1258"/>
                </a:lnTo>
                <a:lnTo>
                  <a:pt x="1501" y="1392"/>
                </a:lnTo>
                <a:lnTo>
                  <a:pt x="1505" y="1528"/>
                </a:lnTo>
                <a:lnTo>
                  <a:pt x="269" y="1528"/>
                </a:lnTo>
                <a:lnTo>
                  <a:pt x="265" y="1443"/>
                </a:lnTo>
                <a:lnTo>
                  <a:pt x="254" y="1359"/>
                </a:lnTo>
                <a:lnTo>
                  <a:pt x="235" y="1278"/>
                </a:lnTo>
                <a:lnTo>
                  <a:pt x="211" y="1201"/>
                </a:lnTo>
                <a:lnTo>
                  <a:pt x="181" y="1125"/>
                </a:lnTo>
                <a:lnTo>
                  <a:pt x="143" y="1054"/>
                </a:lnTo>
                <a:lnTo>
                  <a:pt x="101" y="985"/>
                </a:lnTo>
                <a:lnTo>
                  <a:pt x="53" y="921"/>
                </a:lnTo>
                <a:lnTo>
                  <a:pt x="0" y="861"/>
                </a:lnTo>
                <a:lnTo>
                  <a:pt x="886" y="0"/>
                </a:lnTo>
                <a:close/>
              </a:path>
            </a:pathLst>
          </a:custGeom>
          <a:solidFill>
            <a:schemeClr val="accent5"/>
          </a:solidFill>
          <a:ln w="3175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0" name="Freeform 9"/>
          <p:cNvSpPr>
            <a:spLocks/>
          </p:cNvSpPr>
          <p:nvPr/>
        </p:nvSpPr>
        <p:spPr bwMode="auto">
          <a:xfrm>
            <a:off x="4188110" y="1625145"/>
            <a:ext cx="1909937" cy="1850592"/>
          </a:xfrm>
          <a:custGeom>
            <a:avLst/>
            <a:gdLst>
              <a:gd name="T0" fmla="*/ 1573 w 1577"/>
              <a:gd name="T1" fmla="*/ 0 h 1528"/>
              <a:gd name="T2" fmla="*/ 1577 w 1577"/>
              <a:gd name="T3" fmla="*/ 0 h 1528"/>
              <a:gd name="T4" fmla="*/ 1577 w 1577"/>
              <a:gd name="T5" fmla="*/ 1236 h 1528"/>
              <a:gd name="T6" fmla="*/ 1573 w 1577"/>
              <a:gd name="T7" fmla="*/ 1236 h 1528"/>
              <a:gd name="T8" fmla="*/ 1485 w 1577"/>
              <a:gd name="T9" fmla="*/ 1240 h 1528"/>
              <a:gd name="T10" fmla="*/ 1398 w 1577"/>
              <a:gd name="T11" fmla="*/ 1252 h 1528"/>
              <a:gd name="T12" fmla="*/ 1314 w 1577"/>
              <a:gd name="T13" fmla="*/ 1272 h 1528"/>
              <a:gd name="T14" fmla="*/ 1233 w 1577"/>
              <a:gd name="T15" fmla="*/ 1299 h 1528"/>
              <a:gd name="T16" fmla="*/ 1156 w 1577"/>
              <a:gd name="T17" fmla="*/ 1332 h 1528"/>
              <a:gd name="T18" fmla="*/ 1082 w 1577"/>
              <a:gd name="T19" fmla="*/ 1372 h 1528"/>
              <a:gd name="T20" fmla="*/ 1012 w 1577"/>
              <a:gd name="T21" fmla="*/ 1419 h 1528"/>
              <a:gd name="T22" fmla="*/ 946 w 1577"/>
              <a:gd name="T23" fmla="*/ 1471 h 1528"/>
              <a:gd name="T24" fmla="*/ 886 w 1577"/>
              <a:gd name="T25" fmla="*/ 1528 h 1528"/>
              <a:gd name="T26" fmla="*/ 0 w 1577"/>
              <a:gd name="T27" fmla="*/ 665 h 1528"/>
              <a:gd name="T28" fmla="*/ 87 w 1577"/>
              <a:gd name="T29" fmla="*/ 580 h 1528"/>
              <a:gd name="T30" fmla="*/ 181 w 1577"/>
              <a:gd name="T31" fmla="*/ 500 h 1528"/>
              <a:gd name="T32" fmla="*/ 276 w 1577"/>
              <a:gd name="T33" fmla="*/ 424 h 1528"/>
              <a:gd name="T34" fmla="*/ 378 w 1577"/>
              <a:gd name="T35" fmla="*/ 354 h 1528"/>
              <a:gd name="T36" fmla="*/ 483 w 1577"/>
              <a:gd name="T37" fmla="*/ 290 h 1528"/>
              <a:gd name="T38" fmla="*/ 592 w 1577"/>
              <a:gd name="T39" fmla="*/ 231 h 1528"/>
              <a:gd name="T40" fmla="*/ 705 w 1577"/>
              <a:gd name="T41" fmla="*/ 179 h 1528"/>
              <a:gd name="T42" fmla="*/ 821 w 1577"/>
              <a:gd name="T43" fmla="*/ 133 h 1528"/>
              <a:gd name="T44" fmla="*/ 939 w 1577"/>
              <a:gd name="T45" fmla="*/ 93 h 1528"/>
              <a:gd name="T46" fmla="*/ 1062 w 1577"/>
              <a:gd name="T47" fmla="*/ 61 h 1528"/>
              <a:gd name="T48" fmla="*/ 1187 w 1577"/>
              <a:gd name="T49" fmla="*/ 34 h 1528"/>
              <a:gd name="T50" fmla="*/ 1313 w 1577"/>
              <a:gd name="T51" fmla="*/ 16 h 1528"/>
              <a:gd name="T52" fmla="*/ 1442 w 1577"/>
              <a:gd name="T53" fmla="*/ 4 h 1528"/>
              <a:gd name="T54" fmla="*/ 1573 w 1577"/>
              <a:gd name="T5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577" h="1528">
                <a:moveTo>
                  <a:pt x="1573" y="0"/>
                </a:moveTo>
                <a:lnTo>
                  <a:pt x="1577" y="0"/>
                </a:lnTo>
                <a:lnTo>
                  <a:pt x="1577" y="1236"/>
                </a:lnTo>
                <a:lnTo>
                  <a:pt x="1573" y="1236"/>
                </a:lnTo>
                <a:lnTo>
                  <a:pt x="1485" y="1240"/>
                </a:lnTo>
                <a:lnTo>
                  <a:pt x="1398" y="1252"/>
                </a:lnTo>
                <a:lnTo>
                  <a:pt x="1314" y="1272"/>
                </a:lnTo>
                <a:lnTo>
                  <a:pt x="1233" y="1299"/>
                </a:lnTo>
                <a:lnTo>
                  <a:pt x="1156" y="1332"/>
                </a:lnTo>
                <a:lnTo>
                  <a:pt x="1082" y="1372"/>
                </a:lnTo>
                <a:lnTo>
                  <a:pt x="1012" y="1419"/>
                </a:lnTo>
                <a:lnTo>
                  <a:pt x="946" y="1471"/>
                </a:lnTo>
                <a:lnTo>
                  <a:pt x="886" y="1528"/>
                </a:lnTo>
                <a:lnTo>
                  <a:pt x="0" y="665"/>
                </a:lnTo>
                <a:lnTo>
                  <a:pt x="87" y="580"/>
                </a:lnTo>
                <a:lnTo>
                  <a:pt x="181" y="500"/>
                </a:lnTo>
                <a:lnTo>
                  <a:pt x="276" y="424"/>
                </a:lnTo>
                <a:lnTo>
                  <a:pt x="378" y="354"/>
                </a:lnTo>
                <a:lnTo>
                  <a:pt x="483" y="290"/>
                </a:lnTo>
                <a:lnTo>
                  <a:pt x="592" y="231"/>
                </a:lnTo>
                <a:lnTo>
                  <a:pt x="705" y="179"/>
                </a:lnTo>
                <a:lnTo>
                  <a:pt x="821" y="133"/>
                </a:lnTo>
                <a:lnTo>
                  <a:pt x="939" y="93"/>
                </a:lnTo>
                <a:lnTo>
                  <a:pt x="1062" y="61"/>
                </a:lnTo>
                <a:lnTo>
                  <a:pt x="1187" y="34"/>
                </a:lnTo>
                <a:lnTo>
                  <a:pt x="1313" y="16"/>
                </a:lnTo>
                <a:lnTo>
                  <a:pt x="1442" y="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6"/>
          </a:solidFill>
          <a:ln w="3175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Freeform 10"/>
          <p:cNvSpPr>
            <a:spLocks/>
          </p:cNvSpPr>
          <p:nvPr/>
        </p:nvSpPr>
        <p:spPr bwMode="auto">
          <a:xfrm>
            <a:off x="6098047" y="1625145"/>
            <a:ext cx="1906304" cy="1851803"/>
          </a:xfrm>
          <a:custGeom>
            <a:avLst/>
            <a:gdLst>
              <a:gd name="T0" fmla="*/ 0 w 1574"/>
              <a:gd name="T1" fmla="*/ 0 h 1529"/>
              <a:gd name="T2" fmla="*/ 131 w 1574"/>
              <a:gd name="T3" fmla="*/ 5 h 1529"/>
              <a:gd name="T4" fmla="*/ 261 w 1574"/>
              <a:gd name="T5" fmla="*/ 16 h 1529"/>
              <a:gd name="T6" fmla="*/ 388 w 1574"/>
              <a:gd name="T7" fmla="*/ 36 h 1529"/>
              <a:gd name="T8" fmla="*/ 512 w 1574"/>
              <a:gd name="T9" fmla="*/ 61 h 1529"/>
              <a:gd name="T10" fmla="*/ 635 w 1574"/>
              <a:gd name="T11" fmla="*/ 94 h 1529"/>
              <a:gd name="T12" fmla="*/ 753 w 1574"/>
              <a:gd name="T13" fmla="*/ 134 h 1529"/>
              <a:gd name="T14" fmla="*/ 869 w 1574"/>
              <a:gd name="T15" fmla="*/ 181 h 1529"/>
              <a:gd name="T16" fmla="*/ 982 w 1574"/>
              <a:gd name="T17" fmla="*/ 233 h 1529"/>
              <a:gd name="T18" fmla="*/ 1090 w 1574"/>
              <a:gd name="T19" fmla="*/ 291 h 1529"/>
              <a:gd name="T20" fmla="*/ 1195 w 1574"/>
              <a:gd name="T21" fmla="*/ 356 h 1529"/>
              <a:gd name="T22" fmla="*/ 1296 w 1574"/>
              <a:gd name="T23" fmla="*/ 426 h 1529"/>
              <a:gd name="T24" fmla="*/ 1393 w 1574"/>
              <a:gd name="T25" fmla="*/ 501 h 1529"/>
              <a:gd name="T26" fmla="*/ 1486 w 1574"/>
              <a:gd name="T27" fmla="*/ 583 h 1529"/>
              <a:gd name="T28" fmla="*/ 1574 w 1574"/>
              <a:gd name="T29" fmla="*/ 668 h 1529"/>
              <a:gd name="T30" fmla="*/ 688 w 1574"/>
              <a:gd name="T31" fmla="*/ 1529 h 1529"/>
              <a:gd name="T32" fmla="*/ 627 w 1574"/>
              <a:gd name="T33" fmla="*/ 1472 h 1529"/>
              <a:gd name="T34" fmla="*/ 561 w 1574"/>
              <a:gd name="T35" fmla="*/ 1420 h 1529"/>
              <a:gd name="T36" fmla="*/ 492 w 1574"/>
              <a:gd name="T37" fmla="*/ 1373 h 1529"/>
              <a:gd name="T38" fmla="*/ 418 w 1574"/>
              <a:gd name="T39" fmla="*/ 1333 h 1529"/>
              <a:gd name="T40" fmla="*/ 340 w 1574"/>
              <a:gd name="T41" fmla="*/ 1300 h 1529"/>
              <a:gd name="T42" fmla="*/ 259 w 1574"/>
              <a:gd name="T43" fmla="*/ 1272 h 1529"/>
              <a:gd name="T44" fmla="*/ 175 w 1574"/>
              <a:gd name="T45" fmla="*/ 1254 h 1529"/>
              <a:gd name="T46" fmla="*/ 89 w 1574"/>
              <a:gd name="T47" fmla="*/ 1240 h 1529"/>
              <a:gd name="T48" fmla="*/ 0 w 1574"/>
              <a:gd name="T49" fmla="*/ 1236 h 1529"/>
              <a:gd name="T50" fmla="*/ 0 w 1574"/>
              <a:gd name="T51" fmla="*/ 0 h 1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4" h="1529">
                <a:moveTo>
                  <a:pt x="0" y="0"/>
                </a:moveTo>
                <a:lnTo>
                  <a:pt x="131" y="5"/>
                </a:lnTo>
                <a:lnTo>
                  <a:pt x="261" y="16"/>
                </a:lnTo>
                <a:lnTo>
                  <a:pt x="388" y="36"/>
                </a:lnTo>
                <a:lnTo>
                  <a:pt x="512" y="61"/>
                </a:lnTo>
                <a:lnTo>
                  <a:pt x="635" y="94"/>
                </a:lnTo>
                <a:lnTo>
                  <a:pt x="753" y="134"/>
                </a:lnTo>
                <a:lnTo>
                  <a:pt x="869" y="181"/>
                </a:lnTo>
                <a:lnTo>
                  <a:pt x="982" y="233"/>
                </a:lnTo>
                <a:lnTo>
                  <a:pt x="1090" y="291"/>
                </a:lnTo>
                <a:lnTo>
                  <a:pt x="1195" y="356"/>
                </a:lnTo>
                <a:lnTo>
                  <a:pt x="1296" y="426"/>
                </a:lnTo>
                <a:lnTo>
                  <a:pt x="1393" y="501"/>
                </a:lnTo>
                <a:lnTo>
                  <a:pt x="1486" y="583"/>
                </a:lnTo>
                <a:lnTo>
                  <a:pt x="1574" y="668"/>
                </a:lnTo>
                <a:lnTo>
                  <a:pt x="688" y="1529"/>
                </a:lnTo>
                <a:lnTo>
                  <a:pt x="627" y="1472"/>
                </a:lnTo>
                <a:lnTo>
                  <a:pt x="561" y="1420"/>
                </a:lnTo>
                <a:lnTo>
                  <a:pt x="492" y="1373"/>
                </a:lnTo>
                <a:lnTo>
                  <a:pt x="418" y="1333"/>
                </a:lnTo>
                <a:lnTo>
                  <a:pt x="340" y="1300"/>
                </a:lnTo>
                <a:lnTo>
                  <a:pt x="259" y="1272"/>
                </a:lnTo>
                <a:lnTo>
                  <a:pt x="175" y="1254"/>
                </a:lnTo>
                <a:lnTo>
                  <a:pt x="89" y="1240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3175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 rot="19695791">
            <a:off x="3509683" y="1721735"/>
            <a:ext cx="5163670" cy="5163670"/>
            <a:chOff x="3509683" y="2070847"/>
            <a:chExt cx="5163670" cy="5163670"/>
          </a:xfrm>
        </p:grpSpPr>
        <p:sp>
          <p:nvSpPr>
            <p:cNvPr id="26" name="Oval 25"/>
            <p:cNvSpPr/>
            <p:nvPr/>
          </p:nvSpPr>
          <p:spPr>
            <a:xfrm>
              <a:off x="3509683" y="2070847"/>
              <a:ext cx="5163670" cy="51636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5847345" y="2900158"/>
              <a:ext cx="494137" cy="1981999"/>
              <a:chOff x="5847345" y="2900158"/>
              <a:chExt cx="494137" cy="1981999"/>
            </a:xfrm>
          </p:grpSpPr>
          <p:sp>
            <p:nvSpPr>
              <p:cNvPr id="17" name="Freeform 6"/>
              <p:cNvSpPr>
                <a:spLocks/>
              </p:cNvSpPr>
              <p:nvPr/>
            </p:nvSpPr>
            <p:spPr bwMode="auto">
              <a:xfrm>
                <a:off x="5847345" y="4386808"/>
                <a:ext cx="494137" cy="495349"/>
              </a:xfrm>
              <a:custGeom>
                <a:avLst/>
                <a:gdLst>
                  <a:gd name="T0" fmla="*/ 203 w 408"/>
                  <a:gd name="T1" fmla="*/ 0 h 409"/>
                  <a:gd name="T2" fmla="*/ 245 w 408"/>
                  <a:gd name="T3" fmla="*/ 4 h 409"/>
                  <a:gd name="T4" fmla="*/ 284 w 408"/>
                  <a:gd name="T5" fmla="*/ 16 h 409"/>
                  <a:gd name="T6" fmla="*/ 318 w 408"/>
                  <a:gd name="T7" fmla="*/ 35 h 409"/>
                  <a:gd name="T8" fmla="*/ 348 w 408"/>
                  <a:gd name="T9" fmla="*/ 60 h 409"/>
                  <a:gd name="T10" fmla="*/ 373 w 408"/>
                  <a:gd name="T11" fmla="*/ 91 h 409"/>
                  <a:gd name="T12" fmla="*/ 392 w 408"/>
                  <a:gd name="T13" fmla="*/ 125 h 409"/>
                  <a:gd name="T14" fmla="*/ 404 w 408"/>
                  <a:gd name="T15" fmla="*/ 163 h 409"/>
                  <a:gd name="T16" fmla="*/ 408 w 408"/>
                  <a:gd name="T17" fmla="*/ 204 h 409"/>
                  <a:gd name="T18" fmla="*/ 404 w 408"/>
                  <a:gd name="T19" fmla="*/ 245 h 409"/>
                  <a:gd name="T20" fmla="*/ 392 w 408"/>
                  <a:gd name="T21" fmla="*/ 284 h 409"/>
                  <a:gd name="T22" fmla="*/ 373 w 408"/>
                  <a:gd name="T23" fmla="*/ 318 h 409"/>
                  <a:gd name="T24" fmla="*/ 348 w 408"/>
                  <a:gd name="T25" fmla="*/ 349 h 409"/>
                  <a:gd name="T26" fmla="*/ 318 w 408"/>
                  <a:gd name="T27" fmla="*/ 373 h 409"/>
                  <a:gd name="T28" fmla="*/ 284 w 408"/>
                  <a:gd name="T29" fmla="*/ 393 h 409"/>
                  <a:gd name="T30" fmla="*/ 245 w 408"/>
                  <a:gd name="T31" fmla="*/ 405 h 409"/>
                  <a:gd name="T32" fmla="*/ 203 w 408"/>
                  <a:gd name="T33" fmla="*/ 409 h 409"/>
                  <a:gd name="T34" fmla="*/ 163 w 408"/>
                  <a:gd name="T35" fmla="*/ 405 h 409"/>
                  <a:gd name="T36" fmla="*/ 124 w 408"/>
                  <a:gd name="T37" fmla="*/ 393 h 409"/>
                  <a:gd name="T38" fmla="*/ 90 w 408"/>
                  <a:gd name="T39" fmla="*/ 373 h 409"/>
                  <a:gd name="T40" fmla="*/ 60 w 408"/>
                  <a:gd name="T41" fmla="*/ 349 h 409"/>
                  <a:gd name="T42" fmla="*/ 35 w 408"/>
                  <a:gd name="T43" fmla="*/ 318 h 409"/>
                  <a:gd name="T44" fmla="*/ 16 w 408"/>
                  <a:gd name="T45" fmla="*/ 284 h 409"/>
                  <a:gd name="T46" fmla="*/ 4 w 408"/>
                  <a:gd name="T47" fmla="*/ 245 h 409"/>
                  <a:gd name="T48" fmla="*/ 0 w 408"/>
                  <a:gd name="T49" fmla="*/ 204 h 409"/>
                  <a:gd name="T50" fmla="*/ 4 w 408"/>
                  <a:gd name="T51" fmla="*/ 163 h 409"/>
                  <a:gd name="T52" fmla="*/ 16 w 408"/>
                  <a:gd name="T53" fmla="*/ 125 h 409"/>
                  <a:gd name="T54" fmla="*/ 35 w 408"/>
                  <a:gd name="T55" fmla="*/ 91 h 409"/>
                  <a:gd name="T56" fmla="*/ 60 w 408"/>
                  <a:gd name="T57" fmla="*/ 60 h 409"/>
                  <a:gd name="T58" fmla="*/ 90 w 408"/>
                  <a:gd name="T59" fmla="*/ 35 h 409"/>
                  <a:gd name="T60" fmla="*/ 124 w 408"/>
                  <a:gd name="T61" fmla="*/ 16 h 409"/>
                  <a:gd name="T62" fmla="*/ 163 w 408"/>
                  <a:gd name="T63" fmla="*/ 4 h 409"/>
                  <a:gd name="T64" fmla="*/ 203 w 408"/>
                  <a:gd name="T65" fmla="*/ 0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8" h="409">
                    <a:moveTo>
                      <a:pt x="203" y="0"/>
                    </a:moveTo>
                    <a:lnTo>
                      <a:pt x="245" y="4"/>
                    </a:lnTo>
                    <a:lnTo>
                      <a:pt x="284" y="16"/>
                    </a:lnTo>
                    <a:lnTo>
                      <a:pt x="318" y="35"/>
                    </a:lnTo>
                    <a:lnTo>
                      <a:pt x="348" y="60"/>
                    </a:lnTo>
                    <a:lnTo>
                      <a:pt x="373" y="91"/>
                    </a:lnTo>
                    <a:lnTo>
                      <a:pt x="392" y="125"/>
                    </a:lnTo>
                    <a:lnTo>
                      <a:pt x="404" y="163"/>
                    </a:lnTo>
                    <a:lnTo>
                      <a:pt x="408" y="204"/>
                    </a:lnTo>
                    <a:lnTo>
                      <a:pt x="404" y="245"/>
                    </a:lnTo>
                    <a:lnTo>
                      <a:pt x="392" y="284"/>
                    </a:lnTo>
                    <a:lnTo>
                      <a:pt x="373" y="318"/>
                    </a:lnTo>
                    <a:lnTo>
                      <a:pt x="348" y="349"/>
                    </a:lnTo>
                    <a:lnTo>
                      <a:pt x="318" y="373"/>
                    </a:lnTo>
                    <a:lnTo>
                      <a:pt x="284" y="393"/>
                    </a:lnTo>
                    <a:lnTo>
                      <a:pt x="245" y="405"/>
                    </a:lnTo>
                    <a:lnTo>
                      <a:pt x="203" y="409"/>
                    </a:lnTo>
                    <a:lnTo>
                      <a:pt x="163" y="405"/>
                    </a:lnTo>
                    <a:lnTo>
                      <a:pt x="124" y="393"/>
                    </a:lnTo>
                    <a:lnTo>
                      <a:pt x="90" y="373"/>
                    </a:lnTo>
                    <a:lnTo>
                      <a:pt x="60" y="349"/>
                    </a:lnTo>
                    <a:lnTo>
                      <a:pt x="35" y="318"/>
                    </a:lnTo>
                    <a:lnTo>
                      <a:pt x="16" y="284"/>
                    </a:lnTo>
                    <a:lnTo>
                      <a:pt x="4" y="245"/>
                    </a:lnTo>
                    <a:lnTo>
                      <a:pt x="0" y="204"/>
                    </a:lnTo>
                    <a:lnTo>
                      <a:pt x="4" y="163"/>
                    </a:lnTo>
                    <a:lnTo>
                      <a:pt x="16" y="125"/>
                    </a:lnTo>
                    <a:lnTo>
                      <a:pt x="35" y="91"/>
                    </a:lnTo>
                    <a:lnTo>
                      <a:pt x="60" y="60"/>
                    </a:lnTo>
                    <a:lnTo>
                      <a:pt x="90" y="35"/>
                    </a:lnTo>
                    <a:lnTo>
                      <a:pt x="124" y="16"/>
                    </a:lnTo>
                    <a:lnTo>
                      <a:pt x="163" y="4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>
                <a:off x="5945342" y="2900158"/>
                <a:ext cx="305410" cy="1752524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58" name="TextBox 57"/>
          <p:cNvSpPr txBox="1"/>
          <p:nvPr/>
        </p:nvSpPr>
        <p:spPr>
          <a:xfrm>
            <a:off x="4265898" y="4510008"/>
            <a:ext cx="365702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44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123,456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05810" y="5252545"/>
            <a:ext cx="4577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5BA663-3897-461D-9C91-08003BF7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4-STEP GAUGE INFOGRAPHIC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EBB6D-8EFB-47AF-90AC-A8583805CE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Edit this presentation 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73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BACE77A0-3B1D-46F7-9C3A-12CB4D7D62E4}"/>
              </a:ext>
            </a:extLst>
          </p:cNvPr>
          <p:cNvGrpSpPr/>
          <p:nvPr/>
        </p:nvGrpSpPr>
        <p:grpSpPr>
          <a:xfrm>
            <a:off x="8840743" y="2912164"/>
            <a:ext cx="2776595" cy="1033672"/>
            <a:chOff x="8995807" y="857110"/>
            <a:chExt cx="2776595" cy="103367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F38AC78-2A5F-425A-A980-84CA74211BA6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97A8DCC-400A-4E84-82CA-E98D0C73D7A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9F7BE73-7FAF-4696-AB99-05F166BB06FD}"/>
              </a:ext>
            </a:extLst>
          </p:cNvPr>
          <p:cNvGrpSpPr/>
          <p:nvPr/>
        </p:nvGrpSpPr>
        <p:grpSpPr>
          <a:xfrm>
            <a:off x="571487" y="2912164"/>
            <a:ext cx="2776595" cy="1033672"/>
            <a:chOff x="8995807" y="857110"/>
            <a:chExt cx="2776595" cy="1033672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BFB7BF6-F738-429F-86A8-71B2C9A8E319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51CBA10-3EAC-467E-A330-9D7A3B977705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66" name="Freeform 5">
            <a:extLst>
              <a:ext uri="{FF2B5EF4-FFF2-40B4-BE49-F238E27FC236}">
                <a16:creationId xmlns:a16="http://schemas.microsoft.com/office/drawing/2014/main" id="{DF8A0648-A23E-4B0F-90D2-36FA36C225DE}"/>
              </a:ext>
            </a:extLst>
          </p:cNvPr>
          <p:cNvSpPr>
            <a:spLocks/>
          </p:cNvSpPr>
          <p:nvPr/>
        </p:nvSpPr>
        <p:spPr bwMode="auto">
          <a:xfrm>
            <a:off x="3887006" y="1257220"/>
            <a:ext cx="2209767" cy="4412451"/>
          </a:xfrm>
          <a:custGeom>
            <a:avLst/>
            <a:gdLst>
              <a:gd name="T0" fmla="*/ 271 w 447"/>
              <a:gd name="T1" fmla="*/ 446 h 892"/>
              <a:gd name="T2" fmla="*/ 447 w 447"/>
              <a:gd name="T3" fmla="*/ 271 h 892"/>
              <a:gd name="T4" fmla="*/ 447 w 447"/>
              <a:gd name="T5" fmla="*/ 0 h 892"/>
              <a:gd name="T6" fmla="*/ 0 w 447"/>
              <a:gd name="T7" fmla="*/ 446 h 892"/>
              <a:gd name="T8" fmla="*/ 447 w 447"/>
              <a:gd name="T9" fmla="*/ 892 h 892"/>
              <a:gd name="T10" fmla="*/ 447 w 447"/>
              <a:gd name="T11" fmla="*/ 622 h 892"/>
              <a:gd name="T12" fmla="*/ 271 w 447"/>
              <a:gd name="T13" fmla="*/ 446 h 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7" h="892">
                <a:moveTo>
                  <a:pt x="271" y="446"/>
                </a:moveTo>
                <a:cubicBezTo>
                  <a:pt x="271" y="349"/>
                  <a:pt x="350" y="271"/>
                  <a:pt x="447" y="271"/>
                </a:cubicBezTo>
                <a:cubicBezTo>
                  <a:pt x="447" y="0"/>
                  <a:pt x="447" y="0"/>
                  <a:pt x="447" y="0"/>
                </a:cubicBezTo>
                <a:cubicBezTo>
                  <a:pt x="200" y="0"/>
                  <a:pt x="0" y="200"/>
                  <a:pt x="0" y="446"/>
                </a:cubicBezTo>
                <a:cubicBezTo>
                  <a:pt x="0" y="693"/>
                  <a:pt x="200" y="892"/>
                  <a:pt x="447" y="892"/>
                </a:cubicBezTo>
                <a:cubicBezTo>
                  <a:pt x="447" y="622"/>
                  <a:pt x="447" y="622"/>
                  <a:pt x="447" y="622"/>
                </a:cubicBezTo>
                <a:cubicBezTo>
                  <a:pt x="350" y="622"/>
                  <a:pt x="271" y="543"/>
                  <a:pt x="271" y="446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" name="Freeform 14">
            <a:extLst>
              <a:ext uri="{FF2B5EF4-FFF2-40B4-BE49-F238E27FC236}">
                <a16:creationId xmlns:a16="http://schemas.microsoft.com/office/drawing/2014/main" id="{AC0DCCA8-4A5F-45AF-81D5-0E1200327369}"/>
              </a:ext>
            </a:extLst>
          </p:cNvPr>
          <p:cNvSpPr>
            <a:spLocks/>
          </p:cNvSpPr>
          <p:nvPr/>
        </p:nvSpPr>
        <p:spPr bwMode="auto">
          <a:xfrm>
            <a:off x="5341297" y="1257220"/>
            <a:ext cx="2960521" cy="4683950"/>
          </a:xfrm>
          <a:custGeom>
            <a:avLst/>
            <a:gdLst>
              <a:gd name="T0" fmla="*/ 153 w 599"/>
              <a:gd name="T1" fmla="*/ 0 h 947"/>
              <a:gd name="T2" fmla="*/ 153 w 599"/>
              <a:gd name="T3" fmla="*/ 271 h 947"/>
              <a:gd name="T4" fmla="*/ 328 w 599"/>
              <a:gd name="T5" fmla="*/ 446 h 947"/>
              <a:gd name="T6" fmla="*/ 153 w 599"/>
              <a:gd name="T7" fmla="*/ 622 h 947"/>
              <a:gd name="T8" fmla="*/ 153 w 599"/>
              <a:gd name="T9" fmla="*/ 551 h 947"/>
              <a:gd name="T10" fmla="*/ 0 w 599"/>
              <a:gd name="T11" fmla="*/ 749 h 947"/>
              <a:gd name="T12" fmla="*/ 153 w 599"/>
              <a:gd name="T13" fmla="*/ 947 h 947"/>
              <a:gd name="T14" fmla="*/ 153 w 599"/>
              <a:gd name="T15" fmla="*/ 892 h 947"/>
              <a:gd name="T16" fmla="*/ 599 w 599"/>
              <a:gd name="T17" fmla="*/ 446 h 947"/>
              <a:gd name="T18" fmla="*/ 153 w 599"/>
              <a:gd name="T19" fmla="*/ 0 h 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9" h="947">
                <a:moveTo>
                  <a:pt x="153" y="0"/>
                </a:moveTo>
                <a:cubicBezTo>
                  <a:pt x="153" y="271"/>
                  <a:pt x="153" y="271"/>
                  <a:pt x="153" y="271"/>
                </a:cubicBezTo>
                <a:cubicBezTo>
                  <a:pt x="250" y="271"/>
                  <a:pt x="328" y="349"/>
                  <a:pt x="328" y="446"/>
                </a:cubicBezTo>
                <a:cubicBezTo>
                  <a:pt x="328" y="543"/>
                  <a:pt x="250" y="622"/>
                  <a:pt x="153" y="622"/>
                </a:cubicBezTo>
                <a:cubicBezTo>
                  <a:pt x="153" y="551"/>
                  <a:pt x="153" y="551"/>
                  <a:pt x="153" y="551"/>
                </a:cubicBezTo>
                <a:cubicBezTo>
                  <a:pt x="0" y="749"/>
                  <a:pt x="0" y="749"/>
                  <a:pt x="0" y="749"/>
                </a:cubicBezTo>
                <a:cubicBezTo>
                  <a:pt x="153" y="947"/>
                  <a:pt x="153" y="947"/>
                  <a:pt x="153" y="947"/>
                </a:cubicBezTo>
                <a:cubicBezTo>
                  <a:pt x="153" y="892"/>
                  <a:pt x="153" y="892"/>
                  <a:pt x="153" y="892"/>
                </a:cubicBezTo>
                <a:cubicBezTo>
                  <a:pt x="399" y="892"/>
                  <a:pt x="599" y="693"/>
                  <a:pt x="599" y="446"/>
                </a:cubicBezTo>
                <a:cubicBezTo>
                  <a:pt x="599" y="200"/>
                  <a:pt x="399" y="0"/>
                  <a:pt x="153" y="0"/>
                </a:cubicBezTo>
                <a:close/>
              </a:path>
            </a:pathLst>
          </a:custGeom>
          <a:solidFill>
            <a:schemeClr val="accent6"/>
          </a:solidFill>
          <a:ln w="2857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F33123-67B7-4D2C-827B-3836BE5324B8}"/>
              </a:ext>
            </a:extLst>
          </p:cNvPr>
          <p:cNvSpPr txBox="1"/>
          <p:nvPr/>
        </p:nvSpPr>
        <p:spPr>
          <a:xfrm>
            <a:off x="5909557" y="4709662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133ED379-8906-4824-8B65-3E42F473A289}"/>
              </a:ext>
            </a:extLst>
          </p:cNvPr>
          <p:cNvSpPr>
            <a:spLocks/>
          </p:cNvSpPr>
          <p:nvPr/>
        </p:nvSpPr>
        <p:spPr bwMode="auto">
          <a:xfrm>
            <a:off x="6118472" y="984070"/>
            <a:ext cx="750754" cy="1964237"/>
          </a:xfrm>
          <a:custGeom>
            <a:avLst/>
            <a:gdLst>
              <a:gd name="T0" fmla="*/ 0 w 318"/>
              <a:gd name="T1" fmla="*/ 0 h 832"/>
              <a:gd name="T2" fmla="*/ 318 w 318"/>
              <a:gd name="T3" fmla="*/ 415 h 832"/>
              <a:gd name="T4" fmla="*/ 0 w 318"/>
              <a:gd name="T5" fmla="*/ 832 h 832"/>
              <a:gd name="T6" fmla="*/ 0 w 318"/>
              <a:gd name="T7" fmla="*/ 0 h 8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8" h="832">
                <a:moveTo>
                  <a:pt x="0" y="0"/>
                </a:moveTo>
                <a:lnTo>
                  <a:pt x="318" y="415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AF19628-0F87-4FE0-AEA2-4210BAC10A63}"/>
              </a:ext>
            </a:extLst>
          </p:cNvPr>
          <p:cNvGrpSpPr/>
          <p:nvPr/>
        </p:nvGrpSpPr>
        <p:grpSpPr>
          <a:xfrm>
            <a:off x="4328002" y="3277646"/>
            <a:ext cx="451187" cy="371599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104" name="Freeform 21">
              <a:extLst>
                <a:ext uri="{FF2B5EF4-FFF2-40B4-BE49-F238E27FC236}">
                  <a16:creationId xmlns:a16="http://schemas.microsoft.com/office/drawing/2014/main" id="{06D9127B-940A-4504-8227-62E592129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5" name="Freeform 22">
              <a:extLst>
                <a:ext uri="{FF2B5EF4-FFF2-40B4-BE49-F238E27FC236}">
                  <a16:creationId xmlns:a16="http://schemas.microsoft.com/office/drawing/2014/main" id="{4C1F03C6-84C7-4D22-823D-91390D71EC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06" name="Freeform 37">
            <a:extLst>
              <a:ext uri="{FF2B5EF4-FFF2-40B4-BE49-F238E27FC236}">
                <a16:creationId xmlns:a16="http://schemas.microsoft.com/office/drawing/2014/main" id="{742D060C-A671-4E10-89AB-6BEF168C7EC3}"/>
              </a:ext>
            </a:extLst>
          </p:cNvPr>
          <p:cNvSpPr>
            <a:spLocks noEditPoints="1"/>
          </p:cNvSpPr>
          <p:nvPr/>
        </p:nvSpPr>
        <p:spPr bwMode="auto">
          <a:xfrm>
            <a:off x="7379006" y="3243250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8" name="Freeform 15">
            <a:extLst>
              <a:ext uri="{FF2B5EF4-FFF2-40B4-BE49-F238E27FC236}">
                <a16:creationId xmlns:a16="http://schemas.microsoft.com/office/drawing/2014/main" id="{743AEBBD-246A-4016-99F3-DDCD5BA58B6D}"/>
              </a:ext>
            </a:extLst>
          </p:cNvPr>
          <p:cNvSpPr>
            <a:spLocks/>
          </p:cNvSpPr>
          <p:nvPr/>
        </p:nvSpPr>
        <p:spPr bwMode="auto">
          <a:xfrm>
            <a:off x="6074195" y="985720"/>
            <a:ext cx="750754" cy="1964237"/>
          </a:xfrm>
          <a:custGeom>
            <a:avLst/>
            <a:gdLst>
              <a:gd name="T0" fmla="*/ 0 w 318"/>
              <a:gd name="T1" fmla="*/ 0 h 832"/>
              <a:gd name="T2" fmla="*/ 318 w 318"/>
              <a:gd name="T3" fmla="*/ 415 h 832"/>
              <a:gd name="T4" fmla="*/ 0 w 318"/>
              <a:gd name="T5" fmla="*/ 832 h 832"/>
              <a:gd name="T6" fmla="*/ 0 w 318"/>
              <a:gd name="T7" fmla="*/ 0 h 8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8" h="832">
                <a:moveTo>
                  <a:pt x="0" y="0"/>
                </a:moveTo>
                <a:lnTo>
                  <a:pt x="318" y="415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0E2B7C-6CA2-4A63-B39B-53F6AADA5CD2}"/>
              </a:ext>
            </a:extLst>
          </p:cNvPr>
          <p:cNvSpPr txBox="1"/>
          <p:nvPr/>
        </p:nvSpPr>
        <p:spPr>
          <a:xfrm>
            <a:off x="5909557" y="1698901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46844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BACE77A0-3B1D-46F7-9C3A-12CB4D7D62E4}"/>
              </a:ext>
            </a:extLst>
          </p:cNvPr>
          <p:cNvGrpSpPr/>
          <p:nvPr/>
        </p:nvGrpSpPr>
        <p:grpSpPr>
          <a:xfrm>
            <a:off x="8556310" y="1723828"/>
            <a:ext cx="2776595" cy="1033672"/>
            <a:chOff x="8995807" y="857110"/>
            <a:chExt cx="2776595" cy="103367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F38AC78-2A5F-425A-A980-84CA74211BA6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97A8DCC-400A-4E84-82CA-E98D0C73D7A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9F7BE73-7FAF-4696-AB99-05F166BB06FD}"/>
              </a:ext>
            </a:extLst>
          </p:cNvPr>
          <p:cNvGrpSpPr/>
          <p:nvPr/>
        </p:nvGrpSpPr>
        <p:grpSpPr>
          <a:xfrm>
            <a:off x="855919" y="1013322"/>
            <a:ext cx="2776595" cy="1033672"/>
            <a:chOff x="8995807" y="857110"/>
            <a:chExt cx="2776595" cy="1033672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BFB7BF6-F738-429F-86A8-71B2C9A8E319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51CBA10-3EAC-467E-A330-9D7A3B977705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3E5568B-AB6C-4B5E-8223-88A5D317310D}"/>
              </a:ext>
            </a:extLst>
          </p:cNvPr>
          <p:cNvGrpSpPr/>
          <p:nvPr/>
        </p:nvGrpSpPr>
        <p:grpSpPr>
          <a:xfrm>
            <a:off x="1317761" y="4887044"/>
            <a:ext cx="2776595" cy="1033672"/>
            <a:chOff x="8995807" y="857110"/>
            <a:chExt cx="2776595" cy="103367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9F7533-6A25-45BB-85EB-2FBD6AAB6F5F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F87287-29F6-468C-AC09-C43F5F54CA69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3998321-1B0B-40EB-8F0D-5CAC0BFD2578}"/>
              </a:ext>
            </a:extLst>
          </p:cNvPr>
          <p:cNvGrpSpPr/>
          <p:nvPr/>
        </p:nvGrpSpPr>
        <p:grpSpPr>
          <a:xfrm>
            <a:off x="3615949" y="985720"/>
            <a:ext cx="4685870" cy="4683950"/>
            <a:chOff x="3615949" y="985720"/>
            <a:chExt cx="4685870" cy="4683950"/>
          </a:xfrm>
        </p:grpSpPr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6D194877-6D33-472B-A764-E2A0DA95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918" y="3894302"/>
              <a:ext cx="3815153" cy="1775368"/>
            </a:xfrm>
            <a:custGeom>
              <a:avLst/>
              <a:gdLst>
                <a:gd name="T0" fmla="*/ 385 w 772"/>
                <a:gd name="T1" fmla="*/ 89 h 359"/>
                <a:gd name="T2" fmla="*/ 233 w 772"/>
                <a:gd name="T3" fmla="*/ 2 h 359"/>
                <a:gd name="T4" fmla="*/ 0 w 772"/>
                <a:gd name="T5" fmla="*/ 140 h 359"/>
                <a:gd name="T6" fmla="*/ 385 w 772"/>
                <a:gd name="T7" fmla="*/ 359 h 359"/>
                <a:gd name="T8" fmla="*/ 772 w 772"/>
                <a:gd name="T9" fmla="*/ 134 h 359"/>
                <a:gd name="T10" fmla="*/ 537 w 772"/>
                <a:gd name="T11" fmla="*/ 0 h 359"/>
                <a:gd name="T12" fmla="*/ 385 w 772"/>
                <a:gd name="T13" fmla="*/ 8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2" h="359">
                  <a:moveTo>
                    <a:pt x="385" y="89"/>
                  </a:moveTo>
                  <a:cubicBezTo>
                    <a:pt x="320" y="89"/>
                    <a:pt x="264" y="54"/>
                    <a:pt x="233" y="2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78" y="271"/>
                    <a:pt x="221" y="359"/>
                    <a:pt x="385" y="359"/>
                  </a:cubicBezTo>
                  <a:cubicBezTo>
                    <a:pt x="551" y="359"/>
                    <a:pt x="695" y="269"/>
                    <a:pt x="772" y="134"/>
                  </a:cubicBezTo>
                  <a:cubicBezTo>
                    <a:pt x="537" y="0"/>
                    <a:pt x="537" y="0"/>
                    <a:pt x="537" y="0"/>
                  </a:cubicBezTo>
                  <a:cubicBezTo>
                    <a:pt x="507" y="53"/>
                    <a:pt x="450" y="89"/>
                    <a:pt x="385" y="8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8EA7CB7C-6547-4511-BED1-4F0E2AD5B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773" y="1257220"/>
              <a:ext cx="2205046" cy="3607397"/>
            </a:xfrm>
            <a:custGeom>
              <a:avLst/>
              <a:gdLst>
                <a:gd name="T0" fmla="*/ 387 w 446"/>
                <a:gd name="T1" fmla="*/ 667 h 729"/>
                <a:gd name="T2" fmla="*/ 446 w 446"/>
                <a:gd name="T3" fmla="*/ 446 h 729"/>
                <a:gd name="T4" fmla="*/ 0 w 446"/>
                <a:gd name="T5" fmla="*/ 0 h 729"/>
                <a:gd name="T6" fmla="*/ 0 w 446"/>
                <a:gd name="T7" fmla="*/ 271 h 729"/>
                <a:gd name="T8" fmla="*/ 175 w 446"/>
                <a:gd name="T9" fmla="*/ 446 h 729"/>
                <a:gd name="T10" fmla="*/ 152 w 446"/>
                <a:gd name="T11" fmla="*/ 533 h 729"/>
                <a:gd name="T12" fmla="*/ 90 w 446"/>
                <a:gd name="T13" fmla="*/ 498 h 729"/>
                <a:gd name="T14" fmla="*/ 187 w 446"/>
                <a:gd name="T15" fmla="*/ 729 h 729"/>
                <a:gd name="T16" fmla="*/ 434 w 446"/>
                <a:gd name="T17" fmla="*/ 694 h 729"/>
                <a:gd name="T18" fmla="*/ 387 w 446"/>
                <a:gd name="T19" fmla="*/ 667 h 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6" h="729">
                  <a:moveTo>
                    <a:pt x="387" y="667"/>
                  </a:moveTo>
                  <a:cubicBezTo>
                    <a:pt x="425" y="602"/>
                    <a:pt x="446" y="527"/>
                    <a:pt x="446" y="446"/>
                  </a:cubicBezTo>
                  <a:cubicBezTo>
                    <a:pt x="446" y="200"/>
                    <a:pt x="246" y="0"/>
                    <a:pt x="0" y="0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97" y="271"/>
                    <a:pt x="175" y="349"/>
                    <a:pt x="175" y="446"/>
                  </a:cubicBezTo>
                  <a:cubicBezTo>
                    <a:pt x="175" y="478"/>
                    <a:pt x="167" y="507"/>
                    <a:pt x="152" y="533"/>
                  </a:cubicBezTo>
                  <a:cubicBezTo>
                    <a:pt x="90" y="498"/>
                    <a:pt x="90" y="498"/>
                    <a:pt x="90" y="498"/>
                  </a:cubicBezTo>
                  <a:cubicBezTo>
                    <a:pt x="187" y="729"/>
                    <a:pt x="187" y="729"/>
                    <a:pt x="187" y="729"/>
                  </a:cubicBezTo>
                  <a:cubicBezTo>
                    <a:pt x="434" y="694"/>
                    <a:pt x="434" y="694"/>
                    <a:pt x="434" y="694"/>
                  </a:cubicBezTo>
                  <a:lnTo>
                    <a:pt x="387" y="667"/>
                  </a:ln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EC6D99D4-F63E-4794-9176-32A1DE212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006" y="985720"/>
              <a:ext cx="2960521" cy="3600316"/>
            </a:xfrm>
            <a:custGeom>
              <a:avLst/>
              <a:gdLst>
                <a:gd name="T0" fmla="*/ 599 w 599"/>
                <a:gd name="T1" fmla="*/ 198 h 728"/>
                <a:gd name="T2" fmla="*/ 447 w 599"/>
                <a:gd name="T3" fmla="*/ 0 h 728"/>
                <a:gd name="T4" fmla="*/ 447 w 599"/>
                <a:gd name="T5" fmla="*/ 55 h 728"/>
                <a:gd name="T6" fmla="*/ 0 w 599"/>
                <a:gd name="T7" fmla="*/ 501 h 728"/>
                <a:gd name="T8" fmla="*/ 62 w 599"/>
                <a:gd name="T9" fmla="*/ 728 h 728"/>
                <a:gd name="T10" fmla="*/ 295 w 599"/>
                <a:gd name="T11" fmla="*/ 590 h 728"/>
                <a:gd name="T12" fmla="*/ 271 w 599"/>
                <a:gd name="T13" fmla="*/ 501 h 728"/>
                <a:gd name="T14" fmla="*/ 447 w 599"/>
                <a:gd name="T15" fmla="*/ 326 h 728"/>
                <a:gd name="T16" fmla="*/ 447 w 599"/>
                <a:gd name="T17" fmla="*/ 397 h 728"/>
                <a:gd name="T18" fmla="*/ 599 w 599"/>
                <a:gd name="T19" fmla="*/ 19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9" h="728">
                  <a:moveTo>
                    <a:pt x="599" y="198"/>
                  </a:moveTo>
                  <a:cubicBezTo>
                    <a:pt x="447" y="0"/>
                    <a:pt x="447" y="0"/>
                    <a:pt x="447" y="0"/>
                  </a:cubicBezTo>
                  <a:cubicBezTo>
                    <a:pt x="447" y="55"/>
                    <a:pt x="447" y="55"/>
                    <a:pt x="447" y="55"/>
                  </a:cubicBezTo>
                  <a:cubicBezTo>
                    <a:pt x="200" y="55"/>
                    <a:pt x="0" y="255"/>
                    <a:pt x="0" y="501"/>
                  </a:cubicBezTo>
                  <a:cubicBezTo>
                    <a:pt x="0" y="584"/>
                    <a:pt x="23" y="662"/>
                    <a:pt x="62" y="728"/>
                  </a:cubicBezTo>
                  <a:cubicBezTo>
                    <a:pt x="295" y="590"/>
                    <a:pt x="295" y="590"/>
                    <a:pt x="295" y="590"/>
                  </a:cubicBezTo>
                  <a:cubicBezTo>
                    <a:pt x="280" y="564"/>
                    <a:pt x="271" y="534"/>
                    <a:pt x="271" y="501"/>
                  </a:cubicBezTo>
                  <a:cubicBezTo>
                    <a:pt x="271" y="404"/>
                    <a:pt x="350" y="326"/>
                    <a:pt x="447" y="326"/>
                  </a:cubicBezTo>
                  <a:cubicBezTo>
                    <a:pt x="447" y="397"/>
                    <a:pt x="447" y="397"/>
                    <a:pt x="447" y="397"/>
                  </a:cubicBezTo>
                  <a:lnTo>
                    <a:pt x="599" y="198"/>
                  </a:lnTo>
                  <a:close/>
                </a:path>
              </a:pathLst>
            </a:custGeom>
            <a:solidFill>
              <a:schemeClr val="accent5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" name="Freeform 15">
              <a:extLst>
                <a:ext uri="{FF2B5EF4-FFF2-40B4-BE49-F238E27FC236}">
                  <a16:creationId xmlns:a16="http://schemas.microsoft.com/office/drawing/2014/main" id="{B49158A1-7666-4891-811D-22D33302F409}"/>
                </a:ext>
              </a:extLst>
            </p:cNvPr>
            <p:cNvSpPr>
              <a:spLocks/>
            </p:cNvSpPr>
            <p:nvPr/>
          </p:nvSpPr>
          <p:spPr bwMode="auto">
            <a:xfrm rot="14400000">
              <a:off x="4222691" y="2907692"/>
              <a:ext cx="750754" cy="1964237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1D631943-3E11-4682-93B9-DAD35107D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553" y="3610684"/>
              <a:ext cx="1690378" cy="1147379"/>
            </a:xfrm>
            <a:custGeom>
              <a:avLst/>
              <a:gdLst>
                <a:gd name="T0" fmla="*/ 0 w 716"/>
                <a:gd name="T1" fmla="*/ 486 h 486"/>
                <a:gd name="T2" fmla="*/ 196 w 716"/>
                <a:gd name="T3" fmla="*/ 0 h 486"/>
                <a:gd name="T4" fmla="*/ 716 w 716"/>
                <a:gd name="T5" fmla="*/ 63 h 486"/>
                <a:gd name="T6" fmla="*/ 0 w 716"/>
                <a:gd name="T7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6" h="486">
                  <a:moveTo>
                    <a:pt x="0" y="486"/>
                  </a:moveTo>
                  <a:lnTo>
                    <a:pt x="196" y="0"/>
                  </a:lnTo>
                  <a:lnTo>
                    <a:pt x="716" y="63"/>
                  </a:lnTo>
                  <a:lnTo>
                    <a:pt x="0" y="48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7F10E9-5B71-4C81-AE95-FA9C043313B4}"/>
                </a:ext>
              </a:extLst>
            </p:cNvPr>
            <p:cNvSpPr txBox="1"/>
            <p:nvPr/>
          </p:nvSpPr>
          <p:spPr>
            <a:xfrm>
              <a:off x="5909558" y="1698901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B065D2-9EAF-4D53-9095-9DC1B584A7D3}"/>
                </a:ext>
              </a:extLst>
            </p:cNvPr>
            <p:cNvSpPr txBox="1"/>
            <p:nvPr/>
          </p:nvSpPr>
          <p:spPr>
            <a:xfrm>
              <a:off x="6993851" y="4088819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3E41B0-BDCE-443E-86C7-4CA1FF85C603}"/>
                </a:ext>
              </a:extLst>
            </p:cNvPr>
            <p:cNvSpPr txBox="1"/>
            <p:nvPr/>
          </p:nvSpPr>
          <p:spPr>
            <a:xfrm>
              <a:off x="4458995" y="386890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03</a:t>
              </a:r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56B7A6E4-5259-48A1-9C0B-E17ABDA907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4909" y="4761797"/>
              <a:ext cx="388245" cy="323727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756FDDF4-8C40-431E-8802-049325C3E2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8753" y="2641882"/>
              <a:ext cx="423012" cy="44039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843E831-8B37-47FE-ADD2-29C9D0654D23}"/>
                </a:ext>
              </a:extLst>
            </p:cNvPr>
            <p:cNvGrpSpPr/>
            <p:nvPr/>
          </p:nvGrpSpPr>
          <p:grpSpPr>
            <a:xfrm>
              <a:off x="4694495" y="2278470"/>
              <a:ext cx="451187" cy="371599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42" name="Freeform 21">
                <a:extLst>
                  <a:ext uri="{FF2B5EF4-FFF2-40B4-BE49-F238E27FC236}">
                    <a16:creationId xmlns:a16="http://schemas.microsoft.com/office/drawing/2014/main" id="{FBC7A265-93CD-4F31-8ACF-D7B12F02E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F4371B94-7BA2-4110-AAC6-4A2B570A39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256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A6121E6-CF2F-4E11-996D-3195752E54A0}"/>
              </a:ext>
            </a:extLst>
          </p:cNvPr>
          <p:cNvGrpSpPr/>
          <p:nvPr/>
        </p:nvGrpSpPr>
        <p:grpSpPr>
          <a:xfrm>
            <a:off x="3620228" y="950203"/>
            <a:ext cx="4948368" cy="4967811"/>
            <a:chOff x="3620228" y="950203"/>
            <a:chExt cx="4948368" cy="4967811"/>
          </a:xfrm>
        </p:grpSpPr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5512BBD-AC55-4B33-B520-BCD040D9D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051" y="3430180"/>
              <a:ext cx="2209767" cy="2205045"/>
            </a:xfrm>
            <a:custGeom>
              <a:avLst/>
              <a:gdLst>
                <a:gd name="T0" fmla="*/ 0 w 447"/>
                <a:gd name="T1" fmla="*/ 176 h 446"/>
                <a:gd name="T2" fmla="*/ 0 w 447"/>
                <a:gd name="T3" fmla="*/ 176 h 446"/>
                <a:gd name="T4" fmla="*/ 0 w 447"/>
                <a:gd name="T5" fmla="*/ 446 h 446"/>
                <a:gd name="T6" fmla="*/ 0 w 447"/>
                <a:gd name="T7" fmla="*/ 446 h 446"/>
                <a:gd name="T8" fmla="*/ 447 w 447"/>
                <a:gd name="T9" fmla="*/ 0 h 446"/>
                <a:gd name="T10" fmla="*/ 176 w 447"/>
                <a:gd name="T11" fmla="*/ 0 h 446"/>
                <a:gd name="T12" fmla="*/ 0 w 447"/>
                <a:gd name="T13" fmla="*/ 176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7" h="446">
                  <a:moveTo>
                    <a:pt x="0" y="176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446"/>
                    <a:pt x="0" y="446"/>
                    <a:pt x="0" y="446"/>
                  </a:cubicBezTo>
                  <a:cubicBezTo>
                    <a:pt x="0" y="446"/>
                    <a:pt x="0" y="446"/>
                    <a:pt x="0" y="446"/>
                  </a:cubicBezTo>
                  <a:cubicBezTo>
                    <a:pt x="247" y="446"/>
                    <a:pt x="447" y="247"/>
                    <a:pt x="447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76" y="97"/>
                    <a:pt x="97" y="176"/>
                    <a:pt x="0" y="176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690676A6-E2C5-4AFC-8A1A-EC3E63B79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051" y="1222775"/>
              <a:ext cx="2476545" cy="2962883"/>
            </a:xfrm>
            <a:custGeom>
              <a:avLst/>
              <a:gdLst>
                <a:gd name="T0" fmla="*/ 447 w 501"/>
                <a:gd name="T1" fmla="*/ 446 h 599"/>
                <a:gd name="T2" fmla="*/ 0 w 501"/>
                <a:gd name="T3" fmla="*/ 0 h 599"/>
                <a:gd name="T4" fmla="*/ 0 w 501"/>
                <a:gd name="T5" fmla="*/ 271 h 599"/>
                <a:gd name="T6" fmla="*/ 176 w 501"/>
                <a:gd name="T7" fmla="*/ 446 h 599"/>
                <a:gd name="T8" fmla="*/ 105 w 501"/>
                <a:gd name="T9" fmla="*/ 446 h 599"/>
                <a:gd name="T10" fmla="*/ 303 w 501"/>
                <a:gd name="T11" fmla="*/ 599 h 599"/>
                <a:gd name="T12" fmla="*/ 501 w 501"/>
                <a:gd name="T13" fmla="*/ 446 h 599"/>
                <a:gd name="T14" fmla="*/ 447 w 501"/>
                <a:gd name="T15" fmla="*/ 446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599">
                  <a:moveTo>
                    <a:pt x="447" y="446"/>
                  </a:moveTo>
                  <a:cubicBezTo>
                    <a:pt x="447" y="200"/>
                    <a:pt x="247" y="0"/>
                    <a:pt x="0" y="0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97" y="271"/>
                    <a:pt x="176" y="349"/>
                    <a:pt x="176" y="446"/>
                  </a:cubicBezTo>
                  <a:cubicBezTo>
                    <a:pt x="105" y="446"/>
                    <a:pt x="105" y="446"/>
                    <a:pt x="105" y="446"/>
                  </a:cubicBezTo>
                  <a:cubicBezTo>
                    <a:pt x="303" y="599"/>
                    <a:pt x="303" y="599"/>
                    <a:pt x="303" y="599"/>
                  </a:cubicBezTo>
                  <a:cubicBezTo>
                    <a:pt x="501" y="446"/>
                    <a:pt x="501" y="446"/>
                    <a:pt x="501" y="446"/>
                  </a:cubicBezTo>
                  <a:lnTo>
                    <a:pt x="447" y="446"/>
                  </a:ln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" name="Freeform 15">
              <a:extLst>
                <a:ext uri="{FF2B5EF4-FFF2-40B4-BE49-F238E27FC236}">
                  <a16:creationId xmlns:a16="http://schemas.microsoft.com/office/drawing/2014/main" id="{343DF6E8-E3AC-4443-AC38-57E90E002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5516" y="950203"/>
              <a:ext cx="750754" cy="1964237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F2305AFC-8002-407F-9FAE-BB908C6EE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006" y="951275"/>
              <a:ext cx="2960521" cy="2478905"/>
            </a:xfrm>
            <a:custGeom>
              <a:avLst/>
              <a:gdLst>
                <a:gd name="T0" fmla="*/ 599 w 599"/>
                <a:gd name="T1" fmla="*/ 198 h 501"/>
                <a:gd name="T2" fmla="*/ 446 w 599"/>
                <a:gd name="T3" fmla="*/ 0 h 501"/>
                <a:gd name="T4" fmla="*/ 446 w 599"/>
                <a:gd name="T5" fmla="*/ 55 h 501"/>
                <a:gd name="T6" fmla="*/ 0 w 599"/>
                <a:gd name="T7" fmla="*/ 501 h 501"/>
                <a:gd name="T8" fmla="*/ 271 w 599"/>
                <a:gd name="T9" fmla="*/ 501 h 501"/>
                <a:gd name="T10" fmla="*/ 446 w 599"/>
                <a:gd name="T11" fmla="*/ 326 h 501"/>
                <a:gd name="T12" fmla="*/ 446 w 599"/>
                <a:gd name="T13" fmla="*/ 397 h 501"/>
                <a:gd name="T14" fmla="*/ 599 w 599"/>
                <a:gd name="T15" fmla="*/ 198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9" h="501">
                  <a:moveTo>
                    <a:pt x="599" y="198"/>
                  </a:moveTo>
                  <a:cubicBezTo>
                    <a:pt x="446" y="0"/>
                    <a:pt x="446" y="0"/>
                    <a:pt x="446" y="0"/>
                  </a:cubicBezTo>
                  <a:cubicBezTo>
                    <a:pt x="446" y="55"/>
                    <a:pt x="446" y="55"/>
                    <a:pt x="446" y="55"/>
                  </a:cubicBezTo>
                  <a:cubicBezTo>
                    <a:pt x="200" y="55"/>
                    <a:pt x="0" y="255"/>
                    <a:pt x="0" y="501"/>
                  </a:cubicBezTo>
                  <a:cubicBezTo>
                    <a:pt x="271" y="501"/>
                    <a:pt x="271" y="501"/>
                    <a:pt x="271" y="501"/>
                  </a:cubicBezTo>
                  <a:cubicBezTo>
                    <a:pt x="271" y="404"/>
                    <a:pt x="349" y="326"/>
                    <a:pt x="446" y="326"/>
                  </a:cubicBezTo>
                  <a:cubicBezTo>
                    <a:pt x="446" y="397"/>
                    <a:pt x="446" y="397"/>
                    <a:pt x="446" y="397"/>
                  </a:cubicBezTo>
                  <a:lnTo>
                    <a:pt x="599" y="198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4E1DC49E-2889-4BCC-965A-8377EBEE8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228" y="2677066"/>
              <a:ext cx="2471824" cy="2958161"/>
            </a:xfrm>
            <a:custGeom>
              <a:avLst/>
              <a:gdLst>
                <a:gd name="T0" fmla="*/ 325 w 500"/>
                <a:gd name="T1" fmla="*/ 152 h 598"/>
                <a:gd name="T2" fmla="*/ 325 w 500"/>
                <a:gd name="T3" fmla="*/ 152 h 598"/>
                <a:gd name="T4" fmla="*/ 396 w 500"/>
                <a:gd name="T5" fmla="*/ 152 h 598"/>
                <a:gd name="T6" fmla="*/ 198 w 500"/>
                <a:gd name="T7" fmla="*/ 0 h 598"/>
                <a:gd name="T8" fmla="*/ 0 w 500"/>
                <a:gd name="T9" fmla="*/ 152 h 598"/>
                <a:gd name="T10" fmla="*/ 54 w 500"/>
                <a:gd name="T11" fmla="*/ 152 h 598"/>
                <a:gd name="T12" fmla="*/ 54 w 500"/>
                <a:gd name="T13" fmla="*/ 152 h 598"/>
                <a:gd name="T14" fmla="*/ 500 w 500"/>
                <a:gd name="T15" fmla="*/ 598 h 598"/>
                <a:gd name="T16" fmla="*/ 500 w 500"/>
                <a:gd name="T17" fmla="*/ 328 h 598"/>
                <a:gd name="T18" fmla="*/ 325 w 500"/>
                <a:gd name="T19" fmla="*/ 152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0" h="598">
                  <a:moveTo>
                    <a:pt x="325" y="152"/>
                  </a:moveTo>
                  <a:cubicBezTo>
                    <a:pt x="325" y="152"/>
                    <a:pt x="325" y="152"/>
                    <a:pt x="325" y="152"/>
                  </a:cubicBezTo>
                  <a:cubicBezTo>
                    <a:pt x="396" y="152"/>
                    <a:pt x="396" y="152"/>
                    <a:pt x="396" y="152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4" y="399"/>
                    <a:pt x="254" y="598"/>
                    <a:pt x="500" y="598"/>
                  </a:cubicBezTo>
                  <a:cubicBezTo>
                    <a:pt x="500" y="328"/>
                    <a:pt x="500" y="328"/>
                    <a:pt x="500" y="328"/>
                  </a:cubicBezTo>
                  <a:cubicBezTo>
                    <a:pt x="403" y="328"/>
                    <a:pt x="325" y="249"/>
                    <a:pt x="325" y="152"/>
                  </a:cubicBezTo>
                  <a:close/>
                </a:path>
              </a:pathLst>
            </a:custGeom>
            <a:solidFill>
              <a:schemeClr val="accent4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649470CF-60B7-4007-B0DC-5E1CB350F99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317796" y="3946722"/>
              <a:ext cx="750754" cy="1964237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562E55CA-B4B8-4500-A200-036534CB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3875" y="3960859"/>
              <a:ext cx="750754" cy="1957155"/>
            </a:xfrm>
            <a:custGeom>
              <a:avLst/>
              <a:gdLst>
                <a:gd name="T0" fmla="*/ 318 w 318"/>
                <a:gd name="T1" fmla="*/ 829 h 829"/>
                <a:gd name="T2" fmla="*/ 0 w 318"/>
                <a:gd name="T3" fmla="*/ 414 h 829"/>
                <a:gd name="T4" fmla="*/ 318 w 318"/>
                <a:gd name="T5" fmla="*/ 0 h 829"/>
                <a:gd name="T6" fmla="*/ 318 w 318"/>
                <a:gd name="T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29">
                  <a:moveTo>
                    <a:pt x="318" y="829"/>
                  </a:moveTo>
                  <a:lnTo>
                    <a:pt x="0" y="414"/>
                  </a:lnTo>
                  <a:lnTo>
                    <a:pt x="318" y="0"/>
                  </a:lnTo>
                  <a:lnTo>
                    <a:pt x="318" y="829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680009-E3C5-42F4-8366-67E447093DCC}"/>
                </a:ext>
              </a:extLst>
            </p:cNvPr>
            <p:cNvSpPr txBox="1"/>
            <p:nvPr/>
          </p:nvSpPr>
          <p:spPr>
            <a:xfrm>
              <a:off x="5903520" y="1678805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B83AA5-2955-487E-B41F-160B8868B3ED}"/>
                </a:ext>
              </a:extLst>
            </p:cNvPr>
            <p:cNvSpPr txBox="1"/>
            <p:nvPr/>
          </p:nvSpPr>
          <p:spPr>
            <a:xfrm>
              <a:off x="5497016" y="4677162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8028C1-ED43-474D-8CA9-1AC69DD87989}"/>
                </a:ext>
              </a:extLst>
            </p:cNvPr>
            <p:cNvSpPr txBox="1"/>
            <p:nvPr/>
          </p:nvSpPr>
          <p:spPr>
            <a:xfrm>
              <a:off x="4290212" y="2885684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04</a:t>
              </a: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66AE6628-C1B8-4F37-BD4A-A372E7F03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404" y="4511854"/>
              <a:ext cx="388245" cy="323727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58FE0FAA-5353-4AF9-BFAC-C38C24EFFB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6390" y="2393038"/>
              <a:ext cx="423012" cy="44039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875996F-3370-4F6B-8506-7818710E1576}"/>
                </a:ext>
              </a:extLst>
            </p:cNvPr>
            <p:cNvGrpSpPr/>
            <p:nvPr/>
          </p:nvGrpSpPr>
          <p:grpSpPr>
            <a:xfrm>
              <a:off x="4942126" y="1971876"/>
              <a:ext cx="451187" cy="371599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53" name="Freeform 21">
                <a:extLst>
                  <a:ext uri="{FF2B5EF4-FFF2-40B4-BE49-F238E27FC236}">
                    <a16:creationId xmlns:a16="http://schemas.microsoft.com/office/drawing/2014/main" id="{77A4A815-4B84-40E9-862C-4E73F0135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4" name="Freeform 22">
                <a:extLst>
                  <a:ext uri="{FF2B5EF4-FFF2-40B4-BE49-F238E27FC236}">
                    <a16:creationId xmlns:a16="http://schemas.microsoft.com/office/drawing/2014/main" id="{482B2968-2B8B-422E-B5A3-34489FECAA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B9826ED-265D-4C20-96B9-02446E3E14F6}"/>
                </a:ext>
              </a:extLst>
            </p:cNvPr>
            <p:cNvSpPr txBox="1"/>
            <p:nvPr/>
          </p:nvSpPr>
          <p:spPr>
            <a:xfrm>
              <a:off x="7294669" y="3327811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02</a:t>
              </a: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6D68B27-AD4D-4700-B1B4-5AF4B8223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5822" y="3949570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EB56453-5221-4E82-BEF4-6F3CF6E0FFBC}"/>
              </a:ext>
            </a:extLst>
          </p:cNvPr>
          <p:cNvGrpSpPr/>
          <p:nvPr/>
        </p:nvGrpSpPr>
        <p:grpSpPr>
          <a:xfrm>
            <a:off x="8652771" y="1009678"/>
            <a:ext cx="2776595" cy="1033672"/>
            <a:chOff x="8995807" y="857110"/>
            <a:chExt cx="2776595" cy="103367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7E28AD1-53DE-4A12-918A-459284DE98D9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7D640C9-FAEB-49AB-AAB5-1445430BE54E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A20A3FA-6996-4158-A3AA-7E970558B536}"/>
              </a:ext>
            </a:extLst>
          </p:cNvPr>
          <p:cNvGrpSpPr/>
          <p:nvPr/>
        </p:nvGrpSpPr>
        <p:grpSpPr>
          <a:xfrm>
            <a:off x="8652771" y="4814651"/>
            <a:ext cx="2776595" cy="1033672"/>
            <a:chOff x="8995807" y="857110"/>
            <a:chExt cx="2776595" cy="1033672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D128EA9-0D38-451D-8EED-461346E3BF69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FE4E2A-88A3-484D-9725-4EFB0F281C40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B429848-08CC-486B-A068-1504E9C06B28}"/>
              </a:ext>
            </a:extLst>
          </p:cNvPr>
          <p:cNvGrpSpPr/>
          <p:nvPr/>
        </p:nvGrpSpPr>
        <p:grpSpPr>
          <a:xfrm>
            <a:off x="759458" y="1009678"/>
            <a:ext cx="2776595" cy="1033672"/>
            <a:chOff x="8995807" y="857110"/>
            <a:chExt cx="2776595" cy="1033672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F55327-12DA-4CE6-8684-E1F0D9736B10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7B34F7D-56B5-49B8-B8AD-200BA8599E1D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CEC30D1-BADD-478A-A791-E3A97518476C}"/>
              </a:ext>
            </a:extLst>
          </p:cNvPr>
          <p:cNvGrpSpPr/>
          <p:nvPr/>
        </p:nvGrpSpPr>
        <p:grpSpPr>
          <a:xfrm>
            <a:off x="759458" y="4814651"/>
            <a:ext cx="2776595" cy="1033672"/>
            <a:chOff x="8995807" y="857110"/>
            <a:chExt cx="2776595" cy="103367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C609405-6797-4594-8B69-85FFA16629B0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8F2CAC3-7034-4F4E-A50E-DEC37E6968CB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065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2E3348A-DE60-48D4-9B2A-FA3C1DDE034E}"/>
              </a:ext>
            </a:extLst>
          </p:cNvPr>
          <p:cNvGrpSpPr/>
          <p:nvPr/>
        </p:nvGrpSpPr>
        <p:grpSpPr>
          <a:xfrm>
            <a:off x="3735211" y="975682"/>
            <a:ext cx="4708243" cy="4683952"/>
            <a:chOff x="3735211" y="975682"/>
            <a:chExt cx="4708243" cy="4683952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67DF4734-810D-42D1-9437-6370376DC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268" y="2736885"/>
              <a:ext cx="1690378" cy="2488349"/>
            </a:xfrm>
            <a:custGeom>
              <a:avLst/>
              <a:gdLst>
                <a:gd name="T0" fmla="*/ 271 w 342"/>
                <a:gd name="T1" fmla="*/ 144 h 503"/>
                <a:gd name="T2" fmla="*/ 280 w 342"/>
                <a:gd name="T3" fmla="*/ 88 h 503"/>
                <a:gd name="T4" fmla="*/ 24 w 342"/>
                <a:gd name="T5" fmla="*/ 0 h 503"/>
                <a:gd name="T6" fmla="*/ 0 w 342"/>
                <a:gd name="T7" fmla="*/ 144 h 503"/>
                <a:gd name="T8" fmla="*/ 180 w 342"/>
                <a:gd name="T9" fmla="*/ 503 h 503"/>
                <a:gd name="T10" fmla="*/ 342 w 342"/>
                <a:gd name="T11" fmla="*/ 285 h 503"/>
                <a:gd name="T12" fmla="*/ 271 w 342"/>
                <a:gd name="T13" fmla="*/ 144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" h="503">
                  <a:moveTo>
                    <a:pt x="271" y="144"/>
                  </a:moveTo>
                  <a:cubicBezTo>
                    <a:pt x="271" y="125"/>
                    <a:pt x="274" y="106"/>
                    <a:pt x="280" y="8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9" y="46"/>
                    <a:pt x="0" y="94"/>
                    <a:pt x="0" y="144"/>
                  </a:cubicBezTo>
                  <a:cubicBezTo>
                    <a:pt x="0" y="291"/>
                    <a:pt x="71" y="421"/>
                    <a:pt x="180" y="503"/>
                  </a:cubicBezTo>
                  <a:cubicBezTo>
                    <a:pt x="342" y="285"/>
                    <a:pt x="342" y="285"/>
                    <a:pt x="342" y="285"/>
                  </a:cubicBezTo>
                  <a:cubicBezTo>
                    <a:pt x="299" y="253"/>
                    <a:pt x="271" y="202"/>
                    <a:pt x="271" y="14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Freeform 30">
              <a:extLst>
                <a:ext uri="{FF2B5EF4-FFF2-40B4-BE49-F238E27FC236}">
                  <a16:creationId xmlns:a16="http://schemas.microsoft.com/office/drawing/2014/main" id="{60F4078E-1B25-406E-9B3F-E3A1E33C0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886" y="3863017"/>
              <a:ext cx="2778735" cy="1796617"/>
            </a:xfrm>
            <a:custGeom>
              <a:avLst/>
              <a:gdLst>
                <a:gd name="T0" fmla="*/ 562 w 562"/>
                <a:gd name="T1" fmla="*/ 279 h 363"/>
                <a:gd name="T2" fmla="*/ 405 w 562"/>
                <a:gd name="T3" fmla="*/ 59 h 363"/>
                <a:gd name="T4" fmla="*/ 302 w 562"/>
                <a:gd name="T5" fmla="*/ 92 h 363"/>
                <a:gd name="T6" fmla="*/ 198 w 562"/>
                <a:gd name="T7" fmla="*/ 57 h 363"/>
                <a:gd name="T8" fmla="*/ 240 w 562"/>
                <a:gd name="T9" fmla="*/ 0 h 363"/>
                <a:gd name="T10" fmla="*/ 0 w 562"/>
                <a:gd name="T11" fmla="*/ 68 h 363"/>
                <a:gd name="T12" fmla="*/ 4 w 562"/>
                <a:gd name="T13" fmla="*/ 318 h 363"/>
                <a:gd name="T14" fmla="*/ 36 w 562"/>
                <a:gd name="T15" fmla="*/ 275 h 363"/>
                <a:gd name="T16" fmla="*/ 302 w 562"/>
                <a:gd name="T17" fmla="*/ 363 h 363"/>
                <a:gd name="T18" fmla="*/ 562 w 562"/>
                <a:gd name="T19" fmla="*/ 27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2" h="363">
                  <a:moveTo>
                    <a:pt x="562" y="279"/>
                  </a:moveTo>
                  <a:cubicBezTo>
                    <a:pt x="405" y="59"/>
                    <a:pt x="405" y="59"/>
                    <a:pt x="405" y="59"/>
                  </a:cubicBezTo>
                  <a:cubicBezTo>
                    <a:pt x="376" y="80"/>
                    <a:pt x="341" y="92"/>
                    <a:pt x="302" y="92"/>
                  </a:cubicBezTo>
                  <a:cubicBezTo>
                    <a:pt x="263" y="92"/>
                    <a:pt x="227" y="79"/>
                    <a:pt x="198" y="57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4" y="318"/>
                    <a:pt x="4" y="318"/>
                    <a:pt x="4" y="31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111" y="330"/>
                    <a:pt x="203" y="363"/>
                    <a:pt x="302" y="363"/>
                  </a:cubicBezTo>
                  <a:cubicBezTo>
                    <a:pt x="399" y="363"/>
                    <a:pt x="489" y="332"/>
                    <a:pt x="562" y="279"/>
                  </a:cubicBezTo>
                  <a:close/>
                </a:path>
              </a:pathLst>
            </a:custGeom>
            <a:solidFill>
              <a:schemeClr val="accent4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09660DC4-A14A-4D69-8195-CD5ED06DA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7008" y="2777021"/>
              <a:ext cx="1947712" cy="2689022"/>
            </a:xfrm>
            <a:custGeom>
              <a:avLst/>
              <a:gdLst>
                <a:gd name="T0" fmla="*/ 394 w 394"/>
                <a:gd name="T1" fmla="*/ 136 h 544"/>
                <a:gd name="T2" fmla="*/ 372 w 394"/>
                <a:gd name="T3" fmla="*/ 0 h 544"/>
                <a:gd name="T4" fmla="*/ 115 w 394"/>
                <a:gd name="T5" fmla="*/ 83 h 544"/>
                <a:gd name="T6" fmla="*/ 123 w 394"/>
                <a:gd name="T7" fmla="*/ 136 h 544"/>
                <a:gd name="T8" fmla="*/ 50 w 394"/>
                <a:gd name="T9" fmla="*/ 279 h 544"/>
                <a:gd name="T10" fmla="*/ 8 w 394"/>
                <a:gd name="T11" fmla="*/ 221 h 544"/>
                <a:gd name="T12" fmla="*/ 0 w 394"/>
                <a:gd name="T13" fmla="*/ 471 h 544"/>
                <a:gd name="T14" fmla="*/ 239 w 394"/>
                <a:gd name="T15" fmla="*/ 544 h 544"/>
                <a:gd name="T16" fmla="*/ 207 w 394"/>
                <a:gd name="T17" fmla="*/ 499 h 544"/>
                <a:gd name="T18" fmla="*/ 394 w 394"/>
                <a:gd name="T19" fmla="*/ 136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4" h="544">
                  <a:moveTo>
                    <a:pt x="394" y="136"/>
                  </a:moveTo>
                  <a:cubicBezTo>
                    <a:pt x="394" y="89"/>
                    <a:pt x="386" y="43"/>
                    <a:pt x="372" y="0"/>
                  </a:cubicBezTo>
                  <a:cubicBezTo>
                    <a:pt x="115" y="83"/>
                    <a:pt x="115" y="83"/>
                    <a:pt x="115" y="83"/>
                  </a:cubicBezTo>
                  <a:cubicBezTo>
                    <a:pt x="120" y="100"/>
                    <a:pt x="123" y="118"/>
                    <a:pt x="123" y="136"/>
                  </a:cubicBezTo>
                  <a:cubicBezTo>
                    <a:pt x="123" y="195"/>
                    <a:pt x="94" y="247"/>
                    <a:pt x="50" y="279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39" y="544"/>
                    <a:pt x="239" y="544"/>
                    <a:pt x="239" y="544"/>
                  </a:cubicBezTo>
                  <a:cubicBezTo>
                    <a:pt x="207" y="499"/>
                    <a:pt x="207" y="499"/>
                    <a:pt x="207" y="499"/>
                  </a:cubicBezTo>
                  <a:cubicBezTo>
                    <a:pt x="320" y="418"/>
                    <a:pt x="394" y="286"/>
                    <a:pt x="394" y="136"/>
                  </a:cubicBezTo>
                  <a:close/>
                </a:path>
              </a:pathLst>
            </a:custGeom>
            <a:solidFill>
              <a:schemeClr val="accent2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D9EC5081-8DBD-4F7C-B414-42CC82D19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4952" y="1242460"/>
              <a:ext cx="2358502" cy="2469461"/>
            </a:xfrm>
            <a:custGeom>
              <a:avLst/>
              <a:gdLst>
                <a:gd name="T0" fmla="*/ 425 w 477"/>
                <a:gd name="T1" fmla="*/ 310 h 499"/>
                <a:gd name="T2" fmla="*/ 0 w 477"/>
                <a:gd name="T3" fmla="*/ 0 h 499"/>
                <a:gd name="T4" fmla="*/ 0 w 477"/>
                <a:gd name="T5" fmla="*/ 271 h 499"/>
                <a:gd name="T6" fmla="*/ 168 w 477"/>
                <a:gd name="T7" fmla="*/ 393 h 499"/>
                <a:gd name="T8" fmla="*/ 100 w 477"/>
                <a:gd name="T9" fmla="*/ 414 h 499"/>
                <a:gd name="T10" fmla="*/ 335 w 477"/>
                <a:gd name="T11" fmla="*/ 499 h 499"/>
                <a:gd name="T12" fmla="*/ 477 w 477"/>
                <a:gd name="T13" fmla="*/ 293 h 499"/>
                <a:gd name="T14" fmla="*/ 425 w 477"/>
                <a:gd name="T15" fmla="*/ 31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7" h="499">
                  <a:moveTo>
                    <a:pt x="425" y="310"/>
                  </a:moveTo>
                  <a:cubicBezTo>
                    <a:pt x="368" y="130"/>
                    <a:pt x="199" y="0"/>
                    <a:pt x="0" y="0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79" y="271"/>
                    <a:pt x="145" y="322"/>
                    <a:pt x="168" y="393"/>
                  </a:cubicBezTo>
                  <a:cubicBezTo>
                    <a:pt x="100" y="414"/>
                    <a:pt x="100" y="414"/>
                    <a:pt x="100" y="414"/>
                  </a:cubicBezTo>
                  <a:cubicBezTo>
                    <a:pt x="335" y="499"/>
                    <a:pt x="335" y="499"/>
                    <a:pt x="335" y="499"/>
                  </a:cubicBezTo>
                  <a:cubicBezTo>
                    <a:pt x="477" y="293"/>
                    <a:pt x="477" y="293"/>
                    <a:pt x="477" y="293"/>
                  </a:cubicBezTo>
                  <a:lnTo>
                    <a:pt x="425" y="310"/>
                  </a:lnTo>
                  <a:close/>
                </a:path>
              </a:pathLst>
            </a:custGeom>
            <a:solidFill>
              <a:schemeClr val="accent6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BEE20C04-1319-4595-88EB-20A749D78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311" y="975682"/>
              <a:ext cx="2842478" cy="2195602"/>
            </a:xfrm>
            <a:custGeom>
              <a:avLst/>
              <a:gdLst>
                <a:gd name="T0" fmla="*/ 575 w 575"/>
                <a:gd name="T1" fmla="*/ 198 h 444"/>
                <a:gd name="T2" fmla="*/ 422 w 575"/>
                <a:gd name="T3" fmla="*/ 0 h 444"/>
                <a:gd name="T4" fmla="*/ 422 w 575"/>
                <a:gd name="T5" fmla="*/ 54 h 444"/>
                <a:gd name="T6" fmla="*/ 0 w 575"/>
                <a:gd name="T7" fmla="*/ 356 h 444"/>
                <a:gd name="T8" fmla="*/ 256 w 575"/>
                <a:gd name="T9" fmla="*/ 444 h 444"/>
                <a:gd name="T10" fmla="*/ 422 w 575"/>
                <a:gd name="T11" fmla="*/ 325 h 444"/>
                <a:gd name="T12" fmla="*/ 422 w 575"/>
                <a:gd name="T13" fmla="*/ 396 h 444"/>
                <a:gd name="T14" fmla="*/ 575 w 575"/>
                <a:gd name="T15" fmla="*/ 198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5" h="444">
                  <a:moveTo>
                    <a:pt x="575" y="198"/>
                  </a:moveTo>
                  <a:cubicBezTo>
                    <a:pt x="422" y="0"/>
                    <a:pt x="422" y="0"/>
                    <a:pt x="422" y="0"/>
                  </a:cubicBezTo>
                  <a:cubicBezTo>
                    <a:pt x="422" y="54"/>
                    <a:pt x="422" y="54"/>
                    <a:pt x="422" y="54"/>
                  </a:cubicBezTo>
                  <a:cubicBezTo>
                    <a:pt x="226" y="54"/>
                    <a:pt x="60" y="181"/>
                    <a:pt x="0" y="356"/>
                  </a:cubicBezTo>
                  <a:cubicBezTo>
                    <a:pt x="256" y="444"/>
                    <a:pt x="256" y="444"/>
                    <a:pt x="256" y="444"/>
                  </a:cubicBezTo>
                  <a:cubicBezTo>
                    <a:pt x="280" y="375"/>
                    <a:pt x="345" y="325"/>
                    <a:pt x="422" y="325"/>
                  </a:cubicBezTo>
                  <a:cubicBezTo>
                    <a:pt x="422" y="396"/>
                    <a:pt x="422" y="396"/>
                    <a:pt x="422" y="396"/>
                  </a:cubicBezTo>
                  <a:lnTo>
                    <a:pt x="575" y="198"/>
                  </a:lnTo>
                  <a:close/>
                </a:path>
              </a:pathLst>
            </a:custGeom>
            <a:solidFill>
              <a:schemeClr val="accent5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B02BA078-E064-44BE-B600-F001B3C81F5A}"/>
                </a:ext>
              </a:extLst>
            </p:cNvPr>
            <p:cNvSpPr>
              <a:spLocks/>
            </p:cNvSpPr>
            <p:nvPr/>
          </p:nvSpPr>
          <p:spPr bwMode="auto">
            <a:xfrm rot="17331782">
              <a:off x="4427444" y="1611273"/>
              <a:ext cx="750754" cy="1964237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" name="Freeform 31">
              <a:extLst>
                <a:ext uri="{FF2B5EF4-FFF2-40B4-BE49-F238E27FC236}">
                  <a16:creationId xmlns:a16="http://schemas.microsoft.com/office/drawing/2014/main" id="{A3F4B637-B8E9-4F4E-BADD-9FB95877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211" y="2280278"/>
              <a:ext cx="1848556" cy="1026976"/>
            </a:xfrm>
            <a:custGeom>
              <a:avLst/>
              <a:gdLst>
                <a:gd name="T0" fmla="*/ 0 w 783"/>
                <a:gd name="T1" fmla="*/ 167 h 435"/>
                <a:gd name="T2" fmla="*/ 494 w 783"/>
                <a:gd name="T3" fmla="*/ 0 h 435"/>
                <a:gd name="T4" fmla="*/ 783 w 783"/>
                <a:gd name="T5" fmla="*/ 435 h 435"/>
                <a:gd name="T6" fmla="*/ 0 w 783"/>
                <a:gd name="T7" fmla="*/ 167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3" h="435">
                  <a:moveTo>
                    <a:pt x="0" y="167"/>
                  </a:moveTo>
                  <a:lnTo>
                    <a:pt x="494" y="0"/>
                  </a:lnTo>
                  <a:lnTo>
                    <a:pt x="783" y="435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6B5AD57-68DA-403A-9900-C8FCD73F9129}"/>
                </a:ext>
              </a:extLst>
            </p:cNvPr>
            <p:cNvSpPr txBox="1"/>
            <p:nvPr/>
          </p:nvSpPr>
          <p:spPr>
            <a:xfrm>
              <a:off x="5982237" y="168774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F314EB-7B4A-43D0-A01B-FDA87A6EB692}"/>
                </a:ext>
              </a:extLst>
            </p:cNvPr>
            <p:cNvSpPr txBox="1"/>
            <p:nvPr/>
          </p:nvSpPr>
          <p:spPr>
            <a:xfrm>
              <a:off x="7243761" y="287592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CD9ECC-A4F0-4268-8274-B36CB020407B}"/>
                </a:ext>
              </a:extLst>
            </p:cNvPr>
            <p:cNvSpPr txBox="1"/>
            <p:nvPr/>
          </p:nvSpPr>
          <p:spPr>
            <a:xfrm>
              <a:off x="6589006" y="4445075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EAC073-E077-4B64-8545-C5C832534E38}"/>
                </a:ext>
              </a:extLst>
            </p:cNvPr>
            <p:cNvSpPr txBox="1"/>
            <p:nvPr/>
          </p:nvSpPr>
          <p:spPr>
            <a:xfrm>
              <a:off x="4782784" y="429832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40CD7C-67EB-4D14-8162-9598E4680F08}"/>
                </a:ext>
              </a:extLst>
            </p:cNvPr>
            <p:cNvSpPr txBox="1"/>
            <p:nvPr/>
          </p:nvSpPr>
          <p:spPr>
            <a:xfrm>
              <a:off x="4376384" y="257112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05</a:t>
              </a:r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EA43043D-5084-4217-B768-EC00DA2C58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3761" y="3937534"/>
              <a:ext cx="388245" cy="323727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7245E961-CEF0-4085-87A3-C0CD40B24C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255" y="2210960"/>
              <a:ext cx="423012" cy="44039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AC86629-3607-4711-B33C-4022321D0B14}"/>
                </a:ext>
              </a:extLst>
            </p:cNvPr>
            <p:cNvGrpSpPr/>
            <p:nvPr/>
          </p:nvGrpSpPr>
          <p:grpSpPr>
            <a:xfrm>
              <a:off x="5145067" y="1907505"/>
              <a:ext cx="451187" cy="371599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16" name="Freeform 21">
                <a:extLst>
                  <a:ext uri="{FF2B5EF4-FFF2-40B4-BE49-F238E27FC236}">
                    <a16:creationId xmlns:a16="http://schemas.microsoft.com/office/drawing/2014/main" id="{76FFD1B7-208E-4078-8351-4288A4FD0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7" name="Freeform 22">
                <a:extLst>
                  <a:ext uri="{FF2B5EF4-FFF2-40B4-BE49-F238E27FC236}">
                    <a16:creationId xmlns:a16="http://schemas.microsoft.com/office/drawing/2014/main" id="{888350CC-31EB-47B4-BB6B-AF36920C70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D73AE1E-D8CA-443D-ACD4-9ADC0CE686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817" y="4706685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AC6A0E22-FF22-4D6B-B589-C9B6215BF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113" y="3374077"/>
              <a:ext cx="200863" cy="398633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3BFE56-367C-4E71-95E8-303295DB4A5E}"/>
              </a:ext>
            </a:extLst>
          </p:cNvPr>
          <p:cNvGrpSpPr/>
          <p:nvPr/>
        </p:nvGrpSpPr>
        <p:grpSpPr>
          <a:xfrm>
            <a:off x="8720109" y="1055142"/>
            <a:ext cx="2776595" cy="1033672"/>
            <a:chOff x="8995807" y="857110"/>
            <a:chExt cx="2776595" cy="103367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FABE9E-E543-45FC-872B-169C7E7092BA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55A339-D5E2-4697-898E-68D1D7289CA9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0A26B0-7627-49BE-A530-59AD2D7775DA}"/>
              </a:ext>
            </a:extLst>
          </p:cNvPr>
          <p:cNvGrpSpPr/>
          <p:nvPr/>
        </p:nvGrpSpPr>
        <p:grpSpPr>
          <a:xfrm>
            <a:off x="8720109" y="4769186"/>
            <a:ext cx="2776595" cy="1033672"/>
            <a:chOff x="8995807" y="857110"/>
            <a:chExt cx="2776595" cy="10336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1EB76C4-2673-450B-8631-386E01D9951C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6201F4-E8EC-4719-983D-C8646B62CB27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2EF149-74BE-4A67-915B-80CB59485D0D}"/>
              </a:ext>
            </a:extLst>
          </p:cNvPr>
          <p:cNvGrpSpPr/>
          <p:nvPr/>
        </p:nvGrpSpPr>
        <p:grpSpPr>
          <a:xfrm>
            <a:off x="692121" y="739053"/>
            <a:ext cx="2776595" cy="1033672"/>
            <a:chOff x="8995807" y="857110"/>
            <a:chExt cx="2776595" cy="103367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F38CBF-3D6E-4AEE-ACC9-5A8502E6FF8B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3344036-D941-4B81-94B4-A4AA8D175BEF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21E00A-146E-4555-8A50-78F83627F395}"/>
              </a:ext>
            </a:extLst>
          </p:cNvPr>
          <p:cNvGrpSpPr/>
          <p:nvPr/>
        </p:nvGrpSpPr>
        <p:grpSpPr>
          <a:xfrm>
            <a:off x="692121" y="2912165"/>
            <a:ext cx="2776595" cy="1033672"/>
            <a:chOff x="8995807" y="857110"/>
            <a:chExt cx="2776595" cy="10336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321969-814A-4312-BBE2-43D8764F4B6F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27B3B6-5777-45A2-9137-948370B83A6A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147130-C973-4359-9904-216DC0D93534}"/>
              </a:ext>
            </a:extLst>
          </p:cNvPr>
          <p:cNvGrpSpPr/>
          <p:nvPr/>
        </p:nvGrpSpPr>
        <p:grpSpPr>
          <a:xfrm>
            <a:off x="692121" y="5085276"/>
            <a:ext cx="2776595" cy="1033672"/>
            <a:chOff x="8995807" y="857110"/>
            <a:chExt cx="2776595" cy="103367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6F6FB9B-716E-4A17-A4E6-966D7989E47C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FBAF8E1-32E1-4D5D-8154-BF8B8887FAB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946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2FAF604-2425-4A6B-B699-D0370CCFDC94}"/>
              </a:ext>
            </a:extLst>
          </p:cNvPr>
          <p:cNvGrpSpPr/>
          <p:nvPr/>
        </p:nvGrpSpPr>
        <p:grpSpPr>
          <a:xfrm>
            <a:off x="3889366" y="978693"/>
            <a:ext cx="4410092" cy="4950728"/>
            <a:chOff x="3889366" y="978693"/>
            <a:chExt cx="4410092" cy="4950728"/>
          </a:xfrm>
        </p:grpSpPr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345E77CF-3B60-447C-A980-21854473E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366" y="2350355"/>
              <a:ext cx="1454291" cy="2209767"/>
            </a:xfrm>
            <a:custGeom>
              <a:avLst/>
              <a:gdLst>
                <a:gd name="T0" fmla="*/ 270 w 294"/>
                <a:gd name="T1" fmla="*/ 223 h 447"/>
                <a:gd name="T2" fmla="*/ 294 w 294"/>
                <a:gd name="T3" fmla="*/ 136 h 447"/>
                <a:gd name="T4" fmla="*/ 59 w 294"/>
                <a:gd name="T5" fmla="*/ 0 h 447"/>
                <a:gd name="T6" fmla="*/ 0 w 294"/>
                <a:gd name="T7" fmla="*/ 223 h 447"/>
                <a:gd name="T8" fmla="*/ 60 w 294"/>
                <a:gd name="T9" fmla="*/ 447 h 447"/>
                <a:gd name="T10" fmla="*/ 294 w 294"/>
                <a:gd name="T11" fmla="*/ 311 h 447"/>
                <a:gd name="T12" fmla="*/ 270 w 294"/>
                <a:gd name="T13" fmla="*/ 223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4" h="447">
                  <a:moveTo>
                    <a:pt x="270" y="223"/>
                  </a:moveTo>
                  <a:cubicBezTo>
                    <a:pt x="270" y="191"/>
                    <a:pt x="279" y="161"/>
                    <a:pt x="294" y="136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1" y="66"/>
                    <a:pt x="0" y="142"/>
                    <a:pt x="0" y="223"/>
                  </a:cubicBezTo>
                  <a:cubicBezTo>
                    <a:pt x="0" y="305"/>
                    <a:pt x="22" y="381"/>
                    <a:pt x="60" y="447"/>
                  </a:cubicBezTo>
                  <a:cubicBezTo>
                    <a:pt x="294" y="311"/>
                    <a:pt x="294" y="311"/>
                    <a:pt x="294" y="311"/>
                  </a:cubicBezTo>
                  <a:cubicBezTo>
                    <a:pt x="279" y="285"/>
                    <a:pt x="270" y="255"/>
                    <a:pt x="270" y="223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2A77CE65-7AA1-4E59-9930-D6F708CCA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470" y="3552032"/>
              <a:ext cx="2138941" cy="2105889"/>
            </a:xfrm>
            <a:custGeom>
              <a:avLst/>
              <a:gdLst>
                <a:gd name="T0" fmla="*/ 281 w 433"/>
                <a:gd name="T1" fmla="*/ 68 h 426"/>
                <a:gd name="T2" fmla="*/ 342 w 433"/>
                <a:gd name="T3" fmla="*/ 33 h 426"/>
                <a:gd name="T4" fmla="*/ 95 w 433"/>
                <a:gd name="T5" fmla="*/ 0 h 426"/>
                <a:gd name="T6" fmla="*/ 0 w 433"/>
                <a:gd name="T7" fmla="*/ 231 h 426"/>
                <a:gd name="T8" fmla="*/ 47 w 433"/>
                <a:gd name="T9" fmla="*/ 204 h 426"/>
                <a:gd name="T10" fmla="*/ 433 w 433"/>
                <a:gd name="T11" fmla="*/ 426 h 426"/>
                <a:gd name="T12" fmla="*/ 433 w 433"/>
                <a:gd name="T13" fmla="*/ 156 h 426"/>
                <a:gd name="T14" fmla="*/ 281 w 433"/>
                <a:gd name="T15" fmla="*/ 68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3" h="426">
                  <a:moveTo>
                    <a:pt x="281" y="68"/>
                  </a:moveTo>
                  <a:cubicBezTo>
                    <a:pt x="342" y="33"/>
                    <a:pt x="342" y="33"/>
                    <a:pt x="342" y="33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47" y="204"/>
                    <a:pt x="47" y="204"/>
                    <a:pt x="47" y="204"/>
                  </a:cubicBezTo>
                  <a:cubicBezTo>
                    <a:pt x="124" y="337"/>
                    <a:pt x="268" y="426"/>
                    <a:pt x="433" y="426"/>
                  </a:cubicBezTo>
                  <a:cubicBezTo>
                    <a:pt x="433" y="156"/>
                    <a:pt x="433" y="156"/>
                    <a:pt x="433" y="156"/>
                  </a:cubicBezTo>
                  <a:cubicBezTo>
                    <a:pt x="368" y="156"/>
                    <a:pt x="311" y="120"/>
                    <a:pt x="281" y="68"/>
                  </a:cubicBezTo>
                  <a:close/>
                </a:path>
              </a:pathLst>
            </a:custGeom>
            <a:solidFill>
              <a:schemeClr val="accent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ADB74500-36E5-44A5-8B86-EE8335FA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3657" y="3887274"/>
              <a:ext cx="2663053" cy="2042147"/>
            </a:xfrm>
            <a:custGeom>
              <a:avLst/>
              <a:gdLst>
                <a:gd name="T0" fmla="*/ 304 w 539"/>
                <a:gd name="T1" fmla="*/ 0 h 413"/>
                <a:gd name="T2" fmla="*/ 152 w 539"/>
                <a:gd name="T3" fmla="*/ 88 h 413"/>
                <a:gd name="T4" fmla="*/ 152 w 539"/>
                <a:gd name="T5" fmla="*/ 17 h 413"/>
                <a:gd name="T6" fmla="*/ 0 w 539"/>
                <a:gd name="T7" fmla="*/ 215 h 413"/>
                <a:gd name="T8" fmla="*/ 152 w 539"/>
                <a:gd name="T9" fmla="*/ 413 h 413"/>
                <a:gd name="T10" fmla="*/ 152 w 539"/>
                <a:gd name="T11" fmla="*/ 358 h 413"/>
                <a:gd name="T12" fmla="*/ 539 w 539"/>
                <a:gd name="T13" fmla="*/ 135 h 413"/>
                <a:gd name="T14" fmla="*/ 304 w 539"/>
                <a:gd name="T15" fmla="*/ 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9" h="413">
                  <a:moveTo>
                    <a:pt x="304" y="0"/>
                  </a:moveTo>
                  <a:cubicBezTo>
                    <a:pt x="274" y="52"/>
                    <a:pt x="217" y="88"/>
                    <a:pt x="152" y="88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152" y="413"/>
                    <a:pt x="152" y="413"/>
                    <a:pt x="152" y="413"/>
                  </a:cubicBezTo>
                  <a:cubicBezTo>
                    <a:pt x="152" y="358"/>
                    <a:pt x="152" y="358"/>
                    <a:pt x="152" y="358"/>
                  </a:cubicBezTo>
                  <a:cubicBezTo>
                    <a:pt x="317" y="358"/>
                    <a:pt x="462" y="269"/>
                    <a:pt x="539" y="135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chemeClr val="accent3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377BB285-1D98-4ACF-A62B-7264504FF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336" y="2350355"/>
              <a:ext cx="1754122" cy="2502513"/>
            </a:xfrm>
            <a:custGeom>
              <a:avLst/>
              <a:gdLst>
                <a:gd name="T0" fmla="*/ 296 w 355"/>
                <a:gd name="T1" fmla="*/ 446 h 506"/>
                <a:gd name="T2" fmla="*/ 355 w 355"/>
                <a:gd name="T3" fmla="*/ 223 h 506"/>
                <a:gd name="T4" fmla="*/ 295 w 355"/>
                <a:gd name="T5" fmla="*/ 0 h 506"/>
                <a:gd name="T6" fmla="*/ 61 w 355"/>
                <a:gd name="T7" fmla="*/ 135 h 506"/>
                <a:gd name="T8" fmla="*/ 85 w 355"/>
                <a:gd name="T9" fmla="*/ 223 h 506"/>
                <a:gd name="T10" fmla="*/ 61 w 355"/>
                <a:gd name="T11" fmla="*/ 311 h 506"/>
                <a:gd name="T12" fmla="*/ 0 w 355"/>
                <a:gd name="T13" fmla="*/ 275 h 506"/>
                <a:gd name="T14" fmla="*/ 95 w 355"/>
                <a:gd name="T15" fmla="*/ 506 h 506"/>
                <a:gd name="T16" fmla="*/ 343 w 355"/>
                <a:gd name="T17" fmla="*/ 473 h 506"/>
                <a:gd name="T18" fmla="*/ 296 w 355"/>
                <a:gd name="T19" fmla="*/ 446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5" h="506">
                  <a:moveTo>
                    <a:pt x="296" y="446"/>
                  </a:moveTo>
                  <a:cubicBezTo>
                    <a:pt x="334" y="380"/>
                    <a:pt x="355" y="304"/>
                    <a:pt x="355" y="223"/>
                  </a:cubicBezTo>
                  <a:cubicBezTo>
                    <a:pt x="355" y="142"/>
                    <a:pt x="333" y="66"/>
                    <a:pt x="295" y="0"/>
                  </a:cubicBezTo>
                  <a:cubicBezTo>
                    <a:pt x="61" y="135"/>
                    <a:pt x="61" y="135"/>
                    <a:pt x="61" y="135"/>
                  </a:cubicBezTo>
                  <a:cubicBezTo>
                    <a:pt x="76" y="161"/>
                    <a:pt x="85" y="191"/>
                    <a:pt x="85" y="223"/>
                  </a:cubicBezTo>
                  <a:cubicBezTo>
                    <a:pt x="85" y="255"/>
                    <a:pt x="76" y="285"/>
                    <a:pt x="61" y="311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95" y="506"/>
                    <a:pt x="95" y="506"/>
                    <a:pt x="95" y="506"/>
                  </a:cubicBezTo>
                  <a:cubicBezTo>
                    <a:pt x="343" y="473"/>
                    <a:pt x="343" y="473"/>
                    <a:pt x="343" y="473"/>
                  </a:cubicBezTo>
                  <a:lnTo>
                    <a:pt x="296" y="446"/>
                  </a:lnTo>
                  <a:close/>
                </a:path>
              </a:pathLst>
            </a:custGeom>
            <a:solidFill>
              <a:schemeClr val="accent2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31A3AE5E-3ACB-4869-A4EC-EC1227EF0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411" y="1245471"/>
              <a:ext cx="2141302" cy="2112972"/>
            </a:xfrm>
            <a:custGeom>
              <a:avLst/>
              <a:gdLst>
                <a:gd name="T0" fmla="*/ 386 w 433"/>
                <a:gd name="T1" fmla="*/ 223 h 427"/>
                <a:gd name="T2" fmla="*/ 0 w 433"/>
                <a:gd name="T3" fmla="*/ 0 h 427"/>
                <a:gd name="T4" fmla="*/ 0 w 433"/>
                <a:gd name="T5" fmla="*/ 271 h 427"/>
                <a:gd name="T6" fmla="*/ 152 w 433"/>
                <a:gd name="T7" fmla="*/ 358 h 427"/>
                <a:gd name="T8" fmla="*/ 91 w 433"/>
                <a:gd name="T9" fmla="*/ 394 h 427"/>
                <a:gd name="T10" fmla="*/ 338 w 433"/>
                <a:gd name="T11" fmla="*/ 427 h 427"/>
                <a:gd name="T12" fmla="*/ 433 w 433"/>
                <a:gd name="T13" fmla="*/ 196 h 427"/>
                <a:gd name="T14" fmla="*/ 386 w 433"/>
                <a:gd name="T15" fmla="*/ 223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3" h="427">
                  <a:moveTo>
                    <a:pt x="386" y="223"/>
                  </a:moveTo>
                  <a:cubicBezTo>
                    <a:pt x="309" y="90"/>
                    <a:pt x="165" y="0"/>
                    <a:pt x="0" y="0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65" y="271"/>
                    <a:pt x="122" y="306"/>
                    <a:pt x="152" y="358"/>
                  </a:cubicBezTo>
                  <a:cubicBezTo>
                    <a:pt x="91" y="394"/>
                    <a:pt x="91" y="394"/>
                    <a:pt x="91" y="394"/>
                  </a:cubicBezTo>
                  <a:cubicBezTo>
                    <a:pt x="338" y="427"/>
                    <a:pt x="338" y="427"/>
                    <a:pt x="338" y="427"/>
                  </a:cubicBezTo>
                  <a:cubicBezTo>
                    <a:pt x="433" y="196"/>
                    <a:pt x="433" y="196"/>
                    <a:pt x="433" y="196"/>
                  </a:cubicBezTo>
                  <a:lnTo>
                    <a:pt x="386" y="223"/>
                  </a:lnTo>
                  <a:close/>
                </a:path>
              </a:pathLst>
            </a:custGeom>
            <a:solidFill>
              <a:schemeClr val="accent6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7BDB092C-F43E-43C9-8E97-A65CDB1D5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112" y="978693"/>
              <a:ext cx="2663053" cy="2042147"/>
            </a:xfrm>
            <a:custGeom>
              <a:avLst/>
              <a:gdLst>
                <a:gd name="T0" fmla="*/ 539 w 539"/>
                <a:gd name="T1" fmla="*/ 198 h 413"/>
                <a:gd name="T2" fmla="*/ 387 w 539"/>
                <a:gd name="T3" fmla="*/ 0 h 413"/>
                <a:gd name="T4" fmla="*/ 387 w 539"/>
                <a:gd name="T5" fmla="*/ 54 h 413"/>
                <a:gd name="T6" fmla="*/ 0 w 539"/>
                <a:gd name="T7" fmla="*/ 277 h 413"/>
                <a:gd name="T8" fmla="*/ 235 w 539"/>
                <a:gd name="T9" fmla="*/ 413 h 413"/>
                <a:gd name="T10" fmla="*/ 387 w 539"/>
                <a:gd name="T11" fmla="*/ 325 h 413"/>
                <a:gd name="T12" fmla="*/ 387 w 539"/>
                <a:gd name="T13" fmla="*/ 396 h 413"/>
                <a:gd name="T14" fmla="*/ 539 w 539"/>
                <a:gd name="T15" fmla="*/ 198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9" h="413">
                  <a:moveTo>
                    <a:pt x="539" y="198"/>
                  </a:moveTo>
                  <a:cubicBezTo>
                    <a:pt x="387" y="0"/>
                    <a:pt x="387" y="0"/>
                    <a:pt x="387" y="0"/>
                  </a:cubicBezTo>
                  <a:cubicBezTo>
                    <a:pt x="387" y="54"/>
                    <a:pt x="387" y="54"/>
                    <a:pt x="387" y="54"/>
                  </a:cubicBezTo>
                  <a:cubicBezTo>
                    <a:pt x="222" y="54"/>
                    <a:pt x="77" y="144"/>
                    <a:pt x="0" y="277"/>
                  </a:cubicBezTo>
                  <a:cubicBezTo>
                    <a:pt x="235" y="413"/>
                    <a:pt x="235" y="413"/>
                    <a:pt x="235" y="413"/>
                  </a:cubicBezTo>
                  <a:cubicBezTo>
                    <a:pt x="265" y="360"/>
                    <a:pt x="322" y="325"/>
                    <a:pt x="387" y="325"/>
                  </a:cubicBezTo>
                  <a:cubicBezTo>
                    <a:pt x="387" y="396"/>
                    <a:pt x="387" y="396"/>
                    <a:pt x="387" y="396"/>
                  </a:cubicBezTo>
                  <a:lnTo>
                    <a:pt x="539" y="198"/>
                  </a:lnTo>
                  <a:close/>
                </a:path>
              </a:pathLst>
            </a:custGeom>
            <a:solidFill>
              <a:schemeClr val="accent5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" name="Freeform 15">
              <a:extLst>
                <a:ext uri="{FF2B5EF4-FFF2-40B4-BE49-F238E27FC236}">
                  <a16:creationId xmlns:a16="http://schemas.microsoft.com/office/drawing/2014/main" id="{3EA46C95-6B22-4D1A-B339-64600A9FBA1D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601993" y="1384282"/>
              <a:ext cx="750754" cy="1964237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DEA76BC-2C95-45BD-B166-3615A1BDC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832" y="2072282"/>
              <a:ext cx="1697461" cy="1142657"/>
            </a:xfrm>
            <a:custGeom>
              <a:avLst/>
              <a:gdLst>
                <a:gd name="T0" fmla="*/ 0 w 719"/>
                <a:gd name="T1" fmla="*/ 69 h 484"/>
                <a:gd name="T2" fmla="*/ 520 w 719"/>
                <a:gd name="T3" fmla="*/ 0 h 484"/>
                <a:gd name="T4" fmla="*/ 719 w 719"/>
                <a:gd name="T5" fmla="*/ 484 h 484"/>
                <a:gd name="T6" fmla="*/ 0 w 719"/>
                <a:gd name="T7" fmla="*/ 69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9" h="484">
                  <a:moveTo>
                    <a:pt x="0" y="69"/>
                  </a:moveTo>
                  <a:lnTo>
                    <a:pt x="520" y="0"/>
                  </a:lnTo>
                  <a:lnTo>
                    <a:pt x="719" y="484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310A83-632E-42B4-82E6-E3E5B8EEE9E5}"/>
                </a:ext>
              </a:extLst>
            </p:cNvPr>
            <p:cNvSpPr txBox="1"/>
            <p:nvPr/>
          </p:nvSpPr>
          <p:spPr>
            <a:xfrm>
              <a:off x="5982166" y="168774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8F82D16-5265-4F57-A0B3-F55D4A6FC0F1}"/>
                </a:ext>
              </a:extLst>
            </p:cNvPr>
            <p:cNvSpPr txBox="1"/>
            <p:nvPr/>
          </p:nvSpPr>
          <p:spPr>
            <a:xfrm>
              <a:off x="7173657" y="2666794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05547B7-E613-4DD1-96B9-274DDAEA0EDB}"/>
                </a:ext>
              </a:extLst>
            </p:cNvPr>
            <p:cNvSpPr txBox="1"/>
            <p:nvPr/>
          </p:nvSpPr>
          <p:spPr>
            <a:xfrm>
              <a:off x="6970457" y="4144612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D8E5E06-97F3-49EC-AC30-519B13BA7DB0}"/>
                </a:ext>
              </a:extLst>
            </p:cNvPr>
            <p:cNvSpPr txBox="1"/>
            <p:nvPr/>
          </p:nvSpPr>
          <p:spPr>
            <a:xfrm>
              <a:off x="5529585" y="4698793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04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4D7A94-C423-4D27-A88E-EF124A9C2799}"/>
                </a:ext>
              </a:extLst>
            </p:cNvPr>
            <p:cNvSpPr txBox="1"/>
            <p:nvPr/>
          </p:nvSpPr>
          <p:spPr>
            <a:xfrm>
              <a:off x="4384276" y="3747448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2A2309B-6AA7-46B0-A61D-53071D786101}"/>
                </a:ext>
              </a:extLst>
            </p:cNvPr>
            <p:cNvSpPr txBox="1"/>
            <p:nvPr/>
          </p:nvSpPr>
          <p:spPr>
            <a:xfrm>
              <a:off x="4569003" y="2232684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06</a:t>
              </a:r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E74D886A-8B68-486B-BFB8-3E91FA7C58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5163" y="3589324"/>
              <a:ext cx="388245" cy="323727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1" name="Freeform 37">
              <a:extLst>
                <a:ext uri="{FF2B5EF4-FFF2-40B4-BE49-F238E27FC236}">
                  <a16:creationId xmlns:a16="http://schemas.microsoft.com/office/drawing/2014/main" id="{CAC19CB9-619D-441B-AA92-7684D331A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2151" y="2093015"/>
              <a:ext cx="423012" cy="44039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12379F-D529-44AA-866F-165C3B2181DB}"/>
                </a:ext>
              </a:extLst>
            </p:cNvPr>
            <p:cNvGrpSpPr/>
            <p:nvPr/>
          </p:nvGrpSpPr>
          <p:grpSpPr>
            <a:xfrm>
              <a:off x="5360056" y="1770683"/>
              <a:ext cx="451187" cy="371599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73" name="Freeform 21">
                <a:extLst>
                  <a:ext uri="{FF2B5EF4-FFF2-40B4-BE49-F238E27FC236}">
                    <a16:creationId xmlns:a16="http://schemas.microsoft.com/office/drawing/2014/main" id="{CFB979EB-E1D0-4D8A-9C0D-66972090F0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74" name="Freeform 22">
                <a:extLst>
                  <a:ext uri="{FF2B5EF4-FFF2-40B4-BE49-F238E27FC236}">
                    <a16:creationId xmlns:a16="http://schemas.microsoft.com/office/drawing/2014/main" id="{AE136B70-E87F-403E-AFCB-0F46B5A031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A39024D7-ACC6-4CAC-A1DA-C6972D2A20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2763" y="4698793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11C4432F-5BCF-42F7-91A0-98D032991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3175" y="4370553"/>
              <a:ext cx="200863" cy="398633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18DB105-C40C-4845-8BB1-5F21EA92EE47}"/>
                </a:ext>
              </a:extLst>
            </p:cNvPr>
            <p:cNvGrpSpPr/>
            <p:nvPr/>
          </p:nvGrpSpPr>
          <p:grpSpPr>
            <a:xfrm>
              <a:off x="4434196" y="2885617"/>
              <a:ext cx="366232" cy="363172"/>
              <a:chOff x="396876" y="3176588"/>
              <a:chExt cx="3040063" cy="3014663"/>
            </a:xfrm>
            <a:solidFill>
              <a:schemeClr val="bg1"/>
            </a:solidFill>
          </p:grpSpPr>
          <p:sp>
            <p:nvSpPr>
              <p:cNvPr id="78" name="Freeform 13">
                <a:extLst>
                  <a:ext uri="{FF2B5EF4-FFF2-40B4-BE49-F238E27FC236}">
                    <a16:creationId xmlns:a16="http://schemas.microsoft.com/office/drawing/2014/main" id="{A02AB8CE-B7FA-4A25-827A-0AAE0F3B0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76" y="3176588"/>
                <a:ext cx="3040063" cy="3014663"/>
              </a:xfrm>
              <a:custGeom>
                <a:avLst/>
                <a:gdLst>
                  <a:gd name="T0" fmla="*/ 499 w 3828"/>
                  <a:gd name="T1" fmla="*/ 0 h 3799"/>
                  <a:gd name="T2" fmla="*/ 536 w 3828"/>
                  <a:gd name="T3" fmla="*/ 13 h 3799"/>
                  <a:gd name="T4" fmla="*/ 950 w 3828"/>
                  <a:gd name="T5" fmla="*/ 502 h 3799"/>
                  <a:gd name="T6" fmla="*/ 976 w 3828"/>
                  <a:gd name="T7" fmla="*/ 540 h 3799"/>
                  <a:gd name="T8" fmla="*/ 977 w 3828"/>
                  <a:gd name="T9" fmla="*/ 586 h 3799"/>
                  <a:gd name="T10" fmla="*/ 955 w 3828"/>
                  <a:gd name="T11" fmla="*/ 622 h 3799"/>
                  <a:gd name="T12" fmla="*/ 919 w 3828"/>
                  <a:gd name="T13" fmla="*/ 642 h 3799"/>
                  <a:gd name="T14" fmla="*/ 897 w 3828"/>
                  <a:gd name="T15" fmla="*/ 644 h 3799"/>
                  <a:gd name="T16" fmla="*/ 652 w 3828"/>
                  <a:gd name="T17" fmla="*/ 645 h 3799"/>
                  <a:gd name="T18" fmla="*/ 3176 w 3828"/>
                  <a:gd name="T19" fmla="*/ 3153 h 3799"/>
                  <a:gd name="T20" fmla="*/ 3178 w 3828"/>
                  <a:gd name="T21" fmla="*/ 2891 h 3799"/>
                  <a:gd name="T22" fmla="*/ 3194 w 3828"/>
                  <a:gd name="T23" fmla="*/ 2859 h 3799"/>
                  <a:gd name="T24" fmla="*/ 3223 w 3828"/>
                  <a:gd name="T25" fmla="*/ 2837 h 3799"/>
                  <a:gd name="T26" fmla="*/ 3269 w 3828"/>
                  <a:gd name="T27" fmla="*/ 2830 h 3799"/>
                  <a:gd name="T28" fmla="*/ 3310 w 3828"/>
                  <a:gd name="T29" fmla="*/ 2848 h 3799"/>
                  <a:gd name="T30" fmla="*/ 3811 w 3828"/>
                  <a:gd name="T31" fmla="*/ 3265 h 3799"/>
                  <a:gd name="T32" fmla="*/ 3826 w 3828"/>
                  <a:gd name="T33" fmla="*/ 3296 h 3799"/>
                  <a:gd name="T34" fmla="*/ 3826 w 3828"/>
                  <a:gd name="T35" fmla="*/ 3332 h 3799"/>
                  <a:gd name="T36" fmla="*/ 3811 w 3828"/>
                  <a:gd name="T37" fmla="*/ 3364 h 3799"/>
                  <a:gd name="T38" fmla="*/ 3310 w 3828"/>
                  <a:gd name="T39" fmla="*/ 3781 h 3799"/>
                  <a:gd name="T40" fmla="*/ 3276 w 3828"/>
                  <a:gd name="T41" fmla="*/ 3798 h 3799"/>
                  <a:gd name="T42" fmla="*/ 3240 w 3828"/>
                  <a:gd name="T43" fmla="*/ 3798 h 3799"/>
                  <a:gd name="T44" fmla="*/ 3207 w 3828"/>
                  <a:gd name="T45" fmla="*/ 3783 h 3799"/>
                  <a:gd name="T46" fmla="*/ 3184 w 3828"/>
                  <a:gd name="T47" fmla="*/ 3755 h 3799"/>
                  <a:gd name="T48" fmla="*/ 3176 w 3828"/>
                  <a:gd name="T49" fmla="*/ 3719 h 3799"/>
                  <a:gd name="T50" fmla="*/ 489 w 3828"/>
                  <a:gd name="T51" fmla="*/ 3477 h 3799"/>
                  <a:gd name="T52" fmla="*/ 426 w 3828"/>
                  <a:gd name="T53" fmla="*/ 3464 h 3799"/>
                  <a:gd name="T54" fmla="*/ 374 w 3828"/>
                  <a:gd name="T55" fmla="*/ 3429 h 3799"/>
                  <a:gd name="T56" fmla="*/ 339 w 3828"/>
                  <a:gd name="T57" fmla="*/ 3378 h 3799"/>
                  <a:gd name="T58" fmla="*/ 326 w 3828"/>
                  <a:gd name="T59" fmla="*/ 3314 h 3799"/>
                  <a:gd name="T60" fmla="*/ 82 w 3828"/>
                  <a:gd name="T61" fmla="*/ 645 h 3799"/>
                  <a:gd name="T62" fmla="*/ 46 w 3828"/>
                  <a:gd name="T63" fmla="*/ 637 h 3799"/>
                  <a:gd name="T64" fmla="*/ 18 w 3828"/>
                  <a:gd name="T65" fmla="*/ 614 h 3799"/>
                  <a:gd name="T66" fmla="*/ 2 w 3828"/>
                  <a:gd name="T67" fmla="*/ 581 h 3799"/>
                  <a:gd name="T68" fmla="*/ 0 w 3828"/>
                  <a:gd name="T69" fmla="*/ 562 h 3799"/>
                  <a:gd name="T70" fmla="*/ 8 w 3828"/>
                  <a:gd name="T71" fmla="*/ 527 h 3799"/>
                  <a:gd name="T72" fmla="*/ 426 w 3828"/>
                  <a:gd name="T73" fmla="*/ 26 h 3799"/>
                  <a:gd name="T74" fmla="*/ 459 w 3828"/>
                  <a:gd name="T75" fmla="*/ 4 h 3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28" h="3799">
                    <a:moveTo>
                      <a:pt x="479" y="0"/>
                    </a:moveTo>
                    <a:lnTo>
                      <a:pt x="499" y="0"/>
                    </a:lnTo>
                    <a:lnTo>
                      <a:pt x="518" y="4"/>
                    </a:lnTo>
                    <a:lnTo>
                      <a:pt x="536" y="13"/>
                    </a:lnTo>
                    <a:lnTo>
                      <a:pt x="551" y="26"/>
                    </a:lnTo>
                    <a:lnTo>
                      <a:pt x="950" y="502"/>
                    </a:lnTo>
                    <a:lnTo>
                      <a:pt x="966" y="519"/>
                    </a:lnTo>
                    <a:lnTo>
                      <a:pt x="976" y="540"/>
                    </a:lnTo>
                    <a:lnTo>
                      <a:pt x="979" y="564"/>
                    </a:lnTo>
                    <a:lnTo>
                      <a:pt x="977" y="586"/>
                    </a:lnTo>
                    <a:lnTo>
                      <a:pt x="968" y="605"/>
                    </a:lnTo>
                    <a:lnTo>
                      <a:pt x="955" y="622"/>
                    </a:lnTo>
                    <a:lnTo>
                      <a:pt x="938" y="633"/>
                    </a:lnTo>
                    <a:lnTo>
                      <a:pt x="919" y="642"/>
                    </a:lnTo>
                    <a:lnTo>
                      <a:pt x="897" y="645"/>
                    </a:lnTo>
                    <a:lnTo>
                      <a:pt x="897" y="644"/>
                    </a:lnTo>
                    <a:lnTo>
                      <a:pt x="896" y="645"/>
                    </a:lnTo>
                    <a:lnTo>
                      <a:pt x="652" y="645"/>
                    </a:lnTo>
                    <a:lnTo>
                      <a:pt x="652" y="3153"/>
                    </a:lnTo>
                    <a:lnTo>
                      <a:pt x="3176" y="3153"/>
                    </a:lnTo>
                    <a:lnTo>
                      <a:pt x="3176" y="2910"/>
                    </a:lnTo>
                    <a:lnTo>
                      <a:pt x="3178" y="2891"/>
                    </a:lnTo>
                    <a:lnTo>
                      <a:pt x="3184" y="2874"/>
                    </a:lnTo>
                    <a:lnTo>
                      <a:pt x="3194" y="2859"/>
                    </a:lnTo>
                    <a:lnTo>
                      <a:pt x="3207" y="2847"/>
                    </a:lnTo>
                    <a:lnTo>
                      <a:pt x="3223" y="2837"/>
                    </a:lnTo>
                    <a:lnTo>
                      <a:pt x="3246" y="2830"/>
                    </a:lnTo>
                    <a:lnTo>
                      <a:pt x="3269" y="2830"/>
                    </a:lnTo>
                    <a:lnTo>
                      <a:pt x="3290" y="2836"/>
                    </a:lnTo>
                    <a:lnTo>
                      <a:pt x="3310" y="2848"/>
                    </a:lnTo>
                    <a:lnTo>
                      <a:pt x="3798" y="3252"/>
                    </a:lnTo>
                    <a:lnTo>
                      <a:pt x="3811" y="3265"/>
                    </a:lnTo>
                    <a:lnTo>
                      <a:pt x="3821" y="3281"/>
                    </a:lnTo>
                    <a:lnTo>
                      <a:pt x="3826" y="3296"/>
                    </a:lnTo>
                    <a:lnTo>
                      <a:pt x="3828" y="3314"/>
                    </a:lnTo>
                    <a:lnTo>
                      <a:pt x="3826" y="3332"/>
                    </a:lnTo>
                    <a:lnTo>
                      <a:pt x="3821" y="3349"/>
                    </a:lnTo>
                    <a:lnTo>
                      <a:pt x="3811" y="3364"/>
                    </a:lnTo>
                    <a:lnTo>
                      <a:pt x="3798" y="3376"/>
                    </a:lnTo>
                    <a:lnTo>
                      <a:pt x="3310" y="3781"/>
                    </a:lnTo>
                    <a:lnTo>
                      <a:pt x="3294" y="3791"/>
                    </a:lnTo>
                    <a:lnTo>
                      <a:pt x="3276" y="3798"/>
                    </a:lnTo>
                    <a:lnTo>
                      <a:pt x="3258" y="3799"/>
                    </a:lnTo>
                    <a:lnTo>
                      <a:pt x="3240" y="3798"/>
                    </a:lnTo>
                    <a:lnTo>
                      <a:pt x="3223" y="3792"/>
                    </a:lnTo>
                    <a:lnTo>
                      <a:pt x="3207" y="3783"/>
                    </a:lnTo>
                    <a:lnTo>
                      <a:pt x="3194" y="3770"/>
                    </a:lnTo>
                    <a:lnTo>
                      <a:pt x="3184" y="3755"/>
                    </a:lnTo>
                    <a:lnTo>
                      <a:pt x="3178" y="3737"/>
                    </a:lnTo>
                    <a:lnTo>
                      <a:pt x="3176" y="3719"/>
                    </a:lnTo>
                    <a:lnTo>
                      <a:pt x="3176" y="3477"/>
                    </a:lnTo>
                    <a:lnTo>
                      <a:pt x="489" y="3477"/>
                    </a:lnTo>
                    <a:lnTo>
                      <a:pt x="456" y="3473"/>
                    </a:lnTo>
                    <a:lnTo>
                      <a:pt x="426" y="3464"/>
                    </a:lnTo>
                    <a:lnTo>
                      <a:pt x="398" y="3449"/>
                    </a:lnTo>
                    <a:lnTo>
                      <a:pt x="374" y="3429"/>
                    </a:lnTo>
                    <a:lnTo>
                      <a:pt x="354" y="3405"/>
                    </a:lnTo>
                    <a:lnTo>
                      <a:pt x="339" y="3378"/>
                    </a:lnTo>
                    <a:lnTo>
                      <a:pt x="329" y="3348"/>
                    </a:lnTo>
                    <a:lnTo>
                      <a:pt x="326" y="3314"/>
                    </a:lnTo>
                    <a:lnTo>
                      <a:pt x="326" y="645"/>
                    </a:lnTo>
                    <a:lnTo>
                      <a:pt x="82" y="645"/>
                    </a:lnTo>
                    <a:lnTo>
                      <a:pt x="64" y="643"/>
                    </a:lnTo>
                    <a:lnTo>
                      <a:pt x="46" y="637"/>
                    </a:lnTo>
                    <a:lnTo>
                      <a:pt x="31" y="627"/>
                    </a:lnTo>
                    <a:lnTo>
                      <a:pt x="18" y="614"/>
                    </a:lnTo>
                    <a:lnTo>
                      <a:pt x="8" y="599"/>
                    </a:lnTo>
                    <a:lnTo>
                      <a:pt x="2" y="581"/>
                    </a:lnTo>
                    <a:lnTo>
                      <a:pt x="0" y="563"/>
                    </a:lnTo>
                    <a:lnTo>
                      <a:pt x="0" y="562"/>
                    </a:lnTo>
                    <a:lnTo>
                      <a:pt x="2" y="545"/>
                    </a:lnTo>
                    <a:lnTo>
                      <a:pt x="8" y="527"/>
                    </a:lnTo>
                    <a:lnTo>
                      <a:pt x="19" y="512"/>
                    </a:lnTo>
                    <a:lnTo>
                      <a:pt x="426" y="26"/>
                    </a:lnTo>
                    <a:lnTo>
                      <a:pt x="441" y="13"/>
                    </a:lnTo>
                    <a:lnTo>
                      <a:pt x="459" y="4"/>
                    </a:lnTo>
                    <a:lnTo>
                      <a:pt x="4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79" name="Freeform 14">
                <a:extLst>
                  <a:ext uri="{FF2B5EF4-FFF2-40B4-BE49-F238E27FC236}">
                    <a16:creationId xmlns:a16="http://schemas.microsoft.com/office/drawing/2014/main" id="{D615DEDF-4611-41DF-9715-81B1674B8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972051"/>
                <a:ext cx="1679575" cy="384175"/>
              </a:xfrm>
              <a:custGeom>
                <a:avLst/>
                <a:gdLst>
                  <a:gd name="T0" fmla="*/ 244 w 2118"/>
                  <a:gd name="T1" fmla="*/ 0 h 486"/>
                  <a:gd name="T2" fmla="*/ 1873 w 2118"/>
                  <a:gd name="T3" fmla="*/ 0 h 486"/>
                  <a:gd name="T4" fmla="*/ 1913 w 2118"/>
                  <a:gd name="T5" fmla="*/ 4 h 486"/>
                  <a:gd name="T6" fmla="*/ 1950 w 2118"/>
                  <a:gd name="T7" fmla="*/ 14 h 486"/>
                  <a:gd name="T8" fmla="*/ 1985 w 2118"/>
                  <a:gd name="T9" fmla="*/ 28 h 486"/>
                  <a:gd name="T10" fmla="*/ 2018 w 2118"/>
                  <a:gd name="T11" fmla="*/ 48 h 486"/>
                  <a:gd name="T12" fmla="*/ 2047 w 2118"/>
                  <a:gd name="T13" fmla="*/ 72 h 486"/>
                  <a:gd name="T14" fmla="*/ 2071 w 2118"/>
                  <a:gd name="T15" fmla="*/ 100 h 486"/>
                  <a:gd name="T16" fmla="*/ 2090 w 2118"/>
                  <a:gd name="T17" fmla="*/ 132 h 486"/>
                  <a:gd name="T18" fmla="*/ 2106 w 2118"/>
                  <a:gd name="T19" fmla="*/ 167 h 486"/>
                  <a:gd name="T20" fmla="*/ 2114 w 2118"/>
                  <a:gd name="T21" fmla="*/ 204 h 486"/>
                  <a:gd name="T22" fmla="*/ 2118 w 2118"/>
                  <a:gd name="T23" fmla="*/ 243 h 486"/>
                  <a:gd name="T24" fmla="*/ 2114 w 2118"/>
                  <a:gd name="T25" fmla="*/ 283 h 486"/>
                  <a:gd name="T26" fmla="*/ 2106 w 2118"/>
                  <a:gd name="T27" fmla="*/ 320 h 486"/>
                  <a:gd name="T28" fmla="*/ 2090 w 2118"/>
                  <a:gd name="T29" fmla="*/ 355 h 486"/>
                  <a:gd name="T30" fmla="*/ 2071 w 2118"/>
                  <a:gd name="T31" fmla="*/ 386 h 486"/>
                  <a:gd name="T32" fmla="*/ 2047 w 2118"/>
                  <a:gd name="T33" fmla="*/ 415 h 486"/>
                  <a:gd name="T34" fmla="*/ 2018 w 2118"/>
                  <a:gd name="T35" fmla="*/ 439 h 486"/>
                  <a:gd name="T36" fmla="*/ 1985 w 2118"/>
                  <a:gd name="T37" fmla="*/ 459 h 486"/>
                  <a:gd name="T38" fmla="*/ 1950 w 2118"/>
                  <a:gd name="T39" fmla="*/ 474 h 486"/>
                  <a:gd name="T40" fmla="*/ 1913 w 2118"/>
                  <a:gd name="T41" fmla="*/ 483 h 486"/>
                  <a:gd name="T42" fmla="*/ 1873 w 2118"/>
                  <a:gd name="T43" fmla="*/ 486 h 486"/>
                  <a:gd name="T44" fmla="*/ 244 w 2118"/>
                  <a:gd name="T45" fmla="*/ 486 h 486"/>
                  <a:gd name="T46" fmla="*/ 205 w 2118"/>
                  <a:gd name="T47" fmla="*/ 483 h 486"/>
                  <a:gd name="T48" fmla="*/ 167 w 2118"/>
                  <a:gd name="T49" fmla="*/ 474 h 486"/>
                  <a:gd name="T50" fmla="*/ 132 w 2118"/>
                  <a:gd name="T51" fmla="*/ 459 h 486"/>
                  <a:gd name="T52" fmla="*/ 100 w 2118"/>
                  <a:gd name="T53" fmla="*/ 439 h 486"/>
                  <a:gd name="T54" fmla="*/ 71 w 2118"/>
                  <a:gd name="T55" fmla="*/ 415 h 486"/>
                  <a:gd name="T56" fmla="*/ 47 w 2118"/>
                  <a:gd name="T57" fmla="*/ 386 h 486"/>
                  <a:gd name="T58" fmla="*/ 28 w 2118"/>
                  <a:gd name="T59" fmla="*/ 355 h 486"/>
                  <a:gd name="T60" fmla="*/ 12 w 2118"/>
                  <a:gd name="T61" fmla="*/ 320 h 486"/>
                  <a:gd name="T62" fmla="*/ 4 w 2118"/>
                  <a:gd name="T63" fmla="*/ 283 h 486"/>
                  <a:gd name="T64" fmla="*/ 0 w 2118"/>
                  <a:gd name="T65" fmla="*/ 243 h 486"/>
                  <a:gd name="T66" fmla="*/ 4 w 2118"/>
                  <a:gd name="T67" fmla="*/ 204 h 486"/>
                  <a:gd name="T68" fmla="*/ 12 w 2118"/>
                  <a:gd name="T69" fmla="*/ 167 h 486"/>
                  <a:gd name="T70" fmla="*/ 28 w 2118"/>
                  <a:gd name="T71" fmla="*/ 132 h 486"/>
                  <a:gd name="T72" fmla="*/ 47 w 2118"/>
                  <a:gd name="T73" fmla="*/ 100 h 486"/>
                  <a:gd name="T74" fmla="*/ 71 w 2118"/>
                  <a:gd name="T75" fmla="*/ 72 h 486"/>
                  <a:gd name="T76" fmla="*/ 100 w 2118"/>
                  <a:gd name="T77" fmla="*/ 48 h 486"/>
                  <a:gd name="T78" fmla="*/ 132 w 2118"/>
                  <a:gd name="T79" fmla="*/ 28 h 486"/>
                  <a:gd name="T80" fmla="*/ 167 w 2118"/>
                  <a:gd name="T81" fmla="*/ 14 h 486"/>
                  <a:gd name="T82" fmla="*/ 205 w 2118"/>
                  <a:gd name="T83" fmla="*/ 4 h 486"/>
                  <a:gd name="T84" fmla="*/ 244 w 2118"/>
                  <a:gd name="T85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18" h="486">
                    <a:moveTo>
                      <a:pt x="244" y="0"/>
                    </a:moveTo>
                    <a:lnTo>
                      <a:pt x="1873" y="0"/>
                    </a:lnTo>
                    <a:lnTo>
                      <a:pt x="1913" y="4"/>
                    </a:lnTo>
                    <a:lnTo>
                      <a:pt x="1950" y="14"/>
                    </a:lnTo>
                    <a:lnTo>
                      <a:pt x="1985" y="28"/>
                    </a:lnTo>
                    <a:lnTo>
                      <a:pt x="2018" y="48"/>
                    </a:lnTo>
                    <a:lnTo>
                      <a:pt x="2047" y="72"/>
                    </a:lnTo>
                    <a:lnTo>
                      <a:pt x="2071" y="100"/>
                    </a:lnTo>
                    <a:lnTo>
                      <a:pt x="2090" y="132"/>
                    </a:lnTo>
                    <a:lnTo>
                      <a:pt x="2106" y="167"/>
                    </a:lnTo>
                    <a:lnTo>
                      <a:pt x="2114" y="204"/>
                    </a:lnTo>
                    <a:lnTo>
                      <a:pt x="2118" y="243"/>
                    </a:lnTo>
                    <a:lnTo>
                      <a:pt x="2114" y="283"/>
                    </a:lnTo>
                    <a:lnTo>
                      <a:pt x="2106" y="320"/>
                    </a:lnTo>
                    <a:lnTo>
                      <a:pt x="2090" y="355"/>
                    </a:lnTo>
                    <a:lnTo>
                      <a:pt x="2071" y="386"/>
                    </a:lnTo>
                    <a:lnTo>
                      <a:pt x="2047" y="415"/>
                    </a:lnTo>
                    <a:lnTo>
                      <a:pt x="2018" y="439"/>
                    </a:lnTo>
                    <a:lnTo>
                      <a:pt x="1985" y="459"/>
                    </a:lnTo>
                    <a:lnTo>
                      <a:pt x="1950" y="474"/>
                    </a:lnTo>
                    <a:lnTo>
                      <a:pt x="1913" y="483"/>
                    </a:lnTo>
                    <a:lnTo>
                      <a:pt x="1873" y="486"/>
                    </a:lnTo>
                    <a:lnTo>
                      <a:pt x="244" y="486"/>
                    </a:lnTo>
                    <a:lnTo>
                      <a:pt x="205" y="483"/>
                    </a:lnTo>
                    <a:lnTo>
                      <a:pt x="167" y="474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20"/>
                    </a:lnTo>
                    <a:lnTo>
                      <a:pt x="4" y="283"/>
                    </a:lnTo>
                    <a:lnTo>
                      <a:pt x="0" y="243"/>
                    </a:lnTo>
                    <a:lnTo>
                      <a:pt x="4" y="204"/>
                    </a:lnTo>
                    <a:lnTo>
                      <a:pt x="12" y="167"/>
                    </a:lnTo>
                    <a:lnTo>
                      <a:pt x="28" y="132"/>
                    </a:lnTo>
                    <a:lnTo>
                      <a:pt x="47" y="100"/>
                    </a:lnTo>
                    <a:lnTo>
                      <a:pt x="71" y="72"/>
                    </a:lnTo>
                    <a:lnTo>
                      <a:pt x="100" y="48"/>
                    </a:lnTo>
                    <a:lnTo>
                      <a:pt x="132" y="28"/>
                    </a:lnTo>
                    <a:lnTo>
                      <a:pt x="167" y="14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80" name="Freeform 15">
                <a:extLst>
                  <a:ext uri="{FF2B5EF4-FFF2-40B4-BE49-F238E27FC236}">
                    <a16:creationId xmlns:a16="http://schemas.microsoft.com/office/drawing/2014/main" id="{23AB309A-9EBD-469D-9C60-F01E436A8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457701"/>
                <a:ext cx="1033463" cy="385763"/>
              </a:xfrm>
              <a:custGeom>
                <a:avLst/>
                <a:gdLst>
                  <a:gd name="T0" fmla="*/ 244 w 1303"/>
                  <a:gd name="T1" fmla="*/ 0 h 485"/>
                  <a:gd name="T2" fmla="*/ 1059 w 1303"/>
                  <a:gd name="T3" fmla="*/ 0 h 485"/>
                  <a:gd name="T4" fmla="*/ 1099 w 1303"/>
                  <a:gd name="T5" fmla="*/ 2 h 485"/>
                  <a:gd name="T6" fmla="*/ 1136 w 1303"/>
                  <a:gd name="T7" fmla="*/ 12 h 485"/>
                  <a:gd name="T8" fmla="*/ 1171 w 1303"/>
                  <a:gd name="T9" fmla="*/ 26 h 485"/>
                  <a:gd name="T10" fmla="*/ 1203 w 1303"/>
                  <a:gd name="T11" fmla="*/ 46 h 485"/>
                  <a:gd name="T12" fmla="*/ 1232 w 1303"/>
                  <a:gd name="T13" fmla="*/ 70 h 485"/>
                  <a:gd name="T14" fmla="*/ 1256 w 1303"/>
                  <a:gd name="T15" fmla="*/ 99 h 485"/>
                  <a:gd name="T16" fmla="*/ 1275 w 1303"/>
                  <a:gd name="T17" fmla="*/ 130 h 485"/>
                  <a:gd name="T18" fmla="*/ 1291 w 1303"/>
                  <a:gd name="T19" fmla="*/ 166 h 485"/>
                  <a:gd name="T20" fmla="*/ 1301 w 1303"/>
                  <a:gd name="T21" fmla="*/ 203 h 485"/>
                  <a:gd name="T22" fmla="*/ 1303 w 1303"/>
                  <a:gd name="T23" fmla="*/ 242 h 485"/>
                  <a:gd name="T24" fmla="*/ 1301 w 1303"/>
                  <a:gd name="T25" fmla="*/ 282 h 485"/>
                  <a:gd name="T26" fmla="*/ 1291 w 1303"/>
                  <a:gd name="T27" fmla="*/ 319 h 485"/>
                  <a:gd name="T28" fmla="*/ 1275 w 1303"/>
                  <a:gd name="T29" fmla="*/ 354 h 485"/>
                  <a:gd name="T30" fmla="*/ 1256 w 1303"/>
                  <a:gd name="T31" fmla="*/ 386 h 485"/>
                  <a:gd name="T32" fmla="*/ 1232 w 1303"/>
                  <a:gd name="T33" fmla="*/ 413 h 485"/>
                  <a:gd name="T34" fmla="*/ 1203 w 1303"/>
                  <a:gd name="T35" fmla="*/ 438 h 485"/>
                  <a:gd name="T36" fmla="*/ 1171 w 1303"/>
                  <a:gd name="T37" fmla="*/ 458 h 485"/>
                  <a:gd name="T38" fmla="*/ 1136 w 1303"/>
                  <a:gd name="T39" fmla="*/ 472 h 485"/>
                  <a:gd name="T40" fmla="*/ 1099 w 1303"/>
                  <a:gd name="T41" fmla="*/ 482 h 485"/>
                  <a:gd name="T42" fmla="*/ 1059 w 1303"/>
                  <a:gd name="T43" fmla="*/ 485 h 485"/>
                  <a:gd name="T44" fmla="*/ 244 w 1303"/>
                  <a:gd name="T45" fmla="*/ 485 h 485"/>
                  <a:gd name="T46" fmla="*/ 205 w 1303"/>
                  <a:gd name="T47" fmla="*/ 482 h 485"/>
                  <a:gd name="T48" fmla="*/ 167 w 1303"/>
                  <a:gd name="T49" fmla="*/ 472 h 485"/>
                  <a:gd name="T50" fmla="*/ 132 w 1303"/>
                  <a:gd name="T51" fmla="*/ 458 h 485"/>
                  <a:gd name="T52" fmla="*/ 100 w 1303"/>
                  <a:gd name="T53" fmla="*/ 438 h 485"/>
                  <a:gd name="T54" fmla="*/ 71 w 1303"/>
                  <a:gd name="T55" fmla="*/ 413 h 485"/>
                  <a:gd name="T56" fmla="*/ 47 w 1303"/>
                  <a:gd name="T57" fmla="*/ 386 h 485"/>
                  <a:gd name="T58" fmla="*/ 28 w 1303"/>
                  <a:gd name="T59" fmla="*/ 354 h 485"/>
                  <a:gd name="T60" fmla="*/ 12 w 1303"/>
                  <a:gd name="T61" fmla="*/ 319 h 485"/>
                  <a:gd name="T62" fmla="*/ 4 w 1303"/>
                  <a:gd name="T63" fmla="*/ 282 h 485"/>
                  <a:gd name="T64" fmla="*/ 0 w 1303"/>
                  <a:gd name="T65" fmla="*/ 242 h 485"/>
                  <a:gd name="T66" fmla="*/ 4 w 1303"/>
                  <a:gd name="T67" fmla="*/ 203 h 485"/>
                  <a:gd name="T68" fmla="*/ 12 w 1303"/>
                  <a:gd name="T69" fmla="*/ 166 h 485"/>
                  <a:gd name="T70" fmla="*/ 28 w 1303"/>
                  <a:gd name="T71" fmla="*/ 130 h 485"/>
                  <a:gd name="T72" fmla="*/ 47 w 1303"/>
                  <a:gd name="T73" fmla="*/ 99 h 485"/>
                  <a:gd name="T74" fmla="*/ 71 w 1303"/>
                  <a:gd name="T75" fmla="*/ 70 h 485"/>
                  <a:gd name="T76" fmla="*/ 100 w 1303"/>
                  <a:gd name="T77" fmla="*/ 46 h 485"/>
                  <a:gd name="T78" fmla="*/ 132 w 1303"/>
                  <a:gd name="T79" fmla="*/ 26 h 485"/>
                  <a:gd name="T80" fmla="*/ 167 w 1303"/>
                  <a:gd name="T81" fmla="*/ 12 h 485"/>
                  <a:gd name="T82" fmla="*/ 205 w 1303"/>
                  <a:gd name="T83" fmla="*/ 2 h 485"/>
                  <a:gd name="T84" fmla="*/ 244 w 1303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03" h="485">
                    <a:moveTo>
                      <a:pt x="244" y="0"/>
                    </a:moveTo>
                    <a:lnTo>
                      <a:pt x="1059" y="0"/>
                    </a:lnTo>
                    <a:lnTo>
                      <a:pt x="1099" y="2"/>
                    </a:lnTo>
                    <a:lnTo>
                      <a:pt x="1136" y="12"/>
                    </a:lnTo>
                    <a:lnTo>
                      <a:pt x="1171" y="26"/>
                    </a:lnTo>
                    <a:lnTo>
                      <a:pt x="1203" y="46"/>
                    </a:lnTo>
                    <a:lnTo>
                      <a:pt x="1232" y="70"/>
                    </a:lnTo>
                    <a:lnTo>
                      <a:pt x="1256" y="99"/>
                    </a:lnTo>
                    <a:lnTo>
                      <a:pt x="1275" y="130"/>
                    </a:lnTo>
                    <a:lnTo>
                      <a:pt x="1291" y="166"/>
                    </a:lnTo>
                    <a:lnTo>
                      <a:pt x="1301" y="203"/>
                    </a:lnTo>
                    <a:lnTo>
                      <a:pt x="1303" y="242"/>
                    </a:lnTo>
                    <a:lnTo>
                      <a:pt x="1301" y="282"/>
                    </a:lnTo>
                    <a:lnTo>
                      <a:pt x="1291" y="319"/>
                    </a:lnTo>
                    <a:lnTo>
                      <a:pt x="1275" y="354"/>
                    </a:lnTo>
                    <a:lnTo>
                      <a:pt x="1256" y="386"/>
                    </a:lnTo>
                    <a:lnTo>
                      <a:pt x="1232" y="413"/>
                    </a:lnTo>
                    <a:lnTo>
                      <a:pt x="1203" y="438"/>
                    </a:lnTo>
                    <a:lnTo>
                      <a:pt x="1171" y="458"/>
                    </a:lnTo>
                    <a:lnTo>
                      <a:pt x="1136" y="472"/>
                    </a:lnTo>
                    <a:lnTo>
                      <a:pt x="1099" y="482"/>
                    </a:lnTo>
                    <a:lnTo>
                      <a:pt x="1059" y="485"/>
                    </a:lnTo>
                    <a:lnTo>
                      <a:pt x="244" y="485"/>
                    </a:lnTo>
                    <a:lnTo>
                      <a:pt x="205" y="482"/>
                    </a:lnTo>
                    <a:lnTo>
                      <a:pt x="167" y="472"/>
                    </a:lnTo>
                    <a:lnTo>
                      <a:pt x="132" y="458"/>
                    </a:lnTo>
                    <a:lnTo>
                      <a:pt x="100" y="438"/>
                    </a:lnTo>
                    <a:lnTo>
                      <a:pt x="71" y="413"/>
                    </a:lnTo>
                    <a:lnTo>
                      <a:pt x="47" y="386"/>
                    </a:lnTo>
                    <a:lnTo>
                      <a:pt x="28" y="354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2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0"/>
                    </a:lnTo>
                    <a:lnTo>
                      <a:pt x="47" y="99"/>
                    </a:lnTo>
                    <a:lnTo>
                      <a:pt x="71" y="70"/>
                    </a:lnTo>
                    <a:lnTo>
                      <a:pt x="100" y="46"/>
                    </a:lnTo>
                    <a:lnTo>
                      <a:pt x="132" y="26"/>
                    </a:lnTo>
                    <a:lnTo>
                      <a:pt x="167" y="12"/>
                    </a:lnTo>
                    <a:lnTo>
                      <a:pt x="205" y="2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81" name="Freeform 16">
                <a:extLst>
                  <a:ext uri="{FF2B5EF4-FFF2-40B4-BE49-F238E27FC236}">
                    <a16:creationId xmlns:a16="http://schemas.microsoft.com/office/drawing/2014/main" id="{CB104D84-2E62-4D81-A940-C6F07772D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3944938"/>
                <a:ext cx="1357313" cy="384175"/>
              </a:xfrm>
              <a:custGeom>
                <a:avLst/>
                <a:gdLst>
                  <a:gd name="T0" fmla="*/ 244 w 1711"/>
                  <a:gd name="T1" fmla="*/ 0 h 485"/>
                  <a:gd name="T2" fmla="*/ 1466 w 1711"/>
                  <a:gd name="T3" fmla="*/ 0 h 485"/>
                  <a:gd name="T4" fmla="*/ 1505 w 1711"/>
                  <a:gd name="T5" fmla="*/ 4 h 485"/>
                  <a:gd name="T6" fmla="*/ 1544 w 1711"/>
                  <a:gd name="T7" fmla="*/ 13 h 485"/>
                  <a:gd name="T8" fmla="*/ 1579 w 1711"/>
                  <a:gd name="T9" fmla="*/ 28 h 485"/>
                  <a:gd name="T10" fmla="*/ 1610 w 1711"/>
                  <a:gd name="T11" fmla="*/ 47 h 485"/>
                  <a:gd name="T12" fmla="*/ 1639 w 1711"/>
                  <a:gd name="T13" fmla="*/ 72 h 485"/>
                  <a:gd name="T14" fmla="*/ 1663 w 1711"/>
                  <a:gd name="T15" fmla="*/ 99 h 485"/>
                  <a:gd name="T16" fmla="*/ 1683 w 1711"/>
                  <a:gd name="T17" fmla="*/ 132 h 485"/>
                  <a:gd name="T18" fmla="*/ 1698 w 1711"/>
                  <a:gd name="T19" fmla="*/ 166 h 485"/>
                  <a:gd name="T20" fmla="*/ 1707 w 1711"/>
                  <a:gd name="T21" fmla="*/ 203 h 485"/>
                  <a:gd name="T22" fmla="*/ 1711 w 1711"/>
                  <a:gd name="T23" fmla="*/ 243 h 485"/>
                  <a:gd name="T24" fmla="*/ 1707 w 1711"/>
                  <a:gd name="T25" fmla="*/ 282 h 485"/>
                  <a:gd name="T26" fmla="*/ 1698 w 1711"/>
                  <a:gd name="T27" fmla="*/ 319 h 485"/>
                  <a:gd name="T28" fmla="*/ 1683 w 1711"/>
                  <a:gd name="T29" fmla="*/ 355 h 485"/>
                  <a:gd name="T30" fmla="*/ 1663 w 1711"/>
                  <a:gd name="T31" fmla="*/ 386 h 485"/>
                  <a:gd name="T32" fmla="*/ 1639 w 1711"/>
                  <a:gd name="T33" fmla="*/ 415 h 485"/>
                  <a:gd name="T34" fmla="*/ 1610 w 1711"/>
                  <a:gd name="T35" fmla="*/ 439 h 485"/>
                  <a:gd name="T36" fmla="*/ 1579 w 1711"/>
                  <a:gd name="T37" fmla="*/ 459 h 485"/>
                  <a:gd name="T38" fmla="*/ 1544 w 1711"/>
                  <a:gd name="T39" fmla="*/ 473 h 485"/>
                  <a:gd name="T40" fmla="*/ 1505 w 1711"/>
                  <a:gd name="T41" fmla="*/ 483 h 485"/>
                  <a:gd name="T42" fmla="*/ 1466 w 1711"/>
                  <a:gd name="T43" fmla="*/ 485 h 485"/>
                  <a:gd name="T44" fmla="*/ 244 w 1711"/>
                  <a:gd name="T45" fmla="*/ 485 h 485"/>
                  <a:gd name="T46" fmla="*/ 205 w 1711"/>
                  <a:gd name="T47" fmla="*/ 483 h 485"/>
                  <a:gd name="T48" fmla="*/ 167 w 1711"/>
                  <a:gd name="T49" fmla="*/ 473 h 485"/>
                  <a:gd name="T50" fmla="*/ 132 w 1711"/>
                  <a:gd name="T51" fmla="*/ 459 h 485"/>
                  <a:gd name="T52" fmla="*/ 100 w 1711"/>
                  <a:gd name="T53" fmla="*/ 439 h 485"/>
                  <a:gd name="T54" fmla="*/ 71 w 1711"/>
                  <a:gd name="T55" fmla="*/ 415 h 485"/>
                  <a:gd name="T56" fmla="*/ 47 w 1711"/>
                  <a:gd name="T57" fmla="*/ 386 h 485"/>
                  <a:gd name="T58" fmla="*/ 28 w 1711"/>
                  <a:gd name="T59" fmla="*/ 355 h 485"/>
                  <a:gd name="T60" fmla="*/ 12 w 1711"/>
                  <a:gd name="T61" fmla="*/ 319 h 485"/>
                  <a:gd name="T62" fmla="*/ 4 w 1711"/>
                  <a:gd name="T63" fmla="*/ 282 h 485"/>
                  <a:gd name="T64" fmla="*/ 0 w 1711"/>
                  <a:gd name="T65" fmla="*/ 243 h 485"/>
                  <a:gd name="T66" fmla="*/ 4 w 1711"/>
                  <a:gd name="T67" fmla="*/ 203 h 485"/>
                  <a:gd name="T68" fmla="*/ 12 w 1711"/>
                  <a:gd name="T69" fmla="*/ 166 h 485"/>
                  <a:gd name="T70" fmla="*/ 28 w 1711"/>
                  <a:gd name="T71" fmla="*/ 132 h 485"/>
                  <a:gd name="T72" fmla="*/ 47 w 1711"/>
                  <a:gd name="T73" fmla="*/ 99 h 485"/>
                  <a:gd name="T74" fmla="*/ 71 w 1711"/>
                  <a:gd name="T75" fmla="*/ 72 h 485"/>
                  <a:gd name="T76" fmla="*/ 100 w 1711"/>
                  <a:gd name="T77" fmla="*/ 47 h 485"/>
                  <a:gd name="T78" fmla="*/ 132 w 1711"/>
                  <a:gd name="T79" fmla="*/ 28 h 485"/>
                  <a:gd name="T80" fmla="*/ 167 w 1711"/>
                  <a:gd name="T81" fmla="*/ 13 h 485"/>
                  <a:gd name="T82" fmla="*/ 205 w 1711"/>
                  <a:gd name="T83" fmla="*/ 4 h 485"/>
                  <a:gd name="T84" fmla="*/ 244 w 1711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11" h="485">
                    <a:moveTo>
                      <a:pt x="244" y="0"/>
                    </a:moveTo>
                    <a:lnTo>
                      <a:pt x="1466" y="0"/>
                    </a:lnTo>
                    <a:lnTo>
                      <a:pt x="1505" y="4"/>
                    </a:lnTo>
                    <a:lnTo>
                      <a:pt x="1544" y="13"/>
                    </a:lnTo>
                    <a:lnTo>
                      <a:pt x="1579" y="28"/>
                    </a:lnTo>
                    <a:lnTo>
                      <a:pt x="1610" y="47"/>
                    </a:lnTo>
                    <a:lnTo>
                      <a:pt x="1639" y="72"/>
                    </a:lnTo>
                    <a:lnTo>
                      <a:pt x="1663" y="99"/>
                    </a:lnTo>
                    <a:lnTo>
                      <a:pt x="1683" y="132"/>
                    </a:lnTo>
                    <a:lnTo>
                      <a:pt x="1698" y="166"/>
                    </a:lnTo>
                    <a:lnTo>
                      <a:pt x="1707" y="203"/>
                    </a:lnTo>
                    <a:lnTo>
                      <a:pt x="1711" y="243"/>
                    </a:lnTo>
                    <a:lnTo>
                      <a:pt x="1707" y="282"/>
                    </a:lnTo>
                    <a:lnTo>
                      <a:pt x="1698" y="319"/>
                    </a:lnTo>
                    <a:lnTo>
                      <a:pt x="1683" y="355"/>
                    </a:lnTo>
                    <a:lnTo>
                      <a:pt x="1663" y="386"/>
                    </a:lnTo>
                    <a:lnTo>
                      <a:pt x="1639" y="415"/>
                    </a:lnTo>
                    <a:lnTo>
                      <a:pt x="1610" y="439"/>
                    </a:lnTo>
                    <a:lnTo>
                      <a:pt x="1579" y="459"/>
                    </a:lnTo>
                    <a:lnTo>
                      <a:pt x="1544" y="473"/>
                    </a:lnTo>
                    <a:lnTo>
                      <a:pt x="1505" y="483"/>
                    </a:lnTo>
                    <a:lnTo>
                      <a:pt x="1466" y="485"/>
                    </a:lnTo>
                    <a:lnTo>
                      <a:pt x="244" y="485"/>
                    </a:lnTo>
                    <a:lnTo>
                      <a:pt x="205" y="483"/>
                    </a:lnTo>
                    <a:lnTo>
                      <a:pt x="167" y="473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3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2"/>
                    </a:lnTo>
                    <a:lnTo>
                      <a:pt x="47" y="99"/>
                    </a:lnTo>
                    <a:lnTo>
                      <a:pt x="71" y="72"/>
                    </a:lnTo>
                    <a:lnTo>
                      <a:pt x="100" y="47"/>
                    </a:lnTo>
                    <a:lnTo>
                      <a:pt x="132" y="28"/>
                    </a:lnTo>
                    <a:lnTo>
                      <a:pt x="167" y="13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B67ABB0-DEA1-4712-863E-E334144E18CB}"/>
              </a:ext>
            </a:extLst>
          </p:cNvPr>
          <p:cNvGrpSpPr/>
          <p:nvPr/>
        </p:nvGrpSpPr>
        <p:grpSpPr>
          <a:xfrm>
            <a:off x="8651170" y="739053"/>
            <a:ext cx="2776595" cy="1033672"/>
            <a:chOff x="8995807" y="857110"/>
            <a:chExt cx="2776595" cy="10336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AFBA21-5822-4234-A97D-05A4E63DC8D8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461533B-2E3D-4CF3-9F81-AFDCE69C6556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22B01E8-837D-4FAF-AC55-64D7234C5439}"/>
              </a:ext>
            </a:extLst>
          </p:cNvPr>
          <p:cNvGrpSpPr/>
          <p:nvPr/>
        </p:nvGrpSpPr>
        <p:grpSpPr>
          <a:xfrm>
            <a:off x="8651170" y="2912165"/>
            <a:ext cx="2776595" cy="1033672"/>
            <a:chOff x="8995807" y="857110"/>
            <a:chExt cx="2776595" cy="103367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C67B7F-7F30-46A4-9A6A-89F8CFC23D2E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40EC634-D52C-428D-8F15-63B648386719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F4B5B1-EF86-4111-9C0D-AC743979DB88}"/>
              </a:ext>
            </a:extLst>
          </p:cNvPr>
          <p:cNvGrpSpPr/>
          <p:nvPr/>
        </p:nvGrpSpPr>
        <p:grpSpPr>
          <a:xfrm>
            <a:off x="8651170" y="5085276"/>
            <a:ext cx="2776595" cy="1033672"/>
            <a:chOff x="8995807" y="857110"/>
            <a:chExt cx="2776595" cy="103367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43E1740-E6B9-4602-8936-50D7B6FF7BDF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55636D-71D5-44AD-A0F6-7D2ADF8C5866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D8ADD1C-259C-4343-B3D8-B84C5C1A2A1F}"/>
              </a:ext>
            </a:extLst>
          </p:cNvPr>
          <p:cNvGrpSpPr/>
          <p:nvPr/>
        </p:nvGrpSpPr>
        <p:grpSpPr>
          <a:xfrm>
            <a:off x="692121" y="739053"/>
            <a:ext cx="2776595" cy="1033672"/>
            <a:chOff x="8995807" y="857110"/>
            <a:chExt cx="2776595" cy="103367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D2D4695-F3D3-41CB-9B15-7BC5820FD360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D3C7AC1-D14B-404B-ADDD-EAA6E63DD20E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DF205FA-047D-4688-B58F-727E8BE69FFD}"/>
              </a:ext>
            </a:extLst>
          </p:cNvPr>
          <p:cNvGrpSpPr/>
          <p:nvPr/>
        </p:nvGrpSpPr>
        <p:grpSpPr>
          <a:xfrm>
            <a:off x="692121" y="2912165"/>
            <a:ext cx="2776595" cy="1033672"/>
            <a:chOff x="8995807" y="857110"/>
            <a:chExt cx="2776595" cy="103367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7B56001-EE58-4983-B8C4-CDC07029A728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9664566-0A3D-40EB-9270-C9ECAD2E2A75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522406F-E3F1-4B8B-8540-5E9A7D329E67}"/>
              </a:ext>
            </a:extLst>
          </p:cNvPr>
          <p:cNvGrpSpPr/>
          <p:nvPr/>
        </p:nvGrpSpPr>
        <p:grpSpPr>
          <a:xfrm>
            <a:off x="692121" y="5085276"/>
            <a:ext cx="2776595" cy="1033672"/>
            <a:chOff x="8995807" y="857110"/>
            <a:chExt cx="2776595" cy="103367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24E03E3-10CC-4A5C-87B4-A64B93D7E522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B607085-D6E2-493A-9C8B-4C9876607773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6267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D2EF149-74BE-4A67-915B-80CB59485D0D}"/>
              </a:ext>
            </a:extLst>
          </p:cNvPr>
          <p:cNvGrpSpPr/>
          <p:nvPr/>
        </p:nvGrpSpPr>
        <p:grpSpPr>
          <a:xfrm>
            <a:off x="693325" y="739053"/>
            <a:ext cx="2776595" cy="1033672"/>
            <a:chOff x="8995807" y="857110"/>
            <a:chExt cx="2776595" cy="103367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F38CBF-3D6E-4AEE-ACC9-5A8502E6FF8B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3344036-D941-4B81-94B4-A4AA8D175BEF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21E00A-146E-4555-8A50-78F83627F395}"/>
              </a:ext>
            </a:extLst>
          </p:cNvPr>
          <p:cNvGrpSpPr/>
          <p:nvPr/>
        </p:nvGrpSpPr>
        <p:grpSpPr>
          <a:xfrm>
            <a:off x="693325" y="3636535"/>
            <a:ext cx="2776595" cy="1033672"/>
            <a:chOff x="8995807" y="857110"/>
            <a:chExt cx="2776595" cy="10336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321969-814A-4312-BBE2-43D8764F4B6F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27B3B6-5777-45A2-9137-948370B83A6A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147130-C973-4359-9904-216DC0D93534}"/>
              </a:ext>
            </a:extLst>
          </p:cNvPr>
          <p:cNvGrpSpPr/>
          <p:nvPr/>
        </p:nvGrpSpPr>
        <p:grpSpPr>
          <a:xfrm>
            <a:off x="693325" y="5085276"/>
            <a:ext cx="2776595" cy="1033672"/>
            <a:chOff x="8995807" y="857110"/>
            <a:chExt cx="2776595" cy="103367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6F6FB9B-716E-4A17-A4E6-966D7989E47C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FBAF8E1-32E1-4D5D-8154-BF8B8887FAB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57E650-1771-421A-AAFD-B0D7FE40DAA8}"/>
              </a:ext>
            </a:extLst>
          </p:cNvPr>
          <p:cNvGrpSpPr/>
          <p:nvPr/>
        </p:nvGrpSpPr>
        <p:grpSpPr>
          <a:xfrm>
            <a:off x="8651170" y="739053"/>
            <a:ext cx="2776595" cy="1033672"/>
            <a:chOff x="8995807" y="857110"/>
            <a:chExt cx="2776595" cy="10336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90FE385-5FB6-4B75-8272-50CD3C608DF0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9F8F03-A8EA-41E5-A89D-1B9B4DF735B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DE51DDD-F3D4-4292-B0B7-5E8243B2D8C0}"/>
              </a:ext>
            </a:extLst>
          </p:cNvPr>
          <p:cNvGrpSpPr/>
          <p:nvPr/>
        </p:nvGrpSpPr>
        <p:grpSpPr>
          <a:xfrm>
            <a:off x="8651170" y="2912165"/>
            <a:ext cx="2776595" cy="1033672"/>
            <a:chOff x="8995807" y="857110"/>
            <a:chExt cx="2776595" cy="103367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06329E8-EF3E-4D03-B795-C4D6A2445B90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6EE6D84-D82D-43B8-90FD-0E5B18DC258A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FFA458-9BDD-4F47-93D8-073BDF8A16FE}"/>
              </a:ext>
            </a:extLst>
          </p:cNvPr>
          <p:cNvGrpSpPr/>
          <p:nvPr/>
        </p:nvGrpSpPr>
        <p:grpSpPr>
          <a:xfrm>
            <a:off x="8651170" y="5085276"/>
            <a:ext cx="2776595" cy="1033672"/>
            <a:chOff x="8995807" y="857110"/>
            <a:chExt cx="2776595" cy="103367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2CA7DD5-EE26-4F71-9679-56DB0D2119D4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DB4C9F-1CA4-4D1D-89D1-2DFCBDF97E15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4ADAE8-A64E-428F-B6E6-19A5A5231D90}"/>
              </a:ext>
            </a:extLst>
          </p:cNvPr>
          <p:cNvGrpSpPr/>
          <p:nvPr/>
        </p:nvGrpSpPr>
        <p:grpSpPr>
          <a:xfrm>
            <a:off x="3682791" y="973363"/>
            <a:ext cx="4823241" cy="4707559"/>
            <a:chOff x="3682791" y="973363"/>
            <a:chExt cx="4823241" cy="4707559"/>
          </a:xfrm>
        </p:grpSpPr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713492AE-E03E-42D2-BC8E-784FC5E86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464" y="2080608"/>
              <a:ext cx="1527479" cy="1869803"/>
            </a:xfrm>
            <a:custGeom>
              <a:avLst/>
              <a:gdLst>
                <a:gd name="T0" fmla="*/ 271 w 309"/>
                <a:gd name="T1" fmla="*/ 276 h 378"/>
                <a:gd name="T2" fmla="*/ 309 w 309"/>
                <a:gd name="T3" fmla="*/ 168 h 378"/>
                <a:gd name="T4" fmla="*/ 96 w 309"/>
                <a:gd name="T5" fmla="*/ 0 h 378"/>
                <a:gd name="T6" fmla="*/ 0 w 309"/>
                <a:gd name="T7" fmla="*/ 276 h 378"/>
                <a:gd name="T8" fmla="*/ 12 w 309"/>
                <a:gd name="T9" fmla="*/ 378 h 378"/>
                <a:gd name="T10" fmla="*/ 276 w 309"/>
                <a:gd name="T11" fmla="*/ 316 h 378"/>
                <a:gd name="T12" fmla="*/ 271 w 309"/>
                <a:gd name="T13" fmla="*/ 27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378">
                  <a:moveTo>
                    <a:pt x="271" y="276"/>
                  </a:moveTo>
                  <a:cubicBezTo>
                    <a:pt x="271" y="235"/>
                    <a:pt x="285" y="198"/>
                    <a:pt x="309" y="168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36" y="76"/>
                    <a:pt x="0" y="172"/>
                    <a:pt x="0" y="276"/>
                  </a:cubicBezTo>
                  <a:cubicBezTo>
                    <a:pt x="0" y="311"/>
                    <a:pt x="4" y="345"/>
                    <a:pt x="12" y="378"/>
                  </a:cubicBezTo>
                  <a:cubicBezTo>
                    <a:pt x="276" y="316"/>
                    <a:pt x="276" y="316"/>
                    <a:pt x="276" y="316"/>
                  </a:cubicBezTo>
                  <a:cubicBezTo>
                    <a:pt x="273" y="303"/>
                    <a:pt x="271" y="290"/>
                    <a:pt x="271" y="276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25">
              <a:extLst>
                <a:ext uri="{FF2B5EF4-FFF2-40B4-BE49-F238E27FC236}">
                  <a16:creationId xmlns:a16="http://schemas.microsoft.com/office/drawing/2014/main" id="{726F20BD-C2C2-4FC4-BB28-4758F39E8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791" y="3055643"/>
              <a:ext cx="2035064" cy="2382111"/>
            </a:xfrm>
            <a:custGeom>
              <a:avLst/>
              <a:gdLst>
                <a:gd name="T0" fmla="*/ 317 w 412"/>
                <a:gd name="T1" fmla="*/ 119 h 482"/>
                <a:gd name="T2" fmla="*/ 386 w 412"/>
                <a:gd name="T3" fmla="*/ 103 h 482"/>
                <a:gd name="T4" fmla="*/ 158 w 412"/>
                <a:gd name="T5" fmla="*/ 0 h 482"/>
                <a:gd name="T6" fmla="*/ 0 w 412"/>
                <a:gd name="T7" fmla="*/ 193 h 482"/>
                <a:gd name="T8" fmla="*/ 53 w 412"/>
                <a:gd name="T9" fmla="*/ 181 h 482"/>
                <a:gd name="T10" fmla="*/ 295 w 412"/>
                <a:gd name="T11" fmla="*/ 482 h 482"/>
                <a:gd name="T12" fmla="*/ 412 w 412"/>
                <a:gd name="T13" fmla="*/ 238 h 482"/>
                <a:gd name="T14" fmla="*/ 317 w 412"/>
                <a:gd name="T15" fmla="*/ 119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482">
                  <a:moveTo>
                    <a:pt x="317" y="119"/>
                  </a:moveTo>
                  <a:cubicBezTo>
                    <a:pt x="386" y="103"/>
                    <a:pt x="386" y="103"/>
                    <a:pt x="386" y="103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53" y="181"/>
                    <a:pt x="53" y="181"/>
                    <a:pt x="53" y="181"/>
                  </a:cubicBezTo>
                  <a:cubicBezTo>
                    <a:pt x="84" y="314"/>
                    <a:pt x="175" y="425"/>
                    <a:pt x="295" y="482"/>
                  </a:cubicBezTo>
                  <a:cubicBezTo>
                    <a:pt x="412" y="238"/>
                    <a:pt x="412" y="238"/>
                    <a:pt x="412" y="238"/>
                  </a:cubicBezTo>
                  <a:cubicBezTo>
                    <a:pt x="364" y="215"/>
                    <a:pt x="329" y="172"/>
                    <a:pt x="317" y="119"/>
                  </a:cubicBezTo>
                  <a:close/>
                </a:path>
              </a:pathLst>
            </a:custGeom>
            <a:solidFill>
              <a:schemeClr val="accent2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Freeform 24">
              <a:extLst>
                <a:ext uri="{FF2B5EF4-FFF2-40B4-BE49-F238E27FC236}">
                  <a16:creationId xmlns:a16="http://schemas.microsoft.com/office/drawing/2014/main" id="{FB45252C-4B2C-4698-8DF3-D677DE835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788" y="3914997"/>
              <a:ext cx="2282955" cy="1765925"/>
            </a:xfrm>
            <a:custGeom>
              <a:avLst/>
              <a:gdLst>
                <a:gd name="T0" fmla="*/ 462 w 462"/>
                <a:gd name="T1" fmla="*/ 307 h 357"/>
                <a:gd name="T2" fmla="*/ 344 w 462"/>
                <a:gd name="T3" fmla="*/ 63 h 357"/>
                <a:gd name="T4" fmla="*/ 268 w 462"/>
                <a:gd name="T5" fmla="*/ 81 h 357"/>
                <a:gd name="T6" fmla="*/ 192 w 462"/>
                <a:gd name="T7" fmla="*/ 64 h 357"/>
                <a:gd name="T8" fmla="*/ 223 w 462"/>
                <a:gd name="T9" fmla="*/ 0 h 357"/>
                <a:gd name="T10" fmla="*/ 0 w 462"/>
                <a:gd name="T11" fmla="*/ 113 h 357"/>
                <a:gd name="T12" fmla="*/ 52 w 462"/>
                <a:gd name="T13" fmla="*/ 357 h 357"/>
                <a:gd name="T14" fmla="*/ 75 w 462"/>
                <a:gd name="T15" fmla="*/ 308 h 357"/>
                <a:gd name="T16" fmla="*/ 268 w 462"/>
                <a:gd name="T17" fmla="*/ 352 h 357"/>
                <a:gd name="T18" fmla="*/ 462 w 462"/>
                <a:gd name="T19" fmla="*/ 30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2" h="357">
                  <a:moveTo>
                    <a:pt x="462" y="307"/>
                  </a:moveTo>
                  <a:cubicBezTo>
                    <a:pt x="344" y="63"/>
                    <a:pt x="344" y="63"/>
                    <a:pt x="344" y="63"/>
                  </a:cubicBezTo>
                  <a:cubicBezTo>
                    <a:pt x="321" y="75"/>
                    <a:pt x="295" y="81"/>
                    <a:pt x="268" y="81"/>
                  </a:cubicBezTo>
                  <a:cubicBezTo>
                    <a:pt x="240" y="81"/>
                    <a:pt x="215" y="75"/>
                    <a:pt x="192" y="64"/>
                  </a:cubicBezTo>
                  <a:cubicBezTo>
                    <a:pt x="223" y="0"/>
                    <a:pt x="223" y="0"/>
                    <a:pt x="223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52" y="357"/>
                    <a:pt x="52" y="357"/>
                    <a:pt x="52" y="357"/>
                  </a:cubicBezTo>
                  <a:cubicBezTo>
                    <a:pt x="75" y="308"/>
                    <a:pt x="75" y="308"/>
                    <a:pt x="75" y="308"/>
                  </a:cubicBezTo>
                  <a:cubicBezTo>
                    <a:pt x="134" y="336"/>
                    <a:pt x="199" y="352"/>
                    <a:pt x="268" y="352"/>
                  </a:cubicBezTo>
                  <a:cubicBezTo>
                    <a:pt x="337" y="352"/>
                    <a:pt x="404" y="336"/>
                    <a:pt x="462" y="307"/>
                  </a:cubicBezTo>
                  <a:close/>
                </a:path>
              </a:pathLst>
            </a:custGeom>
            <a:solidFill>
              <a:schemeClr val="accent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Freeform 23">
              <a:extLst>
                <a:ext uri="{FF2B5EF4-FFF2-40B4-BE49-F238E27FC236}">
                  <a16:creationId xmlns:a16="http://schemas.microsoft.com/office/drawing/2014/main" id="{C9EF857F-96C4-49B7-AD1D-4193DAEA4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9622" y="3638777"/>
              <a:ext cx="2174355" cy="2037424"/>
            </a:xfrm>
            <a:custGeom>
              <a:avLst/>
              <a:gdLst>
                <a:gd name="T0" fmla="*/ 440 w 440"/>
                <a:gd name="T1" fmla="*/ 60 h 412"/>
                <a:gd name="T2" fmla="*/ 176 w 440"/>
                <a:gd name="T3" fmla="*/ 0 h 412"/>
                <a:gd name="T4" fmla="*/ 81 w 440"/>
                <a:gd name="T5" fmla="*/ 119 h 412"/>
                <a:gd name="T6" fmla="*/ 50 w 440"/>
                <a:gd name="T7" fmla="*/ 55 h 412"/>
                <a:gd name="T8" fmla="*/ 0 w 440"/>
                <a:gd name="T9" fmla="*/ 300 h 412"/>
                <a:gd name="T10" fmla="*/ 223 w 440"/>
                <a:gd name="T11" fmla="*/ 412 h 412"/>
                <a:gd name="T12" fmla="*/ 199 w 440"/>
                <a:gd name="T13" fmla="*/ 363 h 412"/>
                <a:gd name="T14" fmla="*/ 440 w 440"/>
                <a:gd name="T15" fmla="*/ 6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12">
                  <a:moveTo>
                    <a:pt x="440" y="60"/>
                  </a:moveTo>
                  <a:cubicBezTo>
                    <a:pt x="176" y="0"/>
                    <a:pt x="176" y="0"/>
                    <a:pt x="176" y="0"/>
                  </a:cubicBezTo>
                  <a:cubicBezTo>
                    <a:pt x="164" y="53"/>
                    <a:pt x="129" y="96"/>
                    <a:pt x="81" y="119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223" y="412"/>
                    <a:pt x="223" y="412"/>
                    <a:pt x="223" y="412"/>
                  </a:cubicBezTo>
                  <a:cubicBezTo>
                    <a:pt x="199" y="363"/>
                    <a:pt x="199" y="363"/>
                    <a:pt x="199" y="363"/>
                  </a:cubicBezTo>
                  <a:cubicBezTo>
                    <a:pt x="320" y="304"/>
                    <a:pt x="410" y="193"/>
                    <a:pt x="440" y="60"/>
                  </a:cubicBezTo>
                  <a:close/>
                </a:path>
              </a:pathLst>
            </a:custGeom>
            <a:solidFill>
              <a:schemeClr val="accent4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D652F358-A76F-4D82-BDA2-A0AB708C5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455" y="2071164"/>
              <a:ext cx="1907577" cy="2443493"/>
            </a:xfrm>
            <a:custGeom>
              <a:avLst/>
              <a:gdLst>
                <a:gd name="T0" fmla="*/ 333 w 386"/>
                <a:gd name="T1" fmla="*/ 377 h 494"/>
                <a:gd name="T2" fmla="*/ 344 w 386"/>
                <a:gd name="T3" fmla="*/ 278 h 494"/>
                <a:gd name="T4" fmla="*/ 246 w 386"/>
                <a:gd name="T5" fmla="*/ 0 h 494"/>
                <a:gd name="T6" fmla="*/ 35 w 386"/>
                <a:gd name="T7" fmla="*/ 169 h 494"/>
                <a:gd name="T8" fmla="*/ 73 w 386"/>
                <a:gd name="T9" fmla="*/ 278 h 494"/>
                <a:gd name="T10" fmla="*/ 69 w 386"/>
                <a:gd name="T11" fmla="*/ 317 h 494"/>
                <a:gd name="T12" fmla="*/ 0 w 386"/>
                <a:gd name="T13" fmla="*/ 301 h 494"/>
                <a:gd name="T14" fmla="*/ 159 w 386"/>
                <a:gd name="T15" fmla="*/ 494 h 494"/>
                <a:gd name="T16" fmla="*/ 386 w 386"/>
                <a:gd name="T17" fmla="*/ 389 h 494"/>
                <a:gd name="T18" fmla="*/ 333 w 386"/>
                <a:gd name="T19" fmla="*/ 377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6" h="494">
                  <a:moveTo>
                    <a:pt x="333" y="377"/>
                  </a:moveTo>
                  <a:cubicBezTo>
                    <a:pt x="340" y="345"/>
                    <a:pt x="344" y="312"/>
                    <a:pt x="344" y="278"/>
                  </a:cubicBezTo>
                  <a:cubicBezTo>
                    <a:pt x="344" y="173"/>
                    <a:pt x="307" y="76"/>
                    <a:pt x="246" y="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59" y="199"/>
                    <a:pt x="73" y="237"/>
                    <a:pt x="73" y="278"/>
                  </a:cubicBezTo>
                  <a:cubicBezTo>
                    <a:pt x="73" y="292"/>
                    <a:pt x="72" y="305"/>
                    <a:pt x="69" y="317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159" y="494"/>
                    <a:pt x="159" y="494"/>
                    <a:pt x="159" y="494"/>
                  </a:cubicBezTo>
                  <a:cubicBezTo>
                    <a:pt x="386" y="389"/>
                    <a:pt x="386" y="389"/>
                    <a:pt x="386" y="389"/>
                  </a:cubicBezTo>
                  <a:lnTo>
                    <a:pt x="333" y="377"/>
                  </a:lnTo>
                  <a:close/>
                </a:path>
              </a:pathLst>
            </a:custGeom>
            <a:solidFill>
              <a:schemeClr val="accent2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Freeform 26">
              <a:extLst>
                <a:ext uri="{FF2B5EF4-FFF2-40B4-BE49-F238E27FC236}">
                  <a16:creationId xmlns:a16="http://schemas.microsoft.com/office/drawing/2014/main" id="{6DBED40C-8A72-4B76-9C1E-A6ADCB500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3231" y="1240141"/>
              <a:ext cx="1933547" cy="1883968"/>
            </a:xfrm>
            <a:custGeom>
              <a:avLst/>
              <a:gdLst>
                <a:gd name="T0" fmla="*/ 348 w 391"/>
                <a:gd name="T1" fmla="*/ 168 h 381"/>
                <a:gd name="T2" fmla="*/ 0 w 391"/>
                <a:gd name="T3" fmla="*/ 0 h 381"/>
                <a:gd name="T4" fmla="*/ 0 w 391"/>
                <a:gd name="T5" fmla="*/ 271 h 381"/>
                <a:gd name="T6" fmla="*/ 137 w 391"/>
                <a:gd name="T7" fmla="*/ 337 h 381"/>
                <a:gd name="T8" fmla="*/ 81 w 391"/>
                <a:gd name="T9" fmla="*/ 381 h 381"/>
                <a:gd name="T10" fmla="*/ 331 w 391"/>
                <a:gd name="T11" fmla="*/ 376 h 381"/>
                <a:gd name="T12" fmla="*/ 391 w 391"/>
                <a:gd name="T13" fmla="*/ 134 h 381"/>
                <a:gd name="T14" fmla="*/ 348 w 391"/>
                <a:gd name="T15" fmla="*/ 16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1" h="381">
                  <a:moveTo>
                    <a:pt x="348" y="168"/>
                  </a:moveTo>
                  <a:cubicBezTo>
                    <a:pt x="266" y="66"/>
                    <a:pt x="141" y="0"/>
                    <a:pt x="0" y="0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55" y="271"/>
                    <a:pt x="104" y="297"/>
                    <a:pt x="137" y="337"/>
                  </a:cubicBezTo>
                  <a:cubicBezTo>
                    <a:pt x="81" y="381"/>
                    <a:pt x="81" y="381"/>
                    <a:pt x="81" y="381"/>
                  </a:cubicBezTo>
                  <a:cubicBezTo>
                    <a:pt x="331" y="376"/>
                    <a:pt x="331" y="376"/>
                    <a:pt x="331" y="376"/>
                  </a:cubicBezTo>
                  <a:cubicBezTo>
                    <a:pt x="391" y="134"/>
                    <a:pt x="391" y="134"/>
                    <a:pt x="391" y="134"/>
                  </a:cubicBezTo>
                  <a:lnTo>
                    <a:pt x="348" y="168"/>
                  </a:lnTo>
                  <a:close/>
                </a:path>
              </a:pathLst>
            </a:custGeom>
            <a:solidFill>
              <a:schemeClr val="accent6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F775D99B-B273-4750-97A6-96FBD9C2F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998" y="973363"/>
              <a:ext cx="2485989" cy="1957155"/>
            </a:xfrm>
            <a:custGeom>
              <a:avLst/>
              <a:gdLst>
                <a:gd name="T0" fmla="*/ 503 w 503"/>
                <a:gd name="T1" fmla="*/ 198 h 396"/>
                <a:gd name="T2" fmla="*/ 351 w 503"/>
                <a:gd name="T3" fmla="*/ 0 h 396"/>
                <a:gd name="T4" fmla="*/ 351 w 503"/>
                <a:gd name="T5" fmla="*/ 54 h 396"/>
                <a:gd name="T6" fmla="*/ 0 w 503"/>
                <a:gd name="T7" fmla="*/ 224 h 396"/>
                <a:gd name="T8" fmla="*/ 213 w 503"/>
                <a:gd name="T9" fmla="*/ 392 h 396"/>
                <a:gd name="T10" fmla="*/ 351 w 503"/>
                <a:gd name="T11" fmla="*/ 325 h 396"/>
                <a:gd name="T12" fmla="*/ 351 w 503"/>
                <a:gd name="T13" fmla="*/ 396 h 396"/>
                <a:gd name="T14" fmla="*/ 503 w 503"/>
                <a:gd name="T15" fmla="*/ 198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3" h="396">
                  <a:moveTo>
                    <a:pt x="503" y="198"/>
                  </a:moveTo>
                  <a:cubicBezTo>
                    <a:pt x="351" y="0"/>
                    <a:pt x="351" y="0"/>
                    <a:pt x="351" y="0"/>
                  </a:cubicBezTo>
                  <a:cubicBezTo>
                    <a:pt x="351" y="54"/>
                    <a:pt x="351" y="54"/>
                    <a:pt x="351" y="54"/>
                  </a:cubicBezTo>
                  <a:cubicBezTo>
                    <a:pt x="208" y="54"/>
                    <a:pt x="82" y="121"/>
                    <a:pt x="0" y="224"/>
                  </a:cubicBezTo>
                  <a:cubicBezTo>
                    <a:pt x="213" y="392"/>
                    <a:pt x="213" y="392"/>
                    <a:pt x="213" y="392"/>
                  </a:cubicBezTo>
                  <a:cubicBezTo>
                    <a:pt x="245" y="351"/>
                    <a:pt x="295" y="325"/>
                    <a:pt x="351" y="325"/>
                  </a:cubicBezTo>
                  <a:cubicBezTo>
                    <a:pt x="351" y="396"/>
                    <a:pt x="351" y="396"/>
                    <a:pt x="351" y="396"/>
                  </a:cubicBezTo>
                  <a:lnTo>
                    <a:pt x="503" y="198"/>
                  </a:lnTo>
                  <a:close/>
                </a:path>
              </a:pathLst>
            </a:custGeom>
            <a:solidFill>
              <a:schemeClr val="accent5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" name="Freeform 15">
              <a:extLst>
                <a:ext uri="{FF2B5EF4-FFF2-40B4-BE49-F238E27FC236}">
                  <a16:creationId xmlns:a16="http://schemas.microsoft.com/office/drawing/2014/main" id="{2CB92032-AB4A-4D2C-BAF5-E99B9501EBC0}"/>
                </a:ext>
              </a:extLst>
            </p:cNvPr>
            <p:cNvSpPr>
              <a:spLocks/>
            </p:cNvSpPr>
            <p:nvPr/>
          </p:nvSpPr>
          <p:spPr bwMode="auto">
            <a:xfrm rot="18476794">
              <a:off x="4794706" y="1228876"/>
              <a:ext cx="750754" cy="1964237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86294E22-4F40-4F07-9FB4-09F69C2AA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360" y="1927868"/>
              <a:ext cx="1539282" cy="1211123"/>
            </a:xfrm>
            <a:custGeom>
              <a:avLst/>
              <a:gdLst>
                <a:gd name="T0" fmla="*/ 0 w 652"/>
                <a:gd name="T1" fmla="*/ 0 h 513"/>
                <a:gd name="T2" fmla="*/ 524 w 652"/>
                <a:gd name="T3" fmla="*/ 4 h 513"/>
                <a:gd name="T4" fmla="*/ 652 w 652"/>
                <a:gd name="T5" fmla="*/ 513 h 513"/>
                <a:gd name="T6" fmla="*/ 0 w 652"/>
                <a:gd name="T7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2" h="513">
                  <a:moveTo>
                    <a:pt x="0" y="0"/>
                  </a:moveTo>
                  <a:lnTo>
                    <a:pt x="524" y="4"/>
                  </a:lnTo>
                  <a:lnTo>
                    <a:pt x="652" y="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4C6DDE-AB42-45B5-808C-AE6C86A67859}"/>
                </a:ext>
              </a:extLst>
            </p:cNvPr>
            <p:cNvSpPr txBox="1"/>
            <p:nvPr/>
          </p:nvSpPr>
          <p:spPr>
            <a:xfrm>
              <a:off x="5982166" y="1687740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A7EF489-0A25-425B-8546-978826DF861A}"/>
                </a:ext>
              </a:extLst>
            </p:cNvPr>
            <p:cNvSpPr txBox="1"/>
            <p:nvPr/>
          </p:nvSpPr>
          <p:spPr>
            <a:xfrm>
              <a:off x="7131345" y="2515643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63B582C-FECA-49C8-BE24-048511754101}"/>
                </a:ext>
              </a:extLst>
            </p:cNvPr>
            <p:cNvSpPr txBox="1"/>
            <p:nvPr/>
          </p:nvSpPr>
          <p:spPr>
            <a:xfrm>
              <a:off x="7168415" y="3788389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03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F51AEFC-2A6A-4FFB-9003-047A4D0064F3}"/>
                </a:ext>
              </a:extLst>
            </p:cNvPr>
            <p:cNvSpPr txBox="1"/>
            <p:nvPr/>
          </p:nvSpPr>
          <p:spPr>
            <a:xfrm>
              <a:off x="6192231" y="4702789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04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758B678-0884-462E-A09C-21775A54D80A}"/>
                </a:ext>
              </a:extLst>
            </p:cNvPr>
            <p:cNvSpPr txBox="1"/>
            <p:nvPr/>
          </p:nvSpPr>
          <p:spPr>
            <a:xfrm>
              <a:off x="4897872" y="4409447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FEBAD68-10D1-41B1-8611-26B2CA430221}"/>
                </a:ext>
              </a:extLst>
            </p:cNvPr>
            <p:cNvSpPr txBox="1"/>
            <p:nvPr/>
          </p:nvSpPr>
          <p:spPr>
            <a:xfrm>
              <a:off x="4255321" y="3235555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BE2CE66-13B5-44BA-8F03-414C21084F44}"/>
                </a:ext>
              </a:extLst>
            </p:cNvPr>
            <p:cNvSpPr txBox="1"/>
            <p:nvPr/>
          </p:nvSpPr>
          <p:spPr>
            <a:xfrm>
              <a:off x="4749592" y="2012236"/>
              <a:ext cx="5950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07</a:t>
              </a:r>
            </a:p>
          </p:txBody>
        </p:sp>
        <p:sp>
          <p:nvSpPr>
            <p:cNvPr id="99" name="Freeform 32">
              <a:extLst>
                <a:ext uri="{FF2B5EF4-FFF2-40B4-BE49-F238E27FC236}">
                  <a16:creationId xmlns:a16="http://schemas.microsoft.com/office/drawing/2014/main" id="{DDC6622E-4FF4-473A-A72E-46BC3DFFAB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3940" y="3295907"/>
              <a:ext cx="388245" cy="323727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E8A6D305-8E90-437F-B567-FCB9165A70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40237" y="2011386"/>
              <a:ext cx="423012" cy="44039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2A2EE494-A9D9-4F2D-86EA-E64CADFF3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40237" y="4435063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2" name="Freeform 27">
              <a:extLst>
                <a:ext uri="{FF2B5EF4-FFF2-40B4-BE49-F238E27FC236}">
                  <a16:creationId xmlns:a16="http://schemas.microsoft.com/office/drawing/2014/main" id="{13486496-710A-4185-B504-91EFF3F47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019" y="4765082"/>
              <a:ext cx="200863" cy="398633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471478D-3B94-4976-8929-40D818907043}"/>
                </a:ext>
              </a:extLst>
            </p:cNvPr>
            <p:cNvGrpSpPr/>
            <p:nvPr/>
          </p:nvGrpSpPr>
          <p:grpSpPr>
            <a:xfrm>
              <a:off x="4584494" y="2486967"/>
              <a:ext cx="282091" cy="402618"/>
              <a:chOff x="5903913" y="1131888"/>
              <a:chExt cx="1385888" cy="1978025"/>
            </a:xfrm>
            <a:solidFill>
              <a:schemeClr val="bg1"/>
            </a:solidFill>
          </p:grpSpPr>
          <p:sp>
            <p:nvSpPr>
              <p:cNvPr id="104" name="Freeform 6">
                <a:extLst>
                  <a:ext uri="{FF2B5EF4-FFF2-40B4-BE49-F238E27FC236}">
                    <a16:creationId xmlns:a16="http://schemas.microsoft.com/office/drawing/2014/main" id="{5A0566A2-3995-42C3-955F-2313F733BD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13476" y="1131888"/>
                <a:ext cx="766763" cy="1825625"/>
              </a:xfrm>
              <a:custGeom>
                <a:avLst/>
                <a:gdLst>
                  <a:gd name="T0" fmla="*/ 656 w 1448"/>
                  <a:gd name="T1" fmla="*/ 421 h 3451"/>
                  <a:gd name="T2" fmla="*/ 542 w 1448"/>
                  <a:gd name="T3" fmla="*/ 601 h 3451"/>
                  <a:gd name="T4" fmla="*/ 430 w 1448"/>
                  <a:gd name="T5" fmla="*/ 837 h 3451"/>
                  <a:gd name="T6" fmla="*/ 445 w 1448"/>
                  <a:gd name="T7" fmla="*/ 1040 h 3451"/>
                  <a:gd name="T8" fmla="*/ 715 w 1448"/>
                  <a:gd name="T9" fmla="*/ 1058 h 3451"/>
                  <a:gd name="T10" fmla="*/ 946 w 1448"/>
                  <a:gd name="T11" fmla="*/ 1045 h 3451"/>
                  <a:gd name="T12" fmla="*/ 1053 w 1448"/>
                  <a:gd name="T13" fmla="*/ 926 h 3451"/>
                  <a:gd name="T14" fmla="*/ 946 w 1448"/>
                  <a:gd name="T15" fmla="*/ 671 h 3451"/>
                  <a:gd name="T16" fmla="*/ 831 w 1448"/>
                  <a:gd name="T17" fmla="*/ 473 h 3451"/>
                  <a:gd name="T18" fmla="*/ 726 w 1448"/>
                  <a:gd name="T19" fmla="*/ 330 h 3451"/>
                  <a:gd name="T20" fmla="*/ 732 w 1448"/>
                  <a:gd name="T21" fmla="*/ 7 h 3451"/>
                  <a:gd name="T22" fmla="*/ 771 w 1448"/>
                  <a:gd name="T23" fmla="*/ 41 h 3451"/>
                  <a:gd name="T24" fmla="*/ 837 w 1448"/>
                  <a:gd name="T25" fmla="*/ 106 h 3451"/>
                  <a:gd name="T26" fmla="*/ 921 w 1448"/>
                  <a:gd name="T27" fmla="*/ 205 h 3451"/>
                  <a:gd name="T28" fmla="*/ 1018 w 1448"/>
                  <a:gd name="T29" fmla="*/ 336 h 3451"/>
                  <a:gd name="T30" fmla="*/ 1120 w 1448"/>
                  <a:gd name="T31" fmla="*/ 505 h 3451"/>
                  <a:gd name="T32" fmla="*/ 1218 w 1448"/>
                  <a:gd name="T33" fmla="*/ 709 h 3451"/>
                  <a:gd name="T34" fmla="*/ 1309 w 1448"/>
                  <a:gd name="T35" fmla="*/ 952 h 3451"/>
                  <a:gd name="T36" fmla="*/ 1381 w 1448"/>
                  <a:gd name="T37" fmla="*/ 1236 h 3451"/>
                  <a:gd name="T38" fmla="*/ 1429 w 1448"/>
                  <a:gd name="T39" fmla="*/ 1561 h 3451"/>
                  <a:gd name="T40" fmla="*/ 1448 w 1448"/>
                  <a:gd name="T41" fmla="*/ 1929 h 3451"/>
                  <a:gd name="T42" fmla="*/ 1430 w 1448"/>
                  <a:gd name="T43" fmla="*/ 2301 h 3451"/>
                  <a:gd name="T44" fmla="*/ 1380 w 1448"/>
                  <a:gd name="T45" fmla="*/ 2628 h 3451"/>
                  <a:gd name="T46" fmla="*/ 1303 w 1448"/>
                  <a:gd name="T47" fmla="*/ 2903 h 3451"/>
                  <a:gd name="T48" fmla="*/ 1199 w 1448"/>
                  <a:gd name="T49" fmla="*/ 3128 h 3451"/>
                  <a:gd name="T50" fmla="*/ 1074 w 1448"/>
                  <a:gd name="T51" fmla="*/ 3298 h 3451"/>
                  <a:gd name="T52" fmla="*/ 934 w 1448"/>
                  <a:gd name="T53" fmla="*/ 3409 h 3451"/>
                  <a:gd name="T54" fmla="*/ 832 w 1448"/>
                  <a:gd name="T55" fmla="*/ 2566 h 3451"/>
                  <a:gd name="T56" fmla="*/ 808 w 1448"/>
                  <a:gd name="T57" fmla="*/ 2500 h 3451"/>
                  <a:gd name="T58" fmla="*/ 748 w 1448"/>
                  <a:gd name="T59" fmla="*/ 2463 h 3451"/>
                  <a:gd name="T60" fmla="*/ 677 w 1448"/>
                  <a:gd name="T61" fmla="*/ 2471 h 3451"/>
                  <a:gd name="T62" fmla="*/ 627 w 1448"/>
                  <a:gd name="T63" fmla="*/ 2520 h 3451"/>
                  <a:gd name="T64" fmla="*/ 616 w 1448"/>
                  <a:gd name="T65" fmla="*/ 3451 h 3451"/>
                  <a:gd name="T66" fmla="*/ 466 w 1448"/>
                  <a:gd name="T67" fmla="*/ 3379 h 3451"/>
                  <a:gd name="T68" fmla="*/ 329 w 1448"/>
                  <a:gd name="T69" fmla="*/ 3248 h 3451"/>
                  <a:gd name="T70" fmla="*/ 212 w 1448"/>
                  <a:gd name="T71" fmla="*/ 3059 h 3451"/>
                  <a:gd name="T72" fmla="*/ 117 w 1448"/>
                  <a:gd name="T73" fmla="*/ 2817 h 3451"/>
                  <a:gd name="T74" fmla="*/ 48 w 1448"/>
                  <a:gd name="T75" fmla="*/ 2524 h 3451"/>
                  <a:gd name="T76" fmla="*/ 8 w 1448"/>
                  <a:gd name="T77" fmla="*/ 2183 h 3451"/>
                  <a:gd name="T78" fmla="*/ 2 w 1448"/>
                  <a:gd name="T79" fmla="*/ 1802 h 3451"/>
                  <a:gd name="T80" fmla="*/ 32 w 1448"/>
                  <a:gd name="T81" fmla="*/ 1452 h 3451"/>
                  <a:gd name="T82" fmla="*/ 89 w 1448"/>
                  <a:gd name="T83" fmla="*/ 1143 h 3451"/>
                  <a:gd name="T84" fmla="*/ 169 w 1448"/>
                  <a:gd name="T85" fmla="*/ 875 h 3451"/>
                  <a:gd name="T86" fmla="*/ 261 w 1448"/>
                  <a:gd name="T87" fmla="*/ 643 h 3451"/>
                  <a:gd name="T88" fmla="*/ 362 w 1448"/>
                  <a:gd name="T89" fmla="*/ 450 h 3451"/>
                  <a:gd name="T90" fmla="*/ 462 w 1448"/>
                  <a:gd name="T91" fmla="*/ 293 h 3451"/>
                  <a:gd name="T92" fmla="*/ 556 w 1448"/>
                  <a:gd name="T93" fmla="*/ 171 h 3451"/>
                  <a:gd name="T94" fmla="*/ 636 w 1448"/>
                  <a:gd name="T95" fmla="*/ 83 h 3451"/>
                  <a:gd name="T96" fmla="*/ 693 w 1448"/>
                  <a:gd name="T97" fmla="*/ 27 h 3451"/>
                  <a:gd name="T98" fmla="*/ 722 w 1448"/>
                  <a:gd name="T99" fmla="*/ 1 h 3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48" h="3451">
                    <a:moveTo>
                      <a:pt x="726" y="330"/>
                    </a:moveTo>
                    <a:lnTo>
                      <a:pt x="692" y="372"/>
                    </a:lnTo>
                    <a:lnTo>
                      <a:pt x="656" y="421"/>
                    </a:lnTo>
                    <a:lnTo>
                      <a:pt x="618" y="476"/>
                    </a:lnTo>
                    <a:lnTo>
                      <a:pt x="581" y="535"/>
                    </a:lnTo>
                    <a:lnTo>
                      <a:pt x="542" y="601"/>
                    </a:lnTo>
                    <a:lnTo>
                      <a:pt x="505" y="675"/>
                    </a:lnTo>
                    <a:lnTo>
                      <a:pt x="467" y="752"/>
                    </a:lnTo>
                    <a:lnTo>
                      <a:pt x="430" y="837"/>
                    </a:lnTo>
                    <a:lnTo>
                      <a:pt x="396" y="929"/>
                    </a:lnTo>
                    <a:lnTo>
                      <a:pt x="363" y="1027"/>
                    </a:lnTo>
                    <a:lnTo>
                      <a:pt x="445" y="1040"/>
                    </a:lnTo>
                    <a:lnTo>
                      <a:pt x="533" y="1050"/>
                    </a:lnTo>
                    <a:lnTo>
                      <a:pt x="623" y="1056"/>
                    </a:lnTo>
                    <a:lnTo>
                      <a:pt x="715" y="1058"/>
                    </a:lnTo>
                    <a:lnTo>
                      <a:pt x="794" y="1057"/>
                    </a:lnTo>
                    <a:lnTo>
                      <a:pt x="871" y="1052"/>
                    </a:lnTo>
                    <a:lnTo>
                      <a:pt x="946" y="1045"/>
                    </a:lnTo>
                    <a:lnTo>
                      <a:pt x="1017" y="1036"/>
                    </a:lnTo>
                    <a:lnTo>
                      <a:pt x="1086" y="1023"/>
                    </a:lnTo>
                    <a:lnTo>
                      <a:pt x="1053" y="926"/>
                    </a:lnTo>
                    <a:lnTo>
                      <a:pt x="1019" y="835"/>
                    </a:lnTo>
                    <a:lnTo>
                      <a:pt x="983" y="750"/>
                    </a:lnTo>
                    <a:lnTo>
                      <a:pt x="946" y="671"/>
                    </a:lnTo>
                    <a:lnTo>
                      <a:pt x="907" y="599"/>
                    </a:lnTo>
                    <a:lnTo>
                      <a:pt x="870" y="534"/>
                    </a:lnTo>
                    <a:lnTo>
                      <a:pt x="831" y="473"/>
                    </a:lnTo>
                    <a:lnTo>
                      <a:pt x="795" y="420"/>
                    </a:lnTo>
                    <a:lnTo>
                      <a:pt x="758" y="372"/>
                    </a:lnTo>
                    <a:lnTo>
                      <a:pt x="726" y="330"/>
                    </a:lnTo>
                    <a:close/>
                    <a:moveTo>
                      <a:pt x="723" y="0"/>
                    </a:moveTo>
                    <a:lnTo>
                      <a:pt x="726" y="1"/>
                    </a:lnTo>
                    <a:lnTo>
                      <a:pt x="732" y="7"/>
                    </a:lnTo>
                    <a:lnTo>
                      <a:pt x="742" y="14"/>
                    </a:lnTo>
                    <a:lnTo>
                      <a:pt x="755" y="26"/>
                    </a:lnTo>
                    <a:lnTo>
                      <a:pt x="771" y="41"/>
                    </a:lnTo>
                    <a:lnTo>
                      <a:pt x="790" y="59"/>
                    </a:lnTo>
                    <a:lnTo>
                      <a:pt x="812" y="82"/>
                    </a:lnTo>
                    <a:lnTo>
                      <a:pt x="837" y="106"/>
                    </a:lnTo>
                    <a:lnTo>
                      <a:pt x="864" y="135"/>
                    </a:lnTo>
                    <a:lnTo>
                      <a:pt x="892" y="168"/>
                    </a:lnTo>
                    <a:lnTo>
                      <a:pt x="921" y="205"/>
                    </a:lnTo>
                    <a:lnTo>
                      <a:pt x="953" y="244"/>
                    </a:lnTo>
                    <a:lnTo>
                      <a:pt x="986" y="288"/>
                    </a:lnTo>
                    <a:lnTo>
                      <a:pt x="1018" y="336"/>
                    </a:lnTo>
                    <a:lnTo>
                      <a:pt x="1052" y="388"/>
                    </a:lnTo>
                    <a:lnTo>
                      <a:pt x="1086" y="444"/>
                    </a:lnTo>
                    <a:lnTo>
                      <a:pt x="1120" y="505"/>
                    </a:lnTo>
                    <a:lnTo>
                      <a:pt x="1153" y="569"/>
                    </a:lnTo>
                    <a:lnTo>
                      <a:pt x="1187" y="636"/>
                    </a:lnTo>
                    <a:lnTo>
                      <a:pt x="1218" y="709"/>
                    </a:lnTo>
                    <a:lnTo>
                      <a:pt x="1250" y="786"/>
                    </a:lnTo>
                    <a:lnTo>
                      <a:pt x="1279" y="868"/>
                    </a:lnTo>
                    <a:lnTo>
                      <a:pt x="1309" y="952"/>
                    </a:lnTo>
                    <a:lnTo>
                      <a:pt x="1334" y="1042"/>
                    </a:lnTo>
                    <a:lnTo>
                      <a:pt x="1359" y="1137"/>
                    </a:lnTo>
                    <a:lnTo>
                      <a:pt x="1381" y="1236"/>
                    </a:lnTo>
                    <a:lnTo>
                      <a:pt x="1400" y="1340"/>
                    </a:lnTo>
                    <a:lnTo>
                      <a:pt x="1416" y="1448"/>
                    </a:lnTo>
                    <a:lnTo>
                      <a:pt x="1429" y="1561"/>
                    </a:lnTo>
                    <a:lnTo>
                      <a:pt x="1440" y="1679"/>
                    </a:lnTo>
                    <a:lnTo>
                      <a:pt x="1445" y="1801"/>
                    </a:lnTo>
                    <a:lnTo>
                      <a:pt x="1448" y="1929"/>
                    </a:lnTo>
                    <a:lnTo>
                      <a:pt x="1445" y="2058"/>
                    </a:lnTo>
                    <a:lnTo>
                      <a:pt x="1440" y="2183"/>
                    </a:lnTo>
                    <a:lnTo>
                      <a:pt x="1430" y="2301"/>
                    </a:lnTo>
                    <a:lnTo>
                      <a:pt x="1417" y="2415"/>
                    </a:lnTo>
                    <a:lnTo>
                      <a:pt x="1400" y="2524"/>
                    </a:lnTo>
                    <a:lnTo>
                      <a:pt x="1380" y="2628"/>
                    </a:lnTo>
                    <a:lnTo>
                      <a:pt x="1358" y="2726"/>
                    </a:lnTo>
                    <a:lnTo>
                      <a:pt x="1331" y="2817"/>
                    </a:lnTo>
                    <a:lnTo>
                      <a:pt x="1303" y="2903"/>
                    </a:lnTo>
                    <a:lnTo>
                      <a:pt x="1270" y="2985"/>
                    </a:lnTo>
                    <a:lnTo>
                      <a:pt x="1236" y="3059"/>
                    </a:lnTo>
                    <a:lnTo>
                      <a:pt x="1199" y="3128"/>
                    </a:lnTo>
                    <a:lnTo>
                      <a:pt x="1160" y="3191"/>
                    </a:lnTo>
                    <a:lnTo>
                      <a:pt x="1119" y="3248"/>
                    </a:lnTo>
                    <a:lnTo>
                      <a:pt x="1074" y="3298"/>
                    </a:lnTo>
                    <a:lnTo>
                      <a:pt x="1030" y="3342"/>
                    </a:lnTo>
                    <a:lnTo>
                      <a:pt x="982" y="3379"/>
                    </a:lnTo>
                    <a:lnTo>
                      <a:pt x="934" y="3409"/>
                    </a:lnTo>
                    <a:lnTo>
                      <a:pt x="884" y="3434"/>
                    </a:lnTo>
                    <a:lnTo>
                      <a:pt x="832" y="3451"/>
                    </a:lnTo>
                    <a:lnTo>
                      <a:pt x="832" y="2566"/>
                    </a:lnTo>
                    <a:lnTo>
                      <a:pt x="829" y="2542"/>
                    </a:lnTo>
                    <a:lnTo>
                      <a:pt x="821" y="2520"/>
                    </a:lnTo>
                    <a:lnTo>
                      <a:pt x="808" y="2500"/>
                    </a:lnTo>
                    <a:lnTo>
                      <a:pt x="791" y="2483"/>
                    </a:lnTo>
                    <a:lnTo>
                      <a:pt x="771" y="2471"/>
                    </a:lnTo>
                    <a:lnTo>
                      <a:pt x="748" y="2463"/>
                    </a:lnTo>
                    <a:lnTo>
                      <a:pt x="723" y="2459"/>
                    </a:lnTo>
                    <a:lnTo>
                      <a:pt x="699" y="2463"/>
                    </a:lnTo>
                    <a:lnTo>
                      <a:pt x="677" y="2471"/>
                    </a:lnTo>
                    <a:lnTo>
                      <a:pt x="657" y="2483"/>
                    </a:lnTo>
                    <a:lnTo>
                      <a:pt x="640" y="2500"/>
                    </a:lnTo>
                    <a:lnTo>
                      <a:pt x="627" y="2520"/>
                    </a:lnTo>
                    <a:lnTo>
                      <a:pt x="619" y="2542"/>
                    </a:lnTo>
                    <a:lnTo>
                      <a:pt x="616" y="2566"/>
                    </a:lnTo>
                    <a:lnTo>
                      <a:pt x="616" y="3451"/>
                    </a:lnTo>
                    <a:lnTo>
                      <a:pt x="564" y="3434"/>
                    </a:lnTo>
                    <a:lnTo>
                      <a:pt x="514" y="3409"/>
                    </a:lnTo>
                    <a:lnTo>
                      <a:pt x="466" y="3379"/>
                    </a:lnTo>
                    <a:lnTo>
                      <a:pt x="418" y="3342"/>
                    </a:lnTo>
                    <a:lnTo>
                      <a:pt x="373" y="3298"/>
                    </a:lnTo>
                    <a:lnTo>
                      <a:pt x="329" y="3248"/>
                    </a:lnTo>
                    <a:lnTo>
                      <a:pt x="288" y="3191"/>
                    </a:lnTo>
                    <a:lnTo>
                      <a:pt x="249" y="3128"/>
                    </a:lnTo>
                    <a:lnTo>
                      <a:pt x="212" y="3059"/>
                    </a:lnTo>
                    <a:lnTo>
                      <a:pt x="178" y="2985"/>
                    </a:lnTo>
                    <a:lnTo>
                      <a:pt x="145" y="2903"/>
                    </a:lnTo>
                    <a:lnTo>
                      <a:pt x="117" y="2817"/>
                    </a:lnTo>
                    <a:lnTo>
                      <a:pt x="90" y="2726"/>
                    </a:lnTo>
                    <a:lnTo>
                      <a:pt x="68" y="2628"/>
                    </a:lnTo>
                    <a:lnTo>
                      <a:pt x="48" y="2524"/>
                    </a:lnTo>
                    <a:lnTo>
                      <a:pt x="31" y="2415"/>
                    </a:lnTo>
                    <a:lnTo>
                      <a:pt x="18" y="2301"/>
                    </a:lnTo>
                    <a:lnTo>
                      <a:pt x="8" y="2183"/>
                    </a:lnTo>
                    <a:lnTo>
                      <a:pt x="2" y="2058"/>
                    </a:lnTo>
                    <a:lnTo>
                      <a:pt x="0" y="1929"/>
                    </a:lnTo>
                    <a:lnTo>
                      <a:pt x="2" y="1802"/>
                    </a:lnTo>
                    <a:lnTo>
                      <a:pt x="8" y="1681"/>
                    </a:lnTo>
                    <a:lnTo>
                      <a:pt x="18" y="1564"/>
                    </a:lnTo>
                    <a:lnTo>
                      <a:pt x="32" y="1452"/>
                    </a:lnTo>
                    <a:lnTo>
                      <a:pt x="48" y="1344"/>
                    </a:lnTo>
                    <a:lnTo>
                      <a:pt x="67" y="1242"/>
                    </a:lnTo>
                    <a:lnTo>
                      <a:pt x="89" y="1143"/>
                    </a:lnTo>
                    <a:lnTo>
                      <a:pt x="114" y="1049"/>
                    </a:lnTo>
                    <a:lnTo>
                      <a:pt x="139" y="959"/>
                    </a:lnTo>
                    <a:lnTo>
                      <a:pt x="169" y="875"/>
                    </a:lnTo>
                    <a:lnTo>
                      <a:pt x="198" y="793"/>
                    </a:lnTo>
                    <a:lnTo>
                      <a:pt x="230" y="716"/>
                    </a:lnTo>
                    <a:lnTo>
                      <a:pt x="261" y="643"/>
                    </a:lnTo>
                    <a:lnTo>
                      <a:pt x="295" y="576"/>
                    </a:lnTo>
                    <a:lnTo>
                      <a:pt x="328" y="511"/>
                    </a:lnTo>
                    <a:lnTo>
                      <a:pt x="362" y="450"/>
                    </a:lnTo>
                    <a:lnTo>
                      <a:pt x="396" y="394"/>
                    </a:lnTo>
                    <a:lnTo>
                      <a:pt x="430" y="342"/>
                    </a:lnTo>
                    <a:lnTo>
                      <a:pt x="462" y="293"/>
                    </a:lnTo>
                    <a:lnTo>
                      <a:pt x="495" y="249"/>
                    </a:lnTo>
                    <a:lnTo>
                      <a:pt x="526" y="208"/>
                    </a:lnTo>
                    <a:lnTo>
                      <a:pt x="556" y="171"/>
                    </a:lnTo>
                    <a:lnTo>
                      <a:pt x="584" y="139"/>
                    </a:lnTo>
                    <a:lnTo>
                      <a:pt x="611" y="108"/>
                    </a:lnTo>
                    <a:lnTo>
                      <a:pt x="636" y="83"/>
                    </a:lnTo>
                    <a:lnTo>
                      <a:pt x="657" y="61"/>
                    </a:lnTo>
                    <a:lnTo>
                      <a:pt x="677" y="42"/>
                    </a:lnTo>
                    <a:lnTo>
                      <a:pt x="693" y="27"/>
                    </a:lnTo>
                    <a:lnTo>
                      <a:pt x="706" y="15"/>
                    </a:lnTo>
                    <a:lnTo>
                      <a:pt x="715" y="7"/>
                    </a:lnTo>
                    <a:lnTo>
                      <a:pt x="722" y="1"/>
                    </a:lnTo>
                    <a:lnTo>
                      <a:pt x="7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5" name="Freeform 7">
                <a:extLst>
                  <a:ext uri="{FF2B5EF4-FFF2-40B4-BE49-F238E27FC236}">
                    <a16:creationId xmlns:a16="http://schemas.microsoft.com/office/drawing/2014/main" id="{8CC81B6E-A0F0-463B-889A-5AF20040B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913" y="2473325"/>
                <a:ext cx="374650" cy="636588"/>
              </a:xfrm>
              <a:custGeom>
                <a:avLst/>
                <a:gdLst>
                  <a:gd name="T0" fmla="*/ 391 w 708"/>
                  <a:gd name="T1" fmla="*/ 0 h 1203"/>
                  <a:gd name="T2" fmla="*/ 479 w 708"/>
                  <a:gd name="T3" fmla="*/ 0 h 1203"/>
                  <a:gd name="T4" fmla="*/ 497 w 708"/>
                  <a:gd name="T5" fmla="*/ 100 h 1203"/>
                  <a:gd name="T6" fmla="*/ 520 w 708"/>
                  <a:gd name="T7" fmla="*/ 196 h 1203"/>
                  <a:gd name="T8" fmla="*/ 544 w 708"/>
                  <a:gd name="T9" fmla="*/ 289 h 1203"/>
                  <a:gd name="T10" fmla="*/ 571 w 708"/>
                  <a:gd name="T11" fmla="*/ 377 h 1203"/>
                  <a:gd name="T12" fmla="*/ 602 w 708"/>
                  <a:gd name="T13" fmla="*/ 460 h 1203"/>
                  <a:gd name="T14" fmla="*/ 634 w 708"/>
                  <a:gd name="T15" fmla="*/ 539 h 1203"/>
                  <a:gd name="T16" fmla="*/ 671 w 708"/>
                  <a:gd name="T17" fmla="*/ 614 h 1203"/>
                  <a:gd name="T18" fmla="*/ 708 w 708"/>
                  <a:gd name="T19" fmla="*/ 682 h 1203"/>
                  <a:gd name="T20" fmla="*/ 0 w 708"/>
                  <a:gd name="T21" fmla="*/ 1203 h 1203"/>
                  <a:gd name="T22" fmla="*/ 0 w 708"/>
                  <a:gd name="T23" fmla="*/ 331 h 1203"/>
                  <a:gd name="T24" fmla="*/ 4 w 708"/>
                  <a:gd name="T25" fmla="*/ 286 h 1203"/>
                  <a:gd name="T26" fmla="*/ 14 w 708"/>
                  <a:gd name="T27" fmla="*/ 243 h 1203"/>
                  <a:gd name="T28" fmla="*/ 30 w 708"/>
                  <a:gd name="T29" fmla="*/ 202 h 1203"/>
                  <a:gd name="T30" fmla="*/ 53 w 708"/>
                  <a:gd name="T31" fmla="*/ 164 h 1203"/>
                  <a:gd name="T32" fmla="*/ 81 w 708"/>
                  <a:gd name="T33" fmla="*/ 129 h 1203"/>
                  <a:gd name="T34" fmla="*/ 115 w 708"/>
                  <a:gd name="T35" fmla="*/ 96 h 1203"/>
                  <a:gd name="T36" fmla="*/ 152 w 708"/>
                  <a:gd name="T37" fmla="*/ 68 h 1203"/>
                  <a:gd name="T38" fmla="*/ 193 w 708"/>
                  <a:gd name="T39" fmla="*/ 45 h 1203"/>
                  <a:gd name="T40" fmla="*/ 239 w 708"/>
                  <a:gd name="T41" fmla="*/ 25 h 1203"/>
                  <a:gd name="T42" fmla="*/ 287 w 708"/>
                  <a:gd name="T43" fmla="*/ 12 h 1203"/>
                  <a:gd name="T44" fmla="*/ 338 w 708"/>
                  <a:gd name="T45" fmla="*/ 2 h 1203"/>
                  <a:gd name="T46" fmla="*/ 391 w 708"/>
                  <a:gd name="T47" fmla="*/ 0 h 1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8" h="1203">
                    <a:moveTo>
                      <a:pt x="391" y="0"/>
                    </a:moveTo>
                    <a:lnTo>
                      <a:pt x="479" y="0"/>
                    </a:lnTo>
                    <a:lnTo>
                      <a:pt x="497" y="100"/>
                    </a:lnTo>
                    <a:lnTo>
                      <a:pt x="520" y="196"/>
                    </a:lnTo>
                    <a:lnTo>
                      <a:pt x="544" y="289"/>
                    </a:lnTo>
                    <a:lnTo>
                      <a:pt x="571" y="377"/>
                    </a:lnTo>
                    <a:lnTo>
                      <a:pt x="602" y="460"/>
                    </a:lnTo>
                    <a:lnTo>
                      <a:pt x="634" y="539"/>
                    </a:lnTo>
                    <a:lnTo>
                      <a:pt x="671" y="614"/>
                    </a:lnTo>
                    <a:lnTo>
                      <a:pt x="708" y="682"/>
                    </a:lnTo>
                    <a:lnTo>
                      <a:pt x="0" y="1203"/>
                    </a:lnTo>
                    <a:lnTo>
                      <a:pt x="0" y="331"/>
                    </a:lnTo>
                    <a:lnTo>
                      <a:pt x="4" y="286"/>
                    </a:lnTo>
                    <a:lnTo>
                      <a:pt x="14" y="243"/>
                    </a:lnTo>
                    <a:lnTo>
                      <a:pt x="30" y="202"/>
                    </a:lnTo>
                    <a:lnTo>
                      <a:pt x="53" y="164"/>
                    </a:lnTo>
                    <a:lnTo>
                      <a:pt x="81" y="129"/>
                    </a:lnTo>
                    <a:lnTo>
                      <a:pt x="115" y="96"/>
                    </a:lnTo>
                    <a:lnTo>
                      <a:pt x="152" y="68"/>
                    </a:lnTo>
                    <a:lnTo>
                      <a:pt x="193" y="45"/>
                    </a:lnTo>
                    <a:lnTo>
                      <a:pt x="239" y="25"/>
                    </a:lnTo>
                    <a:lnTo>
                      <a:pt x="287" y="12"/>
                    </a:lnTo>
                    <a:lnTo>
                      <a:pt x="338" y="2"/>
                    </a:lnTo>
                    <a:lnTo>
                      <a:pt x="39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6" name="Freeform 8">
                <a:extLst>
                  <a:ext uri="{FF2B5EF4-FFF2-40B4-BE49-F238E27FC236}">
                    <a16:creationId xmlns:a16="http://schemas.microsoft.com/office/drawing/2014/main" id="{3F2A0FEA-B311-4DC9-87E5-DA3126645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5151" y="2473325"/>
                <a:ext cx="374650" cy="636588"/>
              </a:xfrm>
              <a:custGeom>
                <a:avLst/>
                <a:gdLst>
                  <a:gd name="T0" fmla="*/ 229 w 708"/>
                  <a:gd name="T1" fmla="*/ 0 h 1203"/>
                  <a:gd name="T2" fmla="*/ 317 w 708"/>
                  <a:gd name="T3" fmla="*/ 0 h 1203"/>
                  <a:gd name="T4" fmla="*/ 370 w 708"/>
                  <a:gd name="T5" fmla="*/ 2 h 1203"/>
                  <a:gd name="T6" fmla="*/ 421 w 708"/>
                  <a:gd name="T7" fmla="*/ 12 h 1203"/>
                  <a:gd name="T8" fmla="*/ 469 w 708"/>
                  <a:gd name="T9" fmla="*/ 25 h 1203"/>
                  <a:gd name="T10" fmla="*/ 515 w 708"/>
                  <a:gd name="T11" fmla="*/ 45 h 1203"/>
                  <a:gd name="T12" fmla="*/ 556 w 708"/>
                  <a:gd name="T13" fmla="*/ 68 h 1203"/>
                  <a:gd name="T14" fmla="*/ 593 w 708"/>
                  <a:gd name="T15" fmla="*/ 96 h 1203"/>
                  <a:gd name="T16" fmla="*/ 626 w 708"/>
                  <a:gd name="T17" fmla="*/ 129 h 1203"/>
                  <a:gd name="T18" fmla="*/ 654 w 708"/>
                  <a:gd name="T19" fmla="*/ 164 h 1203"/>
                  <a:gd name="T20" fmla="*/ 678 w 708"/>
                  <a:gd name="T21" fmla="*/ 202 h 1203"/>
                  <a:gd name="T22" fmla="*/ 694 w 708"/>
                  <a:gd name="T23" fmla="*/ 243 h 1203"/>
                  <a:gd name="T24" fmla="*/ 704 w 708"/>
                  <a:gd name="T25" fmla="*/ 286 h 1203"/>
                  <a:gd name="T26" fmla="*/ 708 w 708"/>
                  <a:gd name="T27" fmla="*/ 331 h 1203"/>
                  <a:gd name="T28" fmla="*/ 708 w 708"/>
                  <a:gd name="T29" fmla="*/ 1203 h 1203"/>
                  <a:gd name="T30" fmla="*/ 0 w 708"/>
                  <a:gd name="T31" fmla="*/ 682 h 1203"/>
                  <a:gd name="T32" fmla="*/ 37 w 708"/>
                  <a:gd name="T33" fmla="*/ 614 h 1203"/>
                  <a:gd name="T34" fmla="*/ 74 w 708"/>
                  <a:gd name="T35" fmla="*/ 539 h 1203"/>
                  <a:gd name="T36" fmla="*/ 106 w 708"/>
                  <a:gd name="T37" fmla="*/ 460 h 1203"/>
                  <a:gd name="T38" fmla="*/ 137 w 708"/>
                  <a:gd name="T39" fmla="*/ 377 h 1203"/>
                  <a:gd name="T40" fmla="*/ 164 w 708"/>
                  <a:gd name="T41" fmla="*/ 289 h 1203"/>
                  <a:gd name="T42" fmla="*/ 188 w 708"/>
                  <a:gd name="T43" fmla="*/ 196 h 1203"/>
                  <a:gd name="T44" fmla="*/ 211 w 708"/>
                  <a:gd name="T45" fmla="*/ 100 h 1203"/>
                  <a:gd name="T46" fmla="*/ 229 w 708"/>
                  <a:gd name="T47" fmla="*/ 0 h 1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8" h="1203">
                    <a:moveTo>
                      <a:pt x="229" y="0"/>
                    </a:moveTo>
                    <a:lnTo>
                      <a:pt x="317" y="0"/>
                    </a:lnTo>
                    <a:lnTo>
                      <a:pt x="370" y="2"/>
                    </a:lnTo>
                    <a:lnTo>
                      <a:pt x="421" y="12"/>
                    </a:lnTo>
                    <a:lnTo>
                      <a:pt x="469" y="25"/>
                    </a:lnTo>
                    <a:lnTo>
                      <a:pt x="515" y="45"/>
                    </a:lnTo>
                    <a:lnTo>
                      <a:pt x="556" y="68"/>
                    </a:lnTo>
                    <a:lnTo>
                      <a:pt x="593" y="96"/>
                    </a:lnTo>
                    <a:lnTo>
                      <a:pt x="626" y="129"/>
                    </a:lnTo>
                    <a:lnTo>
                      <a:pt x="654" y="164"/>
                    </a:lnTo>
                    <a:lnTo>
                      <a:pt x="678" y="202"/>
                    </a:lnTo>
                    <a:lnTo>
                      <a:pt x="694" y="243"/>
                    </a:lnTo>
                    <a:lnTo>
                      <a:pt x="704" y="286"/>
                    </a:lnTo>
                    <a:lnTo>
                      <a:pt x="708" y="331"/>
                    </a:lnTo>
                    <a:lnTo>
                      <a:pt x="708" y="1203"/>
                    </a:lnTo>
                    <a:lnTo>
                      <a:pt x="0" y="682"/>
                    </a:lnTo>
                    <a:lnTo>
                      <a:pt x="37" y="614"/>
                    </a:lnTo>
                    <a:lnTo>
                      <a:pt x="74" y="539"/>
                    </a:lnTo>
                    <a:lnTo>
                      <a:pt x="106" y="460"/>
                    </a:lnTo>
                    <a:lnTo>
                      <a:pt x="137" y="377"/>
                    </a:lnTo>
                    <a:lnTo>
                      <a:pt x="164" y="289"/>
                    </a:lnTo>
                    <a:lnTo>
                      <a:pt x="188" y="196"/>
                    </a:lnTo>
                    <a:lnTo>
                      <a:pt x="211" y="100"/>
                    </a:lnTo>
                    <a:lnTo>
                      <a:pt x="2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D28DBDA-A45E-4488-9652-9E0B9C192F25}"/>
                </a:ext>
              </a:extLst>
            </p:cNvPr>
            <p:cNvGrpSpPr/>
            <p:nvPr/>
          </p:nvGrpSpPr>
          <p:grpSpPr>
            <a:xfrm>
              <a:off x="4483546" y="3876601"/>
              <a:ext cx="403160" cy="399793"/>
              <a:chOff x="396876" y="3176588"/>
              <a:chExt cx="3040063" cy="3014663"/>
            </a:xfrm>
            <a:solidFill>
              <a:schemeClr val="bg1"/>
            </a:solidFill>
          </p:grpSpPr>
          <p:sp>
            <p:nvSpPr>
              <p:cNvPr id="108" name="Freeform 13">
                <a:extLst>
                  <a:ext uri="{FF2B5EF4-FFF2-40B4-BE49-F238E27FC236}">
                    <a16:creationId xmlns:a16="http://schemas.microsoft.com/office/drawing/2014/main" id="{1930DB43-94FF-4FDE-8754-55684D892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76" y="3176588"/>
                <a:ext cx="3040063" cy="3014663"/>
              </a:xfrm>
              <a:custGeom>
                <a:avLst/>
                <a:gdLst>
                  <a:gd name="T0" fmla="*/ 499 w 3828"/>
                  <a:gd name="T1" fmla="*/ 0 h 3799"/>
                  <a:gd name="T2" fmla="*/ 536 w 3828"/>
                  <a:gd name="T3" fmla="*/ 13 h 3799"/>
                  <a:gd name="T4" fmla="*/ 950 w 3828"/>
                  <a:gd name="T5" fmla="*/ 502 h 3799"/>
                  <a:gd name="T6" fmla="*/ 976 w 3828"/>
                  <a:gd name="T7" fmla="*/ 540 h 3799"/>
                  <a:gd name="T8" fmla="*/ 977 w 3828"/>
                  <a:gd name="T9" fmla="*/ 586 h 3799"/>
                  <a:gd name="T10" fmla="*/ 955 w 3828"/>
                  <a:gd name="T11" fmla="*/ 622 h 3799"/>
                  <a:gd name="T12" fmla="*/ 919 w 3828"/>
                  <a:gd name="T13" fmla="*/ 642 h 3799"/>
                  <a:gd name="T14" fmla="*/ 897 w 3828"/>
                  <a:gd name="T15" fmla="*/ 644 h 3799"/>
                  <a:gd name="T16" fmla="*/ 652 w 3828"/>
                  <a:gd name="T17" fmla="*/ 645 h 3799"/>
                  <a:gd name="T18" fmla="*/ 3176 w 3828"/>
                  <a:gd name="T19" fmla="*/ 3153 h 3799"/>
                  <a:gd name="T20" fmla="*/ 3178 w 3828"/>
                  <a:gd name="T21" fmla="*/ 2891 h 3799"/>
                  <a:gd name="T22" fmla="*/ 3194 w 3828"/>
                  <a:gd name="T23" fmla="*/ 2859 h 3799"/>
                  <a:gd name="T24" fmla="*/ 3223 w 3828"/>
                  <a:gd name="T25" fmla="*/ 2837 h 3799"/>
                  <a:gd name="T26" fmla="*/ 3269 w 3828"/>
                  <a:gd name="T27" fmla="*/ 2830 h 3799"/>
                  <a:gd name="T28" fmla="*/ 3310 w 3828"/>
                  <a:gd name="T29" fmla="*/ 2848 h 3799"/>
                  <a:gd name="T30" fmla="*/ 3811 w 3828"/>
                  <a:gd name="T31" fmla="*/ 3265 h 3799"/>
                  <a:gd name="T32" fmla="*/ 3826 w 3828"/>
                  <a:gd name="T33" fmla="*/ 3296 h 3799"/>
                  <a:gd name="T34" fmla="*/ 3826 w 3828"/>
                  <a:gd name="T35" fmla="*/ 3332 h 3799"/>
                  <a:gd name="T36" fmla="*/ 3811 w 3828"/>
                  <a:gd name="T37" fmla="*/ 3364 h 3799"/>
                  <a:gd name="T38" fmla="*/ 3310 w 3828"/>
                  <a:gd name="T39" fmla="*/ 3781 h 3799"/>
                  <a:gd name="T40" fmla="*/ 3276 w 3828"/>
                  <a:gd name="T41" fmla="*/ 3798 h 3799"/>
                  <a:gd name="T42" fmla="*/ 3240 w 3828"/>
                  <a:gd name="T43" fmla="*/ 3798 h 3799"/>
                  <a:gd name="T44" fmla="*/ 3207 w 3828"/>
                  <a:gd name="T45" fmla="*/ 3783 h 3799"/>
                  <a:gd name="T46" fmla="*/ 3184 w 3828"/>
                  <a:gd name="T47" fmla="*/ 3755 h 3799"/>
                  <a:gd name="T48" fmla="*/ 3176 w 3828"/>
                  <a:gd name="T49" fmla="*/ 3719 h 3799"/>
                  <a:gd name="T50" fmla="*/ 489 w 3828"/>
                  <a:gd name="T51" fmla="*/ 3477 h 3799"/>
                  <a:gd name="T52" fmla="*/ 426 w 3828"/>
                  <a:gd name="T53" fmla="*/ 3464 h 3799"/>
                  <a:gd name="T54" fmla="*/ 374 w 3828"/>
                  <a:gd name="T55" fmla="*/ 3429 h 3799"/>
                  <a:gd name="T56" fmla="*/ 339 w 3828"/>
                  <a:gd name="T57" fmla="*/ 3378 h 3799"/>
                  <a:gd name="T58" fmla="*/ 326 w 3828"/>
                  <a:gd name="T59" fmla="*/ 3314 h 3799"/>
                  <a:gd name="T60" fmla="*/ 82 w 3828"/>
                  <a:gd name="T61" fmla="*/ 645 h 3799"/>
                  <a:gd name="T62" fmla="*/ 46 w 3828"/>
                  <a:gd name="T63" fmla="*/ 637 h 3799"/>
                  <a:gd name="T64" fmla="*/ 18 w 3828"/>
                  <a:gd name="T65" fmla="*/ 614 h 3799"/>
                  <a:gd name="T66" fmla="*/ 2 w 3828"/>
                  <a:gd name="T67" fmla="*/ 581 h 3799"/>
                  <a:gd name="T68" fmla="*/ 0 w 3828"/>
                  <a:gd name="T69" fmla="*/ 562 h 3799"/>
                  <a:gd name="T70" fmla="*/ 8 w 3828"/>
                  <a:gd name="T71" fmla="*/ 527 h 3799"/>
                  <a:gd name="T72" fmla="*/ 426 w 3828"/>
                  <a:gd name="T73" fmla="*/ 26 h 3799"/>
                  <a:gd name="T74" fmla="*/ 459 w 3828"/>
                  <a:gd name="T75" fmla="*/ 4 h 3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28" h="3799">
                    <a:moveTo>
                      <a:pt x="479" y="0"/>
                    </a:moveTo>
                    <a:lnTo>
                      <a:pt x="499" y="0"/>
                    </a:lnTo>
                    <a:lnTo>
                      <a:pt x="518" y="4"/>
                    </a:lnTo>
                    <a:lnTo>
                      <a:pt x="536" y="13"/>
                    </a:lnTo>
                    <a:lnTo>
                      <a:pt x="551" y="26"/>
                    </a:lnTo>
                    <a:lnTo>
                      <a:pt x="950" y="502"/>
                    </a:lnTo>
                    <a:lnTo>
                      <a:pt x="966" y="519"/>
                    </a:lnTo>
                    <a:lnTo>
                      <a:pt x="976" y="540"/>
                    </a:lnTo>
                    <a:lnTo>
                      <a:pt x="979" y="564"/>
                    </a:lnTo>
                    <a:lnTo>
                      <a:pt x="977" y="586"/>
                    </a:lnTo>
                    <a:lnTo>
                      <a:pt x="968" y="605"/>
                    </a:lnTo>
                    <a:lnTo>
                      <a:pt x="955" y="622"/>
                    </a:lnTo>
                    <a:lnTo>
                      <a:pt x="938" y="633"/>
                    </a:lnTo>
                    <a:lnTo>
                      <a:pt x="919" y="642"/>
                    </a:lnTo>
                    <a:lnTo>
                      <a:pt x="897" y="645"/>
                    </a:lnTo>
                    <a:lnTo>
                      <a:pt x="897" y="644"/>
                    </a:lnTo>
                    <a:lnTo>
                      <a:pt x="896" y="645"/>
                    </a:lnTo>
                    <a:lnTo>
                      <a:pt x="652" y="645"/>
                    </a:lnTo>
                    <a:lnTo>
                      <a:pt x="652" y="3153"/>
                    </a:lnTo>
                    <a:lnTo>
                      <a:pt x="3176" y="3153"/>
                    </a:lnTo>
                    <a:lnTo>
                      <a:pt x="3176" y="2910"/>
                    </a:lnTo>
                    <a:lnTo>
                      <a:pt x="3178" y="2891"/>
                    </a:lnTo>
                    <a:lnTo>
                      <a:pt x="3184" y="2874"/>
                    </a:lnTo>
                    <a:lnTo>
                      <a:pt x="3194" y="2859"/>
                    </a:lnTo>
                    <a:lnTo>
                      <a:pt x="3207" y="2847"/>
                    </a:lnTo>
                    <a:lnTo>
                      <a:pt x="3223" y="2837"/>
                    </a:lnTo>
                    <a:lnTo>
                      <a:pt x="3246" y="2830"/>
                    </a:lnTo>
                    <a:lnTo>
                      <a:pt x="3269" y="2830"/>
                    </a:lnTo>
                    <a:lnTo>
                      <a:pt x="3290" y="2836"/>
                    </a:lnTo>
                    <a:lnTo>
                      <a:pt x="3310" y="2848"/>
                    </a:lnTo>
                    <a:lnTo>
                      <a:pt x="3798" y="3252"/>
                    </a:lnTo>
                    <a:lnTo>
                      <a:pt x="3811" y="3265"/>
                    </a:lnTo>
                    <a:lnTo>
                      <a:pt x="3821" y="3281"/>
                    </a:lnTo>
                    <a:lnTo>
                      <a:pt x="3826" y="3296"/>
                    </a:lnTo>
                    <a:lnTo>
                      <a:pt x="3828" y="3314"/>
                    </a:lnTo>
                    <a:lnTo>
                      <a:pt x="3826" y="3332"/>
                    </a:lnTo>
                    <a:lnTo>
                      <a:pt x="3821" y="3349"/>
                    </a:lnTo>
                    <a:lnTo>
                      <a:pt x="3811" y="3364"/>
                    </a:lnTo>
                    <a:lnTo>
                      <a:pt x="3798" y="3376"/>
                    </a:lnTo>
                    <a:lnTo>
                      <a:pt x="3310" y="3781"/>
                    </a:lnTo>
                    <a:lnTo>
                      <a:pt x="3294" y="3791"/>
                    </a:lnTo>
                    <a:lnTo>
                      <a:pt x="3276" y="3798"/>
                    </a:lnTo>
                    <a:lnTo>
                      <a:pt x="3258" y="3799"/>
                    </a:lnTo>
                    <a:lnTo>
                      <a:pt x="3240" y="3798"/>
                    </a:lnTo>
                    <a:lnTo>
                      <a:pt x="3223" y="3792"/>
                    </a:lnTo>
                    <a:lnTo>
                      <a:pt x="3207" y="3783"/>
                    </a:lnTo>
                    <a:lnTo>
                      <a:pt x="3194" y="3770"/>
                    </a:lnTo>
                    <a:lnTo>
                      <a:pt x="3184" y="3755"/>
                    </a:lnTo>
                    <a:lnTo>
                      <a:pt x="3178" y="3737"/>
                    </a:lnTo>
                    <a:lnTo>
                      <a:pt x="3176" y="3719"/>
                    </a:lnTo>
                    <a:lnTo>
                      <a:pt x="3176" y="3477"/>
                    </a:lnTo>
                    <a:lnTo>
                      <a:pt x="489" y="3477"/>
                    </a:lnTo>
                    <a:lnTo>
                      <a:pt x="456" y="3473"/>
                    </a:lnTo>
                    <a:lnTo>
                      <a:pt x="426" y="3464"/>
                    </a:lnTo>
                    <a:lnTo>
                      <a:pt x="398" y="3449"/>
                    </a:lnTo>
                    <a:lnTo>
                      <a:pt x="374" y="3429"/>
                    </a:lnTo>
                    <a:lnTo>
                      <a:pt x="354" y="3405"/>
                    </a:lnTo>
                    <a:lnTo>
                      <a:pt x="339" y="3378"/>
                    </a:lnTo>
                    <a:lnTo>
                      <a:pt x="329" y="3348"/>
                    </a:lnTo>
                    <a:lnTo>
                      <a:pt x="326" y="3314"/>
                    </a:lnTo>
                    <a:lnTo>
                      <a:pt x="326" y="645"/>
                    </a:lnTo>
                    <a:lnTo>
                      <a:pt x="82" y="645"/>
                    </a:lnTo>
                    <a:lnTo>
                      <a:pt x="64" y="643"/>
                    </a:lnTo>
                    <a:lnTo>
                      <a:pt x="46" y="637"/>
                    </a:lnTo>
                    <a:lnTo>
                      <a:pt x="31" y="627"/>
                    </a:lnTo>
                    <a:lnTo>
                      <a:pt x="18" y="614"/>
                    </a:lnTo>
                    <a:lnTo>
                      <a:pt x="8" y="599"/>
                    </a:lnTo>
                    <a:lnTo>
                      <a:pt x="2" y="581"/>
                    </a:lnTo>
                    <a:lnTo>
                      <a:pt x="0" y="563"/>
                    </a:lnTo>
                    <a:lnTo>
                      <a:pt x="0" y="562"/>
                    </a:lnTo>
                    <a:lnTo>
                      <a:pt x="2" y="545"/>
                    </a:lnTo>
                    <a:lnTo>
                      <a:pt x="8" y="527"/>
                    </a:lnTo>
                    <a:lnTo>
                      <a:pt x="19" y="512"/>
                    </a:lnTo>
                    <a:lnTo>
                      <a:pt x="426" y="26"/>
                    </a:lnTo>
                    <a:lnTo>
                      <a:pt x="441" y="13"/>
                    </a:lnTo>
                    <a:lnTo>
                      <a:pt x="459" y="4"/>
                    </a:lnTo>
                    <a:lnTo>
                      <a:pt x="4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9" name="Freeform 14">
                <a:extLst>
                  <a:ext uri="{FF2B5EF4-FFF2-40B4-BE49-F238E27FC236}">
                    <a16:creationId xmlns:a16="http://schemas.microsoft.com/office/drawing/2014/main" id="{D1B84433-B809-4B80-A999-EE121D0B6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972051"/>
                <a:ext cx="1679575" cy="384175"/>
              </a:xfrm>
              <a:custGeom>
                <a:avLst/>
                <a:gdLst>
                  <a:gd name="T0" fmla="*/ 244 w 2118"/>
                  <a:gd name="T1" fmla="*/ 0 h 486"/>
                  <a:gd name="T2" fmla="*/ 1873 w 2118"/>
                  <a:gd name="T3" fmla="*/ 0 h 486"/>
                  <a:gd name="T4" fmla="*/ 1913 w 2118"/>
                  <a:gd name="T5" fmla="*/ 4 h 486"/>
                  <a:gd name="T6" fmla="*/ 1950 w 2118"/>
                  <a:gd name="T7" fmla="*/ 14 h 486"/>
                  <a:gd name="T8" fmla="*/ 1985 w 2118"/>
                  <a:gd name="T9" fmla="*/ 28 h 486"/>
                  <a:gd name="T10" fmla="*/ 2018 w 2118"/>
                  <a:gd name="T11" fmla="*/ 48 h 486"/>
                  <a:gd name="T12" fmla="*/ 2047 w 2118"/>
                  <a:gd name="T13" fmla="*/ 72 h 486"/>
                  <a:gd name="T14" fmla="*/ 2071 w 2118"/>
                  <a:gd name="T15" fmla="*/ 100 h 486"/>
                  <a:gd name="T16" fmla="*/ 2090 w 2118"/>
                  <a:gd name="T17" fmla="*/ 132 h 486"/>
                  <a:gd name="T18" fmla="*/ 2106 w 2118"/>
                  <a:gd name="T19" fmla="*/ 167 h 486"/>
                  <a:gd name="T20" fmla="*/ 2114 w 2118"/>
                  <a:gd name="T21" fmla="*/ 204 h 486"/>
                  <a:gd name="T22" fmla="*/ 2118 w 2118"/>
                  <a:gd name="T23" fmla="*/ 243 h 486"/>
                  <a:gd name="T24" fmla="*/ 2114 w 2118"/>
                  <a:gd name="T25" fmla="*/ 283 h 486"/>
                  <a:gd name="T26" fmla="*/ 2106 w 2118"/>
                  <a:gd name="T27" fmla="*/ 320 h 486"/>
                  <a:gd name="T28" fmla="*/ 2090 w 2118"/>
                  <a:gd name="T29" fmla="*/ 355 h 486"/>
                  <a:gd name="T30" fmla="*/ 2071 w 2118"/>
                  <a:gd name="T31" fmla="*/ 386 h 486"/>
                  <a:gd name="T32" fmla="*/ 2047 w 2118"/>
                  <a:gd name="T33" fmla="*/ 415 h 486"/>
                  <a:gd name="T34" fmla="*/ 2018 w 2118"/>
                  <a:gd name="T35" fmla="*/ 439 h 486"/>
                  <a:gd name="T36" fmla="*/ 1985 w 2118"/>
                  <a:gd name="T37" fmla="*/ 459 h 486"/>
                  <a:gd name="T38" fmla="*/ 1950 w 2118"/>
                  <a:gd name="T39" fmla="*/ 474 h 486"/>
                  <a:gd name="T40" fmla="*/ 1913 w 2118"/>
                  <a:gd name="T41" fmla="*/ 483 h 486"/>
                  <a:gd name="T42" fmla="*/ 1873 w 2118"/>
                  <a:gd name="T43" fmla="*/ 486 h 486"/>
                  <a:gd name="T44" fmla="*/ 244 w 2118"/>
                  <a:gd name="T45" fmla="*/ 486 h 486"/>
                  <a:gd name="T46" fmla="*/ 205 w 2118"/>
                  <a:gd name="T47" fmla="*/ 483 h 486"/>
                  <a:gd name="T48" fmla="*/ 167 w 2118"/>
                  <a:gd name="T49" fmla="*/ 474 h 486"/>
                  <a:gd name="T50" fmla="*/ 132 w 2118"/>
                  <a:gd name="T51" fmla="*/ 459 h 486"/>
                  <a:gd name="T52" fmla="*/ 100 w 2118"/>
                  <a:gd name="T53" fmla="*/ 439 h 486"/>
                  <a:gd name="T54" fmla="*/ 71 w 2118"/>
                  <a:gd name="T55" fmla="*/ 415 h 486"/>
                  <a:gd name="T56" fmla="*/ 47 w 2118"/>
                  <a:gd name="T57" fmla="*/ 386 h 486"/>
                  <a:gd name="T58" fmla="*/ 28 w 2118"/>
                  <a:gd name="T59" fmla="*/ 355 h 486"/>
                  <a:gd name="T60" fmla="*/ 12 w 2118"/>
                  <a:gd name="T61" fmla="*/ 320 h 486"/>
                  <a:gd name="T62" fmla="*/ 4 w 2118"/>
                  <a:gd name="T63" fmla="*/ 283 h 486"/>
                  <a:gd name="T64" fmla="*/ 0 w 2118"/>
                  <a:gd name="T65" fmla="*/ 243 h 486"/>
                  <a:gd name="T66" fmla="*/ 4 w 2118"/>
                  <a:gd name="T67" fmla="*/ 204 h 486"/>
                  <a:gd name="T68" fmla="*/ 12 w 2118"/>
                  <a:gd name="T69" fmla="*/ 167 h 486"/>
                  <a:gd name="T70" fmla="*/ 28 w 2118"/>
                  <a:gd name="T71" fmla="*/ 132 h 486"/>
                  <a:gd name="T72" fmla="*/ 47 w 2118"/>
                  <a:gd name="T73" fmla="*/ 100 h 486"/>
                  <a:gd name="T74" fmla="*/ 71 w 2118"/>
                  <a:gd name="T75" fmla="*/ 72 h 486"/>
                  <a:gd name="T76" fmla="*/ 100 w 2118"/>
                  <a:gd name="T77" fmla="*/ 48 h 486"/>
                  <a:gd name="T78" fmla="*/ 132 w 2118"/>
                  <a:gd name="T79" fmla="*/ 28 h 486"/>
                  <a:gd name="T80" fmla="*/ 167 w 2118"/>
                  <a:gd name="T81" fmla="*/ 14 h 486"/>
                  <a:gd name="T82" fmla="*/ 205 w 2118"/>
                  <a:gd name="T83" fmla="*/ 4 h 486"/>
                  <a:gd name="T84" fmla="*/ 244 w 2118"/>
                  <a:gd name="T85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18" h="486">
                    <a:moveTo>
                      <a:pt x="244" y="0"/>
                    </a:moveTo>
                    <a:lnTo>
                      <a:pt x="1873" y="0"/>
                    </a:lnTo>
                    <a:lnTo>
                      <a:pt x="1913" y="4"/>
                    </a:lnTo>
                    <a:lnTo>
                      <a:pt x="1950" y="14"/>
                    </a:lnTo>
                    <a:lnTo>
                      <a:pt x="1985" y="28"/>
                    </a:lnTo>
                    <a:lnTo>
                      <a:pt x="2018" y="48"/>
                    </a:lnTo>
                    <a:lnTo>
                      <a:pt x="2047" y="72"/>
                    </a:lnTo>
                    <a:lnTo>
                      <a:pt x="2071" y="100"/>
                    </a:lnTo>
                    <a:lnTo>
                      <a:pt x="2090" y="132"/>
                    </a:lnTo>
                    <a:lnTo>
                      <a:pt x="2106" y="167"/>
                    </a:lnTo>
                    <a:lnTo>
                      <a:pt x="2114" y="204"/>
                    </a:lnTo>
                    <a:lnTo>
                      <a:pt x="2118" y="243"/>
                    </a:lnTo>
                    <a:lnTo>
                      <a:pt x="2114" y="283"/>
                    </a:lnTo>
                    <a:lnTo>
                      <a:pt x="2106" y="320"/>
                    </a:lnTo>
                    <a:lnTo>
                      <a:pt x="2090" y="355"/>
                    </a:lnTo>
                    <a:lnTo>
                      <a:pt x="2071" y="386"/>
                    </a:lnTo>
                    <a:lnTo>
                      <a:pt x="2047" y="415"/>
                    </a:lnTo>
                    <a:lnTo>
                      <a:pt x="2018" y="439"/>
                    </a:lnTo>
                    <a:lnTo>
                      <a:pt x="1985" y="459"/>
                    </a:lnTo>
                    <a:lnTo>
                      <a:pt x="1950" y="474"/>
                    </a:lnTo>
                    <a:lnTo>
                      <a:pt x="1913" y="483"/>
                    </a:lnTo>
                    <a:lnTo>
                      <a:pt x="1873" y="486"/>
                    </a:lnTo>
                    <a:lnTo>
                      <a:pt x="244" y="486"/>
                    </a:lnTo>
                    <a:lnTo>
                      <a:pt x="205" y="483"/>
                    </a:lnTo>
                    <a:lnTo>
                      <a:pt x="167" y="474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20"/>
                    </a:lnTo>
                    <a:lnTo>
                      <a:pt x="4" y="283"/>
                    </a:lnTo>
                    <a:lnTo>
                      <a:pt x="0" y="243"/>
                    </a:lnTo>
                    <a:lnTo>
                      <a:pt x="4" y="204"/>
                    </a:lnTo>
                    <a:lnTo>
                      <a:pt x="12" y="167"/>
                    </a:lnTo>
                    <a:lnTo>
                      <a:pt x="28" y="132"/>
                    </a:lnTo>
                    <a:lnTo>
                      <a:pt x="47" y="100"/>
                    </a:lnTo>
                    <a:lnTo>
                      <a:pt x="71" y="72"/>
                    </a:lnTo>
                    <a:lnTo>
                      <a:pt x="100" y="48"/>
                    </a:lnTo>
                    <a:lnTo>
                      <a:pt x="132" y="28"/>
                    </a:lnTo>
                    <a:lnTo>
                      <a:pt x="167" y="14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10" name="Freeform 15">
                <a:extLst>
                  <a:ext uri="{FF2B5EF4-FFF2-40B4-BE49-F238E27FC236}">
                    <a16:creationId xmlns:a16="http://schemas.microsoft.com/office/drawing/2014/main" id="{2CD05A6F-5622-4183-9845-3EE0AC125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457701"/>
                <a:ext cx="1033463" cy="385763"/>
              </a:xfrm>
              <a:custGeom>
                <a:avLst/>
                <a:gdLst>
                  <a:gd name="T0" fmla="*/ 244 w 1303"/>
                  <a:gd name="T1" fmla="*/ 0 h 485"/>
                  <a:gd name="T2" fmla="*/ 1059 w 1303"/>
                  <a:gd name="T3" fmla="*/ 0 h 485"/>
                  <a:gd name="T4" fmla="*/ 1099 w 1303"/>
                  <a:gd name="T5" fmla="*/ 2 h 485"/>
                  <a:gd name="T6" fmla="*/ 1136 w 1303"/>
                  <a:gd name="T7" fmla="*/ 12 h 485"/>
                  <a:gd name="T8" fmla="*/ 1171 w 1303"/>
                  <a:gd name="T9" fmla="*/ 26 h 485"/>
                  <a:gd name="T10" fmla="*/ 1203 w 1303"/>
                  <a:gd name="T11" fmla="*/ 46 h 485"/>
                  <a:gd name="T12" fmla="*/ 1232 w 1303"/>
                  <a:gd name="T13" fmla="*/ 70 h 485"/>
                  <a:gd name="T14" fmla="*/ 1256 w 1303"/>
                  <a:gd name="T15" fmla="*/ 99 h 485"/>
                  <a:gd name="T16" fmla="*/ 1275 w 1303"/>
                  <a:gd name="T17" fmla="*/ 130 h 485"/>
                  <a:gd name="T18" fmla="*/ 1291 w 1303"/>
                  <a:gd name="T19" fmla="*/ 166 h 485"/>
                  <a:gd name="T20" fmla="*/ 1301 w 1303"/>
                  <a:gd name="T21" fmla="*/ 203 h 485"/>
                  <a:gd name="T22" fmla="*/ 1303 w 1303"/>
                  <a:gd name="T23" fmla="*/ 242 h 485"/>
                  <a:gd name="T24" fmla="*/ 1301 w 1303"/>
                  <a:gd name="T25" fmla="*/ 282 h 485"/>
                  <a:gd name="T26" fmla="*/ 1291 w 1303"/>
                  <a:gd name="T27" fmla="*/ 319 h 485"/>
                  <a:gd name="T28" fmla="*/ 1275 w 1303"/>
                  <a:gd name="T29" fmla="*/ 354 h 485"/>
                  <a:gd name="T30" fmla="*/ 1256 w 1303"/>
                  <a:gd name="T31" fmla="*/ 386 h 485"/>
                  <a:gd name="T32" fmla="*/ 1232 w 1303"/>
                  <a:gd name="T33" fmla="*/ 413 h 485"/>
                  <a:gd name="T34" fmla="*/ 1203 w 1303"/>
                  <a:gd name="T35" fmla="*/ 438 h 485"/>
                  <a:gd name="T36" fmla="*/ 1171 w 1303"/>
                  <a:gd name="T37" fmla="*/ 458 h 485"/>
                  <a:gd name="T38" fmla="*/ 1136 w 1303"/>
                  <a:gd name="T39" fmla="*/ 472 h 485"/>
                  <a:gd name="T40" fmla="*/ 1099 w 1303"/>
                  <a:gd name="T41" fmla="*/ 482 h 485"/>
                  <a:gd name="T42" fmla="*/ 1059 w 1303"/>
                  <a:gd name="T43" fmla="*/ 485 h 485"/>
                  <a:gd name="T44" fmla="*/ 244 w 1303"/>
                  <a:gd name="T45" fmla="*/ 485 h 485"/>
                  <a:gd name="T46" fmla="*/ 205 w 1303"/>
                  <a:gd name="T47" fmla="*/ 482 h 485"/>
                  <a:gd name="T48" fmla="*/ 167 w 1303"/>
                  <a:gd name="T49" fmla="*/ 472 h 485"/>
                  <a:gd name="T50" fmla="*/ 132 w 1303"/>
                  <a:gd name="T51" fmla="*/ 458 h 485"/>
                  <a:gd name="T52" fmla="*/ 100 w 1303"/>
                  <a:gd name="T53" fmla="*/ 438 h 485"/>
                  <a:gd name="T54" fmla="*/ 71 w 1303"/>
                  <a:gd name="T55" fmla="*/ 413 h 485"/>
                  <a:gd name="T56" fmla="*/ 47 w 1303"/>
                  <a:gd name="T57" fmla="*/ 386 h 485"/>
                  <a:gd name="T58" fmla="*/ 28 w 1303"/>
                  <a:gd name="T59" fmla="*/ 354 h 485"/>
                  <a:gd name="T60" fmla="*/ 12 w 1303"/>
                  <a:gd name="T61" fmla="*/ 319 h 485"/>
                  <a:gd name="T62" fmla="*/ 4 w 1303"/>
                  <a:gd name="T63" fmla="*/ 282 h 485"/>
                  <a:gd name="T64" fmla="*/ 0 w 1303"/>
                  <a:gd name="T65" fmla="*/ 242 h 485"/>
                  <a:gd name="T66" fmla="*/ 4 w 1303"/>
                  <a:gd name="T67" fmla="*/ 203 h 485"/>
                  <a:gd name="T68" fmla="*/ 12 w 1303"/>
                  <a:gd name="T69" fmla="*/ 166 h 485"/>
                  <a:gd name="T70" fmla="*/ 28 w 1303"/>
                  <a:gd name="T71" fmla="*/ 130 h 485"/>
                  <a:gd name="T72" fmla="*/ 47 w 1303"/>
                  <a:gd name="T73" fmla="*/ 99 h 485"/>
                  <a:gd name="T74" fmla="*/ 71 w 1303"/>
                  <a:gd name="T75" fmla="*/ 70 h 485"/>
                  <a:gd name="T76" fmla="*/ 100 w 1303"/>
                  <a:gd name="T77" fmla="*/ 46 h 485"/>
                  <a:gd name="T78" fmla="*/ 132 w 1303"/>
                  <a:gd name="T79" fmla="*/ 26 h 485"/>
                  <a:gd name="T80" fmla="*/ 167 w 1303"/>
                  <a:gd name="T81" fmla="*/ 12 h 485"/>
                  <a:gd name="T82" fmla="*/ 205 w 1303"/>
                  <a:gd name="T83" fmla="*/ 2 h 485"/>
                  <a:gd name="T84" fmla="*/ 244 w 1303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03" h="485">
                    <a:moveTo>
                      <a:pt x="244" y="0"/>
                    </a:moveTo>
                    <a:lnTo>
                      <a:pt x="1059" y="0"/>
                    </a:lnTo>
                    <a:lnTo>
                      <a:pt x="1099" y="2"/>
                    </a:lnTo>
                    <a:lnTo>
                      <a:pt x="1136" y="12"/>
                    </a:lnTo>
                    <a:lnTo>
                      <a:pt x="1171" y="26"/>
                    </a:lnTo>
                    <a:lnTo>
                      <a:pt x="1203" y="46"/>
                    </a:lnTo>
                    <a:lnTo>
                      <a:pt x="1232" y="70"/>
                    </a:lnTo>
                    <a:lnTo>
                      <a:pt x="1256" y="99"/>
                    </a:lnTo>
                    <a:lnTo>
                      <a:pt x="1275" y="130"/>
                    </a:lnTo>
                    <a:lnTo>
                      <a:pt x="1291" y="166"/>
                    </a:lnTo>
                    <a:lnTo>
                      <a:pt x="1301" y="203"/>
                    </a:lnTo>
                    <a:lnTo>
                      <a:pt x="1303" y="242"/>
                    </a:lnTo>
                    <a:lnTo>
                      <a:pt x="1301" y="282"/>
                    </a:lnTo>
                    <a:lnTo>
                      <a:pt x="1291" y="319"/>
                    </a:lnTo>
                    <a:lnTo>
                      <a:pt x="1275" y="354"/>
                    </a:lnTo>
                    <a:lnTo>
                      <a:pt x="1256" y="386"/>
                    </a:lnTo>
                    <a:lnTo>
                      <a:pt x="1232" y="413"/>
                    </a:lnTo>
                    <a:lnTo>
                      <a:pt x="1203" y="438"/>
                    </a:lnTo>
                    <a:lnTo>
                      <a:pt x="1171" y="458"/>
                    </a:lnTo>
                    <a:lnTo>
                      <a:pt x="1136" y="472"/>
                    </a:lnTo>
                    <a:lnTo>
                      <a:pt x="1099" y="482"/>
                    </a:lnTo>
                    <a:lnTo>
                      <a:pt x="1059" y="485"/>
                    </a:lnTo>
                    <a:lnTo>
                      <a:pt x="244" y="485"/>
                    </a:lnTo>
                    <a:lnTo>
                      <a:pt x="205" y="482"/>
                    </a:lnTo>
                    <a:lnTo>
                      <a:pt x="167" y="472"/>
                    </a:lnTo>
                    <a:lnTo>
                      <a:pt x="132" y="458"/>
                    </a:lnTo>
                    <a:lnTo>
                      <a:pt x="100" y="438"/>
                    </a:lnTo>
                    <a:lnTo>
                      <a:pt x="71" y="413"/>
                    </a:lnTo>
                    <a:lnTo>
                      <a:pt x="47" y="386"/>
                    </a:lnTo>
                    <a:lnTo>
                      <a:pt x="28" y="354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2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0"/>
                    </a:lnTo>
                    <a:lnTo>
                      <a:pt x="47" y="99"/>
                    </a:lnTo>
                    <a:lnTo>
                      <a:pt x="71" y="70"/>
                    </a:lnTo>
                    <a:lnTo>
                      <a:pt x="100" y="46"/>
                    </a:lnTo>
                    <a:lnTo>
                      <a:pt x="132" y="26"/>
                    </a:lnTo>
                    <a:lnTo>
                      <a:pt x="167" y="12"/>
                    </a:lnTo>
                    <a:lnTo>
                      <a:pt x="205" y="2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11" name="Freeform 16">
                <a:extLst>
                  <a:ext uri="{FF2B5EF4-FFF2-40B4-BE49-F238E27FC236}">
                    <a16:creationId xmlns:a16="http://schemas.microsoft.com/office/drawing/2014/main" id="{95A045DF-9DFA-469E-8026-F9DDDCD1C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3944938"/>
                <a:ext cx="1357313" cy="384175"/>
              </a:xfrm>
              <a:custGeom>
                <a:avLst/>
                <a:gdLst>
                  <a:gd name="T0" fmla="*/ 244 w 1711"/>
                  <a:gd name="T1" fmla="*/ 0 h 485"/>
                  <a:gd name="T2" fmla="*/ 1466 w 1711"/>
                  <a:gd name="T3" fmla="*/ 0 h 485"/>
                  <a:gd name="T4" fmla="*/ 1505 w 1711"/>
                  <a:gd name="T5" fmla="*/ 4 h 485"/>
                  <a:gd name="T6" fmla="*/ 1544 w 1711"/>
                  <a:gd name="T7" fmla="*/ 13 h 485"/>
                  <a:gd name="T8" fmla="*/ 1579 w 1711"/>
                  <a:gd name="T9" fmla="*/ 28 h 485"/>
                  <a:gd name="T10" fmla="*/ 1610 w 1711"/>
                  <a:gd name="T11" fmla="*/ 47 h 485"/>
                  <a:gd name="T12" fmla="*/ 1639 w 1711"/>
                  <a:gd name="T13" fmla="*/ 72 h 485"/>
                  <a:gd name="T14" fmla="*/ 1663 w 1711"/>
                  <a:gd name="T15" fmla="*/ 99 h 485"/>
                  <a:gd name="T16" fmla="*/ 1683 w 1711"/>
                  <a:gd name="T17" fmla="*/ 132 h 485"/>
                  <a:gd name="T18" fmla="*/ 1698 w 1711"/>
                  <a:gd name="T19" fmla="*/ 166 h 485"/>
                  <a:gd name="T20" fmla="*/ 1707 w 1711"/>
                  <a:gd name="T21" fmla="*/ 203 h 485"/>
                  <a:gd name="T22" fmla="*/ 1711 w 1711"/>
                  <a:gd name="T23" fmla="*/ 243 h 485"/>
                  <a:gd name="T24" fmla="*/ 1707 w 1711"/>
                  <a:gd name="T25" fmla="*/ 282 h 485"/>
                  <a:gd name="T26" fmla="*/ 1698 w 1711"/>
                  <a:gd name="T27" fmla="*/ 319 h 485"/>
                  <a:gd name="T28" fmla="*/ 1683 w 1711"/>
                  <a:gd name="T29" fmla="*/ 355 h 485"/>
                  <a:gd name="T30" fmla="*/ 1663 w 1711"/>
                  <a:gd name="T31" fmla="*/ 386 h 485"/>
                  <a:gd name="T32" fmla="*/ 1639 w 1711"/>
                  <a:gd name="T33" fmla="*/ 415 h 485"/>
                  <a:gd name="T34" fmla="*/ 1610 w 1711"/>
                  <a:gd name="T35" fmla="*/ 439 h 485"/>
                  <a:gd name="T36" fmla="*/ 1579 w 1711"/>
                  <a:gd name="T37" fmla="*/ 459 h 485"/>
                  <a:gd name="T38" fmla="*/ 1544 w 1711"/>
                  <a:gd name="T39" fmla="*/ 473 h 485"/>
                  <a:gd name="T40" fmla="*/ 1505 w 1711"/>
                  <a:gd name="T41" fmla="*/ 483 h 485"/>
                  <a:gd name="T42" fmla="*/ 1466 w 1711"/>
                  <a:gd name="T43" fmla="*/ 485 h 485"/>
                  <a:gd name="T44" fmla="*/ 244 w 1711"/>
                  <a:gd name="T45" fmla="*/ 485 h 485"/>
                  <a:gd name="T46" fmla="*/ 205 w 1711"/>
                  <a:gd name="T47" fmla="*/ 483 h 485"/>
                  <a:gd name="T48" fmla="*/ 167 w 1711"/>
                  <a:gd name="T49" fmla="*/ 473 h 485"/>
                  <a:gd name="T50" fmla="*/ 132 w 1711"/>
                  <a:gd name="T51" fmla="*/ 459 h 485"/>
                  <a:gd name="T52" fmla="*/ 100 w 1711"/>
                  <a:gd name="T53" fmla="*/ 439 h 485"/>
                  <a:gd name="T54" fmla="*/ 71 w 1711"/>
                  <a:gd name="T55" fmla="*/ 415 h 485"/>
                  <a:gd name="T56" fmla="*/ 47 w 1711"/>
                  <a:gd name="T57" fmla="*/ 386 h 485"/>
                  <a:gd name="T58" fmla="*/ 28 w 1711"/>
                  <a:gd name="T59" fmla="*/ 355 h 485"/>
                  <a:gd name="T60" fmla="*/ 12 w 1711"/>
                  <a:gd name="T61" fmla="*/ 319 h 485"/>
                  <a:gd name="T62" fmla="*/ 4 w 1711"/>
                  <a:gd name="T63" fmla="*/ 282 h 485"/>
                  <a:gd name="T64" fmla="*/ 0 w 1711"/>
                  <a:gd name="T65" fmla="*/ 243 h 485"/>
                  <a:gd name="T66" fmla="*/ 4 w 1711"/>
                  <a:gd name="T67" fmla="*/ 203 h 485"/>
                  <a:gd name="T68" fmla="*/ 12 w 1711"/>
                  <a:gd name="T69" fmla="*/ 166 h 485"/>
                  <a:gd name="T70" fmla="*/ 28 w 1711"/>
                  <a:gd name="T71" fmla="*/ 132 h 485"/>
                  <a:gd name="T72" fmla="*/ 47 w 1711"/>
                  <a:gd name="T73" fmla="*/ 99 h 485"/>
                  <a:gd name="T74" fmla="*/ 71 w 1711"/>
                  <a:gd name="T75" fmla="*/ 72 h 485"/>
                  <a:gd name="T76" fmla="*/ 100 w 1711"/>
                  <a:gd name="T77" fmla="*/ 47 h 485"/>
                  <a:gd name="T78" fmla="*/ 132 w 1711"/>
                  <a:gd name="T79" fmla="*/ 28 h 485"/>
                  <a:gd name="T80" fmla="*/ 167 w 1711"/>
                  <a:gd name="T81" fmla="*/ 13 h 485"/>
                  <a:gd name="T82" fmla="*/ 205 w 1711"/>
                  <a:gd name="T83" fmla="*/ 4 h 485"/>
                  <a:gd name="T84" fmla="*/ 244 w 1711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11" h="485">
                    <a:moveTo>
                      <a:pt x="244" y="0"/>
                    </a:moveTo>
                    <a:lnTo>
                      <a:pt x="1466" y="0"/>
                    </a:lnTo>
                    <a:lnTo>
                      <a:pt x="1505" y="4"/>
                    </a:lnTo>
                    <a:lnTo>
                      <a:pt x="1544" y="13"/>
                    </a:lnTo>
                    <a:lnTo>
                      <a:pt x="1579" y="28"/>
                    </a:lnTo>
                    <a:lnTo>
                      <a:pt x="1610" y="47"/>
                    </a:lnTo>
                    <a:lnTo>
                      <a:pt x="1639" y="72"/>
                    </a:lnTo>
                    <a:lnTo>
                      <a:pt x="1663" y="99"/>
                    </a:lnTo>
                    <a:lnTo>
                      <a:pt x="1683" y="132"/>
                    </a:lnTo>
                    <a:lnTo>
                      <a:pt x="1698" y="166"/>
                    </a:lnTo>
                    <a:lnTo>
                      <a:pt x="1707" y="203"/>
                    </a:lnTo>
                    <a:lnTo>
                      <a:pt x="1711" y="243"/>
                    </a:lnTo>
                    <a:lnTo>
                      <a:pt x="1707" y="282"/>
                    </a:lnTo>
                    <a:lnTo>
                      <a:pt x="1698" y="319"/>
                    </a:lnTo>
                    <a:lnTo>
                      <a:pt x="1683" y="355"/>
                    </a:lnTo>
                    <a:lnTo>
                      <a:pt x="1663" y="386"/>
                    </a:lnTo>
                    <a:lnTo>
                      <a:pt x="1639" y="415"/>
                    </a:lnTo>
                    <a:lnTo>
                      <a:pt x="1610" y="439"/>
                    </a:lnTo>
                    <a:lnTo>
                      <a:pt x="1579" y="459"/>
                    </a:lnTo>
                    <a:lnTo>
                      <a:pt x="1544" y="473"/>
                    </a:lnTo>
                    <a:lnTo>
                      <a:pt x="1505" y="483"/>
                    </a:lnTo>
                    <a:lnTo>
                      <a:pt x="1466" y="485"/>
                    </a:lnTo>
                    <a:lnTo>
                      <a:pt x="244" y="485"/>
                    </a:lnTo>
                    <a:lnTo>
                      <a:pt x="205" y="483"/>
                    </a:lnTo>
                    <a:lnTo>
                      <a:pt x="167" y="473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3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2"/>
                    </a:lnTo>
                    <a:lnTo>
                      <a:pt x="47" y="99"/>
                    </a:lnTo>
                    <a:lnTo>
                      <a:pt x="71" y="72"/>
                    </a:lnTo>
                    <a:lnTo>
                      <a:pt x="100" y="47"/>
                    </a:lnTo>
                    <a:lnTo>
                      <a:pt x="132" y="28"/>
                    </a:lnTo>
                    <a:lnTo>
                      <a:pt x="167" y="13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DBDF02F-F8A3-4904-8748-F652A236D570}"/>
                </a:ext>
              </a:extLst>
            </p:cNvPr>
            <p:cNvGrpSpPr/>
            <p:nvPr/>
          </p:nvGrpSpPr>
          <p:grpSpPr>
            <a:xfrm>
              <a:off x="5509725" y="1772725"/>
              <a:ext cx="451187" cy="371599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113" name="Freeform 21">
                <a:extLst>
                  <a:ext uri="{FF2B5EF4-FFF2-40B4-BE49-F238E27FC236}">
                    <a16:creationId xmlns:a16="http://schemas.microsoft.com/office/drawing/2014/main" id="{AECA6C44-041B-4B0B-B19C-321E2A6A1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14" name="Freeform 22">
                <a:extLst>
                  <a:ext uri="{FF2B5EF4-FFF2-40B4-BE49-F238E27FC236}">
                    <a16:creationId xmlns:a16="http://schemas.microsoft.com/office/drawing/2014/main" id="{8F9EE6F4-309F-49CA-AF34-3EDC586B1F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66C0198-1863-4BD4-A3C8-A011A3283D9E}"/>
              </a:ext>
            </a:extLst>
          </p:cNvPr>
          <p:cNvGrpSpPr/>
          <p:nvPr/>
        </p:nvGrpSpPr>
        <p:grpSpPr>
          <a:xfrm>
            <a:off x="693325" y="2187794"/>
            <a:ext cx="2776595" cy="1033672"/>
            <a:chOff x="8995807" y="857110"/>
            <a:chExt cx="2776595" cy="1033672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C97A1C2-D5F8-4722-86BB-936C61E1A169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3455F16-9836-41D9-BB90-5BF405E45FD6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0824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83C249-81A8-4D40-AB12-1523FC5B1C2D}"/>
              </a:ext>
            </a:extLst>
          </p:cNvPr>
          <p:cNvSpPr/>
          <p:nvPr/>
        </p:nvSpPr>
        <p:spPr>
          <a:xfrm>
            <a:off x="6876974" y="1204693"/>
            <a:ext cx="1701142" cy="909405"/>
          </a:xfrm>
          <a:custGeom>
            <a:avLst/>
            <a:gdLst>
              <a:gd name="connsiteX0" fmla="*/ 0 w 1221640"/>
              <a:gd name="connsiteY0" fmla="*/ 0 h 1221640"/>
              <a:gd name="connsiteX1" fmla="*/ 1221640 w 1221640"/>
              <a:gd name="connsiteY1" fmla="*/ 0 h 1221640"/>
              <a:gd name="connsiteX2" fmla="*/ 1221640 w 1221640"/>
              <a:gd name="connsiteY2" fmla="*/ 1221640 h 1221640"/>
              <a:gd name="connsiteX3" fmla="*/ 0 w 1221640"/>
              <a:gd name="connsiteY3" fmla="*/ 1221640 h 1221640"/>
              <a:gd name="connsiteX4" fmla="*/ 0 w 1221640"/>
              <a:gd name="connsiteY4" fmla="*/ 0 h 1221640"/>
              <a:gd name="connsiteX0" fmla="*/ 1221640 w 1313080"/>
              <a:gd name="connsiteY0" fmla="*/ 1221640 h 1313080"/>
              <a:gd name="connsiteX1" fmla="*/ 0 w 1313080"/>
              <a:gd name="connsiteY1" fmla="*/ 1221640 h 1313080"/>
              <a:gd name="connsiteX2" fmla="*/ 0 w 1313080"/>
              <a:gd name="connsiteY2" fmla="*/ 0 h 1313080"/>
              <a:gd name="connsiteX3" fmla="*/ 1221640 w 1313080"/>
              <a:gd name="connsiteY3" fmla="*/ 0 h 1313080"/>
              <a:gd name="connsiteX4" fmla="*/ 1313080 w 1313080"/>
              <a:gd name="connsiteY4" fmla="*/ 1313080 h 1313080"/>
              <a:gd name="connsiteX0" fmla="*/ 1221640 w 1221640"/>
              <a:gd name="connsiteY0" fmla="*/ 1221640 h 1221640"/>
              <a:gd name="connsiteX1" fmla="*/ 0 w 1221640"/>
              <a:gd name="connsiteY1" fmla="*/ 1221640 h 1221640"/>
              <a:gd name="connsiteX2" fmla="*/ 0 w 1221640"/>
              <a:gd name="connsiteY2" fmla="*/ 0 h 1221640"/>
              <a:gd name="connsiteX3" fmla="*/ 1221640 w 1221640"/>
              <a:gd name="connsiteY3" fmla="*/ 0 h 1221640"/>
              <a:gd name="connsiteX0" fmla="*/ 0 w 1221640"/>
              <a:gd name="connsiteY0" fmla="*/ 1221640 h 1221640"/>
              <a:gd name="connsiteX1" fmla="*/ 0 w 1221640"/>
              <a:gd name="connsiteY1" fmla="*/ 0 h 1221640"/>
              <a:gd name="connsiteX2" fmla="*/ 1221640 w 1221640"/>
              <a:gd name="connsiteY2" fmla="*/ 0 h 1221640"/>
              <a:gd name="connsiteX0" fmla="*/ 0 w 1701142"/>
              <a:gd name="connsiteY0" fmla="*/ 909405 h 909405"/>
              <a:gd name="connsiteX1" fmla="*/ 479502 w 1701142"/>
              <a:gd name="connsiteY1" fmla="*/ 0 h 909405"/>
              <a:gd name="connsiteX2" fmla="*/ 1701142 w 1701142"/>
              <a:gd name="connsiteY2" fmla="*/ 0 h 90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142" h="909405">
                <a:moveTo>
                  <a:pt x="0" y="909405"/>
                </a:moveTo>
                <a:lnTo>
                  <a:pt x="479502" y="0"/>
                </a:lnTo>
                <a:lnTo>
                  <a:pt x="1701142" y="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4">
            <a:extLst>
              <a:ext uri="{FF2B5EF4-FFF2-40B4-BE49-F238E27FC236}">
                <a16:creationId xmlns:a16="http://schemas.microsoft.com/office/drawing/2014/main" id="{EB6B3C43-89C6-4885-9FF3-BD19247F7EC0}"/>
              </a:ext>
            </a:extLst>
          </p:cNvPr>
          <p:cNvSpPr/>
          <p:nvPr/>
        </p:nvSpPr>
        <p:spPr>
          <a:xfrm flipV="1">
            <a:off x="6876974" y="4728479"/>
            <a:ext cx="1701142" cy="909405"/>
          </a:xfrm>
          <a:custGeom>
            <a:avLst/>
            <a:gdLst>
              <a:gd name="connsiteX0" fmla="*/ 0 w 1221640"/>
              <a:gd name="connsiteY0" fmla="*/ 0 h 1221640"/>
              <a:gd name="connsiteX1" fmla="*/ 1221640 w 1221640"/>
              <a:gd name="connsiteY1" fmla="*/ 0 h 1221640"/>
              <a:gd name="connsiteX2" fmla="*/ 1221640 w 1221640"/>
              <a:gd name="connsiteY2" fmla="*/ 1221640 h 1221640"/>
              <a:gd name="connsiteX3" fmla="*/ 0 w 1221640"/>
              <a:gd name="connsiteY3" fmla="*/ 1221640 h 1221640"/>
              <a:gd name="connsiteX4" fmla="*/ 0 w 1221640"/>
              <a:gd name="connsiteY4" fmla="*/ 0 h 1221640"/>
              <a:gd name="connsiteX0" fmla="*/ 1221640 w 1313080"/>
              <a:gd name="connsiteY0" fmla="*/ 1221640 h 1313080"/>
              <a:gd name="connsiteX1" fmla="*/ 0 w 1313080"/>
              <a:gd name="connsiteY1" fmla="*/ 1221640 h 1313080"/>
              <a:gd name="connsiteX2" fmla="*/ 0 w 1313080"/>
              <a:gd name="connsiteY2" fmla="*/ 0 h 1313080"/>
              <a:gd name="connsiteX3" fmla="*/ 1221640 w 1313080"/>
              <a:gd name="connsiteY3" fmla="*/ 0 h 1313080"/>
              <a:gd name="connsiteX4" fmla="*/ 1313080 w 1313080"/>
              <a:gd name="connsiteY4" fmla="*/ 1313080 h 1313080"/>
              <a:gd name="connsiteX0" fmla="*/ 1221640 w 1221640"/>
              <a:gd name="connsiteY0" fmla="*/ 1221640 h 1221640"/>
              <a:gd name="connsiteX1" fmla="*/ 0 w 1221640"/>
              <a:gd name="connsiteY1" fmla="*/ 1221640 h 1221640"/>
              <a:gd name="connsiteX2" fmla="*/ 0 w 1221640"/>
              <a:gd name="connsiteY2" fmla="*/ 0 h 1221640"/>
              <a:gd name="connsiteX3" fmla="*/ 1221640 w 1221640"/>
              <a:gd name="connsiteY3" fmla="*/ 0 h 1221640"/>
              <a:gd name="connsiteX0" fmla="*/ 0 w 1221640"/>
              <a:gd name="connsiteY0" fmla="*/ 1221640 h 1221640"/>
              <a:gd name="connsiteX1" fmla="*/ 0 w 1221640"/>
              <a:gd name="connsiteY1" fmla="*/ 0 h 1221640"/>
              <a:gd name="connsiteX2" fmla="*/ 1221640 w 1221640"/>
              <a:gd name="connsiteY2" fmla="*/ 0 h 1221640"/>
              <a:gd name="connsiteX0" fmla="*/ 0 w 1701142"/>
              <a:gd name="connsiteY0" fmla="*/ 909405 h 909405"/>
              <a:gd name="connsiteX1" fmla="*/ 479502 w 1701142"/>
              <a:gd name="connsiteY1" fmla="*/ 0 h 909405"/>
              <a:gd name="connsiteX2" fmla="*/ 1701142 w 1701142"/>
              <a:gd name="connsiteY2" fmla="*/ 0 h 90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142" h="909405">
                <a:moveTo>
                  <a:pt x="0" y="909405"/>
                </a:moveTo>
                <a:lnTo>
                  <a:pt x="479502" y="0"/>
                </a:lnTo>
                <a:lnTo>
                  <a:pt x="1701142" y="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8B1635-9FDC-4714-BB76-AA08B4FE721D}"/>
              </a:ext>
            </a:extLst>
          </p:cNvPr>
          <p:cNvCxnSpPr/>
          <p:nvPr/>
        </p:nvCxnSpPr>
        <p:spPr>
          <a:xfrm>
            <a:off x="7177204" y="3429001"/>
            <a:ext cx="14050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4">
            <a:extLst>
              <a:ext uri="{FF2B5EF4-FFF2-40B4-BE49-F238E27FC236}">
                <a16:creationId xmlns:a16="http://schemas.microsoft.com/office/drawing/2014/main" id="{818E57E9-0B99-43F3-BA5E-421170EC2068}"/>
              </a:ext>
            </a:extLst>
          </p:cNvPr>
          <p:cNvSpPr/>
          <p:nvPr/>
        </p:nvSpPr>
        <p:spPr>
          <a:xfrm flipH="1">
            <a:off x="3610708" y="1204693"/>
            <a:ext cx="1701142" cy="909405"/>
          </a:xfrm>
          <a:custGeom>
            <a:avLst/>
            <a:gdLst>
              <a:gd name="connsiteX0" fmla="*/ 0 w 1221640"/>
              <a:gd name="connsiteY0" fmla="*/ 0 h 1221640"/>
              <a:gd name="connsiteX1" fmla="*/ 1221640 w 1221640"/>
              <a:gd name="connsiteY1" fmla="*/ 0 h 1221640"/>
              <a:gd name="connsiteX2" fmla="*/ 1221640 w 1221640"/>
              <a:gd name="connsiteY2" fmla="*/ 1221640 h 1221640"/>
              <a:gd name="connsiteX3" fmla="*/ 0 w 1221640"/>
              <a:gd name="connsiteY3" fmla="*/ 1221640 h 1221640"/>
              <a:gd name="connsiteX4" fmla="*/ 0 w 1221640"/>
              <a:gd name="connsiteY4" fmla="*/ 0 h 1221640"/>
              <a:gd name="connsiteX0" fmla="*/ 1221640 w 1313080"/>
              <a:gd name="connsiteY0" fmla="*/ 1221640 h 1313080"/>
              <a:gd name="connsiteX1" fmla="*/ 0 w 1313080"/>
              <a:gd name="connsiteY1" fmla="*/ 1221640 h 1313080"/>
              <a:gd name="connsiteX2" fmla="*/ 0 w 1313080"/>
              <a:gd name="connsiteY2" fmla="*/ 0 h 1313080"/>
              <a:gd name="connsiteX3" fmla="*/ 1221640 w 1313080"/>
              <a:gd name="connsiteY3" fmla="*/ 0 h 1313080"/>
              <a:gd name="connsiteX4" fmla="*/ 1313080 w 1313080"/>
              <a:gd name="connsiteY4" fmla="*/ 1313080 h 1313080"/>
              <a:gd name="connsiteX0" fmla="*/ 1221640 w 1221640"/>
              <a:gd name="connsiteY0" fmla="*/ 1221640 h 1221640"/>
              <a:gd name="connsiteX1" fmla="*/ 0 w 1221640"/>
              <a:gd name="connsiteY1" fmla="*/ 1221640 h 1221640"/>
              <a:gd name="connsiteX2" fmla="*/ 0 w 1221640"/>
              <a:gd name="connsiteY2" fmla="*/ 0 h 1221640"/>
              <a:gd name="connsiteX3" fmla="*/ 1221640 w 1221640"/>
              <a:gd name="connsiteY3" fmla="*/ 0 h 1221640"/>
              <a:gd name="connsiteX0" fmla="*/ 0 w 1221640"/>
              <a:gd name="connsiteY0" fmla="*/ 1221640 h 1221640"/>
              <a:gd name="connsiteX1" fmla="*/ 0 w 1221640"/>
              <a:gd name="connsiteY1" fmla="*/ 0 h 1221640"/>
              <a:gd name="connsiteX2" fmla="*/ 1221640 w 1221640"/>
              <a:gd name="connsiteY2" fmla="*/ 0 h 1221640"/>
              <a:gd name="connsiteX0" fmla="*/ 0 w 1701142"/>
              <a:gd name="connsiteY0" fmla="*/ 909405 h 909405"/>
              <a:gd name="connsiteX1" fmla="*/ 479502 w 1701142"/>
              <a:gd name="connsiteY1" fmla="*/ 0 h 909405"/>
              <a:gd name="connsiteX2" fmla="*/ 1701142 w 1701142"/>
              <a:gd name="connsiteY2" fmla="*/ 0 h 90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142" h="909405">
                <a:moveTo>
                  <a:pt x="0" y="909405"/>
                </a:moveTo>
                <a:lnTo>
                  <a:pt x="479502" y="0"/>
                </a:lnTo>
                <a:lnTo>
                  <a:pt x="1701142" y="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4">
            <a:extLst>
              <a:ext uri="{FF2B5EF4-FFF2-40B4-BE49-F238E27FC236}">
                <a16:creationId xmlns:a16="http://schemas.microsoft.com/office/drawing/2014/main" id="{A08559A1-D87F-421F-B01F-90F7A3A57A97}"/>
              </a:ext>
            </a:extLst>
          </p:cNvPr>
          <p:cNvSpPr/>
          <p:nvPr/>
        </p:nvSpPr>
        <p:spPr>
          <a:xfrm flipH="1" flipV="1">
            <a:off x="3610708" y="4728479"/>
            <a:ext cx="1701142" cy="909405"/>
          </a:xfrm>
          <a:custGeom>
            <a:avLst/>
            <a:gdLst>
              <a:gd name="connsiteX0" fmla="*/ 0 w 1221640"/>
              <a:gd name="connsiteY0" fmla="*/ 0 h 1221640"/>
              <a:gd name="connsiteX1" fmla="*/ 1221640 w 1221640"/>
              <a:gd name="connsiteY1" fmla="*/ 0 h 1221640"/>
              <a:gd name="connsiteX2" fmla="*/ 1221640 w 1221640"/>
              <a:gd name="connsiteY2" fmla="*/ 1221640 h 1221640"/>
              <a:gd name="connsiteX3" fmla="*/ 0 w 1221640"/>
              <a:gd name="connsiteY3" fmla="*/ 1221640 h 1221640"/>
              <a:gd name="connsiteX4" fmla="*/ 0 w 1221640"/>
              <a:gd name="connsiteY4" fmla="*/ 0 h 1221640"/>
              <a:gd name="connsiteX0" fmla="*/ 1221640 w 1313080"/>
              <a:gd name="connsiteY0" fmla="*/ 1221640 h 1313080"/>
              <a:gd name="connsiteX1" fmla="*/ 0 w 1313080"/>
              <a:gd name="connsiteY1" fmla="*/ 1221640 h 1313080"/>
              <a:gd name="connsiteX2" fmla="*/ 0 w 1313080"/>
              <a:gd name="connsiteY2" fmla="*/ 0 h 1313080"/>
              <a:gd name="connsiteX3" fmla="*/ 1221640 w 1313080"/>
              <a:gd name="connsiteY3" fmla="*/ 0 h 1313080"/>
              <a:gd name="connsiteX4" fmla="*/ 1313080 w 1313080"/>
              <a:gd name="connsiteY4" fmla="*/ 1313080 h 1313080"/>
              <a:gd name="connsiteX0" fmla="*/ 1221640 w 1221640"/>
              <a:gd name="connsiteY0" fmla="*/ 1221640 h 1221640"/>
              <a:gd name="connsiteX1" fmla="*/ 0 w 1221640"/>
              <a:gd name="connsiteY1" fmla="*/ 1221640 h 1221640"/>
              <a:gd name="connsiteX2" fmla="*/ 0 w 1221640"/>
              <a:gd name="connsiteY2" fmla="*/ 0 h 1221640"/>
              <a:gd name="connsiteX3" fmla="*/ 1221640 w 1221640"/>
              <a:gd name="connsiteY3" fmla="*/ 0 h 1221640"/>
              <a:gd name="connsiteX0" fmla="*/ 0 w 1221640"/>
              <a:gd name="connsiteY0" fmla="*/ 1221640 h 1221640"/>
              <a:gd name="connsiteX1" fmla="*/ 0 w 1221640"/>
              <a:gd name="connsiteY1" fmla="*/ 0 h 1221640"/>
              <a:gd name="connsiteX2" fmla="*/ 1221640 w 1221640"/>
              <a:gd name="connsiteY2" fmla="*/ 0 h 1221640"/>
              <a:gd name="connsiteX0" fmla="*/ 0 w 1701142"/>
              <a:gd name="connsiteY0" fmla="*/ 909405 h 909405"/>
              <a:gd name="connsiteX1" fmla="*/ 479502 w 1701142"/>
              <a:gd name="connsiteY1" fmla="*/ 0 h 909405"/>
              <a:gd name="connsiteX2" fmla="*/ 1701142 w 1701142"/>
              <a:gd name="connsiteY2" fmla="*/ 0 h 90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142" h="909405">
                <a:moveTo>
                  <a:pt x="0" y="909405"/>
                </a:moveTo>
                <a:lnTo>
                  <a:pt x="479502" y="0"/>
                </a:lnTo>
                <a:lnTo>
                  <a:pt x="1701142" y="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B283AF3-2942-4473-A3E3-4B43C9EF0BAF}"/>
              </a:ext>
            </a:extLst>
          </p:cNvPr>
          <p:cNvCxnSpPr/>
          <p:nvPr/>
        </p:nvCxnSpPr>
        <p:spPr>
          <a:xfrm flipH="1">
            <a:off x="3606566" y="3429001"/>
            <a:ext cx="14050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AC38B6-5AEC-4DEC-8691-827A20646AC1}"/>
              </a:ext>
            </a:extLst>
          </p:cNvPr>
          <p:cNvGrpSpPr/>
          <p:nvPr/>
        </p:nvGrpSpPr>
        <p:grpSpPr>
          <a:xfrm>
            <a:off x="4251538" y="1302554"/>
            <a:ext cx="3685748" cy="4252894"/>
            <a:chOff x="4059238" y="1077913"/>
            <a:chExt cx="4075113" cy="4702175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B48DA33-B8CA-4594-ACC4-D4B0A9DE3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1" y="2249488"/>
              <a:ext cx="2038350" cy="2354263"/>
            </a:xfrm>
            <a:custGeom>
              <a:avLst/>
              <a:gdLst>
                <a:gd name="T0" fmla="*/ 1281 w 1284"/>
                <a:gd name="T1" fmla="*/ 0 h 1483"/>
                <a:gd name="T2" fmla="*/ 0 w 1284"/>
                <a:gd name="T3" fmla="*/ 742 h 1483"/>
                <a:gd name="T4" fmla="*/ 1284 w 1284"/>
                <a:gd name="T5" fmla="*/ 1483 h 1483"/>
                <a:gd name="T6" fmla="*/ 1284 w 1284"/>
                <a:gd name="T7" fmla="*/ 3 h 1483"/>
                <a:gd name="T8" fmla="*/ 1281 w 1284"/>
                <a:gd name="T9" fmla="*/ 0 h 1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4" h="1483">
                  <a:moveTo>
                    <a:pt x="1281" y="0"/>
                  </a:moveTo>
                  <a:lnTo>
                    <a:pt x="0" y="742"/>
                  </a:lnTo>
                  <a:lnTo>
                    <a:pt x="1284" y="1483"/>
                  </a:lnTo>
                  <a:lnTo>
                    <a:pt x="1284" y="3"/>
                  </a:lnTo>
                  <a:lnTo>
                    <a:pt x="1281" y="0"/>
                  </a:lnTo>
                  <a:close/>
                </a:path>
              </a:pathLst>
            </a:custGeom>
            <a:solidFill>
              <a:schemeClr val="accent2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2E15E82F-63FB-44F1-B6F4-07587277F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238" y="2254250"/>
              <a:ext cx="2036763" cy="2349500"/>
            </a:xfrm>
            <a:custGeom>
              <a:avLst/>
              <a:gdLst>
                <a:gd name="T0" fmla="*/ 1283 w 1283"/>
                <a:gd name="T1" fmla="*/ 739 h 1480"/>
                <a:gd name="T2" fmla="*/ 3 w 1283"/>
                <a:gd name="T3" fmla="*/ 0 h 1480"/>
                <a:gd name="T4" fmla="*/ 0 w 1283"/>
                <a:gd name="T5" fmla="*/ 0 h 1480"/>
                <a:gd name="T6" fmla="*/ 0 w 1283"/>
                <a:gd name="T7" fmla="*/ 1480 h 1480"/>
                <a:gd name="T8" fmla="*/ 0 w 1283"/>
                <a:gd name="T9" fmla="*/ 1480 h 1480"/>
                <a:gd name="T10" fmla="*/ 1283 w 1283"/>
                <a:gd name="T11" fmla="*/ 739 h 1480"/>
                <a:gd name="T12" fmla="*/ 1283 w 1283"/>
                <a:gd name="T13" fmla="*/ 739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3" h="1480">
                  <a:moveTo>
                    <a:pt x="1283" y="739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1480"/>
                  </a:lnTo>
                  <a:lnTo>
                    <a:pt x="0" y="1480"/>
                  </a:lnTo>
                  <a:lnTo>
                    <a:pt x="1283" y="739"/>
                  </a:lnTo>
                  <a:lnTo>
                    <a:pt x="1283" y="739"/>
                  </a:lnTo>
                  <a:close/>
                </a:path>
              </a:pathLst>
            </a:custGeom>
            <a:solidFill>
              <a:schemeClr val="accent5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2C2F92FB-4B83-443D-AE55-D667F23D3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1" y="1077913"/>
              <a:ext cx="2033588" cy="2349500"/>
            </a:xfrm>
            <a:custGeom>
              <a:avLst/>
              <a:gdLst>
                <a:gd name="T0" fmla="*/ 0 w 1281"/>
                <a:gd name="T1" fmla="*/ 1480 h 1480"/>
                <a:gd name="T2" fmla="*/ 1281 w 1281"/>
                <a:gd name="T3" fmla="*/ 738 h 1480"/>
                <a:gd name="T4" fmla="*/ 0 w 1281"/>
                <a:gd name="T5" fmla="*/ 0 h 1480"/>
                <a:gd name="T6" fmla="*/ 0 w 1281"/>
                <a:gd name="T7" fmla="*/ 1480 h 1480"/>
                <a:gd name="T8" fmla="*/ 0 w 1281"/>
                <a:gd name="T9" fmla="*/ 148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1" h="1480">
                  <a:moveTo>
                    <a:pt x="0" y="1480"/>
                  </a:moveTo>
                  <a:lnTo>
                    <a:pt x="1281" y="738"/>
                  </a:lnTo>
                  <a:lnTo>
                    <a:pt x="0" y="0"/>
                  </a:lnTo>
                  <a:lnTo>
                    <a:pt x="0" y="1480"/>
                  </a:lnTo>
                  <a:lnTo>
                    <a:pt x="0" y="1480"/>
                  </a:lnTo>
                  <a:close/>
                </a:path>
              </a:pathLst>
            </a:custGeom>
            <a:solidFill>
              <a:schemeClr val="accent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C9527B41-989A-4EA4-872D-AD8994FC3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001" y="1077913"/>
              <a:ext cx="2032000" cy="2349500"/>
            </a:xfrm>
            <a:custGeom>
              <a:avLst/>
              <a:gdLst>
                <a:gd name="T0" fmla="*/ 1280 w 1280"/>
                <a:gd name="T1" fmla="*/ 0 h 1480"/>
                <a:gd name="T2" fmla="*/ 0 w 1280"/>
                <a:gd name="T3" fmla="*/ 741 h 1480"/>
                <a:gd name="T4" fmla="*/ 1280 w 1280"/>
                <a:gd name="T5" fmla="*/ 1480 h 1480"/>
                <a:gd name="T6" fmla="*/ 1280 w 1280"/>
                <a:gd name="T7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0" h="1480">
                  <a:moveTo>
                    <a:pt x="1280" y="0"/>
                  </a:moveTo>
                  <a:lnTo>
                    <a:pt x="0" y="741"/>
                  </a:lnTo>
                  <a:lnTo>
                    <a:pt x="1280" y="1480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chemeClr val="accent6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0DE64873-F919-4820-8654-57BE42332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1" y="3427413"/>
              <a:ext cx="2038350" cy="2352675"/>
            </a:xfrm>
            <a:custGeom>
              <a:avLst/>
              <a:gdLst>
                <a:gd name="T0" fmla="*/ 0 w 1284"/>
                <a:gd name="T1" fmla="*/ 0 h 1482"/>
                <a:gd name="T2" fmla="*/ 0 w 1284"/>
                <a:gd name="T3" fmla="*/ 1482 h 1482"/>
                <a:gd name="T4" fmla="*/ 1284 w 1284"/>
                <a:gd name="T5" fmla="*/ 741 h 1482"/>
                <a:gd name="T6" fmla="*/ 1284 w 1284"/>
                <a:gd name="T7" fmla="*/ 741 h 1482"/>
                <a:gd name="T8" fmla="*/ 0 w 1284"/>
                <a:gd name="T9" fmla="*/ 0 h 1482"/>
                <a:gd name="T10" fmla="*/ 0 w 1284"/>
                <a:gd name="T11" fmla="*/ 0 h 1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4" h="1482">
                  <a:moveTo>
                    <a:pt x="0" y="0"/>
                  </a:moveTo>
                  <a:lnTo>
                    <a:pt x="0" y="1482"/>
                  </a:lnTo>
                  <a:lnTo>
                    <a:pt x="1284" y="741"/>
                  </a:lnTo>
                  <a:lnTo>
                    <a:pt x="1284" y="74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367111C7-1266-476B-B9EE-7470C997E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238" y="3427413"/>
              <a:ext cx="2036763" cy="2352675"/>
            </a:xfrm>
            <a:custGeom>
              <a:avLst/>
              <a:gdLst>
                <a:gd name="T0" fmla="*/ 0 w 1283"/>
                <a:gd name="T1" fmla="*/ 741 h 1482"/>
                <a:gd name="T2" fmla="*/ 1283 w 1283"/>
                <a:gd name="T3" fmla="*/ 1482 h 1482"/>
                <a:gd name="T4" fmla="*/ 1283 w 1283"/>
                <a:gd name="T5" fmla="*/ 0 h 1482"/>
                <a:gd name="T6" fmla="*/ 0 w 1283"/>
                <a:gd name="T7" fmla="*/ 741 h 1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3" h="1482">
                  <a:moveTo>
                    <a:pt x="0" y="741"/>
                  </a:moveTo>
                  <a:lnTo>
                    <a:pt x="1283" y="1482"/>
                  </a:lnTo>
                  <a:lnTo>
                    <a:pt x="1283" y="0"/>
                  </a:lnTo>
                  <a:lnTo>
                    <a:pt x="0" y="741"/>
                  </a:lnTo>
                  <a:close/>
                </a:path>
              </a:pathLst>
            </a:custGeom>
            <a:solidFill>
              <a:schemeClr val="accent4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3627EEFA-AA9F-4852-816D-C034F6149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8238" y="2100263"/>
              <a:ext cx="1147763" cy="1327150"/>
            </a:xfrm>
            <a:custGeom>
              <a:avLst/>
              <a:gdLst>
                <a:gd name="T0" fmla="*/ 723 w 723"/>
                <a:gd name="T1" fmla="*/ 0 h 836"/>
                <a:gd name="T2" fmla="*/ 0 w 723"/>
                <a:gd name="T3" fmla="*/ 419 h 836"/>
                <a:gd name="T4" fmla="*/ 723 w 723"/>
                <a:gd name="T5" fmla="*/ 836 h 836"/>
                <a:gd name="T6" fmla="*/ 723 w 723"/>
                <a:gd name="T7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3" h="836">
                  <a:moveTo>
                    <a:pt x="723" y="0"/>
                  </a:moveTo>
                  <a:lnTo>
                    <a:pt x="0" y="419"/>
                  </a:lnTo>
                  <a:lnTo>
                    <a:pt x="723" y="836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12">
              <a:extLst>
                <a:ext uri="{FF2B5EF4-FFF2-40B4-BE49-F238E27FC236}">
                  <a16:creationId xmlns:a16="http://schemas.microsoft.com/office/drawing/2014/main" id="{AE518E4D-2FBA-4D27-A239-556CC640D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1" y="3427413"/>
              <a:ext cx="1588" cy="1588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B19F720A-434C-41B0-928B-E8B472A47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1" y="2100263"/>
              <a:ext cx="1144588" cy="1327150"/>
            </a:xfrm>
            <a:custGeom>
              <a:avLst/>
              <a:gdLst>
                <a:gd name="T0" fmla="*/ 0 w 721"/>
                <a:gd name="T1" fmla="*/ 836 h 836"/>
                <a:gd name="T2" fmla="*/ 721 w 721"/>
                <a:gd name="T3" fmla="*/ 419 h 836"/>
                <a:gd name="T4" fmla="*/ 0 w 721"/>
                <a:gd name="T5" fmla="*/ 0 h 836"/>
                <a:gd name="T6" fmla="*/ 0 w 721"/>
                <a:gd name="T7" fmla="*/ 836 h 836"/>
                <a:gd name="T8" fmla="*/ 0 w 721"/>
                <a:gd name="T9" fmla="*/ 836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836">
                  <a:moveTo>
                    <a:pt x="0" y="836"/>
                  </a:moveTo>
                  <a:lnTo>
                    <a:pt x="721" y="419"/>
                  </a:lnTo>
                  <a:lnTo>
                    <a:pt x="0" y="0"/>
                  </a:lnTo>
                  <a:lnTo>
                    <a:pt x="0" y="836"/>
                  </a:lnTo>
                  <a:lnTo>
                    <a:pt x="0" y="836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202C0A5-0A52-4777-85E2-46CD56417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476" y="3427413"/>
              <a:ext cx="1152525" cy="1330325"/>
            </a:xfrm>
            <a:custGeom>
              <a:avLst/>
              <a:gdLst>
                <a:gd name="T0" fmla="*/ 0 w 726"/>
                <a:gd name="T1" fmla="*/ 419 h 838"/>
                <a:gd name="T2" fmla="*/ 0 w 726"/>
                <a:gd name="T3" fmla="*/ 419 h 838"/>
                <a:gd name="T4" fmla="*/ 726 w 726"/>
                <a:gd name="T5" fmla="*/ 838 h 838"/>
                <a:gd name="T6" fmla="*/ 726 w 726"/>
                <a:gd name="T7" fmla="*/ 0 h 838"/>
                <a:gd name="T8" fmla="*/ 0 w 726"/>
                <a:gd name="T9" fmla="*/ 419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838">
                  <a:moveTo>
                    <a:pt x="0" y="419"/>
                  </a:moveTo>
                  <a:lnTo>
                    <a:pt x="0" y="419"/>
                  </a:lnTo>
                  <a:lnTo>
                    <a:pt x="726" y="838"/>
                  </a:lnTo>
                  <a:lnTo>
                    <a:pt x="726" y="0"/>
                  </a:lnTo>
                  <a:lnTo>
                    <a:pt x="0" y="419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9BECBEC-0E2C-48FC-8949-112E002B5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1" y="2765425"/>
              <a:ext cx="1149350" cy="1327150"/>
            </a:xfrm>
            <a:custGeom>
              <a:avLst/>
              <a:gdLst>
                <a:gd name="T0" fmla="*/ 721 w 724"/>
                <a:gd name="T1" fmla="*/ 0 h 836"/>
                <a:gd name="T2" fmla="*/ 0 w 724"/>
                <a:gd name="T3" fmla="*/ 417 h 836"/>
                <a:gd name="T4" fmla="*/ 724 w 724"/>
                <a:gd name="T5" fmla="*/ 836 h 836"/>
                <a:gd name="T6" fmla="*/ 724 w 724"/>
                <a:gd name="T7" fmla="*/ 0 h 836"/>
                <a:gd name="T8" fmla="*/ 721 w 724"/>
                <a:gd name="T9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" h="836">
                  <a:moveTo>
                    <a:pt x="721" y="0"/>
                  </a:moveTo>
                  <a:lnTo>
                    <a:pt x="0" y="417"/>
                  </a:lnTo>
                  <a:lnTo>
                    <a:pt x="724" y="836"/>
                  </a:lnTo>
                  <a:lnTo>
                    <a:pt x="724" y="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70D18A76-699B-42AE-8DBB-A7854456F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1" y="3427413"/>
              <a:ext cx="1149350" cy="1330325"/>
            </a:xfrm>
            <a:custGeom>
              <a:avLst/>
              <a:gdLst>
                <a:gd name="T0" fmla="*/ 0 w 724"/>
                <a:gd name="T1" fmla="*/ 0 h 838"/>
                <a:gd name="T2" fmla="*/ 0 w 724"/>
                <a:gd name="T3" fmla="*/ 838 h 838"/>
                <a:gd name="T4" fmla="*/ 724 w 724"/>
                <a:gd name="T5" fmla="*/ 419 h 838"/>
                <a:gd name="T6" fmla="*/ 724 w 724"/>
                <a:gd name="T7" fmla="*/ 419 h 838"/>
                <a:gd name="T8" fmla="*/ 0 w 724"/>
                <a:gd name="T9" fmla="*/ 0 h 838"/>
                <a:gd name="T10" fmla="*/ 0 w 724"/>
                <a:gd name="T11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4" h="838">
                  <a:moveTo>
                    <a:pt x="0" y="0"/>
                  </a:moveTo>
                  <a:lnTo>
                    <a:pt x="0" y="838"/>
                  </a:lnTo>
                  <a:lnTo>
                    <a:pt x="724" y="419"/>
                  </a:lnTo>
                  <a:lnTo>
                    <a:pt x="724" y="41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857698DB-76D8-493C-86D2-1ADD46DFA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476" y="2765425"/>
              <a:ext cx="1152525" cy="1327150"/>
            </a:xfrm>
            <a:custGeom>
              <a:avLst/>
              <a:gdLst>
                <a:gd name="T0" fmla="*/ 726 w 726"/>
                <a:gd name="T1" fmla="*/ 417 h 836"/>
                <a:gd name="T2" fmla="*/ 3 w 726"/>
                <a:gd name="T3" fmla="*/ 0 h 836"/>
                <a:gd name="T4" fmla="*/ 0 w 726"/>
                <a:gd name="T5" fmla="*/ 0 h 836"/>
                <a:gd name="T6" fmla="*/ 0 w 726"/>
                <a:gd name="T7" fmla="*/ 836 h 836"/>
                <a:gd name="T8" fmla="*/ 726 w 726"/>
                <a:gd name="T9" fmla="*/ 417 h 836"/>
                <a:gd name="T10" fmla="*/ 726 w 726"/>
                <a:gd name="T11" fmla="*/ 417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6" h="836">
                  <a:moveTo>
                    <a:pt x="726" y="417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836"/>
                  </a:lnTo>
                  <a:lnTo>
                    <a:pt x="726" y="417"/>
                  </a:lnTo>
                  <a:lnTo>
                    <a:pt x="726" y="417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18">
              <a:extLst>
                <a:ext uri="{FF2B5EF4-FFF2-40B4-BE49-F238E27FC236}">
                  <a16:creationId xmlns:a16="http://schemas.microsoft.com/office/drawing/2014/main" id="{F7E3A142-F3DE-4A2B-85BB-0A1C23C2B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1" y="3427413"/>
              <a:ext cx="1588" cy="1588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61FB1E4-EB20-446F-A656-8041803DF0F4}"/>
              </a:ext>
            </a:extLst>
          </p:cNvPr>
          <p:cNvGrpSpPr/>
          <p:nvPr/>
        </p:nvGrpSpPr>
        <p:grpSpPr>
          <a:xfrm>
            <a:off x="8961485" y="804584"/>
            <a:ext cx="2584663" cy="1033672"/>
            <a:chOff x="8995807" y="857110"/>
            <a:chExt cx="2776595" cy="103367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816F2A5-0C14-4CD8-88D9-F752A5483FF6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0F4F58B-A224-4CC3-92F1-2183997D98C4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F22DCFD-6F30-4A69-8ED8-5997B07D420C}"/>
              </a:ext>
            </a:extLst>
          </p:cNvPr>
          <p:cNvGrpSpPr/>
          <p:nvPr/>
        </p:nvGrpSpPr>
        <p:grpSpPr>
          <a:xfrm>
            <a:off x="8961485" y="2912164"/>
            <a:ext cx="2584663" cy="1033672"/>
            <a:chOff x="8995807" y="857110"/>
            <a:chExt cx="2776595" cy="103367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BFDD607-6EF4-4759-876F-293D77AE1FAE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6B6028-4953-41F7-B61B-F12F27E8698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3EC2A4A-EDC7-4C60-A399-CC15F7705E43}"/>
              </a:ext>
            </a:extLst>
          </p:cNvPr>
          <p:cNvGrpSpPr/>
          <p:nvPr/>
        </p:nvGrpSpPr>
        <p:grpSpPr>
          <a:xfrm>
            <a:off x="8961485" y="5019745"/>
            <a:ext cx="2584663" cy="1033672"/>
            <a:chOff x="8995807" y="857110"/>
            <a:chExt cx="2776595" cy="103367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3689AB6-82BF-4476-A598-428FF48B4DEE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EE26E4F-74FA-411E-ADCF-8F935DE89BD3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E16CF4A-24B0-4362-A15B-F02A2D4465C3}"/>
              </a:ext>
            </a:extLst>
          </p:cNvPr>
          <p:cNvGrpSpPr/>
          <p:nvPr/>
        </p:nvGrpSpPr>
        <p:grpSpPr>
          <a:xfrm>
            <a:off x="642676" y="804584"/>
            <a:ext cx="2584663" cy="1033672"/>
            <a:chOff x="8995807" y="857110"/>
            <a:chExt cx="2776595" cy="103367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112EF7-AE49-4191-AEE9-9EF909C5FC4C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507287C-2CBA-4657-8123-C3A80D26278D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F9D4E9-FD75-41CC-B6CC-52463032E76A}"/>
              </a:ext>
            </a:extLst>
          </p:cNvPr>
          <p:cNvGrpSpPr/>
          <p:nvPr/>
        </p:nvGrpSpPr>
        <p:grpSpPr>
          <a:xfrm>
            <a:off x="642676" y="2912164"/>
            <a:ext cx="2584663" cy="1033672"/>
            <a:chOff x="8995807" y="857110"/>
            <a:chExt cx="2776595" cy="103367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0DB08C5-010E-4C16-B6C3-5135B3F614CC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B81EF7E-2298-45BE-9B0C-071E32F977D1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CE964F-5D40-442B-8013-9DB5BF98BF0E}"/>
              </a:ext>
            </a:extLst>
          </p:cNvPr>
          <p:cNvGrpSpPr/>
          <p:nvPr/>
        </p:nvGrpSpPr>
        <p:grpSpPr>
          <a:xfrm>
            <a:off x="642676" y="5019745"/>
            <a:ext cx="2584663" cy="1033672"/>
            <a:chOff x="8995807" y="857110"/>
            <a:chExt cx="2776595" cy="103367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16CBA8-387A-4C9D-9036-9CF1EE0334E2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8AA9A01-10EA-4498-B9D2-CCE754A18781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73" name="Freeform 32">
            <a:extLst>
              <a:ext uri="{FF2B5EF4-FFF2-40B4-BE49-F238E27FC236}">
                <a16:creationId xmlns:a16="http://schemas.microsoft.com/office/drawing/2014/main" id="{F3757E93-6916-481D-8952-2FD2141B0573}"/>
              </a:ext>
            </a:extLst>
          </p:cNvPr>
          <p:cNvSpPr>
            <a:spLocks noEditPoints="1"/>
          </p:cNvSpPr>
          <p:nvPr/>
        </p:nvSpPr>
        <p:spPr bwMode="auto">
          <a:xfrm>
            <a:off x="6646121" y="4491505"/>
            <a:ext cx="388245" cy="323727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4" name="Freeform 37">
            <a:extLst>
              <a:ext uri="{FF2B5EF4-FFF2-40B4-BE49-F238E27FC236}">
                <a16:creationId xmlns:a16="http://schemas.microsoft.com/office/drawing/2014/main" id="{A218F96A-AB0D-49AF-A2BA-67DEC38D9E4D}"/>
              </a:ext>
            </a:extLst>
          </p:cNvPr>
          <p:cNvSpPr>
            <a:spLocks noEditPoints="1"/>
          </p:cNvSpPr>
          <p:nvPr/>
        </p:nvSpPr>
        <p:spPr bwMode="auto">
          <a:xfrm>
            <a:off x="7323750" y="3178192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5" name="Freeform 6">
            <a:extLst>
              <a:ext uri="{FF2B5EF4-FFF2-40B4-BE49-F238E27FC236}">
                <a16:creationId xmlns:a16="http://schemas.microsoft.com/office/drawing/2014/main" id="{FE690DCA-2EB1-4367-A366-0549B68DB3AA}"/>
              </a:ext>
            </a:extLst>
          </p:cNvPr>
          <p:cNvSpPr>
            <a:spLocks noEditPoints="1"/>
          </p:cNvSpPr>
          <p:nvPr/>
        </p:nvSpPr>
        <p:spPr bwMode="auto">
          <a:xfrm>
            <a:off x="5158424" y="4495812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6" name="Freeform 27">
            <a:extLst>
              <a:ext uri="{FF2B5EF4-FFF2-40B4-BE49-F238E27FC236}">
                <a16:creationId xmlns:a16="http://schemas.microsoft.com/office/drawing/2014/main" id="{A2031AFD-8A2A-4443-B4BC-2CDDB9B57240}"/>
              </a:ext>
            </a:extLst>
          </p:cNvPr>
          <p:cNvSpPr>
            <a:spLocks/>
          </p:cNvSpPr>
          <p:nvPr/>
        </p:nvSpPr>
        <p:spPr bwMode="auto">
          <a:xfrm>
            <a:off x="4534319" y="3231143"/>
            <a:ext cx="200863" cy="398633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6C457A9-78A7-4BCD-972E-565ED560C6BC}"/>
              </a:ext>
            </a:extLst>
          </p:cNvPr>
          <p:cNvGrpSpPr/>
          <p:nvPr/>
        </p:nvGrpSpPr>
        <p:grpSpPr>
          <a:xfrm>
            <a:off x="5234239" y="1962941"/>
            <a:ext cx="352522" cy="349578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42093157-D56D-4D3C-82B4-B3ED47456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DD20D7A2-FBBF-48B0-9B50-5B5853D61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74A3D248-71D8-4192-A54E-324C01495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EC831B2C-9711-4417-A325-1B763764A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3FE4B49-6342-45A4-8B59-8BF713D9AE28}"/>
              </a:ext>
            </a:extLst>
          </p:cNvPr>
          <p:cNvGrpSpPr/>
          <p:nvPr/>
        </p:nvGrpSpPr>
        <p:grpSpPr>
          <a:xfrm>
            <a:off x="6613273" y="2029309"/>
            <a:ext cx="398512" cy="328214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807AE335-E0C1-4CA2-891A-976A16F3B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2403014A-4F6F-4FD8-8AA0-7797214671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377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243803EF-71B0-4FEA-8766-4B17CA97E810}"/>
              </a:ext>
            </a:extLst>
          </p:cNvPr>
          <p:cNvSpPr txBox="1"/>
          <p:nvPr/>
        </p:nvSpPr>
        <p:spPr>
          <a:xfrm>
            <a:off x="6746954" y="2455399"/>
            <a:ext cx="4539428" cy="58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F2DA99-7218-4626-88C0-2B417F552A10}"/>
              </a:ext>
            </a:extLst>
          </p:cNvPr>
          <p:cNvSpPr txBox="1"/>
          <p:nvPr/>
        </p:nvSpPr>
        <p:spPr>
          <a:xfrm>
            <a:off x="6746954" y="1946830"/>
            <a:ext cx="453942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US" b="1" dirty="0">
                <a:solidFill>
                  <a:schemeClr val="accent5"/>
                </a:solidFill>
                <a:latin typeface="Open Sans" panose="020B0606030504020204" pitchFamily="34" charset="0"/>
              </a:rPr>
              <a:t>You can replace this text.</a:t>
            </a:r>
            <a:endParaRPr lang="en-US" b="1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3EA1C9-A0BF-4B81-A026-404D48C5BB05}"/>
              </a:ext>
            </a:extLst>
          </p:cNvPr>
          <p:cNvSpPr txBox="1"/>
          <p:nvPr/>
        </p:nvSpPr>
        <p:spPr>
          <a:xfrm>
            <a:off x="6746954" y="3943417"/>
            <a:ext cx="4539428" cy="58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5A6C0A-1A93-4221-AAE3-2EC89BA9C45D}"/>
              </a:ext>
            </a:extLst>
          </p:cNvPr>
          <p:cNvSpPr txBox="1"/>
          <p:nvPr/>
        </p:nvSpPr>
        <p:spPr>
          <a:xfrm>
            <a:off x="6746954" y="3476818"/>
            <a:ext cx="4539428" cy="4196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US" b="1" dirty="0">
                <a:solidFill>
                  <a:schemeClr val="accent2"/>
                </a:solidFill>
                <a:latin typeface="Open Sans" panose="020B0606030504020204" pitchFamily="34" charset="0"/>
              </a:rPr>
              <a:t>You can replace this text.</a:t>
            </a:r>
            <a:endParaRPr lang="en-US" b="1" dirty="0">
              <a:solidFill>
                <a:schemeClr val="accent2"/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D33EA1-4CFA-430C-A05D-C0FC4ECFE47D}"/>
              </a:ext>
            </a:extLst>
          </p:cNvPr>
          <p:cNvSpPr txBox="1"/>
          <p:nvPr/>
        </p:nvSpPr>
        <p:spPr>
          <a:xfrm>
            <a:off x="6746954" y="5368509"/>
            <a:ext cx="4539428" cy="58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FDDEBF-CA27-42E8-A7CE-8AE0CB7B7733}"/>
              </a:ext>
            </a:extLst>
          </p:cNvPr>
          <p:cNvSpPr txBox="1"/>
          <p:nvPr/>
        </p:nvSpPr>
        <p:spPr>
          <a:xfrm>
            <a:off x="6746954" y="4901910"/>
            <a:ext cx="4539428" cy="4196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US" b="1" dirty="0">
                <a:solidFill>
                  <a:schemeClr val="accent6"/>
                </a:solidFill>
                <a:latin typeface="Open Sans" panose="020B0606030504020204" pitchFamily="34" charset="0"/>
              </a:rPr>
              <a:t>You can replace this text.</a:t>
            </a:r>
            <a:endParaRPr lang="en-US" b="1" dirty="0">
              <a:solidFill>
                <a:schemeClr val="accent6"/>
              </a:solidFill>
              <a:latin typeface="Open Sans" panose="020B0606030504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D9A7B0-2B08-43AF-B1BA-A6BB264D8537}"/>
              </a:ext>
            </a:extLst>
          </p:cNvPr>
          <p:cNvGrpSpPr/>
          <p:nvPr/>
        </p:nvGrpSpPr>
        <p:grpSpPr>
          <a:xfrm>
            <a:off x="1207852" y="1857712"/>
            <a:ext cx="4906531" cy="4292382"/>
            <a:chOff x="774230" y="834529"/>
            <a:chExt cx="5931370" cy="518894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1F8EB3A-934E-42DD-BC50-689D570C0D3E}"/>
                </a:ext>
              </a:extLst>
            </p:cNvPr>
            <p:cNvGrpSpPr/>
            <p:nvPr/>
          </p:nvGrpSpPr>
          <p:grpSpPr>
            <a:xfrm>
              <a:off x="774230" y="834529"/>
              <a:ext cx="5931370" cy="5188942"/>
              <a:chOff x="1207852" y="1193006"/>
              <a:chExt cx="4679950" cy="4094163"/>
            </a:xfrm>
          </p:grpSpPr>
          <p:sp>
            <p:nvSpPr>
              <p:cNvPr id="48" name="Freeform 22">
                <a:extLst>
                  <a:ext uri="{FF2B5EF4-FFF2-40B4-BE49-F238E27FC236}">
                    <a16:creationId xmlns:a16="http://schemas.microsoft.com/office/drawing/2014/main" id="{B099C732-33D0-42D6-A197-23F55256C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652" y="1193006"/>
                <a:ext cx="2870200" cy="3633788"/>
              </a:xfrm>
              <a:custGeom>
                <a:avLst/>
                <a:gdLst>
                  <a:gd name="T0" fmla="*/ 308 w 761"/>
                  <a:gd name="T1" fmla="*/ 646 h 963"/>
                  <a:gd name="T2" fmla="*/ 593 w 761"/>
                  <a:gd name="T3" fmla="*/ 530 h 963"/>
                  <a:gd name="T4" fmla="*/ 643 w 761"/>
                  <a:gd name="T5" fmla="*/ 548 h 963"/>
                  <a:gd name="T6" fmla="*/ 752 w 761"/>
                  <a:gd name="T7" fmla="*/ 712 h 963"/>
                  <a:gd name="T8" fmla="*/ 748 w 761"/>
                  <a:gd name="T9" fmla="*/ 519 h 963"/>
                  <a:gd name="T10" fmla="*/ 599 w 761"/>
                  <a:gd name="T11" fmla="*/ 21 h 963"/>
                  <a:gd name="T12" fmla="*/ 536 w 761"/>
                  <a:gd name="T13" fmla="*/ 34 h 963"/>
                  <a:gd name="T14" fmla="*/ 0 w 761"/>
                  <a:gd name="T15" fmla="*/ 963 h 963"/>
                  <a:gd name="T16" fmla="*/ 308 w 761"/>
                  <a:gd name="T17" fmla="*/ 6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1" h="963">
                    <a:moveTo>
                      <a:pt x="308" y="646"/>
                    </a:moveTo>
                    <a:cubicBezTo>
                      <a:pt x="421" y="555"/>
                      <a:pt x="517" y="516"/>
                      <a:pt x="593" y="530"/>
                    </a:cubicBezTo>
                    <a:cubicBezTo>
                      <a:pt x="611" y="533"/>
                      <a:pt x="627" y="539"/>
                      <a:pt x="643" y="548"/>
                    </a:cubicBezTo>
                    <a:cubicBezTo>
                      <a:pt x="707" y="575"/>
                      <a:pt x="752" y="638"/>
                      <a:pt x="752" y="712"/>
                    </a:cubicBezTo>
                    <a:cubicBezTo>
                      <a:pt x="761" y="661"/>
                      <a:pt x="760" y="596"/>
                      <a:pt x="748" y="519"/>
                    </a:cubicBezTo>
                    <a:cubicBezTo>
                      <a:pt x="720" y="341"/>
                      <a:pt x="656" y="158"/>
                      <a:pt x="599" y="21"/>
                    </a:cubicBezTo>
                    <a:cubicBezTo>
                      <a:pt x="579" y="0"/>
                      <a:pt x="553" y="5"/>
                      <a:pt x="536" y="34"/>
                    </a:cubicBezTo>
                    <a:cubicBezTo>
                      <a:pt x="0" y="963"/>
                      <a:pt x="0" y="963"/>
                      <a:pt x="0" y="963"/>
                    </a:cubicBezTo>
                    <a:cubicBezTo>
                      <a:pt x="84" y="858"/>
                      <a:pt x="191" y="740"/>
                      <a:pt x="308" y="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Freeform 23">
                <a:extLst>
                  <a:ext uri="{FF2B5EF4-FFF2-40B4-BE49-F238E27FC236}">
                    <a16:creationId xmlns:a16="http://schemas.microsoft.com/office/drawing/2014/main" id="{CB63E0FE-BE65-4BA3-945C-4AE0F9407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452" y="1589881"/>
                <a:ext cx="2673350" cy="3678238"/>
              </a:xfrm>
              <a:custGeom>
                <a:avLst/>
                <a:gdLst>
                  <a:gd name="T0" fmla="*/ 236 w 709"/>
                  <a:gd name="T1" fmla="*/ 716 h 975"/>
                  <a:gd name="T2" fmla="*/ 196 w 709"/>
                  <a:gd name="T3" fmla="*/ 751 h 975"/>
                  <a:gd name="T4" fmla="*/ 88 w 709"/>
                  <a:gd name="T5" fmla="*/ 786 h 975"/>
                  <a:gd name="T6" fmla="*/ 0 w 709"/>
                  <a:gd name="T7" fmla="*/ 763 h 975"/>
                  <a:gd name="T8" fmla="*/ 169 w 709"/>
                  <a:gd name="T9" fmla="*/ 856 h 975"/>
                  <a:gd name="T10" fmla="*/ 682 w 709"/>
                  <a:gd name="T11" fmla="*/ 975 h 975"/>
                  <a:gd name="T12" fmla="*/ 694 w 709"/>
                  <a:gd name="T13" fmla="*/ 917 h 975"/>
                  <a:gd name="T14" fmla="*/ 164 w 709"/>
                  <a:gd name="T15" fmla="*/ 0 h 975"/>
                  <a:gd name="T16" fmla="*/ 279 w 709"/>
                  <a:gd name="T17" fmla="*/ 411 h 975"/>
                  <a:gd name="T18" fmla="*/ 236 w 709"/>
                  <a:gd name="T19" fmla="*/ 716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09" h="975">
                    <a:moveTo>
                      <a:pt x="236" y="716"/>
                    </a:moveTo>
                    <a:cubicBezTo>
                      <a:pt x="225" y="730"/>
                      <a:pt x="211" y="741"/>
                      <a:pt x="196" y="751"/>
                    </a:cubicBezTo>
                    <a:cubicBezTo>
                      <a:pt x="166" y="773"/>
                      <a:pt x="129" y="786"/>
                      <a:pt x="88" y="786"/>
                    </a:cubicBezTo>
                    <a:cubicBezTo>
                      <a:pt x="56" y="786"/>
                      <a:pt x="26" y="778"/>
                      <a:pt x="0" y="763"/>
                    </a:cubicBezTo>
                    <a:cubicBezTo>
                      <a:pt x="40" y="797"/>
                      <a:pt x="97" y="828"/>
                      <a:pt x="169" y="856"/>
                    </a:cubicBezTo>
                    <a:cubicBezTo>
                      <a:pt x="341" y="922"/>
                      <a:pt x="535" y="957"/>
                      <a:pt x="682" y="975"/>
                    </a:cubicBezTo>
                    <a:cubicBezTo>
                      <a:pt x="703" y="966"/>
                      <a:pt x="709" y="943"/>
                      <a:pt x="694" y="917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211" y="123"/>
                      <a:pt x="257" y="268"/>
                      <a:pt x="279" y="411"/>
                    </a:cubicBezTo>
                    <a:cubicBezTo>
                      <a:pt x="301" y="555"/>
                      <a:pt x="287" y="657"/>
                      <a:pt x="236" y="7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Freeform 24">
                <a:extLst>
                  <a:ext uri="{FF2B5EF4-FFF2-40B4-BE49-F238E27FC236}">
                    <a16:creationId xmlns:a16="http://schemas.microsoft.com/office/drawing/2014/main" id="{292F6DFE-A735-4E69-9A4B-27A5A2622E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7852" y="3298031"/>
                <a:ext cx="4268788" cy="1989138"/>
              </a:xfrm>
              <a:custGeom>
                <a:avLst/>
                <a:gdLst>
                  <a:gd name="T0" fmla="*/ 452 w 1132"/>
                  <a:gd name="T1" fmla="*/ 229 h 527"/>
                  <a:gd name="T2" fmla="*/ 443 w 1132"/>
                  <a:gd name="T3" fmla="*/ 177 h 527"/>
                  <a:gd name="T4" fmla="*/ 442 w 1132"/>
                  <a:gd name="T5" fmla="*/ 155 h 527"/>
                  <a:gd name="T6" fmla="*/ 530 w 1132"/>
                  <a:gd name="T7" fmla="*/ 0 h 527"/>
                  <a:gd name="T8" fmla="*/ 365 w 1132"/>
                  <a:gd name="T9" fmla="*/ 101 h 527"/>
                  <a:gd name="T10" fmla="*/ 5 w 1132"/>
                  <a:gd name="T11" fmla="*/ 484 h 527"/>
                  <a:gd name="T12" fmla="*/ 49 w 1132"/>
                  <a:gd name="T13" fmla="*/ 527 h 527"/>
                  <a:gd name="T14" fmla="*/ 1132 w 1132"/>
                  <a:gd name="T15" fmla="*/ 527 h 527"/>
                  <a:gd name="T16" fmla="*/ 696 w 1132"/>
                  <a:gd name="T17" fmla="*/ 418 h 527"/>
                  <a:gd name="T18" fmla="*/ 452 w 1132"/>
                  <a:gd name="T19" fmla="*/ 229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32" h="527">
                    <a:moveTo>
                      <a:pt x="452" y="229"/>
                    </a:moveTo>
                    <a:cubicBezTo>
                      <a:pt x="446" y="212"/>
                      <a:pt x="443" y="195"/>
                      <a:pt x="443" y="177"/>
                    </a:cubicBezTo>
                    <a:cubicBezTo>
                      <a:pt x="442" y="169"/>
                      <a:pt x="442" y="162"/>
                      <a:pt x="442" y="155"/>
                    </a:cubicBezTo>
                    <a:cubicBezTo>
                      <a:pt x="442" y="89"/>
                      <a:pt x="477" y="31"/>
                      <a:pt x="530" y="0"/>
                    </a:cubicBezTo>
                    <a:cubicBezTo>
                      <a:pt x="481" y="18"/>
                      <a:pt x="426" y="52"/>
                      <a:pt x="365" y="101"/>
                    </a:cubicBezTo>
                    <a:cubicBezTo>
                      <a:pt x="222" y="216"/>
                      <a:pt x="95" y="366"/>
                      <a:pt x="5" y="484"/>
                    </a:cubicBezTo>
                    <a:cubicBezTo>
                      <a:pt x="0" y="509"/>
                      <a:pt x="17" y="527"/>
                      <a:pt x="49" y="527"/>
                    </a:cubicBezTo>
                    <a:cubicBezTo>
                      <a:pt x="1132" y="527"/>
                      <a:pt x="1132" y="527"/>
                      <a:pt x="1132" y="527"/>
                    </a:cubicBezTo>
                    <a:cubicBezTo>
                      <a:pt x="998" y="506"/>
                      <a:pt x="839" y="473"/>
                      <a:pt x="696" y="418"/>
                    </a:cubicBezTo>
                    <a:cubicBezTo>
                      <a:pt x="560" y="366"/>
                      <a:pt x="478" y="302"/>
                      <a:pt x="452" y="229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65" name="Freeform 37">
              <a:extLst>
                <a:ext uri="{FF2B5EF4-FFF2-40B4-BE49-F238E27FC236}">
                  <a16:creationId xmlns:a16="http://schemas.microsoft.com/office/drawing/2014/main" id="{72B3AF07-38F0-4750-8142-5C27853C56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0143" y="5129731"/>
              <a:ext cx="536126" cy="55815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75D1DBF1-E774-4411-953D-B0A832EBEB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083" y="5408806"/>
              <a:ext cx="459331" cy="459098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A018C11-BDCE-47AB-8185-BB95DEA2C2ED}"/>
                </a:ext>
              </a:extLst>
            </p:cNvPr>
            <p:cNvGrpSpPr/>
            <p:nvPr/>
          </p:nvGrpSpPr>
          <p:grpSpPr>
            <a:xfrm>
              <a:off x="3431074" y="1366310"/>
              <a:ext cx="505074" cy="415978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68" name="Freeform 21">
                <a:extLst>
                  <a:ext uri="{FF2B5EF4-FFF2-40B4-BE49-F238E27FC236}">
                    <a16:creationId xmlns:a16="http://schemas.microsoft.com/office/drawing/2014/main" id="{4C8B169B-28CB-4404-8557-A7C7A4FB5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14B3F1A-56CD-43FD-B434-33EC3A4997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B89B880-B85B-4691-9C16-9C7829706EB5}"/>
                </a:ext>
              </a:extLst>
            </p:cNvPr>
            <p:cNvSpPr txBox="1"/>
            <p:nvPr/>
          </p:nvSpPr>
          <p:spPr>
            <a:xfrm>
              <a:off x="3090860" y="2103241"/>
              <a:ext cx="112101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05C55FE-CEFB-4145-9FC3-8DE9BB568DAC}"/>
                </a:ext>
              </a:extLst>
            </p:cNvPr>
            <p:cNvSpPr txBox="1"/>
            <p:nvPr/>
          </p:nvSpPr>
          <p:spPr>
            <a:xfrm>
              <a:off x="4546026" y="4514576"/>
              <a:ext cx="13340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9C83B94-2C83-45A5-95F8-DB84F1E44BD1}"/>
                </a:ext>
              </a:extLst>
            </p:cNvPr>
            <p:cNvSpPr txBox="1"/>
            <p:nvPr/>
          </p:nvSpPr>
          <p:spPr>
            <a:xfrm>
              <a:off x="1653403" y="4514576"/>
              <a:ext cx="13340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E526930-FFE3-4CFE-8BAD-98A20492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3-STEP PYRAMID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6ADDC-FC80-4E26-9B2A-AA7E64C0CD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9432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CF7061D-E9EF-43AD-8180-8E2493FC77A8}"/>
              </a:ext>
            </a:extLst>
          </p:cNvPr>
          <p:cNvGrpSpPr/>
          <p:nvPr/>
        </p:nvGrpSpPr>
        <p:grpSpPr>
          <a:xfrm>
            <a:off x="3638892" y="1565480"/>
            <a:ext cx="4912858" cy="4917620"/>
            <a:chOff x="3638892" y="1565480"/>
            <a:chExt cx="4912858" cy="491762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ECF17B7-2064-4221-AD5C-CA88F747C499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6161251" y="4741338"/>
              <a:ext cx="609741" cy="1663219"/>
            </a:xfrm>
            <a:custGeom>
              <a:avLst/>
              <a:gdLst>
                <a:gd name="T0" fmla="*/ 0 w 573"/>
                <a:gd name="T1" fmla="*/ 0 h 1563"/>
                <a:gd name="T2" fmla="*/ 0 w 573"/>
                <a:gd name="T3" fmla="*/ 1563 h 1563"/>
                <a:gd name="T4" fmla="*/ 573 w 573"/>
                <a:gd name="T5" fmla="*/ 988 h 1563"/>
                <a:gd name="T6" fmla="*/ 573 w 573"/>
                <a:gd name="T7" fmla="*/ 0 h 1563"/>
                <a:gd name="T8" fmla="*/ 0 w 573"/>
                <a:gd name="T9" fmla="*/ 0 h 1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1563">
                  <a:moveTo>
                    <a:pt x="0" y="0"/>
                  </a:moveTo>
                  <a:lnTo>
                    <a:pt x="0" y="1563"/>
                  </a:lnTo>
                  <a:lnTo>
                    <a:pt x="573" y="988"/>
                  </a:lnTo>
                  <a:lnTo>
                    <a:pt x="5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69001F0-9DBA-4684-B480-66005127F20D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5415641" y="1645930"/>
              <a:ext cx="611869" cy="1662155"/>
            </a:xfrm>
            <a:custGeom>
              <a:avLst/>
              <a:gdLst>
                <a:gd name="T0" fmla="*/ 0 w 575"/>
                <a:gd name="T1" fmla="*/ 572 h 1562"/>
                <a:gd name="T2" fmla="*/ 0 w 575"/>
                <a:gd name="T3" fmla="*/ 1562 h 1562"/>
                <a:gd name="T4" fmla="*/ 575 w 575"/>
                <a:gd name="T5" fmla="*/ 1562 h 1562"/>
                <a:gd name="T6" fmla="*/ 575 w 575"/>
                <a:gd name="T7" fmla="*/ 0 h 1562"/>
                <a:gd name="T8" fmla="*/ 0 w 575"/>
                <a:gd name="T9" fmla="*/ 572 h 1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1562">
                  <a:moveTo>
                    <a:pt x="0" y="572"/>
                  </a:moveTo>
                  <a:lnTo>
                    <a:pt x="0" y="1562"/>
                  </a:lnTo>
                  <a:lnTo>
                    <a:pt x="575" y="1562"/>
                  </a:lnTo>
                  <a:lnTo>
                    <a:pt x="575" y="0"/>
                  </a:lnTo>
                  <a:lnTo>
                    <a:pt x="0" y="57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21EB61-C694-464F-AFC3-B75EDFECB4BC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3712451" y="4089435"/>
              <a:ext cx="1665348" cy="611869"/>
            </a:xfrm>
            <a:custGeom>
              <a:avLst/>
              <a:gdLst>
                <a:gd name="T0" fmla="*/ 0 w 1565"/>
                <a:gd name="T1" fmla="*/ 0 h 575"/>
                <a:gd name="T2" fmla="*/ 577 w 1565"/>
                <a:gd name="T3" fmla="*/ 575 h 575"/>
                <a:gd name="T4" fmla="*/ 1565 w 1565"/>
                <a:gd name="T5" fmla="*/ 575 h 575"/>
                <a:gd name="T6" fmla="*/ 1565 w 1565"/>
                <a:gd name="T7" fmla="*/ 0 h 575"/>
                <a:gd name="T8" fmla="*/ 0 w 1565"/>
                <a:gd name="T9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5" h="575">
                  <a:moveTo>
                    <a:pt x="0" y="0"/>
                  </a:moveTo>
                  <a:lnTo>
                    <a:pt x="577" y="575"/>
                  </a:lnTo>
                  <a:lnTo>
                    <a:pt x="1565" y="575"/>
                  </a:lnTo>
                  <a:lnTo>
                    <a:pt x="15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1BEDA30-B44C-4D4E-9670-172C61F61AC8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6810209" y="3347991"/>
              <a:ext cx="1663220" cy="608676"/>
            </a:xfrm>
            <a:custGeom>
              <a:avLst/>
              <a:gdLst>
                <a:gd name="T0" fmla="*/ 990 w 1563"/>
                <a:gd name="T1" fmla="*/ 0 h 572"/>
                <a:gd name="T2" fmla="*/ 0 w 1563"/>
                <a:gd name="T3" fmla="*/ 0 h 572"/>
                <a:gd name="T4" fmla="*/ 0 w 1563"/>
                <a:gd name="T5" fmla="*/ 572 h 572"/>
                <a:gd name="T6" fmla="*/ 1563 w 1563"/>
                <a:gd name="T7" fmla="*/ 572 h 572"/>
                <a:gd name="T8" fmla="*/ 990 w 1563"/>
                <a:gd name="T9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3" h="572">
                  <a:moveTo>
                    <a:pt x="990" y="0"/>
                  </a:moveTo>
                  <a:lnTo>
                    <a:pt x="0" y="0"/>
                  </a:lnTo>
                  <a:lnTo>
                    <a:pt x="0" y="572"/>
                  </a:lnTo>
                  <a:lnTo>
                    <a:pt x="1563" y="572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AFC0BD72-8925-48E3-91AC-29A0365520EB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6831777" y="2637637"/>
              <a:ext cx="735961" cy="1155166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DF55FFE-4E7E-4515-BC97-29BB54B767E5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5554970" y="2190651"/>
              <a:ext cx="2203793" cy="953451"/>
            </a:xfrm>
            <a:custGeom>
              <a:avLst/>
              <a:gdLst>
                <a:gd name="T0" fmla="*/ 2071 w 2071"/>
                <a:gd name="T1" fmla="*/ 449 h 896"/>
                <a:gd name="T2" fmla="*/ 1501 w 2071"/>
                <a:gd name="T3" fmla="*/ 0 h 896"/>
                <a:gd name="T4" fmla="*/ 1501 w 2071"/>
                <a:gd name="T5" fmla="*/ 162 h 896"/>
                <a:gd name="T6" fmla="*/ 575 w 2071"/>
                <a:gd name="T7" fmla="*/ 162 h 896"/>
                <a:gd name="T8" fmla="*/ 0 w 2071"/>
                <a:gd name="T9" fmla="*/ 734 h 896"/>
                <a:gd name="T10" fmla="*/ 1501 w 2071"/>
                <a:gd name="T11" fmla="*/ 734 h 896"/>
                <a:gd name="T12" fmla="*/ 1501 w 2071"/>
                <a:gd name="T13" fmla="*/ 896 h 896"/>
                <a:gd name="T14" fmla="*/ 2071 w 2071"/>
                <a:gd name="T15" fmla="*/ 449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71" h="896">
                  <a:moveTo>
                    <a:pt x="2071" y="449"/>
                  </a:moveTo>
                  <a:lnTo>
                    <a:pt x="1501" y="0"/>
                  </a:lnTo>
                  <a:lnTo>
                    <a:pt x="1501" y="162"/>
                  </a:lnTo>
                  <a:lnTo>
                    <a:pt x="575" y="162"/>
                  </a:lnTo>
                  <a:lnTo>
                    <a:pt x="0" y="734"/>
                  </a:lnTo>
                  <a:lnTo>
                    <a:pt x="1501" y="734"/>
                  </a:lnTo>
                  <a:lnTo>
                    <a:pt x="1501" y="896"/>
                  </a:lnTo>
                  <a:lnTo>
                    <a:pt x="2071" y="449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055946C9-8E27-4950-B9F1-EEF11561B3B8}"/>
                </a:ext>
              </a:extLst>
            </p:cNvPr>
            <p:cNvSpPr>
              <a:spLocks/>
            </p:cNvSpPr>
            <p:nvPr/>
          </p:nvSpPr>
          <p:spPr bwMode="auto">
            <a:xfrm rot="18900000" flipH="1">
              <a:off x="6541545" y="4559269"/>
              <a:ext cx="735961" cy="1155166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2BB6FA9-9CCF-48B9-9B44-912199E36490}"/>
                </a:ext>
              </a:extLst>
            </p:cNvPr>
            <p:cNvSpPr>
              <a:spLocks/>
            </p:cNvSpPr>
            <p:nvPr/>
          </p:nvSpPr>
          <p:spPr bwMode="auto">
            <a:xfrm rot="2700000" flipH="1">
              <a:off x="4622485" y="4249677"/>
              <a:ext cx="735961" cy="1178385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53282F-EAE2-4CAA-974A-96BBDC98D2D9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4431814" y="4907138"/>
              <a:ext cx="2199536" cy="952387"/>
            </a:xfrm>
            <a:custGeom>
              <a:avLst/>
              <a:gdLst>
                <a:gd name="T0" fmla="*/ 2067 w 2067"/>
                <a:gd name="T1" fmla="*/ 159 h 895"/>
                <a:gd name="T2" fmla="*/ 570 w 2067"/>
                <a:gd name="T3" fmla="*/ 159 h 895"/>
                <a:gd name="T4" fmla="*/ 570 w 2067"/>
                <a:gd name="T5" fmla="*/ 0 h 895"/>
                <a:gd name="T6" fmla="*/ 0 w 2067"/>
                <a:gd name="T7" fmla="*/ 446 h 895"/>
                <a:gd name="T8" fmla="*/ 570 w 2067"/>
                <a:gd name="T9" fmla="*/ 895 h 895"/>
                <a:gd name="T10" fmla="*/ 570 w 2067"/>
                <a:gd name="T11" fmla="*/ 734 h 895"/>
                <a:gd name="T12" fmla="*/ 1494 w 2067"/>
                <a:gd name="T13" fmla="*/ 734 h 895"/>
                <a:gd name="T14" fmla="*/ 2067 w 2067"/>
                <a:gd name="T15" fmla="*/ 159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67" h="895">
                  <a:moveTo>
                    <a:pt x="2067" y="159"/>
                  </a:moveTo>
                  <a:lnTo>
                    <a:pt x="570" y="159"/>
                  </a:lnTo>
                  <a:lnTo>
                    <a:pt x="570" y="0"/>
                  </a:lnTo>
                  <a:lnTo>
                    <a:pt x="0" y="446"/>
                  </a:lnTo>
                  <a:lnTo>
                    <a:pt x="570" y="895"/>
                  </a:lnTo>
                  <a:lnTo>
                    <a:pt x="570" y="734"/>
                  </a:lnTo>
                  <a:lnTo>
                    <a:pt x="1494" y="734"/>
                  </a:lnTo>
                  <a:lnTo>
                    <a:pt x="2067" y="159"/>
                  </a:ln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74D7F1FF-CDB4-47F6-A7DE-A9DAA83758C0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4912717" y="2328045"/>
              <a:ext cx="735961" cy="1178385"/>
            </a:xfrm>
            <a:custGeom>
              <a:avLst/>
              <a:gdLst>
                <a:gd name="T0" fmla="*/ 0 w 318"/>
                <a:gd name="T1" fmla="*/ 0 h 832"/>
                <a:gd name="T2" fmla="*/ 318 w 318"/>
                <a:gd name="T3" fmla="*/ 415 h 832"/>
                <a:gd name="T4" fmla="*/ 0 w 318"/>
                <a:gd name="T5" fmla="*/ 832 h 832"/>
                <a:gd name="T6" fmla="*/ 0 w 318"/>
                <a:gd name="T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832">
                  <a:moveTo>
                    <a:pt x="0" y="0"/>
                  </a:moveTo>
                  <a:lnTo>
                    <a:pt x="318" y="415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5B61DBD-D8E5-4A6F-B075-838A6D29D36C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6975256" y="3487320"/>
              <a:ext cx="952388" cy="2200600"/>
            </a:xfrm>
            <a:custGeom>
              <a:avLst/>
              <a:gdLst>
                <a:gd name="T0" fmla="*/ 734 w 895"/>
                <a:gd name="T1" fmla="*/ 1498 h 2068"/>
                <a:gd name="T2" fmla="*/ 734 w 895"/>
                <a:gd name="T3" fmla="*/ 572 h 2068"/>
                <a:gd name="T4" fmla="*/ 161 w 895"/>
                <a:gd name="T5" fmla="*/ 0 h 2068"/>
                <a:gd name="T6" fmla="*/ 161 w 895"/>
                <a:gd name="T7" fmla="*/ 1498 h 2068"/>
                <a:gd name="T8" fmla="*/ 0 w 895"/>
                <a:gd name="T9" fmla="*/ 1498 h 2068"/>
                <a:gd name="T10" fmla="*/ 449 w 895"/>
                <a:gd name="T11" fmla="*/ 2068 h 2068"/>
                <a:gd name="T12" fmla="*/ 895 w 895"/>
                <a:gd name="T13" fmla="*/ 1498 h 2068"/>
                <a:gd name="T14" fmla="*/ 734 w 895"/>
                <a:gd name="T15" fmla="*/ 1498 h 2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5" h="2068">
                  <a:moveTo>
                    <a:pt x="734" y="1498"/>
                  </a:moveTo>
                  <a:lnTo>
                    <a:pt x="734" y="572"/>
                  </a:lnTo>
                  <a:lnTo>
                    <a:pt x="161" y="0"/>
                  </a:lnTo>
                  <a:lnTo>
                    <a:pt x="161" y="1498"/>
                  </a:lnTo>
                  <a:lnTo>
                    <a:pt x="0" y="1498"/>
                  </a:lnTo>
                  <a:lnTo>
                    <a:pt x="449" y="2068"/>
                  </a:lnTo>
                  <a:lnTo>
                    <a:pt x="895" y="1498"/>
                  </a:lnTo>
                  <a:lnTo>
                    <a:pt x="734" y="149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CCB3BC2-7893-40AE-BFEC-72617CB36451}"/>
                </a:ext>
              </a:extLst>
            </p:cNvPr>
            <p:cNvSpPr>
              <a:spLocks/>
            </p:cNvSpPr>
            <p:nvPr/>
          </p:nvSpPr>
          <p:spPr bwMode="auto">
            <a:xfrm rot="2700000">
              <a:off x="4261934" y="2362724"/>
              <a:ext cx="952388" cy="2198471"/>
            </a:xfrm>
            <a:custGeom>
              <a:avLst/>
              <a:gdLst>
                <a:gd name="T0" fmla="*/ 895 w 895"/>
                <a:gd name="T1" fmla="*/ 570 h 2066"/>
                <a:gd name="T2" fmla="*/ 446 w 895"/>
                <a:gd name="T3" fmla="*/ 0 h 2066"/>
                <a:gd name="T4" fmla="*/ 0 w 895"/>
                <a:gd name="T5" fmla="*/ 570 h 2066"/>
                <a:gd name="T6" fmla="*/ 159 w 895"/>
                <a:gd name="T7" fmla="*/ 570 h 2066"/>
                <a:gd name="T8" fmla="*/ 159 w 895"/>
                <a:gd name="T9" fmla="*/ 1494 h 2066"/>
                <a:gd name="T10" fmla="*/ 734 w 895"/>
                <a:gd name="T11" fmla="*/ 2066 h 2066"/>
                <a:gd name="T12" fmla="*/ 734 w 895"/>
                <a:gd name="T13" fmla="*/ 570 h 2066"/>
                <a:gd name="T14" fmla="*/ 895 w 895"/>
                <a:gd name="T15" fmla="*/ 570 h 2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5" h="2066">
                  <a:moveTo>
                    <a:pt x="895" y="570"/>
                  </a:moveTo>
                  <a:lnTo>
                    <a:pt x="446" y="0"/>
                  </a:lnTo>
                  <a:lnTo>
                    <a:pt x="0" y="570"/>
                  </a:lnTo>
                  <a:lnTo>
                    <a:pt x="159" y="570"/>
                  </a:lnTo>
                  <a:lnTo>
                    <a:pt x="159" y="1494"/>
                  </a:lnTo>
                  <a:lnTo>
                    <a:pt x="734" y="2066"/>
                  </a:lnTo>
                  <a:lnTo>
                    <a:pt x="734" y="570"/>
                  </a:lnTo>
                  <a:lnTo>
                    <a:pt x="895" y="57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26D183-0997-44CD-9D8B-476630E3BE0B}"/>
                </a:ext>
              </a:extLst>
            </p:cNvPr>
            <p:cNvSpPr txBox="1"/>
            <p:nvPr/>
          </p:nvSpPr>
          <p:spPr>
            <a:xfrm>
              <a:off x="4882800" y="2954168"/>
              <a:ext cx="406871" cy="3357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38A9-796C-4378-AA10-3892776B629A}"/>
                </a:ext>
              </a:extLst>
            </p:cNvPr>
            <p:cNvSpPr txBox="1"/>
            <p:nvPr/>
          </p:nvSpPr>
          <p:spPr>
            <a:xfrm>
              <a:off x="6887841" y="2954168"/>
              <a:ext cx="406871" cy="3357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42E4C4-10EE-40BB-AE29-02B5DB09C04B}"/>
                </a:ext>
              </a:extLst>
            </p:cNvPr>
            <p:cNvSpPr txBox="1"/>
            <p:nvPr/>
          </p:nvSpPr>
          <p:spPr>
            <a:xfrm>
              <a:off x="4882800" y="4746826"/>
              <a:ext cx="406871" cy="3357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8049A2-BAE4-41AC-9195-CC650FE6BC9C}"/>
                </a:ext>
              </a:extLst>
            </p:cNvPr>
            <p:cNvSpPr txBox="1"/>
            <p:nvPr/>
          </p:nvSpPr>
          <p:spPr>
            <a:xfrm>
              <a:off x="6887841" y="4746826"/>
              <a:ext cx="406871" cy="3357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</a:t>
              </a:r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1E059A8E-008C-4CCB-98E4-9922120D29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90565" y="4217737"/>
              <a:ext cx="302507" cy="314935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D94460F9-C6E1-4798-9F1E-A910D0E36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6179" y="5443565"/>
              <a:ext cx="149289" cy="296276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46DC284-4647-4247-A14D-902D3817A670}"/>
                </a:ext>
              </a:extLst>
            </p:cNvPr>
            <p:cNvGrpSpPr/>
            <p:nvPr/>
          </p:nvGrpSpPr>
          <p:grpSpPr>
            <a:xfrm>
              <a:off x="6170600" y="2233329"/>
              <a:ext cx="349507" cy="287855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42" name="Freeform 21">
                <a:extLst>
                  <a:ext uri="{FF2B5EF4-FFF2-40B4-BE49-F238E27FC236}">
                    <a16:creationId xmlns:a16="http://schemas.microsoft.com/office/drawing/2014/main" id="{AF16214B-B0BA-4FC7-A938-CDAEF5644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A092800E-9FA3-48A4-BE87-E1CC05298C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793DDE0-5E98-4EF9-B6CB-327B42EF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/>
              <a:t>4-STEP INFOGRAPHIC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029F2-DCBA-48B0-BBC8-47949BA56E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8761AC-F115-4785-945B-9D22916C4381}"/>
              </a:ext>
            </a:extLst>
          </p:cNvPr>
          <p:cNvGrpSpPr/>
          <p:nvPr/>
        </p:nvGrpSpPr>
        <p:grpSpPr>
          <a:xfrm>
            <a:off x="8354365" y="1748520"/>
            <a:ext cx="2695884" cy="939702"/>
            <a:chOff x="8354365" y="1748520"/>
            <a:chExt cx="2695884" cy="93970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8E9DFA-9DB6-4EBE-A79F-549111788682}"/>
                </a:ext>
              </a:extLst>
            </p:cNvPr>
            <p:cNvSpPr txBox="1"/>
            <p:nvPr/>
          </p:nvSpPr>
          <p:spPr>
            <a:xfrm>
              <a:off x="8354366" y="2100648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68EFF93-3082-49FC-82CF-7AA27C5CA7AF}"/>
                </a:ext>
              </a:extLst>
            </p:cNvPr>
            <p:cNvSpPr txBox="1"/>
            <p:nvPr/>
          </p:nvSpPr>
          <p:spPr>
            <a:xfrm>
              <a:off x="8354365" y="1748520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7A88261-A6F7-418D-BFDA-EF4F71423F7E}"/>
              </a:ext>
            </a:extLst>
          </p:cNvPr>
          <p:cNvGrpSpPr/>
          <p:nvPr/>
        </p:nvGrpSpPr>
        <p:grpSpPr>
          <a:xfrm>
            <a:off x="1138575" y="1748520"/>
            <a:ext cx="2695884" cy="939702"/>
            <a:chOff x="1138575" y="1748520"/>
            <a:chExt cx="2695884" cy="93970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AD61E64-7165-4DE3-8AE2-E46CA3084640}"/>
                </a:ext>
              </a:extLst>
            </p:cNvPr>
            <p:cNvSpPr txBox="1"/>
            <p:nvPr/>
          </p:nvSpPr>
          <p:spPr>
            <a:xfrm>
              <a:off x="1138576" y="2100648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F8725E-42E6-49ED-AF90-AA3CFD51AB4A}"/>
                </a:ext>
              </a:extLst>
            </p:cNvPr>
            <p:cNvSpPr txBox="1"/>
            <p:nvPr/>
          </p:nvSpPr>
          <p:spPr>
            <a:xfrm>
              <a:off x="1138575" y="1748520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43595A8-50F5-4DAA-9051-EAF8B05BB684}"/>
              </a:ext>
            </a:extLst>
          </p:cNvPr>
          <p:cNvGrpSpPr/>
          <p:nvPr/>
        </p:nvGrpSpPr>
        <p:grpSpPr>
          <a:xfrm>
            <a:off x="8354365" y="5390693"/>
            <a:ext cx="2695884" cy="939702"/>
            <a:chOff x="8354365" y="5390693"/>
            <a:chExt cx="2695884" cy="93970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9C80D61-C558-4E5C-A3CB-A9D02BE5FB94}"/>
                </a:ext>
              </a:extLst>
            </p:cNvPr>
            <p:cNvSpPr txBox="1"/>
            <p:nvPr/>
          </p:nvSpPr>
          <p:spPr>
            <a:xfrm>
              <a:off x="8354366" y="5742821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B789AAB-AB44-43D4-A01E-B9B2957DEBAB}"/>
                </a:ext>
              </a:extLst>
            </p:cNvPr>
            <p:cNvSpPr txBox="1"/>
            <p:nvPr/>
          </p:nvSpPr>
          <p:spPr>
            <a:xfrm>
              <a:off x="8354365" y="5390693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0CA4ED7-A9AB-4513-BB28-DC35ACE793CE}"/>
              </a:ext>
            </a:extLst>
          </p:cNvPr>
          <p:cNvGrpSpPr/>
          <p:nvPr/>
        </p:nvGrpSpPr>
        <p:grpSpPr>
          <a:xfrm>
            <a:off x="1138575" y="5390693"/>
            <a:ext cx="2695884" cy="939702"/>
            <a:chOff x="1138575" y="5390693"/>
            <a:chExt cx="2695884" cy="93970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31F8784-4E0D-4115-A5A5-E481CF016A05}"/>
                </a:ext>
              </a:extLst>
            </p:cNvPr>
            <p:cNvSpPr txBox="1"/>
            <p:nvPr/>
          </p:nvSpPr>
          <p:spPr>
            <a:xfrm>
              <a:off x="1138576" y="5742821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7262A6A-FB66-4669-8B13-F35847FA77F1}"/>
                </a:ext>
              </a:extLst>
            </p:cNvPr>
            <p:cNvSpPr txBox="1"/>
            <p:nvPr/>
          </p:nvSpPr>
          <p:spPr>
            <a:xfrm>
              <a:off x="1138575" y="5390693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2210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3655E06-423F-4211-BE1B-45B559B38ADB}"/>
              </a:ext>
            </a:extLst>
          </p:cNvPr>
          <p:cNvGrpSpPr/>
          <p:nvPr/>
        </p:nvGrpSpPr>
        <p:grpSpPr>
          <a:xfrm>
            <a:off x="8354365" y="1748520"/>
            <a:ext cx="2695884" cy="939702"/>
            <a:chOff x="8354365" y="1748520"/>
            <a:chExt cx="2695884" cy="9397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7DDC89-AB74-4B50-9CAE-0A2B17FF86DC}"/>
                </a:ext>
              </a:extLst>
            </p:cNvPr>
            <p:cNvSpPr txBox="1"/>
            <p:nvPr/>
          </p:nvSpPr>
          <p:spPr>
            <a:xfrm>
              <a:off x="8354366" y="2100648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4FBE14-292E-4F3D-9499-53EA461CA1D5}"/>
                </a:ext>
              </a:extLst>
            </p:cNvPr>
            <p:cNvSpPr txBox="1"/>
            <p:nvPr/>
          </p:nvSpPr>
          <p:spPr>
            <a:xfrm>
              <a:off x="8354365" y="1748520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430991B-5401-423F-8E1F-4E7DC3879402}"/>
              </a:ext>
            </a:extLst>
          </p:cNvPr>
          <p:cNvGrpSpPr/>
          <p:nvPr/>
        </p:nvGrpSpPr>
        <p:grpSpPr>
          <a:xfrm>
            <a:off x="1138575" y="1748520"/>
            <a:ext cx="2695884" cy="939702"/>
            <a:chOff x="1138575" y="1748520"/>
            <a:chExt cx="2695884" cy="93970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C5D155-A81C-46FC-A14F-076A29CAB0C9}"/>
                </a:ext>
              </a:extLst>
            </p:cNvPr>
            <p:cNvSpPr txBox="1"/>
            <p:nvPr/>
          </p:nvSpPr>
          <p:spPr>
            <a:xfrm>
              <a:off x="1138576" y="2100648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6AB233-385F-40A9-A391-960E0C9EA321}"/>
                </a:ext>
              </a:extLst>
            </p:cNvPr>
            <p:cNvSpPr txBox="1"/>
            <p:nvPr/>
          </p:nvSpPr>
          <p:spPr>
            <a:xfrm>
              <a:off x="1138575" y="1748520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977753-DE54-4630-B221-2A5D7745834F}"/>
              </a:ext>
            </a:extLst>
          </p:cNvPr>
          <p:cNvGrpSpPr/>
          <p:nvPr/>
        </p:nvGrpSpPr>
        <p:grpSpPr>
          <a:xfrm>
            <a:off x="8354365" y="5390693"/>
            <a:ext cx="2695884" cy="939702"/>
            <a:chOff x="8354365" y="5390693"/>
            <a:chExt cx="2695884" cy="93970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4E744C-9DF2-4216-8C05-A039B9E46E9B}"/>
                </a:ext>
              </a:extLst>
            </p:cNvPr>
            <p:cNvSpPr txBox="1"/>
            <p:nvPr/>
          </p:nvSpPr>
          <p:spPr>
            <a:xfrm>
              <a:off x="8354366" y="5742821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1A17ED-B2E9-404D-8946-3AAD7A9FBA21}"/>
                </a:ext>
              </a:extLst>
            </p:cNvPr>
            <p:cNvSpPr txBox="1"/>
            <p:nvPr/>
          </p:nvSpPr>
          <p:spPr>
            <a:xfrm>
              <a:off x="8354365" y="5390693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DACD4E8-847E-47C8-84FA-6DB9196F4E6A}"/>
              </a:ext>
            </a:extLst>
          </p:cNvPr>
          <p:cNvGrpSpPr/>
          <p:nvPr/>
        </p:nvGrpSpPr>
        <p:grpSpPr>
          <a:xfrm>
            <a:off x="1138575" y="5390693"/>
            <a:ext cx="2695884" cy="939702"/>
            <a:chOff x="1138575" y="5390693"/>
            <a:chExt cx="2695884" cy="93970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ECEEA0-1911-462E-8E7E-C9C74EE0DCD8}"/>
                </a:ext>
              </a:extLst>
            </p:cNvPr>
            <p:cNvSpPr txBox="1"/>
            <p:nvPr/>
          </p:nvSpPr>
          <p:spPr>
            <a:xfrm>
              <a:off x="1138576" y="5742821"/>
              <a:ext cx="2695883" cy="587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5B4194-1AC9-4B28-A142-EE329D5809AC}"/>
                </a:ext>
              </a:extLst>
            </p:cNvPr>
            <p:cNvSpPr txBox="1"/>
            <p:nvPr/>
          </p:nvSpPr>
          <p:spPr>
            <a:xfrm>
              <a:off x="1138575" y="5390693"/>
              <a:ext cx="2695883" cy="36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363B7F3-57F2-4C0A-AAF9-412449932069}"/>
              </a:ext>
            </a:extLst>
          </p:cNvPr>
          <p:cNvGrpSpPr/>
          <p:nvPr/>
        </p:nvGrpSpPr>
        <p:grpSpPr>
          <a:xfrm>
            <a:off x="3973808" y="1915799"/>
            <a:ext cx="4237651" cy="4227984"/>
            <a:chOff x="3973808" y="1915799"/>
            <a:chExt cx="4237651" cy="4227984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D414381-9193-4EEF-A035-2DB665116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908" y="3104621"/>
              <a:ext cx="1401926" cy="1847336"/>
            </a:xfrm>
            <a:custGeom>
              <a:avLst/>
              <a:gdLst>
                <a:gd name="T0" fmla="*/ 155 w 435"/>
                <a:gd name="T1" fmla="*/ 84 h 573"/>
                <a:gd name="T2" fmla="*/ 173 w 435"/>
                <a:gd name="T3" fmla="*/ 421 h 573"/>
                <a:gd name="T4" fmla="*/ 0 w 435"/>
                <a:gd name="T5" fmla="*/ 408 h 573"/>
                <a:gd name="T6" fmla="*/ 23 w 435"/>
                <a:gd name="T7" fmla="*/ 452 h 573"/>
                <a:gd name="T8" fmla="*/ 373 w 435"/>
                <a:gd name="T9" fmla="*/ 426 h 573"/>
                <a:gd name="T10" fmla="*/ 433 w 435"/>
                <a:gd name="T11" fmla="*/ 334 h 573"/>
                <a:gd name="T12" fmla="*/ 435 w 435"/>
                <a:gd name="T13" fmla="*/ 290 h 573"/>
                <a:gd name="T14" fmla="*/ 351 w 435"/>
                <a:gd name="T15" fmla="*/ 0 h 573"/>
                <a:gd name="T16" fmla="*/ 155 w 435"/>
                <a:gd name="T17" fmla="*/ 8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" h="573">
                  <a:moveTo>
                    <a:pt x="155" y="84"/>
                  </a:moveTo>
                  <a:cubicBezTo>
                    <a:pt x="185" y="134"/>
                    <a:pt x="243" y="366"/>
                    <a:pt x="173" y="421"/>
                  </a:cubicBezTo>
                  <a:cubicBezTo>
                    <a:pt x="95" y="483"/>
                    <a:pt x="0" y="408"/>
                    <a:pt x="0" y="408"/>
                  </a:cubicBezTo>
                  <a:cubicBezTo>
                    <a:pt x="23" y="452"/>
                    <a:pt x="23" y="452"/>
                    <a:pt x="23" y="452"/>
                  </a:cubicBezTo>
                  <a:cubicBezTo>
                    <a:pt x="23" y="452"/>
                    <a:pt x="224" y="573"/>
                    <a:pt x="373" y="426"/>
                  </a:cubicBezTo>
                  <a:cubicBezTo>
                    <a:pt x="400" y="399"/>
                    <a:pt x="419" y="368"/>
                    <a:pt x="433" y="334"/>
                  </a:cubicBezTo>
                  <a:cubicBezTo>
                    <a:pt x="434" y="319"/>
                    <a:pt x="435" y="305"/>
                    <a:pt x="435" y="290"/>
                  </a:cubicBezTo>
                  <a:cubicBezTo>
                    <a:pt x="435" y="183"/>
                    <a:pt x="404" y="84"/>
                    <a:pt x="351" y="0"/>
                  </a:cubicBezTo>
                  <a:cubicBezTo>
                    <a:pt x="262" y="24"/>
                    <a:pt x="141" y="61"/>
                    <a:pt x="155" y="84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744D5DE-8E66-472F-9F0E-DD51ADCE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977" y="4377785"/>
              <a:ext cx="1836825" cy="1412437"/>
            </a:xfrm>
            <a:custGeom>
              <a:avLst/>
              <a:gdLst>
                <a:gd name="T0" fmla="*/ 491 w 570"/>
                <a:gd name="T1" fmla="*/ 163 h 438"/>
                <a:gd name="T2" fmla="*/ 154 w 570"/>
                <a:gd name="T3" fmla="*/ 173 h 438"/>
                <a:gd name="T4" fmla="*/ 171 w 570"/>
                <a:gd name="T5" fmla="*/ 0 h 438"/>
                <a:gd name="T6" fmla="*/ 126 w 570"/>
                <a:gd name="T7" fmla="*/ 23 h 438"/>
                <a:gd name="T8" fmla="*/ 144 w 570"/>
                <a:gd name="T9" fmla="*/ 373 h 438"/>
                <a:gd name="T10" fmla="*/ 234 w 570"/>
                <a:gd name="T11" fmla="*/ 435 h 438"/>
                <a:gd name="T12" fmla="*/ 291 w 570"/>
                <a:gd name="T13" fmla="*/ 438 h 438"/>
                <a:gd name="T14" fmla="*/ 570 w 570"/>
                <a:gd name="T15" fmla="*/ 361 h 438"/>
                <a:gd name="T16" fmla="*/ 491 w 570"/>
                <a:gd name="T17" fmla="*/ 163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0" h="438">
                  <a:moveTo>
                    <a:pt x="491" y="163"/>
                  </a:moveTo>
                  <a:cubicBezTo>
                    <a:pt x="440" y="192"/>
                    <a:pt x="207" y="244"/>
                    <a:pt x="154" y="173"/>
                  </a:cubicBezTo>
                  <a:cubicBezTo>
                    <a:pt x="94" y="93"/>
                    <a:pt x="171" y="0"/>
                    <a:pt x="171" y="0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26" y="23"/>
                    <a:pt x="0" y="220"/>
                    <a:pt x="144" y="373"/>
                  </a:cubicBezTo>
                  <a:cubicBezTo>
                    <a:pt x="170" y="400"/>
                    <a:pt x="201" y="420"/>
                    <a:pt x="234" y="435"/>
                  </a:cubicBezTo>
                  <a:cubicBezTo>
                    <a:pt x="253" y="437"/>
                    <a:pt x="272" y="438"/>
                    <a:pt x="291" y="438"/>
                  </a:cubicBezTo>
                  <a:cubicBezTo>
                    <a:pt x="393" y="438"/>
                    <a:pt x="489" y="410"/>
                    <a:pt x="570" y="361"/>
                  </a:cubicBezTo>
                  <a:cubicBezTo>
                    <a:pt x="549" y="271"/>
                    <a:pt x="514" y="150"/>
                    <a:pt x="491" y="163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59873D8-DF89-40E8-8453-0EE2C0883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990" y="3133527"/>
              <a:ext cx="1399298" cy="1849963"/>
            </a:xfrm>
            <a:custGeom>
              <a:avLst/>
              <a:gdLst>
                <a:gd name="T0" fmla="*/ 282 w 434"/>
                <a:gd name="T1" fmla="*/ 489 h 574"/>
                <a:gd name="T2" fmla="*/ 261 w 434"/>
                <a:gd name="T3" fmla="*/ 152 h 574"/>
                <a:gd name="T4" fmla="*/ 434 w 434"/>
                <a:gd name="T5" fmla="*/ 163 h 574"/>
                <a:gd name="T6" fmla="*/ 410 w 434"/>
                <a:gd name="T7" fmla="*/ 119 h 574"/>
                <a:gd name="T8" fmla="*/ 61 w 434"/>
                <a:gd name="T9" fmla="*/ 149 h 574"/>
                <a:gd name="T10" fmla="*/ 2 w 434"/>
                <a:gd name="T11" fmla="*/ 241 h 574"/>
                <a:gd name="T12" fmla="*/ 0 w 434"/>
                <a:gd name="T13" fmla="*/ 281 h 574"/>
                <a:gd name="T14" fmla="*/ 87 w 434"/>
                <a:gd name="T15" fmla="*/ 574 h 574"/>
                <a:gd name="T16" fmla="*/ 282 w 434"/>
                <a:gd name="T17" fmla="*/ 489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4" h="574">
                  <a:moveTo>
                    <a:pt x="282" y="489"/>
                  </a:moveTo>
                  <a:cubicBezTo>
                    <a:pt x="251" y="439"/>
                    <a:pt x="192" y="207"/>
                    <a:pt x="261" y="152"/>
                  </a:cubicBezTo>
                  <a:cubicBezTo>
                    <a:pt x="339" y="89"/>
                    <a:pt x="434" y="163"/>
                    <a:pt x="434" y="163"/>
                  </a:cubicBezTo>
                  <a:cubicBezTo>
                    <a:pt x="410" y="119"/>
                    <a:pt x="410" y="119"/>
                    <a:pt x="410" y="119"/>
                  </a:cubicBezTo>
                  <a:cubicBezTo>
                    <a:pt x="410" y="119"/>
                    <a:pt x="209" y="0"/>
                    <a:pt x="61" y="149"/>
                  </a:cubicBezTo>
                  <a:cubicBezTo>
                    <a:pt x="34" y="175"/>
                    <a:pt x="15" y="207"/>
                    <a:pt x="2" y="241"/>
                  </a:cubicBezTo>
                  <a:cubicBezTo>
                    <a:pt x="1" y="254"/>
                    <a:pt x="0" y="267"/>
                    <a:pt x="0" y="281"/>
                  </a:cubicBezTo>
                  <a:cubicBezTo>
                    <a:pt x="0" y="389"/>
                    <a:pt x="32" y="490"/>
                    <a:pt x="87" y="574"/>
                  </a:cubicBezTo>
                  <a:cubicBezTo>
                    <a:pt x="176" y="550"/>
                    <a:pt x="296" y="512"/>
                    <a:pt x="282" y="489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D273C539-738B-404D-AE93-6BE39AAB9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071" y="2288693"/>
              <a:ext cx="1853906" cy="1390100"/>
            </a:xfrm>
            <a:custGeom>
              <a:avLst/>
              <a:gdLst>
                <a:gd name="T0" fmla="*/ 88 w 575"/>
                <a:gd name="T1" fmla="*/ 284 h 431"/>
                <a:gd name="T2" fmla="*/ 425 w 575"/>
                <a:gd name="T3" fmla="*/ 258 h 431"/>
                <a:gd name="T4" fmla="*/ 416 w 575"/>
                <a:gd name="T5" fmla="*/ 431 h 431"/>
                <a:gd name="T6" fmla="*/ 460 w 575"/>
                <a:gd name="T7" fmla="*/ 407 h 431"/>
                <a:gd name="T8" fmla="*/ 425 w 575"/>
                <a:gd name="T9" fmla="*/ 58 h 431"/>
                <a:gd name="T10" fmla="*/ 332 w 575"/>
                <a:gd name="T11" fmla="*/ 1 h 431"/>
                <a:gd name="T12" fmla="*/ 300 w 575"/>
                <a:gd name="T13" fmla="*/ 0 h 431"/>
                <a:gd name="T14" fmla="*/ 0 w 575"/>
                <a:gd name="T15" fmla="*/ 90 h 431"/>
                <a:gd name="T16" fmla="*/ 88 w 575"/>
                <a:gd name="T17" fmla="*/ 284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5" h="431">
                  <a:moveTo>
                    <a:pt x="88" y="284"/>
                  </a:moveTo>
                  <a:cubicBezTo>
                    <a:pt x="138" y="253"/>
                    <a:pt x="368" y="190"/>
                    <a:pt x="425" y="258"/>
                  </a:cubicBezTo>
                  <a:cubicBezTo>
                    <a:pt x="489" y="335"/>
                    <a:pt x="416" y="431"/>
                    <a:pt x="416" y="431"/>
                  </a:cubicBezTo>
                  <a:cubicBezTo>
                    <a:pt x="460" y="407"/>
                    <a:pt x="460" y="407"/>
                    <a:pt x="460" y="407"/>
                  </a:cubicBezTo>
                  <a:cubicBezTo>
                    <a:pt x="460" y="407"/>
                    <a:pt x="575" y="204"/>
                    <a:pt x="425" y="58"/>
                  </a:cubicBezTo>
                  <a:cubicBezTo>
                    <a:pt x="398" y="32"/>
                    <a:pt x="366" y="14"/>
                    <a:pt x="332" y="1"/>
                  </a:cubicBezTo>
                  <a:cubicBezTo>
                    <a:pt x="321" y="0"/>
                    <a:pt x="311" y="0"/>
                    <a:pt x="300" y="0"/>
                  </a:cubicBezTo>
                  <a:cubicBezTo>
                    <a:pt x="189" y="0"/>
                    <a:pt x="86" y="33"/>
                    <a:pt x="0" y="90"/>
                  </a:cubicBezTo>
                  <a:cubicBezTo>
                    <a:pt x="26" y="179"/>
                    <a:pt x="66" y="299"/>
                    <a:pt x="88" y="28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2CDAF2A9-E79C-46F1-8484-01BD914F9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5513" y="3891644"/>
              <a:ext cx="1420321" cy="1714633"/>
            </a:xfrm>
            <a:custGeom>
              <a:avLst/>
              <a:gdLst>
                <a:gd name="T0" fmla="*/ 441 w 441"/>
                <a:gd name="T1" fmla="*/ 46 h 532"/>
                <a:gd name="T2" fmla="*/ 439 w 441"/>
                <a:gd name="T3" fmla="*/ 0 h 532"/>
                <a:gd name="T4" fmla="*/ 330 w 441"/>
                <a:gd name="T5" fmla="*/ 157 h 532"/>
                <a:gd name="T6" fmla="*/ 6 w 441"/>
                <a:gd name="T7" fmla="*/ 161 h 532"/>
                <a:gd name="T8" fmla="*/ 47 w 441"/>
                <a:gd name="T9" fmla="*/ 338 h 532"/>
                <a:gd name="T10" fmla="*/ 139 w 441"/>
                <a:gd name="T11" fmla="*/ 532 h 532"/>
                <a:gd name="T12" fmla="*/ 441 w 441"/>
                <a:gd name="T13" fmla="*/ 46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1" h="532">
                  <a:moveTo>
                    <a:pt x="441" y="46"/>
                  </a:moveTo>
                  <a:cubicBezTo>
                    <a:pt x="441" y="30"/>
                    <a:pt x="440" y="15"/>
                    <a:pt x="439" y="0"/>
                  </a:cubicBezTo>
                  <a:cubicBezTo>
                    <a:pt x="423" y="59"/>
                    <a:pt x="391" y="122"/>
                    <a:pt x="330" y="157"/>
                  </a:cubicBezTo>
                  <a:cubicBezTo>
                    <a:pt x="196" y="233"/>
                    <a:pt x="64" y="214"/>
                    <a:pt x="6" y="161"/>
                  </a:cubicBezTo>
                  <a:cubicBezTo>
                    <a:pt x="6" y="161"/>
                    <a:pt x="0" y="258"/>
                    <a:pt x="47" y="338"/>
                  </a:cubicBezTo>
                  <a:cubicBezTo>
                    <a:pt x="86" y="403"/>
                    <a:pt x="126" y="499"/>
                    <a:pt x="139" y="532"/>
                  </a:cubicBezTo>
                  <a:cubicBezTo>
                    <a:pt x="318" y="443"/>
                    <a:pt x="441" y="259"/>
                    <a:pt x="441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D175DA3-35B7-43F5-9654-F6C83F64D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169" y="4351507"/>
              <a:ext cx="1688355" cy="1438715"/>
            </a:xfrm>
            <a:custGeom>
              <a:avLst/>
              <a:gdLst>
                <a:gd name="T0" fmla="*/ 370 w 524"/>
                <a:gd name="T1" fmla="*/ 333 h 446"/>
                <a:gd name="T2" fmla="*/ 373 w 524"/>
                <a:gd name="T3" fmla="*/ 8 h 446"/>
                <a:gd name="T4" fmla="*/ 196 w 524"/>
                <a:gd name="T5" fmla="*/ 45 h 446"/>
                <a:gd name="T6" fmla="*/ 0 w 524"/>
                <a:gd name="T7" fmla="*/ 133 h 446"/>
                <a:gd name="T8" fmla="*/ 491 w 524"/>
                <a:gd name="T9" fmla="*/ 446 h 446"/>
                <a:gd name="T10" fmla="*/ 524 w 524"/>
                <a:gd name="T11" fmla="*/ 445 h 446"/>
                <a:gd name="T12" fmla="*/ 370 w 524"/>
                <a:gd name="T13" fmla="*/ 33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4" h="446">
                  <a:moveTo>
                    <a:pt x="370" y="333"/>
                  </a:moveTo>
                  <a:cubicBezTo>
                    <a:pt x="297" y="197"/>
                    <a:pt x="320" y="65"/>
                    <a:pt x="373" y="8"/>
                  </a:cubicBezTo>
                  <a:cubicBezTo>
                    <a:pt x="373" y="8"/>
                    <a:pt x="277" y="0"/>
                    <a:pt x="196" y="45"/>
                  </a:cubicBezTo>
                  <a:cubicBezTo>
                    <a:pt x="130" y="83"/>
                    <a:pt x="32" y="121"/>
                    <a:pt x="0" y="133"/>
                  </a:cubicBezTo>
                  <a:cubicBezTo>
                    <a:pt x="86" y="318"/>
                    <a:pt x="274" y="446"/>
                    <a:pt x="491" y="446"/>
                  </a:cubicBezTo>
                  <a:cubicBezTo>
                    <a:pt x="502" y="446"/>
                    <a:pt x="513" y="445"/>
                    <a:pt x="524" y="445"/>
                  </a:cubicBezTo>
                  <a:cubicBezTo>
                    <a:pt x="466" y="427"/>
                    <a:pt x="403" y="395"/>
                    <a:pt x="370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1AA1F6D-3587-4EC2-9D24-8FB6CBE0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990" y="2476579"/>
              <a:ext cx="1415065" cy="1723829"/>
            </a:xfrm>
            <a:custGeom>
              <a:avLst/>
              <a:gdLst>
                <a:gd name="T0" fmla="*/ 110 w 439"/>
                <a:gd name="T1" fmla="*/ 377 h 535"/>
                <a:gd name="T2" fmla="*/ 434 w 439"/>
                <a:gd name="T3" fmla="*/ 370 h 535"/>
                <a:gd name="T4" fmla="*/ 391 w 439"/>
                <a:gd name="T5" fmla="*/ 194 h 535"/>
                <a:gd name="T6" fmla="*/ 297 w 439"/>
                <a:gd name="T7" fmla="*/ 0 h 535"/>
                <a:gd name="T8" fmla="*/ 0 w 439"/>
                <a:gd name="T9" fmla="*/ 485 h 535"/>
                <a:gd name="T10" fmla="*/ 3 w 439"/>
                <a:gd name="T11" fmla="*/ 535 h 535"/>
                <a:gd name="T12" fmla="*/ 110 w 439"/>
                <a:gd name="T13" fmla="*/ 37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35">
                  <a:moveTo>
                    <a:pt x="110" y="377"/>
                  </a:moveTo>
                  <a:cubicBezTo>
                    <a:pt x="244" y="300"/>
                    <a:pt x="375" y="318"/>
                    <a:pt x="434" y="370"/>
                  </a:cubicBezTo>
                  <a:cubicBezTo>
                    <a:pt x="434" y="370"/>
                    <a:pt x="439" y="274"/>
                    <a:pt x="391" y="194"/>
                  </a:cubicBezTo>
                  <a:cubicBezTo>
                    <a:pt x="352" y="129"/>
                    <a:pt x="311" y="33"/>
                    <a:pt x="297" y="0"/>
                  </a:cubicBezTo>
                  <a:cubicBezTo>
                    <a:pt x="121" y="90"/>
                    <a:pt x="0" y="273"/>
                    <a:pt x="0" y="485"/>
                  </a:cubicBezTo>
                  <a:cubicBezTo>
                    <a:pt x="0" y="502"/>
                    <a:pt x="1" y="518"/>
                    <a:pt x="3" y="535"/>
                  </a:cubicBezTo>
                  <a:cubicBezTo>
                    <a:pt x="18" y="476"/>
                    <a:pt x="49" y="412"/>
                    <a:pt x="110" y="3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1402A6A-66F1-4A9F-ACD6-26E3F5AC5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6525" y="2288693"/>
              <a:ext cx="1736969" cy="1403239"/>
            </a:xfrm>
            <a:custGeom>
              <a:avLst/>
              <a:gdLst>
                <a:gd name="T0" fmla="*/ 159 w 539"/>
                <a:gd name="T1" fmla="*/ 107 h 435"/>
                <a:gd name="T2" fmla="*/ 171 w 539"/>
                <a:gd name="T3" fmla="*/ 431 h 435"/>
                <a:gd name="T4" fmla="*/ 347 w 539"/>
                <a:gd name="T5" fmla="*/ 386 h 435"/>
                <a:gd name="T6" fmla="*/ 539 w 539"/>
                <a:gd name="T7" fmla="*/ 289 h 435"/>
                <a:gd name="T8" fmla="*/ 58 w 539"/>
                <a:gd name="T9" fmla="*/ 0 h 435"/>
                <a:gd name="T10" fmla="*/ 0 w 539"/>
                <a:gd name="T11" fmla="*/ 3 h 435"/>
                <a:gd name="T12" fmla="*/ 159 w 539"/>
                <a:gd name="T13" fmla="*/ 107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9" h="435">
                  <a:moveTo>
                    <a:pt x="159" y="107"/>
                  </a:moveTo>
                  <a:cubicBezTo>
                    <a:pt x="239" y="240"/>
                    <a:pt x="222" y="372"/>
                    <a:pt x="171" y="431"/>
                  </a:cubicBezTo>
                  <a:cubicBezTo>
                    <a:pt x="171" y="431"/>
                    <a:pt x="268" y="435"/>
                    <a:pt x="347" y="386"/>
                  </a:cubicBezTo>
                  <a:cubicBezTo>
                    <a:pt x="411" y="346"/>
                    <a:pt x="507" y="303"/>
                    <a:pt x="539" y="289"/>
                  </a:cubicBezTo>
                  <a:cubicBezTo>
                    <a:pt x="448" y="117"/>
                    <a:pt x="267" y="0"/>
                    <a:pt x="58" y="0"/>
                  </a:cubicBezTo>
                  <a:cubicBezTo>
                    <a:pt x="39" y="0"/>
                    <a:pt x="19" y="1"/>
                    <a:pt x="0" y="3"/>
                  </a:cubicBezTo>
                  <a:cubicBezTo>
                    <a:pt x="59" y="17"/>
                    <a:pt x="123" y="47"/>
                    <a:pt x="159" y="1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40D500E-E24A-4AE4-ADE6-AED3E19E5242}"/>
                </a:ext>
              </a:extLst>
            </p:cNvPr>
            <p:cNvSpPr/>
            <p:nvPr/>
          </p:nvSpPr>
          <p:spPr>
            <a:xfrm>
              <a:off x="4076004" y="2021050"/>
              <a:ext cx="4036815" cy="4036814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9FF26D1-D183-470C-AC2F-3EB535116D31}"/>
                </a:ext>
              </a:extLst>
            </p:cNvPr>
            <p:cNvSpPr/>
            <p:nvPr/>
          </p:nvSpPr>
          <p:spPr>
            <a:xfrm>
              <a:off x="5995772" y="1915799"/>
              <a:ext cx="197278" cy="19727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67995A7-0DDA-4CDF-B253-723070B0839A}"/>
                </a:ext>
              </a:extLst>
            </p:cNvPr>
            <p:cNvSpPr/>
            <p:nvPr/>
          </p:nvSpPr>
          <p:spPr>
            <a:xfrm>
              <a:off x="5995772" y="5946505"/>
              <a:ext cx="197278" cy="1972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6D94FB4-60E4-4DB2-AEDA-23CC08FEF542}"/>
                </a:ext>
              </a:extLst>
            </p:cNvPr>
            <p:cNvSpPr/>
            <p:nvPr/>
          </p:nvSpPr>
          <p:spPr>
            <a:xfrm>
              <a:off x="3973808" y="3940818"/>
              <a:ext cx="197278" cy="1972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5FE4464-D056-4843-88E8-27BFC15E6144}"/>
                </a:ext>
              </a:extLst>
            </p:cNvPr>
            <p:cNvSpPr/>
            <p:nvPr/>
          </p:nvSpPr>
          <p:spPr>
            <a:xfrm>
              <a:off x="8014181" y="3940818"/>
              <a:ext cx="197278" cy="19727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Freeform 37">
              <a:extLst>
                <a:ext uri="{FF2B5EF4-FFF2-40B4-BE49-F238E27FC236}">
                  <a16:creationId xmlns:a16="http://schemas.microsoft.com/office/drawing/2014/main" id="{9715EFA5-DA6E-49DD-863D-1610B184EF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0651" y="4794489"/>
              <a:ext cx="302507" cy="314935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1" name="Freeform 27">
              <a:extLst>
                <a:ext uri="{FF2B5EF4-FFF2-40B4-BE49-F238E27FC236}">
                  <a16:creationId xmlns:a16="http://schemas.microsoft.com/office/drawing/2014/main" id="{3ED6C4E9-B045-4770-BDE8-332A15074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3630" y="4803818"/>
              <a:ext cx="149289" cy="296276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04B9739-2397-4518-9FDA-C2F1B4CB8A6F}"/>
                </a:ext>
              </a:extLst>
            </p:cNvPr>
            <p:cNvGrpSpPr/>
            <p:nvPr/>
          </p:nvGrpSpPr>
          <p:grpSpPr>
            <a:xfrm>
              <a:off x="5022225" y="2948978"/>
              <a:ext cx="252098" cy="249993"/>
              <a:chOff x="396876" y="3176588"/>
              <a:chExt cx="3040063" cy="3014663"/>
            </a:xfrm>
            <a:solidFill>
              <a:schemeClr val="bg1"/>
            </a:solidFill>
          </p:grpSpPr>
          <p:sp>
            <p:nvSpPr>
              <p:cNvPr id="53" name="Freeform 13">
                <a:extLst>
                  <a:ext uri="{FF2B5EF4-FFF2-40B4-BE49-F238E27FC236}">
                    <a16:creationId xmlns:a16="http://schemas.microsoft.com/office/drawing/2014/main" id="{47FAEC40-386D-4187-A02E-C70D54653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76" y="3176588"/>
                <a:ext cx="3040063" cy="3014663"/>
              </a:xfrm>
              <a:custGeom>
                <a:avLst/>
                <a:gdLst>
                  <a:gd name="T0" fmla="*/ 499 w 3828"/>
                  <a:gd name="T1" fmla="*/ 0 h 3799"/>
                  <a:gd name="T2" fmla="*/ 536 w 3828"/>
                  <a:gd name="T3" fmla="*/ 13 h 3799"/>
                  <a:gd name="T4" fmla="*/ 950 w 3828"/>
                  <a:gd name="T5" fmla="*/ 502 h 3799"/>
                  <a:gd name="T6" fmla="*/ 976 w 3828"/>
                  <a:gd name="T7" fmla="*/ 540 h 3799"/>
                  <a:gd name="T8" fmla="*/ 977 w 3828"/>
                  <a:gd name="T9" fmla="*/ 586 h 3799"/>
                  <a:gd name="T10" fmla="*/ 955 w 3828"/>
                  <a:gd name="T11" fmla="*/ 622 h 3799"/>
                  <a:gd name="T12" fmla="*/ 919 w 3828"/>
                  <a:gd name="T13" fmla="*/ 642 h 3799"/>
                  <a:gd name="T14" fmla="*/ 897 w 3828"/>
                  <a:gd name="T15" fmla="*/ 644 h 3799"/>
                  <a:gd name="T16" fmla="*/ 652 w 3828"/>
                  <a:gd name="T17" fmla="*/ 645 h 3799"/>
                  <a:gd name="T18" fmla="*/ 3176 w 3828"/>
                  <a:gd name="T19" fmla="*/ 3153 h 3799"/>
                  <a:gd name="T20" fmla="*/ 3178 w 3828"/>
                  <a:gd name="T21" fmla="*/ 2891 h 3799"/>
                  <a:gd name="T22" fmla="*/ 3194 w 3828"/>
                  <a:gd name="T23" fmla="*/ 2859 h 3799"/>
                  <a:gd name="T24" fmla="*/ 3223 w 3828"/>
                  <a:gd name="T25" fmla="*/ 2837 h 3799"/>
                  <a:gd name="T26" fmla="*/ 3269 w 3828"/>
                  <a:gd name="T27" fmla="*/ 2830 h 3799"/>
                  <a:gd name="T28" fmla="*/ 3310 w 3828"/>
                  <a:gd name="T29" fmla="*/ 2848 h 3799"/>
                  <a:gd name="T30" fmla="*/ 3811 w 3828"/>
                  <a:gd name="T31" fmla="*/ 3265 h 3799"/>
                  <a:gd name="T32" fmla="*/ 3826 w 3828"/>
                  <a:gd name="T33" fmla="*/ 3296 h 3799"/>
                  <a:gd name="T34" fmla="*/ 3826 w 3828"/>
                  <a:gd name="T35" fmla="*/ 3332 h 3799"/>
                  <a:gd name="T36" fmla="*/ 3811 w 3828"/>
                  <a:gd name="T37" fmla="*/ 3364 h 3799"/>
                  <a:gd name="T38" fmla="*/ 3310 w 3828"/>
                  <a:gd name="T39" fmla="*/ 3781 h 3799"/>
                  <a:gd name="T40" fmla="*/ 3276 w 3828"/>
                  <a:gd name="T41" fmla="*/ 3798 h 3799"/>
                  <a:gd name="T42" fmla="*/ 3240 w 3828"/>
                  <a:gd name="T43" fmla="*/ 3798 h 3799"/>
                  <a:gd name="T44" fmla="*/ 3207 w 3828"/>
                  <a:gd name="T45" fmla="*/ 3783 h 3799"/>
                  <a:gd name="T46" fmla="*/ 3184 w 3828"/>
                  <a:gd name="T47" fmla="*/ 3755 h 3799"/>
                  <a:gd name="T48" fmla="*/ 3176 w 3828"/>
                  <a:gd name="T49" fmla="*/ 3719 h 3799"/>
                  <a:gd name="T50" fmla="*/ 489 w 3828"/>
                  <a:gd name="T51" fmla="*/ 3477 h 3799"/>
                  <a:gd name="T52" fmla="*/ 426 w 3828"/>
                  <a:gd name="T53" fmla="*/ 3464 h 3799"/>
                  <a:gd name="T54" fmla="*/ 374 w 3828"/>
                  <a:gd name="T55" fmla="*/ 3429 h 3799"/>
                  <a:gd name="T56" fmla="*/ 339 w 3828"/>
                  <a:gd name="T57" fmla="*/ 3378 h 3799"/>
                  <a:gd name="T58" fmla="*/ 326 w 3828"/>
                  <a:gd name="T59" fmla="*/ 3314 h 3799"/>
                  <a:gd name="T60" fmla="*/ 82 w 3828"/>
                  <a:gd name="T61" fmla="*/ 645 h 3799"/>
                  <a:gd name="T62" fmla="*/ 46 w 3828"/>
                  <a:gd name="T63" fmla="*/ 637 h 3799"/>
                  <a:gd name="T64" fmla="*/ 18 w 3828"/>
                  <a:gd name="T65" fmla="*/ 614 h 3799"/>
                  <a:gd name="T66" fmla="*/ 2 w 3828"/>
                  <a:gd name="T67" fmla="*/ 581 h 3799"/>
                  <a:gd name="T68" fmla="*/ 0 w 3828"/>
                  <a:gd name="T69" fmla="*/ 562 h 3799"/>
                  <a:gd name="T70" fmla="*/ 8 w 3828"/>
                  <a:gd name="T71" fmla="*/ 527 h 3799"/>
                  <a:gd name="T72" fmla="*/ 426 w 3828"/>
                  <a:gd name="T73" fmla="*/ 26 h 3799"/>
                  <a:gd name="T74" fmla="*/ 459 w 3828"/>
                  <a:gd name="T75" fmla="*/ 4 h 3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28" h="3799">
                    <a:moveTo>
                      <a:pt x="479" y="0"/>
                    </a:moveTo>
                    <a:lnTo>
                      <a:pt x="499" y="0"/>
                    </a:lnTo>
                    <a:lnTo>
                      <a:pt x="518" y="4"/>
                    </a:lnTo>
                    <a:lnTo>
                      <a:pt x="536" y="13"/>
                    </a:lnTo>
                    <a:lnTo>
                      <a:pt x="551" y="26"/>
                    </a:lnTo>
                    <a:lnTo>
                      <a:pt x="950" y="502"/>
                    </a:lnTo>
                    <a:lnTo>
                      <a:pt x="966" y="519"/>
                    </a:lnTo>
                    <a:lnTo>
                      <a:pt x="976" y="540"/>
                    </a:lnTo>
                    <a:lnTo>
                      <a:pt x="979" y="564"/>
                    </a:lnTo>
                    <a:lnTo>
                      <a:pt x="977" y="586"/>
                    </a:lnTo>
                    <a:lnTo>
                      <a:pt x="968" y="605"/>
                    </a:lnTo>
                    <a:lnTo>
                      <a:pt x="955" y="622"/>
                    </a:lnTo>
                    <a:lnTo>
                      <a:pt x="938" y="633"/>
                    </a:lnTo>
                    <a:lnTo>
                      <a:pt x="919" y="642"/>
                    </a:lnTo>
                    <a:lnTo>
                      <a:pt x="897" y="645"/>
                    </a:lnTo>
                    <a:lnTo>
                      <a:pt x="897" y="644"/>
                    </a:lnTo>
                    <a:lnTo>
                      <a:pt x="896" y="645"/>
                    </a:lnTo>
                    <a:lnTo>
                      <a:pt x="652" y="645"/>
                    </a:lnTo>
                    <a:lnTo>
                      <a:pt x="652" y="3153"/>
                    </a:lnTo>
                    <a:lnTo>
                      <a:pt x="3176" y="3153"/>
                    </a:lnTo>
                    <a:lnTo>
                      <a:pt x="3176" y="2910"/>
                    </a:lnTo>
                    <a:lnTo>
                      <a:pt x="3178" y="2891"/>
                    </a:lnTo>
                    <a:lnTo>
                      <a:pt x="3184" y="2874"/>
                    </a:lnTo>
                    <a:lnTo>
                      <a:pt x="3194" y="2859"/>
                    </a:lnTo>
                    <a:lnTo>
                      <a:pt x="3207" y="2847"/>
                    </a:lnTo>
                    <a:lnTo>
                      <a:pt x="3223" y="2837"/>
                    </a:lnTo>
                    <a:lnTo>
                      <a:pt x="3246" y="2830"/>
                    </a:lnTo>
                    <a:lnTo>
                      <a:pt x="3269" y="2830"/>
                    </a:lnTo>
                    <a:lnTo>
                      <a:pt x="3290" y="2836"/>
                    </a:lnTo>
                    <a:lnTo>
                      <a:pt x="3310" y="2848"/>
                    </a:lnTo>
                    <a:lnTo>
                      <a:pt x="3798" y="3252"/>
                    </a:lnTo>
                    <a:lnTo>
                      <a:pt x="3811" y="3265"/>
                    </a:lnTo>
                    <a:lnTo>
                      <a:pt x="3821" y="3281"/>
                    </a:lnTo>
                    <a:lnTo>
                      <a:pt x="3826" y="3296"/>
                    </a:lnTo>
                    <a:lnTo>
                      <a:pt x="3828" y="3314"/>
                    </a:lnTo>
                    <a:lnTo>
                      <a:pt x="3826" y="3332"/>
                    </a:lnTo>
                    <a:lnTo>
                      <a:pt x="3821" y="3349"/>
                    </a:lnTo>
                    <a:lnTo>
                      <a:pt x="3811" y="3364"/>
                    </a:lnTo>
                    <a:lnTo>
                      <a:pt x="3798" y="3376"/>
                    </a:lnTo>
                    <a:lnTo>
                      <a:pt x="3310" y="3781"/>
                    </a:lnTo>
                    <a:lnTo>
                      <a:pt x="3294" y="3791"/>
                    </a:lnTo>
                    <a:lnTo>
                      <a:pt x="3276" y="3798"/>
                    </a:lnTo>
                    <a:lnTo>
                      <a:pt x="3258" y="3799"/>
                    </a:lnTo>
                    <a:lnTo>
                      <a:pt x="3240" y="3798"/>
                    </a:lnTo>
                    <a:lnTo>
                      <a:pt x="3223" y="3792"/>
                    </a:lnTo>
                    <a:lnTo>
                      <a:pt x="3207" y="3783"/>
                    </a:lnTo>
                    <a:lnTo>
                      <a:pt x="3194" y="3770"/>
                    </a:lnTo>
                    <a:lnTo>
                      <a:pt x="3184" y="3755"/>
                    </a:lnTo>
                    <a:lnTo>
                      <a:pt x="3178" y="3737"/>
                    </a:lnTo>
                    <a:lnTo>
                      <a:pt x="3176" y="3719"/>
                    </a:lnTo>
                    <a:lnTo>
                      <a:pt x="3176" y="3477"/>
                    </a:lnTo>
                    <a:lnTo>
                      <a:pt x="489" y="3477"/>
                    </a:lnTo>
                    <a:lnTo>
                      <a:pt x="456" y="3473"/>
                    </a:lnTo>
                    <a:lnTo>
                      <a:pt x="426" y="3464"/>
                    </a:lnTo>
                    <a:lnTo>
                      <a:pt x="398" y="3449"/>
                    </a:lnTo>
                    <a:lnTo>
                      <a:pt x="374" y="3429"/>
                    </a:lnTo>
                    <a:lnTo>
                      <a:pt x="354" y="3405"/>
                    </a:lnTo>
                    <a:lnTo>
                      <a:pt x="339" y="3378"/>
                    </a:lnTo>
                    <a:lnTo>
                      <a:pt x="329" y="3348"/>
                    </a:lnTo>
                    <a:lnTo>
                      <a:pt x="326" y="3314"/>
                    </a:lnTo>
                    <a:lnTo>
                      <a:pt x="326" y="645"/>
                    </a:lnTo>
                    <a:lnTo>
                      <a:pt x="82" y="645"/>
                    </a:lnTo>
                    <a:lnTo>
                      <a:pt x="64" y="643"/>
                    </a:lnTo>
                    <a:lnTo>
                      <a:pt x="46" y="637"/>
                    </a:lnTo>
                    <a:lnTo>
                      <a:pt x="31" y="627"/>
                    </a:lnTo>
                    <a:lnTo>
                      <a:pt x="18" y="614"/>
                    </a:lnTo>
                    <a:lnTo>
                      <a:pt x="8" y="599"/>
                    </a:lnTo>
                    <a:lnTo>
                      <a:pt x="2" y="581"/>
                    </a:lnTo>
                    <a:lnTo>
                      <a:pt x="0" y="563"/>
                    </a:lnTo>
                    <a:lnTo>
                      <a:pt x="0" y="562"/>
                    </a:lnTo>
                    <a:lnTo>
                      <a:pt x="2" y="545"/>
                    </a:lnTo>
                    <a:lnTo>
                      <a:pt x="8" y="527"/>
                    </a:lnTo>
                    <a:lnTo>
                      <a:pt x="19" y="512"/>
                    </a:lnTo>
                    <a:lnTo>
                      <a:pt x="426" y="26"/>
                    </a:lnTo>
                    <a:lnTo>
                      <a:pt x="441" y="13"/>
                    </a:lnTo>
                    <a:lnTo>
                      <a:pt x="459" y="4"/>
                    </a:lnTo>
                    <a:lnTo>
                      <a:pt x="4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4" name="Freeform 14">
                <a:extLst>
                  <a:ext uri="{FF2B5EF4-FFF2-40B4-BE49-F238E27FC236}">
                    <a16:creationId xmlns:a16="http://schemas.microsoft.com/office/drawing/2014/main" id="{598CC20A-580C-4BEA-90CC-5805D6DFD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972051"/>
                <a:ext cx="1679575" cy="384175"/>
              </a:xfrm>
              <a:custGeom>
                <a:avLst/>
                <a:gdLst>
                  <a:gd name="T0" fmla="*/ 244 w 2118"/>
                  <a:gd name="T1" fmla="*/ 0 h 486"/>
                  <a:gd name="T2" fmla="*/ 1873 w 2118"/>
                  <a:gd name="T3" fmla="*/ 0 h 486"/>
                  <a:gd name="T4" fmla="*/ 1913 w 2118"/>
                  <a:gd name="T5" fmla="*/ 4 h 486"/>
                  <a:gd name="T6" fmla="*/ 1950 w 2118"/>
                  <a:gd name="T7" fmla="*/ 14 h 486"/>
                  <a:gd name="T8" fmla="*/ 1985 w 2118"/>
                  <a:gd name="T9" fmla="*/ 28 h 486"/>
                  <a:gd name="T10" fmla="*/ 2018 w 2118"/>
                  <a:gd name="T11" fmla="*/ 48 h 486"/>
                  <a:gd name="T12" fmla="*/ 2047 w 2118"/>
                  <a:gd name="T13" fmla="*/ 72 h 486"/>
                  <a:gd name="T14" fmla="*/ 2071 w 2118"/>
                  <a:gd name="T15" fmla="*/ 100 h 486"/>
                  <a:gd name="T16" fmla="*/ 2090 w 2118"/>
                  <a:gd name="T17" fmla="*/ 132 h 486"/>
                  <a:gd name="T18" fmla="*/ 2106 w 2118"/>
                  <a:gd name="T19" fmla="*/ 167 h 486"/>
                  <a:gd name="T20" fmla="*/ 2114 w 2118"/>
                  <a:gd name="T21" fmla="*/ 204 h 486"/>
                  <a:gd name="T22" fmla="*/ 2118 w 2118"/>
                  <a:gd name="T23" fmla="*/ 243 h 486"/>
                  <a:gd name="T24" fmla="*/ 2114 w 2118"/>
                  <a:gd name="T25" fmla="*/ 283 h 486"/>
                  <a:gd name="T26" fmla="*/ 2106 w 2118"/>
                  <a:gd name="T27" fmla="*/ 320 h 486"/>
                  <a:gd name="T28" fmla="*/ 2090 w 2118"/>
                  <a:gd name="T29" fmla="*/ 355 h 486"/>
                  <a:gd name="T30" fmla="*/ 2071 w 2118"/>
                  <a:gd name="T31" fmla="*/ 386 h 486"/>
                  <a:gd name="T32" fmla="*/ 2047 w 2118"/>
                  <a:gd name="T33" fmla="*/ 415 h 486"/>
                  <a:gd name="T34" fmla="*/ 2018 w 2118"/>
                  <a:gd name="T35" fmla="*/ 439 h 486"/>
                  <a:gd name="T36" fmla="*/ 1985 w 2118"/>
                  <a:gd name="T37" fmla="*/ 459 h 486"/>
                  <a:gd name="T38" fmla="*/ 1950 w 2118"/>
                  <a:gd name="T39" fmla="*/ 474 h 486"/>
                  <a:gd name="T40" fmla="*/ 1913 w 2118"/>
                  <a:gd name="T41" fmla="*/ 483 h 486"/>
                  <a:gd name="T42" fmla="*/ 1873 w 2118"/>
                  <a:gd name="T43" fmla="*/ 486 h 486"/>
                  <a:gd name="T44" fmla="*/ 244 w 2118"/>
                  <a:gd name="T45" fmla="*/ 486 h 486"/>
                  <a:gd name="T46" fmla="*/ 205 w 2118"/>
                  <a:gd name="T47" fmla="*/ 483 h 486"/>
                  <a:gd name="T48" fmla="*/ 167 w 2118"/>
                  <a:gd name="T49" fmla="*/ 474 h 486"/>
                  <a:gd name="T50" fmla="*/ 132 w 2118"/>
                  <a:gd name="T51" fmla="*/ 459 h 486"/>
                  <a:gd name="T52" fmla="*/ 100 w 2118"/>
                  <a:gd name="T53" fmla="*/ 439 h 486"/>
                  <a:gd name="T54" fmla="*/ 71 w 2118"/>
                  <a:gd name="T55" fmla="*/ 415 h 486"/>
                  <a:gd name="T56" fmla="*/ 47 w 2118"/>
                  <a:gd name="T57" fmla="*/ 386 h 486"/>
                  <a:gd name="T58" fmla="*/ 28 w 2118"/>
                  <a:gd name="T59" fmla="*/ 355 h 486"/>
                  <a:gd name="T60" fmla="*/ 12 w 2118"/>
                  <a:gd name="T61" fmla="*/ 320 h 486"/>
                  <a:gd name="T62" fmla="*/ 4 w 2118"/>
                  <a:gd name="T63" fmla="*/ 283 h 486"/>
                  <a:gd name="T64" fmla="*/ 0 w 2118"/>
                  <a:gd name="T65" fmla="*/ 243 h 486"/>
                  <a:gd name="T66" fmla="*/ 4 w 2118"/>
                  <a:gd name="T67" fmla="*/ 204 h 486"/>
                  <a:gd name="T68" fmla="*/ 12 w 2118"/>
                  <a:gd name="T69" fmla="*/ 167 h 486"/>
                  <a:gd name="T70" fmla="*/ 28 w 2118"/>
                  <a:gd name="T71" fmla="*/ 132 h 486"/>
                  <a:gd name="T72" fmla="*/ 47 w 2118"/>
                  <a:gd name="T73" fmla="*/ 100 h 486"/>
                  <a:gd name="T74" fmla="*/ 71 w 2118"/>
                  <a:gd name="T75" fmla="*/ 72 h 486"/>
                  <a:gd name="T76" fmla="*/ 100 w 2118"/>
                  <a:gd name="T77" fmla="*/ 48 h 486"/>
                  <a:gd name="T78" fmla="*/ 132 w 2118"/>
                  <a:gd name="T79" fmla="*/ 28 h 486"/>
                  <a:gd name="T80" fmla="*/ 167 w 2118"/>
                  <a:gd name="T81" fmla="*/ 14 h 486"/>
                  <a:gd name="T82" fmla="*/ 205 w 2118"/>
                  <a:gd name="T83" fmla="*/ 4 h 486"/>
                  <a:gd name="T84" fmla="*/ 244 w 2118"/>
                  <a:gd name="T85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18" h="486">
                    <a:moveTo>
                      <a:pt x="244" y="0"/>
                    </a:moveTo>
                    <a:lnTo>
                      <a:pt x="1873" y="0"/>
                    </a:lnTo>
                    <a:lnTo>
                      <a:pt x="1913" y="4"/>
                    </a:lnTo>
                    <a:lnTo>
                      <a:pt x="1950" y="14"/>
                    </a:lnTo>
                    <a:lnTo>
                      <a:pt x="1985" y="28"/>
                    </a:lnTo>
                    <a:lnTo>
                      <a:pt x="2018" y="48"/>
                    </a:lnTo>
                    <a:lnTo>
                      <a:pt x="2047" y="72"/>
                    </a:lnTo>
                    <a:lnTo>
                      <a:pt x="2071" y="100"/>
                    </a:lnTo>
                    <a:lnTo>
                      <a:pt x="2090" y="132"/>
                    </a:lnTo>
                    <a:lnTo>
                      <a:pt x="2106" y="167"/>
                    </a:lnTo>
                    <a:lnTo>
                      <a:pt x="2114" y="204"/>
                    </a:lnTo>
                    <a:lnTo>
                      <a:pt x="2118" y="243"/>
                    </a:lnTo>
                    <a:lnTo>
                      <a:pt x="2114" y="283"/>
                    </a:lnTo>
                    <a:lnTo>
                      <a:pt x="2106" y="320"/>
                    </a:lnTo>
                    <a:lnTo>
                      <a:pt x="2090" y="355"/>
                    </a:lnTo>
                    <a:lnTo>
                      <a:pt x="2071" y="386"/>
                    </a:lnTo>
                    <a:lnTo>
                      <a:pt x="2047" y="415"/>
                    </a:lnTo>
                    <a:lnTo>
                      <a:pt x="2018" y="439"/>
                    </a:lnTo>
                    <a:lnTo>
                      <a:pt x="1985" y="459"/>
                    </a:lnTo>
                    <a:lnTo>
                      <a:pt x="1950" y="474"/>
                    </a:lnTo>
                    <a:lnTo>
                      <a:pt x="1913" y="483"/>
                    </a:lnTo>
                    <a:lnTo>
                      <a:pt x="1873" y="486"/>
                    </a:lnTo>
                    <a:lnTo>
                      <a:pt x="244" y="486"/>
                    </a:lnTo>
                    <a:lnTo>
                      <a:pt x="205" y="483"/>
                    </a:lnTo>
                    <a:lnTo>
                      <a:pt x="167" y="474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20"/>
                    </a:lnTo>
                    <a:lnTo>
                      <a:pt x="4" y="283"/>
                    </a:lnTo>
                    <a:lnTo>
                      <a:pt x="0" y="243"/>
                    </a:lnTo>
                    <a:lnTo>
                      <a:pt x="4" y="204"/>
                    </a:lnTo>
                    <a:lnTo>
                      <a:pt x="12" y="167"/>
                    </a:lnTo>
                    <a:lnTo>
                      <a:pt x="28" y="132"/>
                    </a:lnTo>
                    <a:lnTo>
                      <a:pt x="47" y="100"/>
                    </a:lnTo>
                    <a:lnTo>
                      <a:pt x="71" y="72"/>
                    </a:lnTo>
                    <a:lnTo>
                      <a:pt x="100" y="48"/>
                    </a:lnTo>
                    <a:lnTo>
                      <a:pt x="132" y="28"/>
                    </a:lnTo>
                    <a:lnTo>
                      <a:pt x="167" y="14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5" name="Freeform 15">
                <a:extLst>
                  <a:ext uri="{FF2B5EF4-FFF2-40B4-BE49-F238E27FC236}">
                    <a16:creationId xmlns:a16="http://schemas.microsoft.com/office/drawing/2014/main" id="{C245B4BA-3810-40AF-B7CF-6E7F7F981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457701"/>
                <a:ext cx="1033463" cy="385763"/>
              </a:xfrm>
              <a:custGeom>
                <a:avLst/>
                <a:gdLst>
                  <a:gd name="T0" fmla="*/ 244 w 1303"/>
                  <a:gd name="T1" fmla="*/ 0 h 485"/>
                  <a:gd name="T2" fmla="*/ 1059 w 1303"/>
                  <a:gd name="T3" fmla="*/ 0 h 485"/>
                  <a:gd name="T4" fmla="*/ 1099 w 1303"/>
                  <a:gd name="T5" fmla="*/ 2 h 485"/>
                  <a:gd name="T6" fmla="*/ 1136 w 1303"/>
                  <a:gd name="T7" fmla="*/ 12 h 485"/>
                  <a:gd name="T8" fmla="*/ 1171 w 1303"/>
                  <a:gd name="T9" fmla="*/ 26 h 485"/>
                  <a:gd name="T10" fmla="*/ 1203 w 1303"/>
                  <a:gd name="T11" fmla="*/ 46 h 485"/>
                  <a:gd name="T12" fmla="*/ 1232 w 1303"/>
                  <a:gd name="T13" fmla="*/ 70 h 485"/>
                  <a:gd name="T14" fmla="*/ 1256 w 1303"/>
                  <a:gd name="T15" fmla="*/ 99 h 485"/>
                  <a:gd name="T16" fmla="*/ 1275 w 1303"/>
                  <a:gd name="T17" fmla="*/ 130 h 485"/>
                  <a:gd name="T18" fmla="*/ 1291 w 1303"/>
                  <a:gd name="T19" fmla="*/ 166 h 485"/>
                  <a:gd name="T20" fmla="*/ 1301 w 1303"/>
                  <a:gd name="T21" fmla="*/ 203 h 485"/>
                  <a:gd name="T22" fmla="*/ 1303 w 1303"/>
                  <a:gd name="T23" fmla="*/ 242 h 485"/>
                  <a:gd name="T24" fmla="*/ 1301 w 1303"/>
                  <a:gd name="T25" fmla="*/ 282 h 485"/>
                  <a:gd name="T26" fmla="*/ 1291 w 1303"/>
                  <a:gd name="T27" fmla="*/ 319 h 485"/>
                  <a:gd name="T28" fmla="*/ 1275 w 1303"/>
                  <a:gd name="T29" fmla="*/ 354 h 485"/>
                  <a:gd name="T30" fmla="*/ 1256 w 1303"/>
                  <a:gd name="T31" fmla="*/ 386 h 485"/>
                  <a:gd name="T32" fmla="*/ 1232 w 1303"/>
                  <a:gd name="T33" fmla="*/ 413 h 485"/>
                  <a:gd name="T34" fmla="*/ 1203 w 1303"/>
                  <a:gd name="T35" fmla="*/ 438 h 485"/>
                  <a:gd name="T36" fmla="*/ 1171 w 1303"/>
                  <a:gd name="T37" fmla="*/ 458 h 485"/>
                  <a:gd name="T38" fmla="*/ 1136 w 1303"/>
                  <a:gd name="T39" fmla="*/ 472 h 485"/>
                  <a:gd name="T40" fmla="*/ 1099 w 1303"/>
                  <a:gd name="T41" fmla="*/ 482 h 485"/>
                  <a:gd name="T42" fmla="*/ 1059 w 1303"/>
                  <a:gd name="T43" fmla="*/ 485 h 485"/>
                  <a:gd name="T44" fmla="*/ 244 w 1303"/>
                  <a:gd name="T45" fmla="*/ 485 h 485"/>
                  <a:gd name="T46" fmla="*/ 205 w 1303"/>
                  <a:gd name="T47" fmla="*/ 482 h 485"/>
                  <a:gd name="T48" fmla="*/ 167 w 1303"/>
                  <a:gd name="T49" fmla="*/ 472 h 485"/>
                  <a:gd name="T50" fmla="*/ 132 w 1303"/>
                  <a:gd name="T51" fmla="*/ 458 h 485"/>
                  <a:gd name="T52" fmla="*/ 100 w 1303"/>
                  <a:gd name="T53" fmla="*/ 438 h 485"/>
                  <a:gd name="T54" fmla="*/ 71 w 1303"/>
                  <a:gd name="T55" fmla="*/ 413 h 485"/>
                  <a:gd name="T56" fmla="*/ 47 w 1303"/>
                  <a:gd name="T57" fmla="*/ 386 h 485"/>
                  <a:gd name="T58" fmla="*/ 28 w 1303"/>
                  <a:gd name="T59" fmla="*/ 354 h 485"/>
                  <a:gd name="T60" fmla="*/ 12 w 1303"/>
                  <a:gd name="T61" fmla="*/ 319 h 485"/>
                  <a:gd name="T62" fmla="*/ 4 w 1303"/>
                  <a:gd name="T63" fmla="*/ 282 h 485"/>
                  <a:gd name="T64" fmla="*/ 0 w 1303"/>
                  <a:gd name="T65" fmla="*/ 242 h 485"/>
                  <a:gd name="T66" fmla="*/ 4 w 1303"/>
                  <a:gd name="T67" fmla="*/ 203 h 485"/>
                  <a:gd name="T68" fmla="*/ 12 w 1303"/>
                  <a:gd name="T69" fmla="*/ 166 h 485"/>
                  <a:gd name="T70" fmla="*/ 28 w 1303"/>
                  <a:gd name="T71" fmla="*/ 130 h 485"/>
                  <a:gd name="T72" fmla="*/ 47 w 1303"/>
                  <a:gd name="T73" fmla="*/ 99 h 485"/>
                  <a:gd name="T74" fmla="*/ 71 w 1303"/>
                  <a:gd name="T75" fmla="*/ 70 h 485"/>
                  <a:gd name="T76" fmla="*/ 100 w 1303"/>
                  <a:gd name="T77" fmla="*/ 46 h 485"/>
                  <a:gd name="T78" fmla="*/ 132 w 1303"/>
                  <a:gd name="T79" fmla="*/ 26 h 485"/>
                  <a:gd name="T80" fmla="*/ 167 w 1303"/>
                  <a:gd name="T81" fmla="*/ 12 h 485"/>
                  <a:gd name="T82" fmla="*/ 205 w 1303"/>
                  <a:gd name="T83" fmla="*/ 2 h 485"/>
                  <a:gd name="T84" fmla="*/ 244 w 1303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03" h="485">
                    <a:moveTo>
                      <a:pt x="244" y="0"/>
                    </a:moveTo>
                    <a:lnTo>
                      <a:pt x="1059" y="0"/>
                    </a:lnTo>
                    <a:lnTo>
                      <a:pt x="1099" y="2"/>
                    </a:lnTo>
                    <a:lnTo>
                      <a:pt x="1136" y="12"/>
                    </a:lnTo>
                    <a:lnTo>
                      <a:pt x="1171" y="26"/>
                    </a:lnTo>
                    <a:lnTo>
                      <a:pt x="1203" y="46"/>
                    </a:lnTo>
                    <a:lnTo>
                      <a:pt x="1232" y="70"/>
                    </a:lnTo>
                    <a:lnTo>
                      <a:pt x="1256" y="99"/>
                    </a:lnTo>
                    <a:lnTo>
                      <a:pt x="1275" y="130"/>
                    </a:lnTo>
                    <a:lnTo>
                      <a:pt x="1291" y="166"/>
                    </a:lnTo>
                    <a:lnTo>
                      <a:pt x="1301" y="203"/>
                    </a:lnTo>
                    <a:lnTo>
                      <a:pt x="1303" y="242"/>
                    </a:lnTo>
                    <a:lnTo>
                      <a:pt x="1301" y="282"/>
                    </a:lnTo>
                    <a:lnTo>
                      <a:pt x="1291" y="319"/>
                    </a:lnTo>
                    <a:lnTo>
                      <a:pt x="1275" y="354"/>
                    </a:lnTo>
                    <a:lnTo>
                      <a:pt x="1256" y="386"/>
                    </a:lnTo>
                    <a:lnTo>
                      <a:pt x="1232" y="413"/>
                    </a:lnTo>
                    <a:lnTo>
                      <a:pt x="1203" y="438"/>
                    </a:lnTo>
                    <a:lnTo>
                      <a:pt x="1171" y="458"/>
                    </a:lnTo>
                    <a:lnTo>
                      <a:pt x="1136" y="472"/>
                    </a:lnTo>
                    <a:lnTo>
                      <a:pt x="1099" y="482"/>
                    </a:lnTo>
                    <a:lnTo>
                      <a:pt x="1059" y="485"/>
                    </a:lnTo>
                    <a:lnTo>
                      <a:pt x="244" y="485"/>
                    </a:lnTo>
                    <a:lnTo>
                      <a:pt x="205" y="482"/>
                    </a:lnTo>
                    <a:lnTo>
                      <a:pt x="167" y="472"/>
                    </a:lnTo>
                    <a:lnTo>
                      <a:pt x="132" y="458"/>
                    </a:lnTo>
                    <a:lnTo>
                      <a:pt x="100" y="438"/>
                    </a:lnTo>
                    <a:lnTo>
                      <a:pt x="71" y="413"/>
                    </a:lnTo>
                    <a:lnTo>
                      <a:pt x="47" y="386"/>
                    </a:lnTo>
                    <a:lnTo>
                      <a:pt x="28" y="354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2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0"/>
                    </a:lnTo>
                    <a:lnTo>
                      <a:pt x="47" y="99"/>
                    </a:lnTo>
                    <a:lnTo>
                      <a:pt x="71" y="70"/>
                    </a:lnTo>
                    <a:lnTo>
                      <a:pt x="100" y="46"/>
                    </a:lnTo>
                    <a:lnTo>
                      <a:pt x="132" y="26"/>
                    </a:lnTo>
                    <a:lnTo>
                      <a:pt x="167" y="12"/>
                    </a:lnTo>
                    <a:lnTo>
                      <a:pt x="205" y="2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6" name="Freeform 16">
                <a:extLst>
                  <a:ext uri="{FF2B5EF4-FFF2-40B4-BE49-F238E27FC236}">
                    <a16:creationId xmlns:a16="http://schemas.microsoft.com/office/drawing/2014/main" id="{9AF7D4E2-C4B7-4733-8327-6A86CBFE6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3944938"/>
                <a:ext cx="1357313" cy="384175"/>
              </a:xfrm>
              <a:custGeom>
                <a:avLst/>
                <a:gdLst>
                  <a:gd name="T0" fmla="*/ 244 w 1711"/>
                  <a:gd name="T1" fmla="*/ 0 h 485"/>
                  <a:gd name="T2" fmla="*/ 1466 w 1711"/>
                  <a:gd name="T3" fmla="*/ 0 h 485"/>
                  <a:gd name="T4" fmla="*/ 1505 w 1711"/>
                  <a:gd name="T5" fmla="*/ 4 h 485"/>
                  <a:gd name="T6" fmla="*/ 1544 w 1711"/>
                  <a:gd name="T7" fmla="*/ 13 h 485"/>
                  <a:gd name="T8" fmla="*/ 1579 w 1711"/>
                  <a:gd name="T9" fmla="*/ 28 h 485"/>
                  <a:gd name="T10" fmla="*/ 1610 w 1711"/>
                  <a:gd name="T11" fmla="*/ 47 h 485"/>
                  <a:gd name="T12" fmla="*/ 1639 w 1711"/>
                  <a:gd name="T13" fmla="*/ 72 h 485"/>
                  <a:gd name="T14" fmla="*/ 1663 w 1711"/>
                  <a:gd name="T15" fmla="*/ 99 h 485"/>
                  <a:gd name="T16" fmla="*/ 1683 w 1711"/>
                  <a:gd name="T17" fmla="*/ 132 h 485"/>
                  <a:gd name="T18" fmla="*/ 1698 w 1711"/>
                  <a:gd name="T19" fmla="*/ 166 h 485"/>
                  <a:gd name="T20" fmla="*/ 1707 w 1711"/>
                  <a:gd name="T21" fmla="*/ 203 h 485"/>
                  <a:gd name="T22" fmla="*/ 1711 w 1711"/>
                  <a:gd name="T23" fmla="*/ 243 h 485"/>
                  <a:gd name="T24" fmla="*/ 1707 w 1711"/>
                  <a:gd name="T25" fmla="*/ 282 h 485"/>
                  <a:gd name="T26" fmla="*/ 1698 w 1711"/>
                  <a:gd name="T27" fmla="*/ 319 h 485"/>
                  <a:gd name="T28" fmla="*/ 1683 w 1711"/>
                  <a:gd name="T29" fmla="*/ 355 h 485"/>
                  <a:gd name="T30" fmla="*/ 1663 w 1711"/>
                  <a:gd name="T31" fmla="*/ 386 h 485"/>
                  <a:gd name="T32" fmla="*/ 1639 w 1711"/>
                  <a:gd name="T33" fmla="*/ 415 h 485"/>
                  <a:gd name="T34" fmla="*/ 1610 w 1711"/>
                  <a:gd name="T35" fmla="*/ 439 h 485"/>
                  <a:gd name="T36" fmla="*/ 1579 w 1711"/>
                  <a:gd name="T37" fmla="*/ 459 h 485"/>
                  <a:gd name="T38" fmla="*/ 1544 w 1711"/>
                  <a:gd name="T39" fmla="*/ 473 h 485"/>
                  <a:gd name="T40" fmla="*/ 1505 w 1711"/>
                  <a:gd name="T41" fmla="*/ 483 h 485"/>
                  <a:gd name="T42" fmla="*/ 1466 w 1711"/>
                  <a:gd name="T43" fmla="*/ 485 h 485"/>
                  <a:gd name="T44" fmla="*/ 244 w 1711"/>
                  <a:gd name="T45" fmla="*/ 485 h 485"/>
                  <a:gd name="T46" fmla="*/ 205 w 1711"/>
                  <a:gd name="T47" fmla="*/ 483 h 485"/>
                  <a:gd name="T48" fmla="*/ 167 w 1711"/>
                  <a:gd name="T49" fmla="*/ 473 h 485"/>
                  <a:gd name="T50" fmla="*/ 132 w 1711"/>
                  <a:gd name="T51" fmla="*/ 459 h 485"/>
                  <a:gd name="T52" fmla="*/ 100 w 1711"/>
                  <a:gd name="T53" fmla="*/ 439 h 485"/>
                  <a:gd name="T54" fmla="*/ 71 w 1711"/>
                  <a:gd name="T55" fmla="*/ 415 h 485"/>
                  <a:gd name="T56" fmla="*/ 47 w 1711"/>
                  <a:gd name="T57" fmla="*/ 386 h 485"/>
                  <a:gd name="T58" fmla="*/ 28 w 1711"/>
                  <a:gd name="T59" fmla="*/ 355 h 485"/>
                  <a:gd name="T60" fmla="*/ 12 w 1711"/>
                  <a:gd name="T61" fmla="*/ 319 h 485"/>
                  <a:gd name="T62" fmla="*/ 4 w 1711"/>
                  <a:gd name="T63" fmla="*/ 282 h 485"/>
                  <a:gd name="T64" fmla="*/ 0 w 1711"/>
                  <a:gd name="T65" fmla="*/ 243 h 485"/>
                  <a:gd name="T66" fmla="*/ 4 w 1711"/>
                  <a:gd name="T67" fmla="*/ 203 h 485"/>
                  <a:gd name="T68" fmla="*/ 12 w 1711"/>
                  <a:gd name="T69" fmla="*/ 166 h 485"/>
                  <a:gd name="T70" fmla="*/ 28 w 1711"/>
                  <a:gd name="T71" fmla="*/ 132 h 485"/>
                  <a:gd name="T72" fmla="*/ 47 w 1711"/>
                  <a:gd name="T73" fmla="*/ 99 h 485"/>
                  <a:gd name="T74" fmla="*/ 71 w 1711"/>
                  <a:gd name="T75" fmla="*/ 72 h 485"/>
                  <a:gd name="T76" fmla="*/ 100 w 1711"/>
                  <a:gd name="T77" fmla="*/ 47 h 485"/>
                  <a:gd name="T78" fmla="*/ 132 w 1711"/>
                  <a:gd name="T79" fmla="*/ 28 h 485"/>
                  <a:gd name="T80" fmla="*/ 167 w 1711"/>
                  <a:gd name="T81" fmla="*/ 13 h 485"/>
                  <a:gd name="T82" fmla="*/ 205 w 1711"/>
                  <a:gd name="T83" fmla="*/ 4 h 485"/>
                  <a:gd name="T84" fmla="*/ 244 w 1711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11" h="485">
                    <a:moveTo>
                      <a:pt x="244" y="0"/>
                    </a:moveTo>
                    <a:lnTo>
                      <a:pt x="1466" y="0"/>
                    </a:lnTo>
                    <a:lnTo>
                      <a:pt x="1505" y="4"/>
                    </a:lnTo>
                    <a:lnTo>
                      <a:pt x="1544" y="13"/>
                    </a:lnTo>
                    <a:lnTo>
                      <a:pt x="1579" y="28"/>
                    </a:lnTo>
                    <a:lnTo>
                      <a:pt x="1610" y="47"/>
                    </a:lnTo>
                    <a:lnTo>
                      <a:pt x="1639" y="72"/>
                    </a:lnTo>
                    <a:lnTo>
                      <a:pt x="1663" y="99"/>
                    </a:lnTo>
                    <a:lnTo>
                      <a:pt x="1683" y="132"/>
                    </a:lnTo>
                    <a:lnTo>
                      <a:pt x="1698" y="166"/>
                    </a:lnTo>
                    <a:lnTo>
                      <a:pt x="1707" y="203"/>
                    </a:lnTo>
                    <a:lnTo>
                      <a:pt x="1711" y="243"/>
                    </a:lnTo>
                    <a:lnTo>
                      <a:pt x="1707" y="282"/>
                    </a:lnTo>
                    <a:lnTo>
                      <a:pt x="1698" y="319"/>
                    </a:lnTo>
                    <a:lnTo>
                      <a:pt x="1683" y="355"/>
                    </a:lnTo>
                    <a:lnTo>
                      <a:pt x="1663" y="386"/>
                    </a:lnTo>
                    <a:lnTo>
                      <a:pt x="1639" y="415"/>
                    </a:lnTo>
                    <a:lnTo>
                      <a:pt x="1610" y="439"/>
                    </a:lnTo>
                    <a:lnTo>
                      <a:pt x="1579" y="459"/>
                    </a:lnTo>
                    <a:lnTo>
                      <a:pt x="1544" y="473"/>
                    </a:lnTo>
                    <a:lnTo>
                      <a:pt x="1505" y="483"/>
                    </a:lnTo>
                    <a:lnTo>
                      <a:pt x="1466" y="485"/>
                    </a:lnTo>
                    <a:lnTo>
                      <a:pt x="244" y="485"/>
                    </a:lnTo>
                    <a:lnTo>
                      <a:pt x="205" y="483"/>
                    </a:lnTo>
                    <a:lnTo>
                      <a:pt x="167" y="473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3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2"/>
                    </a:lnTo>
                    <a:lnTo>
                      <a:pt x="47" y="99"/>
                    </a:lnTo>
                    <a:lnTo>
                      <a:pt x="71" y="72"/>
                    </a:lnTo>
                    <a:lnTo>
                      <a:pt x="100" y="47"/>
                    </a:lnTo>
                    <a:lnTo>
                      <a:pt x="132" y="28"/>
                    </a:lnTo>
                    <a:lnTo>
                      <a:pt x="167" y="13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EE0ED47-EE6D-40A4-9490-3AD48B65E97A}"/>
                </a:ext>
              </a:extLst>
            </p:cNvPr>
            <p:cNvGrpSpPr/>
            <p:nvPr/>
          </p:nvGrpSpPr>
          <p:grpSpPr>
            <a:xfrm>
              <a:off x="6787151" y="2930047"/>
              <a:ext cx="349507" cy="287855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58" name="Freeform 21">
                <a:extLst>
                  <a:ext uri="{FF2B5EF4-FFF2-40B4-BE49-F238E27FC236}">
                    <a16:creationId xmlns:a16="http://schemas.microsoft.com/office/drawing/2014/main" id="{B6BDA719-6138-4218-96B8-928D6D286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9" name="Freeform 22">
                <a:extLst>
                  <a:ext uri="{FF2B5EF4-FFF2-40B4-BE49-F238E27FC236}">
                    <a16:creationId xmlns:a16="http://schemas.microsoft.com/office/drawing/2014/main" id="{B07D15BD-22FE-4BB5-8AD5-2F31109919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9A9BB2C4-C678-4F29-922B-8BF24F4F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/>
              <a:t>4-STEP INFOGRAPHIC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22333-6E6D-4579-A880-3B61E5E94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72336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INFOGRAPHICS BUNDLE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Edit this presentation title</a:t>
            </a:r>
          </a:p>
        </p:txBody>
      </p:sp>
      <p:grpSp>
        <p:nvGrpSpPr>
          <p:cNvPr id="15" name="Group 14"/>
          <p:cNvGrpSpPr/>
          <p:nvPr/>
        </p:nvGrpSpPr>
        <p:grpSpPr>
          <a:xfrm rot="19419579">
            <a:off x="1918326" y="2016445"/>
            <a:ext cx="4432267" cy="1552244"/>
            <a:chOff x="5561825" y="1140854"/>
            <a:chExt cx="4672928" cy="1636527"/>
          </a:xfrm>
          <a:solidFill>
            <a:schemeClr val="bg1">
              <a:lumMod val="85000"/>
            </a:schemeClr>
          </a:solidFill>
        </p:grpSpPr>
        <p:sp>
          <p:nvSpPr>
            <p:cNvPr id="42" name="Freeform: Shape 41"/>
            <p:cNvSpPr/>
            <p:nvPr/>
          </p:nvSpPr>
          <p:spPr>
            <a:xfrm>
              <a:off x="6684918" y="1214006"/>
              <a:ext cx="2273713" cy="1430869"/>
            </a:xfrm>
            <a:custGeom>
              <a:avLst/>
              <a:gdLst>
                <a:gd name="connsiteX0" fmla="*/ 0 w 2097376"/>
                <a:gd name="connsiteY0" fmla="*/ 0 h 1689635"/>
                <a:gd name="connsiteX1" fmla="*/ 2056171 w 2097376"/>
                <a:gd name="connsiteY1" fmla="*/ 290954 h 1689635"/>
                <a:gd name="connsiteX2" fmla="*/ 2097376 w 2097376"/>
                <a:gd name="connsiteY2" fmla="*/ 1614687 h 1689635"/>
                <a:gd name="connsiteX3" fmla="*/ 72805 w 2097376"/>
                <a:gd name="connsiteY3" fmla="*/ 1689635 h 1689635"/>
                <a:gd name="connsiteX4" fmla="*/ 0 w 2097376"/>
                <a:gd name="connsiteY4" fmla="*/ 0 h 1689635"/>
                <a:gd name="connsiteX0" fmla="*/ 0 w 2097376"/>
                <a:gd name="connsiteY0" fmla="*/ 0 h 1689635"/>
                <a:gd name="connsiteX1" fmla="*/ 2056171 w 2097376"/>
                <a:gd name="connsiteY1" fmla="*/ 290954 h 1689635"/>
                <a:gd name="connsiteX2" fmla="*/ 2097376 w 2097376"/>
                <a:gd name="connsiteY2" fmla="*/ 1614687 h 1689635"/>
                <a:gd name="connsiteX3" fmla="*/ 17941 w 2097376"/>
                <a:gd name="connsiteY3" fmla="*/ 1689635 h 1689635"/>
                <a:gd name="connsiteX4" fmla="*/ 0 w 2097376"/>
                <a:gd name="connsiteY4" fmla="*/ 0 h 1689635"/>
                <a:gd name="connsiteX0" fmla="*/ 0 w 2091798"/>
                <a:gd name="connsiteY0" fmla="*/ 0 h 1629224"/>
                <a:gd name="connsiteX1" fmla="*/ 2050593 w 2091798"/>
                <a:gd name="connsiteY1" fmla="*/ 230543 h 1629224"/>
                <a:gd name="connsiteX2" fmla="*/ 2091798 w 2091798"/>
                <a:gd name="connsiteY2" fmla="*/ 1554276 h 1629224"/>
                <a:gd name="connsiteX3" fmla="*/ 12363 w 2091798"/>
                <a:gd name="connsiteY3" fmla="*/ 1629224 h 1629224"/>
                <a:gd name="connsiteX4" fmla="*/ 0 w 2091798"/>
                <a:gd name="connsiteY4" fmla="*/ 0 h 1629224"/>
                <a:gd name="connsiteX0" fmla="*/ 0 w 2091798"/>
                <a:gd name="connsiteY0" fmla="*/ 0 h 1609087"/>
                <a:gd name="connsiteX1" fmla="*/ 2050593 w 2091798"/>
                <a:gd name="connsiteY1" fmla="*/ 230543 h 1609087"/>
                <a:gd name="connsiteX2" fmla="*/ 2091798 w 2091798"/>
                <a:gd name="connsiteY2" fmla="*/ 1554276 h 1609087"/>
                <a:gd name="connsiteX3" fmla="*/ 23520 w 2091798"/>
                <a:gd name="connsiteY3" fmla="*/ 1609087 h 1609087"/>
                <a:gd name="connsiteX4" fmla="*/ 0 w 2091798"/>
                <a:gd name="connsiteY4" fmla="*/ 0 h 1609087"/>
                <a:gd name="connsiteX0" fmla="*/ 0 w 2080641"/>
                <a:gd name="connsiteY0" fmla="*/ 0 h 1588950"/>
                <a:gd name="connsiteX1" fmla="*/ 2039436 w 2080641"/>
                <a:gd name="connsiteY1" fmla="*/ 210406 h 1588950"/>
                <a:gd name="connsiteX2" fmla="*/ 2080641 w 2080641"/>
                <a:gd name="connsiteY2" fmla="*/ 1534139 h 1588950"/>
                <a:gd name="connsiteX3" fmla="*/ 12363 w 2080641"/>
                <a:gd name="connsiteY3" fmla="*/ 1588950 h 1588950"/>
                <a:gd name="connsiteX4" fmla="*/ 0 w 2080641"/>
                <a:gd name="connsiteY4" fmla="*/ 0 h 1588950"/>
                <a:gd name="connsiteX0" fmla="*/ 0 w 2080641"/>
                <a:gd name="connsiteY0" fmla="*/ 0 h 1575525"/>
                <a:gd name="connsiteX1" fmla="*/ 2039436 w 2080641"/>
                <a:gd name="connsiteY1" fmla="*/ 210406 h 1575525"/>
                <a:gd name="connsiteX2" fmla="*/ 2080641 w 2080641"/>
                <a:gd name="connsiteY2" fmla="*/ 1534139 h 1575525"/>
                <a:gd name="connsiteX3" fmla="*/ 12363 w 2080641"/>
                <a:gd name="connsiteY3" fmla="*/ 1575525 h 1575525"/>
                <a:gd name="connsiteX4" fmla="*/ 0 w 2080641"/>
                <a:gd name="connsiteY4" fmla="*/ 0 h 157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0641" h="1575525">
                  <a:moveTo>
                    <a:pt x="0" y="0"/>
                  </a:moveTo>
                  <a:cubicBezTo>
                    <a:pt x="0" y="0"/>
                    <a:pt x="1021137" y="984424"/>
                    <a:pt x="2039436" y="210406"/>
                  </a:cubicBezTo>
                  <a:lnTo>
                    <a:pt x="2080641" y="1534139"/>
                  </a:lnTo>
                  <a:cubicBezTo>
                    <a:pt x="2080641" y="1534139"/>
                    <a:pt x="1011772" y="755604"/>
                    <a:pt x="12363" y="1575525"/>
                  </a:cubicBezTo>
                  <a:cubicBezTo>
                    <a:pt x="4044" y="1032981"/>
                    <a:pt x="56928" y="54940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61825" y="1140854"/>
              <a:ext cx="1580932" cy="15816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8653821" y="1195718"/>
              <a:ext cx="1580932" cy="15816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172339" y="2933048"/>
            <a:ext cx="4432267" cy="1552244"/>
            <a:chOff x="5561825" y="1140854"/>
            <a:chExt cx="4672928" cy="1636527"/>
          </a:xfrm>
          <a:solidFill>
            <a:schemeClr val="bg1">
              <a:lumMod val="85000"/>
            </a:schemeClr>
          </a:solidFill>
        </p:grpSpPr>
        <p:sp>
          <p:nvSpPr>
            <p:cNvPr id="44" name="Freeform: Shape 43"/>
            <p:cNvSpPr/>
            <p:nvPr/>
          </p:nvSpPr>
          <p:spPr>
            <a:xfrm>
              <a:off x="6684918" y="1214006"/>
              <a:ext cx="2273713" cy="1430869"/>
            </a:xfrm>
            <a:custGeom>
              <a:avLst/>
              <a:gdLst>
                <a:gd name="connsiteX0" fmla="*/ 0 w 2097376"/>
                <a:gd name="connsiteY0" fmla="*/ 0 h 1689635"/>
                <a:gd name="connsiteX1" fmla="*/ 2056171 w 2097376"/>
                <a:gd name="connsiteY1" fmla="*/ 290954 h 1689635"/>
                <a:gd name="connsiteX2" fmla="*/ 2097376 w 2097376"/>
                <a:gd name="connsiteY2" fmla="*/ 1614687 h 1689635"/>
                <a:gd name="connsiteX3" fmla="*/ 72805 w 2097376"/>
                <a:gd name="connsiteY3" fmla="*/ 1689635 h 1689635"/>
                <a:gd name="connsiteX4" fmla="*/ 0 w 2097376"/>
                <a:gd name="connsiteY4" fmla="*/ 0 h 1689635"/>
                <a:gd name="connsiteX0" fmla="*/ 0 w 2097376"/>
                <a:gd name="connsiteY0" fmla="*/ 0 h 1689635"/>
                <a:gd name="connsiteX1" fmla="*/ 2056171 w 2097376"/>
                <a:gd name="connsiteY1" fmla="*/ 290954 h 1689635"/>
                <a:gd name="connsiteX2" fmla="*/ 2097376 w 2097376"/>
                <a:gd name="connsiteY2" fmla="*/ 1614687 h 1689635"/>
                <a:gd name="connsiteX3" fmla="*/ 17941 w 2097376"/>
                <a:gd name="connsiteY3" fmla="*/ 1689635 h 1689635"/>
                <a:gd name="connsiteX4" fmla="*/ 0 w 2097376"/>
                <a:gd name="connsiteY4" fmla="*/ 0 h 1689635"/>
                <a:gd name="connsiteX0" fmla="*/ 0 w 2091798"/>
                <a:gd name="connsiteY0" fmla="*/ 0 h 1629224"/>
                <a:gd name="connsiteX1" fmla="*/ 2050593 w 2091798"/>
                <a:gd name="connsiteY1" fmla="*/ 230543 h 1629224"/>
                <a:gd name="connsiteX2" fmla="*/ 2091798 w 2091798"/>
                <a:gd name="connsiteY2" fmla="*/ 1554276 h 1629224"/>
                <a:gd name="connsiteX3" fmla="*/ 12363 w 2091798"/>
                <a:gd name="connsiteY3" fmla="*/ 1629224 h 1629224"/>
                <a:gd name="connsiteX4" fmla="*/ 0 w 2091798"/>
                <a:gd name="connsiteY4" fmla="*/ 0 h 1629224"/>
                <a:gd name="connsiteX0" fmla="*/ 0 w 2091798"/>
                <a:gd name="connsiteY0" fmla="*/ 0 h 1609087"/>
                <a:gd name="connsiteX1" fmla="*/ 2050593 w 2091798"/>
                <a:gd name="connsiteY1" fmla="*/ 230543 h 1609087"/>
                <a:gd name="connsiteX2" fmla="*/ 2091798 w 2091798"/>
                <a:gd name="connsiteY2" fmla="*/ 1554276 h 1609087"/>
                <a:gd name="connsiteX3" fmla="*/ 23520 w 2091798"/>
                <a:gd name="connsiteY3" fmla="*/ 1609087 h 1609087"/>
                <a:gd name="connsiteX4" fmla="*/ 0 w 2091798"/>
                <a:gd name="connsiteY4" fmla="*/ 0 h 1609087"/>
                <a:gd name="connsiteX0" fmla="*/ 0 w 2080641"/>
                <a:gd name="connsiteY0" fmla="*/ 0 h 1588950"/>
                <a:gd name="connsiteX1" fmla="*/ 2039436 w 2080641"/>
                <a:gd name="connsiteY1" fmla="*/ 210406 h 1588950"/>
                <a:gd name="connsiteX2" fmla="*/ 2080641 w 2080641"/>
                <a:gd name="connsiteY2" fmla="*/ 1534139 h 1588950"/>
                <a:gd name="connsiteX3" fmla="*/ 12363 w 2080641"/>
                <a:gd name="connsiteY3" fmla="*/ 1588950 h 1588950"/>
                <a:gd name="connsiteX4" fmla="*/ 0 w 2080641"/>
                <a:gd name="connsiteY4" fmla="*/ 0 h 1588950"/>
                <a:gd name="connsiteX0" fmla="*/ 0 w 2080641"/>
                <a:gd name="connsiteY0" fmla="*/ 0 h 1575525"/>
                <a:gd name="connsiteX1" fmla="*/ 2039436 w 2080641"/>
                <a:gd name="connsiteY1" fmla="*/ 210406 h 1575525"/>
                <a:gd name="connsiteX2" fmla="*/ 2080641 w 2080641"/>
                <a:gd name="connsiteY2" fmla="*/ 1534139 h 1575525"/>
                <a:gd name="connsiteX3" fmla="*/ 12363 w 2080641"/>
                <a:gd name="connsiteY3" fmla="*/ 1575525 h 1575525"/>
                <a:gd name="connsiteX4" fmla="*/ 0 w 2080641"/>
                <a:gd name="connsiteY4" fmla="*/ 0 h 157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0641" h="1575525">
                  <a:moveTo>
                    <a:pt x="0" y="0"/>
                  </a:moveTo>
                  <a:cubicBezTo>
                    <a:pt x="0" y="0"/>
                    <a:pt x="1021137" y="984424"/>
                    <a:pt x="2039436" y="210406"/>
                  </a:cubicBezTo>
                  <a:lnTo>
                    <a:pt x="2080641" y="1534139"/>
                  </a:lnTo>
                  <a:cubicBezTo>
                    <a:pt x="2080641" y="1534139"/>
                    <a:pt x="1011772" y="755604"/>
                    <a:pt x="12363" y="1575525"/>
                  </a:cubicBezTo>
                  <a:cubicBezTo>
                    <a:pt x="4044" y="1032981"/>
                    <a:pt x="56928" y="54940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561825" y="1140854"/>
              <a:ext cx="1580932" cy="15816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8653821" y="1195718"/>
              <a:ext cx="1580932" cy="15816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 rot="2204159">
            <a:off x="1922719" y="3901463"/>
            <a:ext cx="4432267" cy="1552244"/>
            <a:chOff x="5561825" y="1140854"/>
            <a:chExt cx="4672928" cy="1636527"/>
          </a:xfrm>
          <a:solidFill>
            <a:schemeClr val="bg1">
              <a:lumMod val="85000"/>
            </a:schemeClr>
          </a:solidFill>
        </p:grpSpPr>
        <p:sp>
          <p:nvSpPr>
            <p:cNvPr id="48" name="Freeform: Shape 47"/>
            <p:cNvSpPr/>
            <p:nvPr/>
          </p:nvSpPr>
          <p:spPr>
            <a:xfrm>
              <a:off x="6684918" y="1214006"/>
              <a:ext cx="2273713" cy="1430869"/>
            </a:xfrm>
            <a:custGeom>
              <a:avLst/>
              <a:gdLst>
                <a:gd name="connsiteX0" fmla="*/ 0 w 2097376"/>
                <a:gd name="connsiteY0" fmla="*/ 0 h 1689635"/>
                <a:gd name="connsiteX1" fmla="*/ 2056171 w 2097376"/>
                <a:gd name="connsiteY1" fmla="*/ 290954 h 1689635"/>
                <a:gd name="connsiteX2" fmla="*/ 2097376 w 2097376"/>
                <a:gd name="connsiteY2" fmla="*/ 1614687 h 1689635"/>
                <a:gd name="connsiteX3" fmla="*/ 72805 w 2097376"/>
                <a:gd name="connsiteY3" fmla="*/ 1689635 h 1689635"/>
                <a:gd name="connsiteX4" fmla="*/ 0 w 2097376"/>
                <a:gd name="connsiteY4" fmla="*/ 0 h 1689635"/>
                <a:gd name="connsiteX0" fmla="*/ 0 w 2097376"/>
                <a:gd name="connsiteY0" fmla="*/ 0 h 1689635"/>
                <a:gd name="connsiteX1" fmla="*/ 2056171 w 2097376"/>
                <a:gd name="connsiteY1" fmla="*/ 290954 h 1689635"/>
                <a:gd name="connsiteX2" fmla="*/ 2097376 w 2097376"/>
                <a:gd name="connsiteY2" fmla="*/ 1614687 h 1689635"/>
                <a:gd name="connsiteX3" fmla="*/ 17941 w 2097376"/>
                <a:gd name="connsiteY3" fmla="*/ 1689635 h 1689635"/>
                <a:gd name="connsiteX4" fmla="*/ 0 w 2097376"/>
                <a:gd name="connsiteY4" fmla="*/ 0 h 1689635"/>
                <a:gd name="connsiteX0" fmla="*/ 0 w 2091798"/>
                <a:gd name="connsiteY0" fmla="*/ 0 h 1629224"/>
                <a:gd name="connsiteX1" fmla="*/ 2050593 w 2091798"/>
                <a:gd name="connsiteY1" fmla="*/ 230543 h 1629224"/>
                <a:gd name="connsiteX2" fmla="*/ 2091798 w 2091798"/>
                <a:gd name="connsiteY2" fmla="*/ 1554276 h 1629224"/>
                <a:gd name="connsiteX3" fmla="*/ 12363 w 2091798"/>
                <a:gd name="connsiteY3" fmla="*/ 1629224 h 1629224"/>
                <a:gd name="connsiteX4" fmla="*/ 0 w 2091798"/>
                <a:gd name="connsiteY4" fmla="*/ 0 h 1629224"/>
                <a:gd name="connsiteX0" fmla="*/ 0 w 2091798"/>
                <a:gd name="connsiteY0" fmla="*/ 0 h 1609087"/>
                <a:gd name="connsiteX1" fmla="*/ 2050593 w 2091798"/>
                <a:gd name="connsiteY1" fmla="*/ 230543 h 1609087"/>
                <a:gd name="connsiteX2" fmla="*/ 2091798 w 2091798"/>
                <a:gd name="connsiteY2" fmla="*/ 1554276 h 1609087"/>
                <a:gd name="connsiteX3" fmla="*/ 23520 w 2091798"/>
                <a:gd name="connsiteY3" fmla="*/ 1609087 h 1609087"/>
                <a:gd name="connsiteX4" fmla="*/ 0 w 2091798"/>
                <a:gd name="connsiteY4" fmla="*/ 0 h 1609087"/>
                <a:gd name="connsiteX0" fmla="*/ 0 w 2080641"/>
                <a:gd name="connsiteY0" fmla="*/ 0 h 1588950"/>
                <a:gd name="connsiteX1" fmla="*/ 2039436 w 2080641"/>
                <a:gd name="connsiteY1" fmla="*/ 210406 h 1588950"/>
                <a:gd name="connsiteX2" fmla="*/ 2080641 w 2080641"/>
                <a:gd name="connsiteY2" fmla="*/ 1534139 h 1588950"/>
                <a:gd name="connsiteX3" fmla="*/ 12363 w 2080641"/>
                <a:gd name="connsiteY3" fmla="*/ 1588950 h 1588950"/>
                <a:gd name="connsiteX4" fmla="*/ 0 w 2080641"/>
                <a:gd name="connsiteY4" fmla="*/ 0 h 1588950"/>
                <a:gd name="connsiteX0" fmla="*/ 0 w 2080641"/>
                <a:gd name="connsiteY0" fmla="*/ 0 h 1575525"/>
                <a:gd name="connsiteX1" fmla="*/ 2039436 w 2080641"/>
                <a:gd name="connsiteY1" fmla="*/ 210406 h 1575525"/>
                <a:gd name="connsiteX2" fmla="*/ 2080641 w 2080641"/>
                <a:gd name="connsiteY2" fmla="*/ 1534139 h 1575525"/>
                <a:gd name="connsiteX3" fmla="*/ 12363 w 2080641"/>
                <a:gd name="connsiteY3" fmla="*/ 1575525 h 1575525"/>
                <a:gd name="connsiteX4" fmla="*/ 0 w 2080641"/>
                <a:gd name="connsiteY4" fmla="*/ 0 h 157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0641" h="1575525">
                  <a:moveTo>
                    <a:pt x="0" y="0"/>
                  </a:moveTo>
                  <a:cubicBezTo>
                    <a:pt x="0" y="0"/>
                    <a:pt x="1021137" y="984424"/>
                    <a:pt x="2039436" y="210406"/>
                  </a:cubicBezTo>
                  <a:lnTo>
                    <a:pt x="2080641" y="1534139"/>
                  </a:lnTo>
                  <a:cubicBezTo>
                    <a:pt x="2080641" y="1534139"/>
                    <a:pt x="1011772" y="755604"/>
                    <a:pt x="12363" y="1575525"/>
                  </a:cubicBezTo>
                  <a:cubicBezTo>
                    <a:pt x="4044" y="1032981"/>
                    <a:pt x="56928" y="54940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5561825" y="1140854"/>
              <a:ext cx="1580932" cy="15816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8653821" y="1195718"/>
              <a:ext cx="1580932" cy="15816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54" name="Oval 53"/>
          <p:cNvSpPr/>
          <p:nvPr/>
        </p:nvSpPr>
        <p:spPr>
          <a:xfrm>
            <a:off x="1656079" y="2481597"/>
            <a:ext cx="2446093" cy="24472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735390" y="2560893"/>
            <a:ext cx="2279514" cy="22805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956254" y="2781859"/>
            <a:ext cx="1837786" cy="18386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0" name="Partial Circle 19"/>
          <p:cNvSpPr/>
          <p:nvPr/>
        </p:nvSpPr>
        <p:spPr>
          <a:xfrm>
            <a:off x="4585357" y="1198007"/>
            <a:ext cx="1496369" cy="1496369"/>
          </a:xfrm>
          <a:prstGeom prst="pie">
            <a:avLst>
              <a:gd name="adj1" fmla="val 16203128"/>
              <a:gd name="adj2" fmla="val 2156968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Open Sans" panose="020B0606030504020204" pitchFamily="34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757243" y="1360220"/>
            <a:ext cx="1150993" cy="1151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56226" y="1669628"/>
            <a:ext cx="1158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Open Sans" panose="020B0606030504020204" pitchFamily="34" charset="0"/>
              </a:rPr>
              <a:t>25%</a:t>
            </a:r>
          </a:p>
        </p:txBody>
      </p:sp>
      <p:sp>
        <p:nvSpPr>
          <p:cNvPr id="57" name="Partial Circle 56"/>
          <p:cNvSpPr/>
          <p:nvPr/>
        </p:nvSpPr>
        <p:spPr>
          <a:xfrm>
            <a:off x="5127626" y="2988717"/>
            <a:ext cx="1481553" cy="1496369"/>
          </a:xfrm>
          <a:prstGeom prst="pie">
            <a:avLst>
              <a:gd name="adj1" fmla="val 16203128"/>
              <a:gd name="adj2" fmla="val 44178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Open Sans" panose="020B0606030504020204" pitchFamily="34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288554" y="3151544"/>
            <a:ext cx="1150993" cy="1151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05542" y="3476965"/>
            <a:ext cx="1158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Open Sans" panose="020B0606030504020204" pitchFamily="34" charset="0"/>
              </a:rPr>
              <a:t>45%</a:t>
            </a:r>
          </a:p>
        </p:txBody>
      </p:sp>
      <p:sp>
        <p:nvSpPr>
          <p:cNvPr id="58" name="Partial Circle 57"/>
          <p:cNvSpPr/>
          <p:nvPr/>
        </p:nvSpPr>
        <p:spPr>
          <a:xfrm>
            <a:off x="4553611" y="4834026"/>
            <a:ext cx="1496369" cy="1496369"/>
          </a:xfrm>
          <a:prstGeom prst="pie">
            <a:avLst>
              <a:gd name="adj1" fmla="val 16203128"/>
              <a:gd name="adj2" fmla="val 984774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Open Sans" panose="020B060603050402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 rot="21239305">
            <a:off x="4733158" y="4998681"/>
            <a:ext cx="1150993" cy="1151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39731" y="5305684"/>
            <a:ext cx="1158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Open Sans" panose="020B0606030504020204" pitchFamily="34" charset="0"/>
              </a:rPr>
              <a:t>72%</a:t>
            </a:r>
          </a:p>
        </p:txBody>
      </p:sp>
      <p:cxnSp>
        <p:nvCxnSpPr>
          <p:cNvPr id="31" name="Straight Connector 30"/>
          <p:cNvCxnSpPr>
            <a:cxnSpLocks/>
          </p:cNvCxnSpPr>
          <p:nvPr/>
        </p:nvCxnSpPr>
        <p:spPr>
          <a:xfrm flipH="1">
            <a:off x="6376249" y="1867369"/>
            <a:ext cx="323037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876959" y="3754589"/>
            <a:ext cx="31395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6219651" y="5627684"/>
            <a:ext cx="31395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82371" y="1947849"/>
            <a:ext cx="2751970" cy="613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382371" y="1419426"/>
            <a:ext cx="2751970" cy="437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780775" y="3840426"/>
            <a:ext cx="2751970" cy="613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780775" y="3312004"/>
            <a:ext cx="2751970" cy="437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222827" y="5715552"/>
            <a:ext cx="2751970" cy="613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222827" y="5187130"/>
            <a:ext cx="2751970" cy="437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933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998137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4898852" y="2505760"/>
            <a:ext cx="287245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4473893" y="4485086"/>
            <a:ext cx="287245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75566" y="1889102"/>
            <a:ext cx="1221640" cy="122164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301333" y="3835162"/>
            <a:ext cx="1221640" cy="122164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1707" y="2552111"/>
            <a:ext cx="290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1707" y="2054655"/>
            <a:ext cx="2901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21456" y="4547451"/>
            <a:ext cx="290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21456" y="4049995"/>
            <a:ext cx="2901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B89707-045A-4787-838C-2948B22CA0C8}"/>
              </a:ext>
            </a:extLst>
          </p:cNvPr>
          <p:cNvSpPr/>
          <p:nvPr/>
        </p:nvSpPr>
        <p:spPr>
          <a:xfrm>
            <a:off x="4104494" y="2077233"/>
            <a:ext cx="537327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8D4A77-831B-49A8-A289-77A76BCA8CD5}"/>
              </a:ext>
            </a:extLst>
          </p:cNvPr>
          <p:cNvSpPr/>
          <p:nvPr/>
        </p:nvSpPr>
        <p:spPr>
          <a:xfrm>
            <a:off x="3642027" y="4017504"/>
            <a:ext cx="537328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68185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998137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177687" y="1506118"/>
            <a:ext cx="287245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4752728" y="3485444"/>
            <a:ext cx="287245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4299829" y="5470609"/>
            <a:ext cx="287245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054401" y="889460"/>
            <a:ext cx="1221640" cy="122164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580168" y="2835520"/>
            <a:ext cx="1221640" cy="122164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3105935" y="4781580"/>
            <a:ext cx="1221640" cy="122164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20542" y="1552469"/>
            <a:ext cx="290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0542" y="1055013"/>
            <a:ext cx="2901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0291" y="3547809"/>
            <a:ext cx="290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00291" y="3050353"/>
            <a:ext cx="2901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64754" y="5524750"/>
            <a:ext cx="290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64754" y="5027294"/>
            <a:ext cx="2901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B89707-045A-4787-838C-2948B22CA0C8}"/>
              </a:ext>
            </a:extLst>
          </p:cNvPr>
          <p:cNvSpPr/>
          <p:nvPr/>
        </p:nvSpPr>
        <p:spPr>
          <a:xfrm>
            <a:off x="4383329" y="1077591"/>
            <a:ext cx="537327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8D4A77-831B-49A8-A289-77A76BCA8CD5}"/>
              </a:ext>
            </a:extLst>
          </p:cNvPr>
          <p:cNvSpPr/>
          <p:nvPr/>
        </p:nvSpPr>
        <p:spPr>
          <a:xfrm>
            <a:off x="3920862" y="3017862"/>
            <a:ext cx="537328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2226B9-5ED9-4F50-A16B-56C13DD6FC96}"/>
              </a:ext>
            </a:extLst>
          </p:cNvPr>
          <p:cNvSpPr/>
          <p:nvPr/>
        </p:nvSpPr>
        <p:spPr>
          <a:xfrm>
            <a:off x="3462747" y="4957871"/>
            <a:ext cx="537328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32595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998137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cxnSp>
        <p:nvCxnSpPr>
          <p:cNvPr id="31" name="Straight Connector 30"/>
          <p:cNvCxnSpPr>
            <a:cxnSpLocks/>
          </p:cNvCxnSpPr>
          <p:nvPr/>
        </p:nvCxnSpPr>
        <p:spPr>
          <a:xfrm flipH="1">
            <a:off x="5119530" y="1183733"/>
            <a:ext cx="291239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/>
        </p:nvCxnSpPr>
        <p:spPr>
          <a:xfrm flipH="1">
            <a:off x="4768324" y="2819540"/>
            <a:ext cx="290365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cxnSpLocks/>
          </p:cNvCxnSpPr>
          <p:nvPr/>
        </p:nvCxnSpPr>
        <p:spPr>
          <a:xfrm flipH="1">
            <a:off x="4394026" y="4460172"/>
            <a:ext cx="2922026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91192" y="674098"/>
            <a:ext cx="1009620" cy="100962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799264" y="2282413"/>
            <a:ext cx="1009620" cy="100962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3407336" y="3890726"/>
            <a:ext cx="1009620" cy="100962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81391" y="1222040"/>
            <a:ext cx="518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81391" y="720607"/>
            <a:ext cx="2397847" cy="381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34077" y="2871081"/>
            <a:ext cx="518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34077" y="2369648"/>
            <a:ext cx="2397847" cy="381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74129" y="4504916"/>
            <a:ext cx="518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74129" y="4003484"/>
            <a:ext cx="2397847" cy="381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B89707-045A-4787-838C-2948B22CA0C8}"/>
              </a:ext>
            </a:extLst>
          </p:cNvPr>
          <p:cNvSpPr/>
          <p:nvPr/>
        </p:nvSpPr>
        <p:spPr>
          <a:xfrm>
            <a:off x="4463033" y="829578"/>
            <a:ext cx="444072" cy="68677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8D4A77-831B-49A8-A289-77A76BCA8CD5}"/>
              </a:ext>
            </a:extLst>
          </p:cNvPr>
          <p:cNvSpPr/>
          <p:nvPr/>
        </p:nvSpPr>
        <p:spPr>
          <a:xfrm>
            <a:off x="4080829" y="2433108"/>
            <a:ext cx="444073" cy="68677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2226B9-5ED9-4F50-A16B-56C13DD6FC96}"/>
              </a:ext>
            </a:extLst>
          </p:cNvPr>
          <p:cNvSpPr/>
          <p:nvPr/>
        </p:nvSpPr>
        <p:spPr>
          <a:xfrm>
            <a:off x="3702222" y="4036422"/>
            <a:ext cx="444073" cy="68677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 dirty="0">
                <a:solidFill>
                  <a:schemeClr val="accent5"/>
                </a:solidFill>
                <a:latin typeface="Open Sans" panose="020B0606030504020204" pitchFamily="34" charset="0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F2C11C-655A-41BC-B097-E4D7C0165EA5}"/>
              </a:ext>
            </a:extLst>
          </p:cNvPr>
          <p:cNvCxnSpPr>
            <a:cxnSpLocks/>
          </p:cNvCxnSpPr>
          <p:nvPr/>
        </p:nvCxnSpPr>
        <p:spPr>
          <a:xfrm flipH="1">
            <a:off x="4102848" y="6025752"/>
            <a:ext cx="290779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C49BF7C-589C-44A0-9F2E-95146CFD1518}"/>
              </a:ext>
            </a:extLst>
          </p:cNvPr>
          <p:cNvSpPr/>
          <p:nvPr/>
        </p:nvSpPr>
        <p:spPr>
          <a:xfrm>
            <a:off x="3116158" y="5456306"/>
            <a:ext cx="1009620" cy="100962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3"/>
              </a:solidFill>
              <a:latin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7F0883-A4B4-4720-85E0-578D8AC47E03}"/>
              </a:ext>
            </a:extLst>
          </p:cNvPr>
          <p:cNvSpPr txBox="1"/>
          <p:nvPr/>
        </p:nvSpPr>
        <p:spPr>
          <a:xfrm>
            <a:off x="4982951" y="6070496"/>
            <a:ext cx="518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8F7AE7-0F7C-4B9D-A202-5B4555164795}"/>
              </a:ext>
            </a:extLst>
          </p:cNvPr>
          <p:cNvSpPr txBox="1"/>
          <p:nvPr/>
        </p:nvSpPr>
        <p:spPr>
          <a:xfrm>
            <a:off x="4982951" y="5569064"/>
            <a:ext cx="2397847" cy="381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rPr>
              <a:t>Your text here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3A3828-759E-413C-BF3E-61240B09C00C}"/>
              </a:ext>
            </a:extLst>
          </p:cNvPr>
          <p:cNvSpPr/>
          <p:nvPr/>
        </p:nvSpPr>
        <p:spPr>
          <a:xfrm>
            <a:off x="3388842" y="5567664"/>
            <a:ext cx="488479" cy="75545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4800">
                <a:solidFill>
                  <a:schemeClr val="accent5"/>
                </a:solidFill>
                <a:latin typeface="Open Sans" panose="020B0606030504020204" pitchFamily="34" charset="0"/>
              </a:rPr>
              <a:t>4</a:t>
            </a:r>
            <a:endParaRPr lang="en-US" sz="4800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48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725135">
            <a:off x="6576566" y="2258711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 rot="725135">
            <a:off x="6248296" y="3813927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rot="725135">
            <a:off x="4982940" y="1930723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 rot="725135">
            <a:off x="4654670" y="3485939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 rot="725135">
            <a:off x="1949736" y="1604208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2" name="TextBox 41"/>
          <p:cNvSpPr txBox="1"/>
          <p:nvPr/>
        </p:nvSpPr>
        <p:spPr>
          <a:xfrm rot="725135">
            <a:off x="1860864" y="1958770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46" name="TextBox 45"/>
          <p:cNvSpPr txBox="1"/>
          <p:nvPr/>
        </p:nvSpPr>
        <p:spPr>
          <a:xfrm rot="725135">
            <a:off x="4956324" y="2091025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0089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725135">
            <a:off x="8266861" y="2896656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3" name="TextBox 32"/>
          <p:cNvSpPr txBox="1"/>
          <p:nvPr/>
        </p:nvSpPr>
        <p:spPr>
          <a:xfrm rot="725135">
            <a:off x="8177989" y="3251218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5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13" name="Rectangle 12"/>
          <p:cNvSpPr/>
          <p:nvPr/>
        </p:nvSpPr>
        <p:spPr>
          <a:xfrm rot="725135">
            <a:off x="6576566" y="2258711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 rot="725135">
            <a:off x="6248296" y="3813927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rot="725135">
            <a:off x="4982940" y="1930723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 rot="725135">
            <a:off x="4654670" y="3485939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 rot="725135">
            <a:off x="1949736" y="1604208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2" name="TextBox 41"/>
          <p:cNvSpPr txBox="1"/>
          <p:nvPr/>
        </p:nvSpPr>
        <p:spPr>
          <a:xfrm rot="725135">
            <a:off x="1860864" y="1958770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46" name="TextBox 45"/>
          <p:cNvSpPr txBox="1"/>
          <p:nvPr/>
        </p:nvSpPr>
        <p:spPr>
          <a:xfrm rot="725135">
            <a:off x="4956324" y="2091025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 rot="725135">
            <a:off x="6541677" y="2408497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5"/>
                </a:solidFill>
                <a:latin typeface="Open Sans" panose="020B0606030504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777231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725135">
            <a:off x="8266861" y="2896656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3" name="TextBox 32"/>
          <p:cNvSpPr txBox="1"/>
          <p:nvPr/>
        </p:nvSpPr>
        <p:spPr>
          <a:xfrm rot="725135">
            <a:off x="8177989" y="3251218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5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13" name="Rectangle 12"/>
          <p:cNvSpPr/>
          <p:nvPr/>
        </p:nvSpPr>
        <p:spPr>
          <a:xfrm rot="725135">
            <a:off x="6576566" y="2258711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 rot="725135">
            <a:off x="6248296" y="3813927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rot="725135">
            <a:off x="4982940" y="1930723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 rot="725135">
            <a:off x="4654670" y="3485939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 rot="725135">
            <a:off x="1949736" y="1604208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2" name="TextBox 41"/>
          <p:cNvSpPr txBox="1"/>
          <p:nvPr/>
        </p:nvSpPr>
        <p:spPr>
          <a:xfrm rot="725135">
            <a:off x="1860864" y="1958770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44" name="TextBox 43"/>
          <p:cNvSpPr txBox="1"/>
          <p:nvPr/>
        </p:nvSpPr>
        <p:spPr>
          <a:xfrm rot="725135">
            <a:off x="1247521" y="3031306"/>
            <a:ext cx="30541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5" name="TextBox 44"/>
          <p:cNvSpPr txBox="1"/>
          <p:nvPr/>
        </p:nvSpPr>
        <p:spPr>
          <a:xfrm rot="725135">
            <a:off x="1549233" y="3385868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46" name="TextBox 45"/>
          <p:cNvSpPr txBox="1"/>
          <p:nvPr/>
        </p:nvSpPr>
        <p:spPr>
          <a:xfrm rot="725135">
            <a:off x="4956324" y="2091025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 rot="725135">
            <a:off x="4623573" y="3625946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  <a:endParaRPr lang="en-US" sz="54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rot="725135">
            <a:off x="6541677" y="2408497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5"/>
                </a:solidFill>
                <a:latin typeface="Open Sans" panose="020B0606030504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6973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979629" cy="6867728"/>
          </a:xfrm>
          <a:custGeom>
            <a:avLst/>
            <a:gdLst>
              <a:gd name="connsiteX0" fmla="*/ 0 w 6094412"/>
              <a:gd name="connsiteY0" fmla="*/ 0 h 6858000"/>
              <a:gd name="connsiteX1" fmla="*/ 6094412 w 6094412"/>
              <a:gd name="connsiteY1" fmla="*/ 0 h 6858000"/>
              <a:gd name="connsiteX2" fmla="*/ 6094412 w 6094412"/>
              <a:gd name="connsiteY2" fmla="*/ 6858000 h 6858000"/>
              <a:gd name="connsiteX3" fmla="*/ 0 w 6094412"/>
              <a:gd name="connsiteY3" fmla="*/ 6858000 h 6858000"/>
              <a:gd name="connsiteX4" fmla="*/ 0 w 6094412"/>
              <a:gd name="connsiteY4" fmla="*/ 0 h 6858000"/>
              <a:gd name="connsiteX0" fmla="*/ 0 w 6979629"/>
              <a:gd name="connsiteY0" fmla="*/ 0 h 6858000"/>
              <a:gd name="connsiteX1" fmla="*/ 6979629 w 6979629"/>
              <a:gd name="connsiteY1" fmla="*/ 9728 h 6858000"/>
              <a:gd name="connsiteX2" fmla="*/ 6094412 w 6979629"/>
              <a:gd name="connsiteY2" fmla="*/ 6858000 h 6858000"/>
              <a:gd name="connsiteX3" fmla="*/ 0 w 6979629"/>
              <a:gd name="connsiteY3" fmla="*/ 6858000 h 6858000"/>
              <a:gd name="connsiteX4" fmla="*/ 0 w 6979629"/>
              <a:gd name="connsiteY4" fmla="*/ 0 h 6858000"/>
              <a:gd name="connsiteX0" fmla="*/ 0 w 6979629"/>
              <a:gd name="connsiteY0" fmla="*/ 0 h 6867728"/>
              <a:gd name="connsiteX1" fmla="*/ 6979629 w 6979629"/>
              <a:gd name="connsiteY1" fmla="*/ 9728 h 6867728"/>
              <a:gd name="connsiteX2" fmla="*/ 5510753 w 6979629"/>
              <a:gd name="connsiteY2" fmla="*/ 6867728 h 6867728"/>
              <a:gd name="connsiteX3" fmla="*/ 0 w 6979629"/>
              <a:gd name="connsiteY3" fmla="*/ 6858000 h 6867728"/>
              <a:gd name="connsiteX4" fmla="*/ 0 w 6979629"/>
              <a:gd name="connsiteY4" fmla="*/ 0 h 6867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9629" h="6867728">
                <a:moveTo>
                  <a:pt x="0" y="0"/>
                </a:moveTo>
                <a:lnTo>
                  <a:pt x="6979629" y="9728"/>
                </a:lnTo>
                <a:lnTo>
                  <a:pt x="5510753" y="6867728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725135">
            <a:off x="8266861" y="2896656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3" name="TextBox 32"/>
          <p:cNvSpPr txBox="1"/>
          <p:nvPr/>
        </p:nvSpPr>
        <p:spPr>
          <a:xfrm rot="725135">
            <a:off x="8177989" y="3251218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5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13" name="Rectangle 12"/>
          <p:cNvSpPr/>
          <p:nvPr/>
        </p:nvSpPr>
        <p:spPr>
          <a:xfrm rot="725135">
            <a:off x="6576566" y="2258711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 rot="725135">
            <a:off x="7938591" y="4451872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22" name="TextBox 21"/>
          <p:cNvSpPr txBox="1"/>
          <p:nvPr/>
        </p:nvSpPr>
        <p:spPr>
          <a:xfrm rot="725135">
            <a:off x="7849719" y="4806434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5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23" name="Rectangle 22"/>
          <p:cNvSpPr/>
          <p:nvPr/>
        </p:nvSpPr>
        <p:spPr>
          <a:xfrm rot="725135">
            <a:off x="6248296" y="3813927"/>
            <a:ext cx="1221640" cy="122164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5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rot="725135">
            <a:off x="4982940" y="1930723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 rot="725135">
            <a:off x="4654670" y="3485939"/>
            <a:ext cx="1221640" cy="1221640"/>
          </a:xfrm>
          <a:prstGeom prst="rect">
            <a:avLst/>
          </a:prstGeom>
          <a:solidFill>
            <a:schemeClr val="accent5"/>
          </a:solidFill>
          <a:ln w="635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 rot="725135">
            <a:off x="1949736" y="1604208"/>
            <a:ext cx="263578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2" name="TextBox 41"/>
          <p:cNvSpPr txBox="1"/>
          <p:nvPr/>
        </p:nvSpPr>
        <p:spPr>
          <a:xfrm rot="725135">
            <a:off x="1860864" y="1958770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44" name="TextBox 43"/>
          <p:cNvSpPr txBox="1"/>
          <p:nvPr/>
        </p:nvSpPr>
        <p:spPr>
          <a:xfrm rot="725135">
            <a:off x="1247521" y="3031306"/>
            <a:ext cx="30541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5" name="TextBox 44"/>
          <p:cNvSpPr txBox="1"/>
          <p:nvPr/>
        </p:nvSpPr>
        <p:spPr>
          <a:xfrm rot="725135">
            <a:off x="1549233" y="3385868"/>
            <a:ext cx="26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</a:p>
        </p:txBody>
      </p:sp>
      <p:sp>
        <p:nvSpPr>
          <p:cNvPr id="46" name="TextBox 45"/>
          <p:cNvSpPr txBox="1"/>
          <p:nvPr/>
        </p:nvSpPr>
        <p:spPr>
          <a:xfrm rot="725135">
            <a:off x="4956324" y="2091025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 rot="725135">
            <a:off x="4623573" y="3625946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  <a:endParaRPr lang="en-US" sz="54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rot="725135">
            <a:off x="6541677" y="2408497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5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 rot="725135">
            <a:off x="6220330" y="3967757"/>
            <a:ext cx="129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5"/>
                </a:solidFill>
                <a:latin typeface="Open Sans" panose="020B0606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1024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c 11"/>
          <p:cNvSpPr/>
          <p:nvPr/>
        </p:nvSpPr>
        <p:spPr>
          <a:xfrm rot="18781786">
            <a:off x="2920975" y="3312759"/>
            <a:ext cx="2216271" cy="2216271"/>
          </a:xfrm>
          <a:prstGeom prst="arc">
            <a:avLst/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4" name="Arc 13"/>
          <p:cNvSpPr/>
          <p:nvPr/>
        </p:nvSpPr>
        <p:spPr>
          <a:xfrm rot="18781786">
            <a:off x="2505121" y="2776126"/>
            <a:ext cx="2717077" cy="2717077"/>
          </a:xfrm>
          <a:prstGeom prst="arc">
            <a:avLst>
              <a:gd name="adj1" fmla="val 17323440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5" name="Arc 14"/>
          <p:cNvSpPr/>
          <p:nvPr/>
        </p:nvSpPr>
        <p:spPr>
          <a:xfrm rot="19677419">
            <a:off x="2505121" y="2226437"/>
            <a:ext cx="2717077" cy="2717077"/>
          </a:xfrm>
          <a:prstGeom prst="arc">
            <a:avLst>
              <a:gd name="adj1" fmla="val 16443149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8" name="Arc 17"/>
          <p:cNvSpPr/>
          <p:nvPr/>
        </p:nvSpPr>
        <p:spPr>
          <a:xfrm rot="2818214" flipV="1">
            <a:off x="2920975" y="2655990"/>
            <a:ext cx="2216271" cy="2216271"/>
          </a:xfrm>
          <a:prstGeom prst="arc">
            <a:avLst/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9" name="Arc 18"/>
          <p:cNvSpPr/>
          <p:nvPr/>
        </p:nvSpPr>
        <p:spPr>
          <a:xfrm rot="2818214" flipV="1">
            <a:off x="2505121" y="2691817"/>
            <a:ext cx="2717077" cy="2717077"/>
          </a:xfrm>
          <a:prstGeom prst="arc">
            <a:avLst>
              <a:gd name="adj1" fmla="val 17323440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0" name="Arc 19"/>
          <p:cNvSpPr/>
          <p:nvPr/>
        </p:nvSpPr>
        <p:spPr>
          <a:xfrm rot="1922581" flipV="1">
            <a:off x="2505121" y="3241506"/>
            <a:ext cx="2717077" cy="2717077"/>
          </a:xfrm>
          <a:prstGeom prst="arc">
            <a:avLst>
              <a:gd name="adj1" fmla="val 16443149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8" name="Arc 27"/>
          <p:cNvSpPr/>
          <p:nvPr/>
        </p:nvSpPr>
        <p:spPr>
          <a:xfrm rot="2818214" flipH="1">
            <a:off x="7054775" y="3312759"/>
            <a:ext cx="2216271" cy="2216271"/>
          </a:xfrm>
          <a:prstGeom prst="arc">
            <a:avLst/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9" name="Arc 28"/>
          <p:cNvSpPr/>
          <p:nvPr/>
        </p:nvSpPr>
        <p:spPr>
          <a:xfrm rot="2818214" flipH="1">
            <a:off x="6969823" y="2776126"/>
            <a:ext cx="2717077" cy="2717077"/>
          </a:xfrm>
          <a:prstGeom prst="arc">
            <a:avLst>
              <a:gd name="adj1" fmla="val 17323440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0" name="Arc 29"/>
          <p:cNvSpPr/>
          <p:nvPr/>
        </p:nvSpPr>
        <p:spPr>
          <a:xfrm rot="1922581" flipH="1">
            <a:off x="6969823" y="2226437"/>
            <a:ext cx="2717077" cy="2717077"/>
          </a:xfrm>
          <a:prstGeom prst="arc">
            <a:avLst>
              <a:gd name="adj1" fmla="val 16443149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5" name="Arc 24"/>
          <p:cNvSpPr/>
          <p:nvPr/>
        </p:nvSpPr>
        <p:spPr>
          <a:xfrm rot="18781786" flipH="1" flipV="1">
            <a:off x="7054775" y="2655990"/>
            <a:ext cx="2216271" cy="2216271"/>
          </a:xfrm>
          <a:prstGeom prst="arc">
            <a:avLst/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6" name="Arc 25"/>
          <p:cNvSpPr/>
          <p:nvPr/>
        </p:nvSpPr>
        <p:spPr>
          <a:xfrm rot="18781786" flipH="1" flipV="1">
            <a:off x="6969823" y="2691817"/>
            <a:ext cx="2717077" cy="2717077"/>
          </a:xfrm>
          <a:prstGeom prst="arc">
            <a:avLst>
              <a:gd name="adj1" fmla="val 17323440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7" name="Arc 26"/>
          <p:cNvSpPr/>
          <p:nvPr/>
        </p:nvSpPr>
        <p:spPr>
          <a:xfrm rot="19677419" flipH="1" flipV="1">
            <a:off x="6969823" y="3241506"/>
            <a:ext cx="2717077" cy="2717077"/>
          </a:xfrm>
          <a:prstGeom prst="arc">
            <a:avLst>
              <a:gd name="adj1" fmla="val 16443149"/>
              <a:gd name="adj2" fmla="val 564735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4633854" y="2630354"/>
            <a:ext cx="2924313" cy="2924313"/>
            <a:chOff x="4784725" y="2119313"/>
            <a:chExt cx="2619375" cy="2619375"/>
          </a:xfrm>
        </p:grpSpPr>
        <p:sp>
          <p:nvSpPr>
            <p:cNvPr id="10" name="Oval 9"/>
            <p:cNvSpPr/>
            <p:nvPr/>
          </p:nvSpPr>
          <p:spPr>
            <a:xfrm>
              <a:off x="4784725" y="2119313"/>
              <a:ext cx="2619375" cy="261937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30887" y="2808714"/>
              <a:ext cx="1527050" cy="124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Your Text Here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9225596" y="2207360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5596" y="2835576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5596" y="3463791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5596" y="4311884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5596" y="4940100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5596" y="5568315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440" y="2207360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440" y="2835576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440" y="3463791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440" y="4311884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440" y="4940100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440" y="5568315"/>
            <a:ext cx="204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Your Text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DIAGRAM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08833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710828" y="2294638"/>
            <a:ext cx="1475074" cy="2379882"/>
            <a:chOff x="4467435" y="2294638"/>
            <a:chExt cx="1475074" cy="2379882"/>
          </a:xfrm>
        </p:grpSpPr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4508609" y="3896323"/>
              <a:ext cx="1392725" cy="737022"/>
            </a:xfrm>
            <a:custGeom>
              <a:avLst/>
              <a:gdLst>
                <a:gd name="T0" fmla="*/ 1 w 1353"/>
                <a:gd name="T1" fmla="*/ 0 h 716"/>
                <a:gd name="T2" fmla="*/ 1351 w 1353"/>
                <a:gd name="T3" fmla="*/ 0 h 716"/>
                <a:gd name="T4" fmla="*/ 1353 w 1353"/>
                <a:gd name="T5" fmla="*/ 45 h 716"/>
                <a:gd name="T6" fmla="*/ 1351 w 1353"/>
                <a:gd name="T7" fmla="*/ 93 h 716"/>
                <a:gd name="T8" fmla="*/ 1347 w 1353"/>
                <a:gd name="T9" fmla="*/ 140 h 716"/>
                <a:gd name="T10" fmla="*/ 1339 w 1353"/>
                <a:gd name="T11" fmla="*/ 189 h 716"/>
                <a:gd name="T12" fmla="*/ 1326 w 1353"/>
                <a:gd name="T13" fmla="*/ 237 h 716"/>
                <a:gd name="T14" fmla="*/ 1311 w 1353"/>
                <a:gd name="T15" fmla="*/ 285 h 716"/>
                <a:gd name="T16" fmla="*/ 1292 w 1353"/>
                <a:gd name="T17" fmla="*/ 332 h 716"/>
                <a:gd name="T18" fmla="*/ 1269 w 1353"/>
                <a:gd name="T19" fmla="*/ 379 h 716"/>
                <a:gd name="T20" fmla="*/ 1243 w 1353"/>
                <a:gd name="T21" fmla="*/ 424 h 716"/>
                <a:gd name="T22" fmla="*/ 1212 w 1353"/>
                <a:gd name="T23" fmla="*/ 467 h 716"/>
                <a:gd name="T24" fmla="*/ 1178 w 1353"/>
                <a:gd name="T25" fmla="*/ 507 h 716"/>
                <a:gd name="T26" fmla="*/ 1139 w 1353"/>
                <a:gd name="T27" fmla="*/ 546 h 716"/>
                <a:gd name="T28" fmla="*/ 1096 w 1353"/>
                <a:gd name="T29" fmla="*/ 581 h 716"/>
                <a:gd name="T30" fmla="*/ 1049 w 1353"/>
                <a:gd name="T31" fmla="*/ 614 h 716"/>
                <a:gd name="T32" fmla="*/ 997 w 1353"/>
                <a:gd name="T33" fmla="*/ 642 h 716"/>
                <a:gd name="T34" fmla="*/ 942 w 1353"/>
                <a:gd name="T35" fmla="*/ 667 h 716"/>
                <a:gd name="T36" fmla="*/ 882 w 1353"/>
                <a:gd name="T37" fmla="*/ 686 h 716"/>
                <a:gd name="T38" fmla="*/ 817 w 1353"/>
                <a:gd name="T39" fmla="*/ 702 h 716"/>
                <a:gd name="T40" fmla="*/ 749 w 1353"/>
                <a:gd name="T41" fmla="*/ 712 h 716"/>
                <a:gd name="T42" fmla="*/ 674 w 1353"/>
                <a:gd name="T43" fmla="*/ 716 h 716"/>
                <a:gd name="T44" fmla="*/ 604 w 1353"/>
                <a:gd name="T45" fmla="*/ 714 h 716"/>
                <a:gd name="T46" fmla="*/ 539 w 1353"/>
                <a:gd name="T47" fmla="*/ 707 h 716"/>
                <a:gd name="T48" fmla="*/ 478 w 1353"/>
                <a:gd name="T49" fmla="*/ 695 h 716"/>
                <a:gd name="T50" fmla="*/ 421 w 1353"/>
                <a:gd name="T51" fmla="*/ 678 h 716"/>
                <a:gd name="T52" fmla="*/ 368 w 1353"/>
                <a:gd name="T53" fmla="*/ 656 h 716"/>
                <a:gd name="T54" fmla="*/ 319 w 1353"/>
                <a:gd name="T55" fmla="*/ 631 h 716"/>
                <a:gd name="T56" fmla="*/ 273 w 1353"/>
                <a:gd name="T57" fmla="*/ 602 h 716"/>
                <a:gd name="T58" fmla="*/ 232 w 1353"/>
                <a:gd name="T59" fmla="*/ 568 h 716"/>
                <a:gd name="T60" fmla="*/ 194 w 1353"/>
                <a:gd name="T61" fmla="*/ 532 h 716"/>
                <a:gd name="T62" fmla="*/ 160 w 1353"/>
                <a:gd name="T63" fmla="*/ 493 h 716"/>
                <a:gd name="T64" fmla="*/ 129 w 1353"/>
                <a:gd name="T65" fmla="*/ 453 h 716"/>
                <a:gd name="T66" fmla="*/ 103 w 1353"/>
                <a:gd name="T67" fmla="*/ 410 h 716"/>
                <a:gd name="T68" fmla="*/ 79 w 1353"/>
                <a:gd name="T69" fmla="*/ 365 h 716"/>
                <a:gd name="T70" fmla="*/ 58 w 1353"/>
                <a:gd name="T71" fmla="*/ 319 h 716"/>
                <a:gd name="T72" fmla="*/ 40 w 1353"/>
                <a:gd name="T73" fmla="*/ 274 h 716"/>
                <a:gd name="T74" fmla="*/ 26 w 1353"/>
                <a:gd name="T75" fmla="*/ 226 h 716"/>
                <a:gd name="T76" fmla="*/ 15 w 1353"/>
                <a:gd name="T77" fmla="*/ 180 h 716"/>
                <a:gd name="T78" fmla="*/ 8 w 1353"/>
                <a:gd name="T79" fmla="*/ 133 h 716"/>
                <a:gd name="T80" fmla="*/ 3 w 1353"/>
                <a:gd name="T81" fmla="*/ 87 h 716"/>
                <a:gd name="T82" fmla="*/ 0 w 1353"/>
                <a:gd name="T83" fmla="*/ 43 h 716"/>
                <a:gd name="T84" fmla="*/ 1 w 1353"/>
                <a:gd name="T85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53" h="716">
                  <a:moveTo>
                    <a:pt x="1" y="0"/>
                  </a:moveTo>
                  <a:lnTo>
                    <a:pt x="1351" y="0"/>
                  </a:lnTo>
                  <a:lnTo>
                    <a:pt x="1353" y="45"/>
                  </a:lnTo>
                  <a:lnTo>
                    <a:pt x="1351" y="93"/>
                  </a:lnTo>
                  <a:lnTo>
                    <a:pt x="1347" y="140"/>
                  </a:lnTo>
                  <a:lnTo>
                    <a:pt x="1339" y="189"/>
                  </a:lnTo>
                  <a:lnTo>
                    <a:pt x="1326" y="237"/>
                  </a:lnTo>
                  <a:lnTo>
                    <a:pt x="1311" y="285"/>
                  </a:lnTo>
                  <a:lnTo>
                    <a:pt x="1292" y="332"/>
                  </a:lnTo>
                  <a:lnTo>
                    <a:pt x="1269" y="379"/>
                  </a:lnTo>
                  <a:lnTo>
                    <a:pt x="1243" y="424"/>
                  </a:lnTo>
                  <a:lnTo>
                    <a:pt x="1212" y="467"/>
                  </a:lnTo>
                  <a:lnTo>
                    <a:pt x="1178" y="507"/>
                  </a:lnTo>
                  <a:lnTo>
                    <a:pt x="1139" y="546"/>
                  </a:lnTo>
                  <a:lnTo>
                    <a:pt x="1096" y="581"/>
                  </a:lnTo>
                  <a:lnTo>
                    <a:pt x="1049" y="614"/>
                  </a:lnTo>
                  <a:lnTo>
                    <a:pt x="997" y="642"/>
                  </a:lnTo>
                  <a:lnTo>
                    <a:pt x="942" y="667"/>
                  </a:lnTo>
                  <a:lnTo>
                    <a:pt x="882" y="686"/>
                  </a:lnTo>
                  <a:lnTo>
                    <a:pt x="817" y="702"/>
                  </a:lnTo>
                  <a:lnTo>
                    <a:pt x="749" y="712"/>
                  </a:lnTo>
                  <a:lnTo>
                    <a:pt x="674" y="716"/>
                  </a:lnTo>
                  <a:lnTo>
                    <a:pt x="604" y="714"/>
                  </a:lnTo>
                  <a:lnTo>
                    <a:pt x="539" y="707"/>
                  </a:lnTo>
                  <a:lnTo>
                    <a:pt x="478" y="695"/>
                  </a:lnTo>
                  <a:lnTo>
                    <a:pt x="421" y="678"/>
                  </a:lnTo>
                  <a:lnTo>
                    <a:pt x="368" y="656"/>
                  </a:lnTo>
                  <a:lnTo>
                    <a:pt x="319" y="631"/>
                  </a:lnTo>
                  <a:lnTo>
                    <a:pt x="273" y="602"/>
                  </a:lnTo>
                  <a:lnTo>
                    <a:pt x="232" y="568"/>
                  </a:lnTo>
                  <a:lnTo>
                    <a:pt x="194" y="532"/>
                  </a:lnTo>
                  <a:lnTo>
                    <a:pt x="160" y="493"/>
                  </a:lnTo>
                  <a:lnTo>
                    <a:pt x="129" y="453"/>
                  </a:lnTo>
                  <a:lnTo>
                    <a:pt x="103" y="410"/>
                  </a:lnTo>
                  <a:lnTo>
                    <a:pt x="79" y="365"/>
                  </a:lnTo>
                  <a:lnTo>
                    <a:pt x="58" y="319"/>
                  </a:lnTo>
                  <a:lnTo>
                    <a:pt x="40" y="274"/>
                  </a:lnTo>
                  <a:lnTo>
                    <a:pt x="26" y="226"/>
                  </a:lnTo>
                  <a:lnTo>
                    <a:pt x="15" y="180"/>
                  </a:lnTo>
                  <a:lnTo>
                    <a:pt x="8" y="133"/>
                  </a:lnTo>
                  <a:lnTo>
                    <a:pt x="3" y="87"/>
                  </a:lnTo>
                  <a:lnTo>
                    <a:pt x="0" y="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Open Sans" panose="020B0606030504020204" pitchFamily="34" charset="0"/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4467435" y="2294638"/>
              <a:ext cx="1475074" cy="2379882"/>
            </a:xfrm>
            <a:custGeom>
              <a:avLst/>
              <a:gdLst>
                <a:gd name="T0" fmla="*/ 715 w 1433"/>
                <a:gd name="T1" fmla="*/ 294 h 2312"/>
                <a:gd name="T2" fmla="*/ 643 w 1433"/>
                <a:gd name="T3" fmla="*/ 474 h 2312"/>
                <a:gd name="T4" fmla="*/ 491 w 1433"/>
                <a:gd name="T5" fmla="*/ 752 h 2312"/>
                <a:gd name="T6" fmla="*/ 373 w 1433"/>
                <a:gd name="T7" fmla="*/ 924 h 2312"/>
                <a:gd name="T8" fmla="*/ 304 w 1433"/>
                <a:gd name="T9" fmla="*/ 1017 h 2312"/>
                <a:gd name="T10" fmla="*/ 265 w 1433"/>
                <a:gd name="T11" fmla="*/ 1077 h 2312"/>
                <a:gd name="T12" fmla="*/ 176 w 1433"/>
                <a:gd name="T13" fmla="*/ 1241 h 2312"/>
                <a:gd name="T14" fmla="*/ 97 w 1433"/>
                <a:gd name="T15" fmla="*/ 1447 h 2312"/>
                <a:gd name="T16" fmla="*/ 80 w 1433"/>
                <a:gd name="T17" fmla="*/ 1586 h 2312"/>
                <a:gd name="T18" fmla="*/ 100 w 1433"/>
                <a:gd name="T19" fmla="*/ 1749 h 2312"/>
                <a:gd name="T20" fmla="*/ 161 w 1433"/>
                <a:gd name="T21" fmla="*/ 1916 h 2312"/>
                <a:gd name="T22" fmla="*/ 236 w 1433"/>
                <a:gd name="T23" fmla="*/ 2030 h 2312"/>
                <a:gd name="T24" fmla="*/ 373 w 1433"/>
                <a:gd name="T25" fmla="*/ 2149 h 2312"/>
                <a:gd name="T26" fmla="*/ 526 w 1433"/>
                <a:gd name="T27" fmla="*/ 2212 h 2312"/>
                <a:gd name="T28" fmla="*/ 714 w 1433"/>
                <a:gd name="T29" fmla="*/ 2231 h 2312"/>
                <a:gd name="T30" fmla="*/ 902 w 1433"/>
                <a:gd name="T31" fmla="*/ 2205 h 2312"/>
                <a:gd name="T32" fmla="*/ 1082 w 1433"/>
                <a:gd name="T33" fmla="*/ 2126 h 2312"/>
                <a:gd name="T34" fmla="*/ 1221 w 1433"/>
                <a:gd name="T35" fmla="*/ 1996 h 2312"/>
                <a:gd name="T36" fmla="*/ 1290 w 1433"/>
                <a:gd name="T37" fmla="*/ 1882 h 2312"/>
                <a:gd name="T38" fmla="*/ 1334 w 1433"/>
                <a:gd name="T39" fmla="*/ 1754 h 2312"/>
                <a:gd name="T40" fmla="*/ 1352 w 1433"/>
                <a:gd name="T41" fmla="*/ 1625 h 2312"/>
                <a:gd name="T42" fmla="*/ 1344 w 1433"/>
                <a:gd name="T43" fmla="*/ 1506 h 2312"/>
                <a:gd name="T44" fmla="*/ 1297 w 1433"/>
                <a:gd name="T45" fmla="*/ 1355 h 2312"/>
                <a:gd name="T46" fmla="*/ 1182 w 1433"/>
                <a:gd name="T47" fmla="*/ 1122 h 2312"/>
                <a:gd name="T48" fmla="*/ 1069 w 1433"/>
                <a:gd name="T49" fmla="*/ 952 h 2312"/>
                <a:gd name="T50" fmla="*/ 932 w 1433"/>
                <a:gd name="T51" fmla="*/ 749 h 2312"/>
                <a:gd name="T52" fmla="*/ 786 w 1433"/>
                <a:gd name="T53" fmla="*/ 471 h 2312"/>
                <a:gd name="T54" fmla="*/ 712 w 1433"/>
                <a:gd name="T55" fmla="*/ 0 h 2312"/>
                <a:gd name="T56" fmla="*/ 758 w 1433"/>
                <a:gd name="T57" fmla="*/ 164 h 2312"/>
                <a:gd name="T58" fmla="*/ 764 w 1433"/>
                <a:gd name="T59" fmla="*/ 185 h 2312"/>
                <a:gd name="T60" fmla="*/ 804 w 1433"/>
                <a:gd name="T61" fmla="*/ 300 h 2312"/>
                <a:gd name="T62" fmla="*/ 912 w 1433"/>
                <a:gd name="T63" fmla="*/ 546 h 2312"/>
                <a:gd name="T64" fmla="*/ 1068 w 1433"/>
                <a:gd name="T65" fmla="*/ 810 h 2312"/>
                <a:gd name="T66" fmla="*/ 1126 w 1433"/>
                <a:gd name="T67" fmla="*/ 895 h 2312"/>
                <a:gd name="T68" fmla="*/ 1257 w 1433"/>
                <a:gd name="T69" fmla="*/ 1090 h 2312"/>
                <a:gd name="T70" fmla="*/ 1372 w 1433"/>
                <a:gd name="T71" fmla="*/ 1323 h 2312"/>
                <a:gd name="T72" fmla="*/ 1423 w 1433"/>
                <a:gd name="T73" fmla="*/ 1489 h 2312"/>
                <a:gd name="T74" fmla="*/ 1433 w 1433"/>
                <a:gd name="T75" fmla="*/ 1625 h 2312"/>
                <a:gd name="T76" fmla="*/ 1414 w 1433"/>
                <a:gd name="T77" fmla="*/ 1771 h 2312"/>
                <a:gd name="T78" fmla="*/ 1365 w 1433"/>
                <a:gd name="T79" fmla="*/ 1914 h 2312"/>
                <a:gd name="T80" fmla="*/ 1277 w 1433"/>
                <a:gd name="T81" fmla="*/ 2053 h 2312"/>
                <a:gd name="T82" fmla="*/ 1136 w 1433"/>
                <a:gd name="T83" fmla="*/ 2185 h 2312"/>
                <a:gd name="T84" fmla="*/ 970 w 1433"/>
                <a:gd name="T85" fmla="*/ 2269 h 2312"/>
                <a:gd name="T86" fmla="*/ 775 w 1433"/>
                <a:gd name="T87" fmla="*/ 2309 h 2312"/>
                <a:gd name="T88" fmla="*/ 602 w 1433"/>
                <a:gd name="T89" fmla="*/ 2306 h 2312"/>
                <a:gd name="T90" fmla="*/ 418 w 1433"/>
                <a:gd name="T91" fmla="*/ 2261 h 2312"/>
                <a:gd name="T92" fmla="*/ 233 w 1433"/>
                <a:gd name="T93" fmla="*/ 2144 h 2312"/>
                <a:gd name="T94" fmla="*/ 125 w 1433"/>
                <a:gd name="T95" fmla="*/ 2013 h 2312"/>
                <a:gd name="T96" fmla="*/ 43 w 1433"/>
                <a:gd name="T97" fmla="*/ 1843 h 2312"/>
                <a:gd name="T98" fmla="*/ 8 w 1433"/>
                <a:gd name="T99" fmla="*/ 1696 h 2312"/>
                <a:gd name="T100" fmla="*/ 4 w 1433"/>
                <a:gd name="T101" fmla="*/ 1514 h 2312"/>
                <a:gd name="T102" fmla="*/ 33 w 1433"/>
                <a:gd name="T103" fmla="*/ 1376 h 2312"/>
                <a:gd name="T104" fmla="*/ 119 w 1433"/>
                <a:gd name="T105" fmla="*/ 1172 h 2312"/>
                <a:gd name="T106" fmla="*/ 205 w 1433"/>
                <a:gd name="T107" fmla="*/ 1022 h 2312"/>
                <a:gd name="T108" fmla="*/ 251 w 1433"/>
                <a:gd name="T109" fmla="*/ 952 h 2312"/>
                <a:gd name="T110" fmla="*/ 347 w 1433"/>
                <a:gd name="T111" fmla="*/ 826 h 2312"/>
                <a:gd name="T112" fmla="*/ 440 w 1433"/>
                <a:gd name="T113" fmla="*/ 681 h 2312"/>
                <a:gd name="T114" fmla="*/ 594 w 1433"/>
                <a:gd name="T115" fmla="*/ 383 h 2312"/>
                <a:gd name="T116" fmla="*/ 648 w 1433"/>
                <a:gd name="T117" fmla="*/ 242 h 2312"/>
                <a:gd name="T118" fmla="*/ 668 w 1433"/>
                <a:gd name="T119" fmla="*/ 176 h 2312"/>
                <a:gd name="T120" fmla="*/ 675 w 1433"/>
                <a:gd name="T121" fmla="*/ 148 h 2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33" h="2312">
                  <a:moveTo>
                    <a:pt x="262" y="938"/>
                  </a:moveTo>
                  <a:lnTo>
                    <a:pt x="256" y="945"/>
                  </a:lnTo>
                  <a:lnTo>
                    <a:pt x="251" y="954"/>
                  </a:lnTo>
                  <a:lnTo>
                    <a:pt x="262" y="938"/>
                  </a:lnTo>
                  <a:close/>
                  <a:moveTo>
                    <a:pt x="715" y="294"/>
                  </a:moveTo>
                  <a:lnTo>
                    <a:pt x="700" y="338"/>
                  </a:lnTo>
                  <a:lnTo>
                    <a:pt x="691" y="363"/>
                  </a:lnTo>
                  <a:lnTo>
                    <a:pt x="680" y="388"/>
                  </a:lnTo>
                  <a:lnTo>
                    <a:pt x="669" y="415"/>
                  </a:lnTo>
                  <a:lnTo>
                    <a:pt x="643" y="474"/>
                  </a:lnTo>
                  <a:lnTo>
                    <a:pt x="612" y="536"/>
                  </a:lnTo>
                  <a:lnTo>
                    <a:pt x="577" y="605"/>
                  </a:lnTo>
                  <a:lnTo>
                    <a:pt x="537" y="677"/>
                  </a:lnTo>
                  <a:lnTo>
                    <a:pt x="515" y="713"/>
                  </a:lnTo>
                  <a:lnTo>
                    <a:pt x="491" y="752"/>
                  </a:lnTo>
                  <a:lnTo>
                    <a:pt x="466" y="791"/>
                  </a:lnTo>
                  <a:lnTo>
                    <a:pt x="440" y="830"/>
                  </a:lnTo>
                  <a:lnTo>
                    <a:pt x="432" y="842"/>
                  </a:lnTo>
                  <a:lnTo>
                    <a:pt x="404" y="883"/>
                  </a:lnTo>
                  <a:lnTo>
                    <a:pt x="373" y="924"/>
                  </a:lnTo>
                  <a:lnTo>
                    <a:pt x="343" y="965"/>
                  </a:lnTo>
                  <a:lnTo>
                    <a:pt x="313" y="1004"/>
                  </a:lnTo>
                  <a:lnTo>
                    <a:pt x="313" y="1004"/>
                  </a:lnTo>
                  <a:lnTo>
                    <a:pt x="308" y="1009"/>
                  </a:lnTo>
                  <a:lnTo>
                    <a:pt x="304" y="1017"/>
                  </a:lnTo>
                  <a:lnTo>
                    <a:pt x="295" y="1029"/>
                  </a:lnTo>
                  <a:lnTo>
                    <a:pt x="295" y="1029"/>
                  </a:lnTo>
                  <a:lnTo>
                    <a:pt x="293" y="1033"/>
                  </a:lnTo>
                  <a:lnTo>
                    <a:pt x="280" y="1054"/>
                  </a:lnTo>
                  <a:lnTo>
                    <a:pt x="265" y="1077"/>
                  </a:lnTo>
                  <a:lnTo>
                    <a:pt x="248" y="1104"/>
                  </a:lnTo>
                  <a:lnTo>
                    <a:pt x="231" y="1134"/>
                  </a:lnTo>
                  <a:lnTo>
                    <a:pt x="213" y="1168"/>
                  </a:lnTo>
                  <a:lnTo>
                    <a:pt x="194" y="1204"/>
                  </a:lnTo>
                  <a:lnTo>
                    <a:pt x="176" y="1241"/>
                  </a:lnTo>
                  <a:lnTo>
                    <a:pt x="158" y="1280"/>
                  </a:lnTo>
                  <a:lnTo>
                    <a:pt x="140" y="1322"/>
                  </a:lnTo>
                  <a:lnTo>
                    <a:pt x="123" y="1365"/>
                  </a:lnTo>
                  <a:lnTo>
                    <a:pt x="109" y="1403"/>
                  </a:lnTo>
                  <a:lnTo>
                    <a:pt x="97" y="1447"/>
                  </a:lnTo>
                  <a:lnTo>
                    <a:pt x="91" y="1472"/>
                  </a:lnTo>
                  <a:lnTo>
                    <a:pt x="86" y="1500"/>
                  </a:lnTo>
                  <a:lnTo>
                    <a:pt x="83" y="1531"/>
                  </a:lnTo>
                  <a:lnTo>
                    <a:pt x="83" y="1531"/>
                  </a:lnTo>
                  <a:lnTo>
                    <a:pt x="80" y="1586"/>
                  </a:lnTo>
                  <a:lnTo>
                    <a:pt x="83" y="1645"/>
                  </a:lnTo>
                  <a:lnTo>
                    <a:pt x="83" y="1645"/>
                  </a:lnTo>
                  <a:lnTo>
                    <a:pt x="87" y="1679"/>
                  </a:lnTo>
                  <a:lnTo>
                    <a:pt x="93" y="1714"/>
                  </a:lnTo>
                  <a:lnTo>
                    <a:pt x="100" y="1749"/>
                  </a:lnTo>
                  <a:lnTo>
                    <a:pt x="109" y="1785"/>
                  </a:lnTo>
                  <a:lnTo>
                    <a:pt x="119" y="1814"/>
                  </a:lnTo>
                  <a:lnTo>
                    <a:pt x="130" y="1846"/>
                  </a:lnTo>
                  <a:lnTo>
                    <a:pt x="144" y="1881"/>
                  </a:lnTo>
                  <a:lnTo>
                    <a:pt x="161" y="1916"/>
                  </a:lnTo>
                  <a:lnTo>
                    <a:pt x="179" y="1949"/>
                  </a:lnTo>
                  <a:lnTo>
                    <a:pt x="200" y="1981"/>
                  </a:lnTo>
                  <a:lnTo>
                    <a:pt x="200" y="1981"/>
                  </a:lnTo>
                  <a:lnTo>
                    <a:pt x="212" y="1999"/>
                  </a:lnTo>
                  <a:lnTo>
                    <a:pt x="236" y="2030"/>
                  </a:lnTo>
                  <a:lnTo>
                    <a:pt x="262" y="2059"/>
                  </a:lnTo>
                  <a:lnTo>
                    <a:pt x="290" y="2087"/>
                  </a:lnTo>
                  <a:lnTo>
                    <a:pt x="320" y="2112"/>
                  </a:lnTo>
                  <a:lnTo>
                    <a:pt x="352" y="2135"/>
                  </a:lnTo>
                  <a:lnTo>
                    <a:pt x="373" y="2149"/>
                  </a:lnTo>
                  <a:lnTo>
                    <a:pt x="411" y="2169"/>
                  </a:lnTo>
                  <a:lnTo>
                    <a:pt x="450" y="2187"/>
                  </a:lnTo>
                  <a:lnTo>
                    <a:pt x="483" y="2199"/>
                  </a:lnTo>
                  <a:lnTo>
                    <a:pt x="483" y="2199"/>
                  </a:lnTo>
                  <a:lnTo>
                    <a:pt x="526" y="2212"/>
                  </a:lnTo>
                  <a:lnTo>
                    <a:pt x="570" y="2222"/>
                  </a:lnTo>
                  <a:lnTo>
                    <a:pt x="619" y="2227"/>
                  </a:lnTo>
                  <a:lnTo>
                    <a:pt x="619" y="2227"/>
                  </a:lnTo>
                  <a:lnTo>
                    <a:pt x="661" y="2231"/>
                  </a:lnTo>
                  <a:lnTo>
                    <a:pt x="714" y="2231"/>
                  </a:lnTo>
                  <a:lnTo>
                    <a:pt x="766" y="2229"/>
                  </a:lnTo>
                  <a:lnTo>
                    <a:pt x="766" y="2229"/>
                  </a:lnTo>
                  <a:lnTo>
                    <a:pt x="808" y="2224"/>
                  </a:lnTo>
                  <a:lnTo>
                    <a:pt x="857" y="2216"/>
                  </a:lnTo>
                  <a:lnTo>
                    <a:pt x="902" y="2205"/>
                  </a:lnTo>
                  <a:lnTo>
                    <a:pt x="944" y="2194"/>
                  </a:lnTo>
                  <a:lnTo>
                    <a:pt x="980" y="2180"/>
                  </a:lnTo>
                  <a:lnTo>
                    <a:pt x="1019" y="2162"/>
                  </a:lnTo>
                  <a:lnTo>
                    <a:pt x="1057" y="2142"/>
                  </a:lnTo>
                  <a:lnTo>
                    <a:pt x="1082" y="2126"/>
                  </a:lnTo>
                  <a:lnTo>
                    <a:pt x="1111" y="2105"/>
                  </a:lnTo>
                  <a:lnTo>
                    <a:pt x="1141" y="2080"/>
                  </a:lnTo>
                  <a:lnTo>
                    <a:pt x="1171" y="2053"/>
                  </a:lnTo>
                  <a:lnTo>
                    <a:pt x="1197" y="2026"/>
                  </a:lnTo>
                  <a:lnTo>
                    <a:pt x="1221" y="1996"/>
                  </a:lnTo>
                  <a:lnTo>
                    <a:pt x="1234" y="1978"/>
                  </a:lnTo>
                  <a:lnTo>
                    <a:pt x="1234" y="1978"/>
                  </a:lnTo>
                  <a:lnTo>
                    <a:pt x="1255" y="1948"/>
                  </a:lnTo>
                  <a:lnTo>
                    <a:pt x="1273" y="1916"/>
                  </a:lnTo>
                  <a:lnTo>
                    <a:pt x="1290" y="1882"/>
                  </a:lnTo>
                  <a:lnTo>
                    <a:pt x="1304" y="1849"/>
                  </a:lnTo>
                  <a:lnTo>
                    <a:pt x="1318" y="1814"/>
                  </a:lnTo>
                  <a:lnTo>
                    <a:pt x="1327" y="1781"/>
                  </a:lnTo>
                  <a:lnTo>
                    <a:pt x="1327" y="1781"/>
                  </a:lnTo>
                  <a:lnTo>
                    <a:pt x="1334" y="1754"/>
                  </a:lnTo>
                  <a:lnTo>
                    <a:pt x="1343" y="1720"/>
                  </a:lnTo>
                  <a:lnTo>
                    <a:pt x="1347" y="1685"/>
                  </a:lnTo>
                  <a:lnTo>
                    <a:pt x="1351" y="1652"/>
                  </a:lnTo>
                  <a:lnTo>
                    <a:pt x="1351" y="1652"/>
                  </a:lnTo>
                  <a:lnTo>
                    <a:pt x="1352" y="1625"/>
                  </a:lnTo>
                  <a:lnTo>
                    <a:pt x="1352" y="1593"/>
                  </a:lnTo>
                  <a:lnTo>
                    <a:pt x="1351" y="1560"/>
                  </a:lnTo>
                  <a:lnTo>
                    <a:pt x="1351" y="1560"/>
                  </a:lnTo>
                  <a:lnTo>
                    <a:pt x="1348" y="1536"/>
                  </a:lnTo>
                  <a:lnTo>
                    <a:pt x="1344" y="1506"/>
                  </a:lnTo>
                  <a:lnTo>
                    <a:pt x="1337" y="1476"/>
                  </a:lnTo>
                  <a:lnTo>
                    <a:pt x="1339" y="1476"/>
                  </a:lnTo>
                  <a:lnTo>
                    <a:pt x="1332" y="1451"/>
                  </a:lnTo>
                  <a:lnTo>
                    <a:pt x="1315" y="1403"/>
                  </a:lnTo>
                  <a:lnTo>
                    <a:pt x="1297" y="1355"/>
                  </a:lnTo>
                  <a:lnTo>
                    <a:pt x="1280" y="1311"/>
                  </a:lnTo>
                  <a:lnTo>
                    <a:pt x="1262" y="1269"/>
                  </a:lnTo>
                  <a:lnTo>
                    <a:pt x="1243" y="1230"/>
                  </a:lnTo>
                  <a:lnTo>
                    <a:pt x="1223" y="1193"/>
                  </a:lnTo>
                  <a:lnTo>
                    <a:pt x="1182" y="1122"/>
                  </a:lnTo>
                  <a:lnTo>
                    <a:pt x="1137" y="1052"/>
                  </a:lnTo>
                  <a:lnTo>
                    <a:pt x="1137" y="1052"/>
                  </a:lnTo>
                  <a:lnTo>
                    <a:pt x="1122" y="1029"/>
                  </a:lnTo>
                  <a:lnTo>
                    <a:pt x="1096" y="991"/>
                  </a:lnTo>
                  <a:lnTo>
                    <a:pt x="1069" y="952"/>
                  </a:lnTo>
                  <a:lnTo>
                    <a:pt x="1040" y="912"/>
                  </a:lnTo>
                  <a:lnTo>
                    <a:pt x="1011" y="867"/>
                  </a:lnTo>
                  <a:lnTo>
                    <a:pt x="1001" y="855"/>
                  </a:lnTo>
                  <a:lnTo>
                    <a:pt x="973" y="813"/>
                  </a:lnTo>
                  <a:lnTo>
                    <a:pt x="932" y="749"/>
                  </a:lnTo>
                  <a:lnTo>
                    <a:pt x="897" y="691"/>
                  </a:lnTo>
                  <a:lnTo>
                    <a:pt x="866" y="634"/>
                  </a:lnTo>
                  <a:lnTo>
                    <a:pt x="837" y="578"/>
                  </a:lnTo>
                  <a:lnTo>
                    <a:pt x="811" y="524"/>
                  </a:lnTo>
                  <a:lnTo>
                    <a:pt x="786" y="471"/>
                  </a:lnTo>
                  <a:lnTo>
                    <a:pt x="765" y="421"/>
                  </a:lnTo>
                  <a:lnTo>
                    <a:pt x="745" y="375"/>
                  </a:lnTo>
                  <a:lnTo>
                    <a:pt x="729" y="332"/>
                  </a:lnTo>
                  <a:lnTo>
                    <a:pt x="715" y="294"/>
                  </a:lnTo>
                  <a:close/>
                  <a:moveTo>
                    <a:pt x="712" y="0"/>
                  </a:moveTo>
                  <a:lnTo>
                    <a:pt x="752" y="148"/>
                  </a:lnTo>
                  <a:lnTo>
                    <a:pt x="754" y="151"/>
                  </a:lnTo>
                  <a:lnTo>
                    <a:pt x="754" y="154"/>
                  </a:lnTo>
                  <a:lnTo>
                    <a:pt x="755" y="158"/>
                  </a:lnTo>
                  <a:lnTo>
                    <a:pt x="758" y="164"/>
                  </a:lnTo>
                  <a:lnTo>
                    <a:pt x="758" y="167"/>
                  </a:lnTo>
                  <a:lnTo>
                    <a:pt x="761" y="173"/>
                  </a:lnTo>
                  <a:lnTo>
                    <a:pt x="762" y="182"/>
                  </a:lnTo>
                  <a:lnTo>
                    <a:pt x="764" y="185"/>
                  </a:lnTo>
                  <a:lnTo>
                    <a:pt x="764" y="185"/>
                  </a:lnTo>
                  <a:lnTo>
                    <a:pt x="768" y="197"/>
                  </a:lnTo>
                  <a:lnTo>
                    <a:pt x="772" y="211"/>
                  </a:lnTo>
                  <a:lnTo>
                    <a:pt x="777" y="226"/>
                  </a:lnTo>
                  <a:lnTo>
                    <a:pt x="790" y="261"/>
                  </a:lnTo>
                  <a:lnTo>
                    <a:pt x="804" y="300"/>
                  </a:lnTo>
                  <a:lnTo>
                    <a:pt x="820" y="343"/>
                  </a:lnTo>
                  <a:lnTo>
                    <a:pt x="840" y="389"/>
                  </a:lnTo>
                  <a:lnTo>
                    <a:pt x="861" y="439"/>
                  </a:lnTo>
                  <a:lnTo>
                    <a:pt x="886" y="492"/>
                  </a:lnTo>
                  <a:lnTo>
                    <a:pt x="912" y="546"/>
                  </a:lnTo>
                  <a:lnTo>
                    <a:pt x="941" y="602"/>
                  </a:lnTo>
                  <a:lnTo>
                    <a:pt x="972" y="659"/>
                  </a:lnTo>
                  <a:lnTo>
                    <a:pt x="1007" y="717"/>
                  </a:lnTo>
                  <a:lnTo>
                    <a:pt x="1040" y="770"/>
                  </a:lnTo>
                  <a:lnTo>
                    <a:pt x="1068" y="810"/>
                  </a:lnTo>
                  <a:lnTo>
                    <a:pt x="1068" y="810"/>
                  </a:lnTo>
                  <a:lnTo>
                    <a:pt x="1076" y="823"/>
                  </a:lnTo>
                  <a:lnTo>
                    <a:pt x="1076" y="823"/>
                  </a:lnTo>
                  <a:lnTo>
                    <a:pt x="1097" y="855"/>
                  </a:lnTo>
                  <a:lnTo>
                    <a:pt x="1126" y="895"/>
                  </a:lnTo>
                  <a:lnTo>
                    <a:pt x="1152" y="934"/>
                  </a:lnTo>
                  <a:lnTo>
                    <a:pt x="1179" y="972"/>
                  </a:lnTo>
                  <a:lnTo>
                    <a:pt x="1202" y="1008"/>
                  </a:lnTo>
                  <a:lnTo>
                    <a:pt x="1212" y="1020"/>
                  </a:lnTo>
                  <a:lnTo>
                    <a:pt x="1257" y="1090"/>
                  </a:lnTo>
                  <a:lnTo>
                    <a:pt x="1298" y="1161"/>
                  </a:lnTo>
                  <a:lnTo>
                    <a:pt x="1318" y="1198"/>
                  </a:lnTo>
                  <a:lnTo>
                    <a:pt x="1337" y="1237"/>
                  </a:lnTo>
                  <a:lnTo>
                    <a:pt x="1355" y="1279"/>
                  </a:lnTo>
                  <a:lnTo>
                    <a:pt x="1372" y="1323"/>
                  </a:lnTo>
                  <a:lnTo>
                    <a:pt x="1390" y="1371"/>
                  </a:lnTo>
                  <a:lnTo>
                    <a:pt x="1408" y="1428"/>
                  </a:lnTo>
                  <a:lnTo>
                    <a:pt x="1415" y="1451"/>
                  </a:lnTo>
                  <a:lnTo>
                    <a:pt x="1416" y="1460"/>
                  </a:lnTo>
                  <a:lnTo>
                    <a:pt x="1423" y="1489"/>
                  </a:lnTo>
                  <a:lnTo>
                    <a:pt x="1427" y="1519"/>
                  </a:lnTo>
                  <a:lnTo>
                    <a:pt x="1432" y="1551"/>
                  </a:lnTo>
                  <a:lnTo>
                    <a:pt x="1432" y="1560"/>
                  </a:lnTo>
                  <a:lnTo>
                    <a:pt x="1433" y="1593"/>
                  </a:lnTo>
                  <a:lnTo>
                    <a:pt x="1433" y="1625"/>
                  </a:lnTo>
                  <a:lnTo>
                    <a:pt x="1432" y="1660"/>
                  </a:lnTo>
                  <a:lnTo>
                    <a:pt x="1430" y="1668"/>
                  </a:lnTo>
                  <a:lnTo>
                    <a:pt x="1426" y="1702"/>
                  </a:lnTo>
                  <a:lnTo>
                    <a:pt x="1422" y="1736"/>
                  </a:lnTo>
                  <a:lnTo>
                    <a:pt x="1414" y="1771"/>
                  </a:lnTo>
                  <a:lnTo>
                    <a:pt x="1405" y="1804"/>
                  </a:lnTo>
                  <a:lnTo>
                    <a:pt x="1402" y="1813"/>
                  </a:lnTo>
                  <a:lnTo>
                    <a:pt x="1393" y="1846"/>
                  </a:lnTo>
                  <a:lnTo>
                    <a:pt x="1379" y="1881"/>
                  </a:lnTo>
                  <a:lnTo>
                    <a:pt x="1365" y="1914"/>
                  </a:lnTo>
                  <a:lnTo>
                    <a:pt x="1348" y="1948"/>
                  </a:lnTo>
                  <a:lnTo>
                    <a:pt x="1330" y="1980"/>
                  </a:lnTo>
                  <a:lnTo>
                    <a:pt x="1309" y="2010"/>
                  </a:lnTo>
                  <a:lnTo>
                    <a:pt x="1301" y="2023"/>
                  </a:lnTo>
                  <a:lnTo>
                    <a:pt x="1277" y="2053"/>
                  </a:lnTo>
                  <a:lnTo>
                    <a:pt x="1254" y="2083"/>
                  </a:lnTo>
                  <a:lnTo>
                    <a:pt x="1227" y="2110"/>
                  </a:lnTo>
                  <a:lnTo>
                    <a:pt x="1198" y="2137"/>
                  </a:lnTo>
                  <a:lnTo>
                    <a:pt x="1168" y="2162"/>
                  </a:lnTo>
                  <a:lnTo>
                    <a:pt x="1136" y="2185"/>
                  </a:lnTo>
                  <a:lnTo>
                    <a:pt x="1123" y="2194"/>
                  </a:lnTo>
                  <a:lnTo>
                    <a:pt x="1089" y="2216"/>
                  </a:lnTo>
                  <a:lnTo>
                    <a:pt x="1051" y="2236"/>
                  </a:lnTo>
                  <a:lnTo>
                    <a:pt x="1012" y="2254"/>
                  </a:lnTo>
                  <a:lnTo>
                    <a:pt x="970" y="2269"/>
                  </a:lnTo>
                  <a:lnTo>
                    <a:pt x="964" y="2272"/>
                  </a:lnTo>
                  <a:lnTo>
                    <a:pt x="919" y="2284"/>
                  </a:lnTo>
                  <a:lnTo>
                    <a:pt x="873" y="2295"/>
                  </a:lnTo>
                  <a:lnTo>
                    <a:pt x="825" y="2304"/>
                  </a:lnTo>
                  <a:lnTo>
                    <a:pt x="775" y="2309"/>
                  </a:lnTo>
                  <a:lnTo>
                    <a:pt x="766" y="2309"/>
                  </a:lnTo>
                  <a:lnTo>
                    <a:pt x="715" y="2312"/>
                  </a:lnTo>
                  <a:lnTo>
                    <a:pt x="661" y="2312"/>
                  </a:lnTo>
                  <a:lnTo>
                    <a:pt x="611" y="2308"/>
                  </a:lnTo>
                  <a:lnTo>
                    <a:pt x="602" y="2306"/>
                  </a:lnTo>
                  <a:lnTo>
                    <a:pt x="554" y="2301"/>
                  </a:lnTo>
                  <a:lnTo>
                    <a:pt x="509" y="2291"/>
                  </a:lnTo>
                  <a:lnTo>
                    <a:pt x="466" y="2279"/>
                  </a:lnTo>
                  <a:lnTo>
                    <a:pt x="458" y="2276"/>
                  </a:lnTo>
                  <a:lnTo>
                    <a:pt x="418" y="2261"/>
                  </a:lnTo>
                  <a:lnTo>
                    <a:pt x="379" y="2242"/>
                  </a:lnTo>
                  <a:lnTo>
                    <a:pt x="341" y="2223"/>
                  </a:lnTo>
                  <a:lnTo>
                    <a:pt x="295" y="2192"/>
                  </a:lnTo>
                  <a:lnTo>
                    <a:pt x="263" y="2169"/>
                  </a:lnTo>
                  <a:lnTo>
                    <a:pt x="233" y="2144"/>
                  </a:lnTo>
                  <a:lnTo>
                    <a:pt x="205" y="2116"/>
                  </a:lnTo>
                  <a:lnTo>
                    <a:pt x="179" y="2087"/>
                  </a:lnTo>
                  <a:lnTo>
                    <a:pt x="155" y="2056"/>
                  </a:lnTo>
                  <a:lnTo>
                    <a:pt x="133" y="2026"/>
                  </a:lnTo>
                  <a:lnTo>
                    <a:pt x="125" y="2013"/>
                  </a:lnTo>
                  <a:lnTo>
                    <a:pt x="104" y="1981"/>
                  </a:lnTo>
                  <a:lnTo>
                    <a:pt x="86" y="1948"/>
                  </a:lnTo>
                  <a:lnTo>
                    <a:pt x="69" y="1913"/>
                  </a:lnTo>
                  <a:lnTo>
                    <a:pt x="55" y="1878"/>
                  </a:lnTo>
                  <a:lnTo>
                    <a:pt x="43" y="1843"/>
                  </a:lnTo>
                  <a:lnTo>
                    <a:pt x="41" y="1836"/>
                  </a:lnTo>
                  <a:lnTo>
                    <a:pt x="30" y="1802"/>
                  </a:lnTo>
                  <a:lnTo>
                    <a:pt x="20" y="1766"/>
                  </a:lnTo>
                  <a:lnTo>
                    <a:pt x="13" y="1731"/>
                  </a:lnTo>
                  <a:lnTo>
                    <a:pt x="8" y="1696"/>
                  </a:lnTo>
                  <a:lnTo>
                    <a:pt x="4" y="1661"/>
                  </a:lnTo>
                  <a:lnTo>
                    <a:pt x="2" y="1653"/>
                  </a:lnTo>
                  <a:lnTo>
                    <a:pt x="0" y="1586"/>
                  </a:lnTo>
                  <a:lnTo>
                    <a:pt x="2" y="1522"/>
                  </a:lnTo>
                  <a:lnTo>
                    <a:pt x="4" y="1514"/>
                  </a:lnTo>
                  <a:lnTo>
                    <a:pt x="6" y="1483"/>
                  </a:lnTo>
                  <a:lnTo>
                    <a:pt x="12" y="1455"/>
                  </a:lnTo>
                  <a:lnTo>
                    <a:pt x="19" y="1426"/>
                  </a:lnTo>
                  <a:lnTo>
                    <a:pt x="31" y="1383"/>
                  </a:lnTo>
                  <a:lnTo>
                    <a:pt x="33" y="1376"/>
                  </a:lnTo>
                  <a:lnTo>
                    <a:pt x="48" y="1333"/>
                  </a:lnTo>
                  <a:lnTo>
                    <a:pt x="65" y="1290"/>
                  </a:lnTo>
                  <a:lnTo>
                    <a:pt x="83" y="1248"/>
                  </a:lnTo>
                  <a:lnTo>
                    <a:pt x="101" y="1209"/>
                  </a:lnTo>
                  <a:lnTo>
                    <a:pt x="119" y="1172"/>
                  </a:lnTo>
                  <a:lnTo>
                    <a:pt x="138" y="1136"/>
                  </a:lnTo>
                  <a:lnTo>
                    <a:pt x="156" y="1102"/>
                  </a:lnTo>
                  <a:lnTo>
                    <a:pt x="173" y="1072"/>
                  </a:lnTo>
                  <a:lnTo>
                    <a:pt x="190" y="1045"/>
                  </a:lnTo>
                  <a:lnTo>
                    <a:pt x="205" y="1022"/>
                  </a:lnTo>
                  <a:lnTo>
                    <a:pt x="218" y="1001"/>
                  </a:lnTo>
                  <a:lnTo>
                    <a:pt x="229" y="984"/>
                  </a:lnTo>
                  <a:lnTo>
                    <a:pt x="238" y="972"/>
                  </a:lnTo>
                  <a:lnTo>
                    <a:pt x="247" y="960"/>
                  </a:lnTo>
                  <a:lnTo>
                    <a:pt x="251" y="952"/>
                  </a:lnTo>
                  <a:lnTo>
                    <a:pt x="250" y="956"/>
                  </a:lnTo>
                  <a:lnTo>
                    <a:pt x="256" y="945"/>
                  </a:lnTo>
                  <a:lnTo>
                    <a:pt x="286" y="908"/>
                  </a:lnTo>
                  <a:lnTo>
                    <a:pt x="316" y="867"/>
                  </a:lnTo>
                  <a:lnTo>
                    <a:pt x="347" y="826"/>
                  </a:lnTo>
                  <a:lnTo>
                    <a:pt x="366" y="798"/>
                  </a:lnTo>
                  <a:lnTo>
                    <a:pt x="365" y="798"/>
                  </a:lnTo>
                  <a:lnTo>
                    <a:pt x="391" y="759"/>
                  </a:lnTo>
                  <a:lnTo>
                    <a:pt x="416" y="720"/>
                  </a:lnTo>
                  <a:lnTo>
                    <a:pt x="440" y="681"/>
                  </a:lnTo>
                  <a:lnTo>
                    <a:pt x="462" y="645"/>
                  </a:lnTo>
                  <a:lnTo>
                    <a:pt x="502" y="573"/>
                  </a:lnTo>
                  <a:lnTo>
                    <a:pt x="537" y="504"/>
                  </a:lnTo>
                  <a:lnTo>
                    <a:pt x="568" y="442"/>
                  </a:lnTo>
                  <a:lnTo>
                    <a:pt x="594" y="383"/>
                  </a:lnTo>
                  <a:lnTo>
                    <a:pt x="605" y="356"/>
                  </a:lnTo>
                  <a:lnTo>
                    <a:pt x="616" y="331"/>
                  </a:lnTo>
                  <a:lnTo>
                    <a:pt x="625" y="306"/>
                  </a:lnTo>
                  <a:lnTo>
                    <a:pt x="641" y="261"/>
                  </a:lnTo>
                  <a:lnTo>
                    <a:pt x="648" y="242"/>
                  </a:lnTo>
                  <a:lnTo>
                    <a:pt x="654" y="224"/>
                  </a:lnTo>
                  <a:lnTo>
                    <a:pt x="657" y="215"/>
                  </a:lnTo>
                  <a:lnTo>
                    <a:pt x="661" y="200"/>
                  </a:lnTo>
                  <a:lnTo>
                    <a:pt x="665" y="187"/>
                  </a:lnTo>
                  <a:lnTo>
                    <a:pt x="668" y="176"/>
                  </a:lnTo>
                  <a:lnTo>
                    <a:pt x="670" y="167"/>
                  </a:lnTo>
                  <a:lnTo>
                    <a:pt x="672" y="160"/>
                  </a:lnTo>
                  <a:lnTo>
                    <a:pt x="673" y="154"/>
                  </a:lnTo>
                  <a:lnTo>
                    <a:pt x="673" y="151"/>
                  </a:lnTo>
                  <a:lnTo>
                    <a:pt x="675" y="14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739580" y="3896104"/>
            <a:ext cx="1450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Open Sans" panose="020B0606030504020204" pitchFamily="34" charset="0"/>
              </a:rPr>
              <a:t>40%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032396" y="662532"/>
            <a:ext cx="1475074" cy="2379882"/>
            <a:chOff x="4868864" y="1536701"/>
            <a:chExt cx="2274888" cy="3670301"/>
          </a:xfrm>
        </p:grpSpPr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4932362" y="3001964"/>
              <a:ext cx="2147888" cy="2141538"/>
            </a:xfrm>
            <a:custGeom>
              <a:avLst/>
              <a:gdLst>
                <a:gd name="T0" fmla="*/ 1057 w 1353"/>
                <a:gd name="T1" fmla="*/ 0 h 1349"/>
                <a:gd name="T2" fmla="*/ 1131 w 1353"/>
                <a:gd name="T3" fmla="*/ 108 h 1349"/>
                <a:gd name="T4" fmla="*/ 1196 w 1353"/>
                <a:gd name="T5" fmla="*/ 210 h 1349"/>
                <a:gd name="T6" fmla="*/ 1253 w 1353"/>
                <a:gd name="T7" fmla="*/ 317 h 1349"/>
                <a:gd name="T8" fmla="*/ 1304 w 1353"/>
                <a:gd name="T9" fmla="*/ 442 h 1349"/>
                <a:gd name="T10" fmla="*/ 1339 w 1353"/>
                <a:gd name="T11" fmla="*/ 556 h 1349"/>
                <a:gd name="T12" fmla="*/ 1352 w 1353"/>
                <a:gd name="T13" fmla="*/ 644 h 1349"/>
                <a:gd name="T14" fmla="*/ 1352 w 1353"/>
                <a:gd name="T15" fmla="*/ 735 h 1349"/>
                <a:gd name="T16" fmla="*/ 1336 w 1353"/>
                <a:gd name="T17" fmla="*/ 830 h 1349"/>
                <a:gd name="T18" fmla="*/ 1308 w 1353"/>
                <a:gd name="T19" fmla="*/ 926 h 1349"/>
                <a:gd name="T20" fmla="*/ 1265 w 1353"/>
                <a:gd name="T21" fmla="*/ 1018 h 1349"/>
                <a:gd name="T22" fmla="*/ 1208 w 1353"/>
                <a:gd name="T23" fmla="*/ 1104 h 1349"/>
                <a:gd name="T24" fmla="*/ 1135 w 1353"/>
                <a:gd name="T25" fmla="*/ 1182 h 1349"/>
                <a:gd name="T26" fmla="*/ 1045 w 1353"/>
                <a:gd name="T27" fmla="*/ 1249 h 1349"/>
                <a:gd name="T28" fmla="*/ 939 w 1353"/>
                <a:gd name="T29" fmla="*/ 1300 h 1349"/>
                <a:gd name="T30" fmla="*/ 815 w 1353"/>
                <a:gd name="T31" fmla="*/ 1335 h 1349"/>
                <a:gd name="T32" fmla="*/ 674 w 1353"/>
                <a:gd name="T33" fmla="*/ 1349 h 1349"/>
                <a:gd name="T34" fmla="*/ 539 w 1353"/>
                <a:gd name="T35" fmla="*/ 1340 h 1349"/>
                <a:gd name="T36" fmla="*/ 421 w 1353"/>
                <a:gd name="T37" fmla="*/ 1311 h 1349"/>
                <a:gd name="T38" fmla="*/ 318 w 1353"/>
                <a:gd name="T39" fmla="*/ 1264 h 1349"/>
                <a:gd name="T40" fmla="*/ 231 w 1353"/>
                <a:gd name="T41" fmla="*/ 1200 h 1349"/>
                <a:gd name="T42" fmla="*/ 160 w 1353"/>
                <a:gd name="T43" fmla="*/ 1126 h 1349"/>
                <a:gd name="T44" fmla="*/ 101 w 1353"/>
                <a:gd name="T45" fmla="*/ 1041 h 1349"/>
                <a:gd name="T46" fmla="*/ 57 w 1353"/>
                <a:gd name="T47" fmla="*/ 951 h 1349"/>
                <a:gd name="T48" fmla="*/ 26 w 1353"/>
                <a:gd name="T49" fmla="*/ 858 h 1349"/>
                <a:gd name="T50" fmla="*/ 7 w 1353"/>
                <a:gd name="T51" fmla="*/ 765 h 1349"/>
                <a:gd name="T52" fmla="*/ 0 w 1353"/>
                <a:gd name="T53" fmla="*/ 674 h 1349"/>
                <a:gd name="T54" fmla="*/ 4 w 1353"/>
                <a:gd name="T55" fmla="*/ 588 h 1349"/>
                <a:gd name="T56" fmla="*/ 18 w 1353"/>
                <a:gd name="T57" fmla="*/ 513 h 1349"/>
                <a:gd name="T58" fmla="*/ 49 w 1353"/>
                <a:gd name="T59" fmla="*/ 420 h 1349"/>
                <a:gd name="T60" fmla="*/ 85 w 1353"/>
                <a:gd name="T61" fmla="*/ 331 h 1349"/>
                <a:gd name="T62" fmla="*/ 125 w 1353"/>
                <a:gd name="T63" fmla="*/ 250 h 1349"/>
                <a:gd name="T64" fmla="*/ 164 w 1353"/>
                <a:gd name="T65" fmla="*/ 179 h 1349"/>
                <a:gd name="T66" fmla="*/ 199 w 1353"/>
                <a:gd name="T67" fmla="*/ 122 h 1349"/>
                <a:gd name="T68" fmla="*/ 225 w 1353"/>
                <a:gd name="T69" fmla="*/ 81 h 1349"/>
                <a:gd name="T70" fmla="*/ 240 w 1353"/>
                <a:gd name="T71" fmla="*/ 58 h 1349"/>
                <a:gd name="T72" fmla="*/ 285 w 1353"/>
                <a:gd name="T7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53" h="1349">
                  <a:moveTo>
                    <a:pt x="285" y="0"/>
                  </a:moveTo>
                  <a:lnTo>
                    <a:pt x="1057" y="0"/>
                  </a:lnTo>
                  <a:lnTo>
                    <a:pt x="1096" y="56"/>
                  </a:lnTo>
                  <a:lnTo>
                    <a:pt x="1131" y="108"/>
                  </a:lnTo>
                  <a:lnTo>
                    <a:pt x="1164" y="158"/>
                  </a:lnTo>
                  <a:lnTo>
                    <a:pt x="1196" y="210"/>
                  </a:lnTo>
                  <a:lnTo>
                    <a:pt x="1225" y="261"/>
                  </a:lnTo>
                  <a:lnTo>
                    <a:pt x="1253" y="317"/>
                  </a:lnTo>
                  <a:lnTo>
                    <a:pt x="1279" y="377"/>
                  </a:lnTo>
                  <a:lnTo>
                    <a:pt x="1304" y="442"/>
                  </a:lnTo>
                  <a:lnTo>
                    <a:pt x="1329" y="516"/>
                  </a:lnTo>
                  <a:lnTo>
                    <a:pt x="1339" y="556"/>
                  </a:lnTo>
                  <a:lnTo>
                    <a:pt x="1347" y="599"/>
                  </a:lnTo>
                  <a:lnTo>
                    <a:pt x="1352" y="644"/>
                  </a:lnTo>
                  <a:lnTo>
                    <a:pt x="1353" y="688"/>
                  </a:lnTo>
                  <a:lnTo>
                    <a:pt x="1352" y="735"/>
                  </a:lnTo>
                  <a:lnTo>
                    <a:pt x="1346" y="783"/>
                  </a:lnTo>
                  <a:lnTo>
                    <a:pt x="1336" y="830"/>
                  </a:lnTo>
                  <a:lnTo>
                    <a:pt x="1324" y="879"/>
                  </a:lnTo>
                  <a:lnTo>
                    <a:pt x="1308" y="926"/>
                  </a:lnTo>
                  <a:lnTo>
                    <a:pt x="1289" y="972"/>
                  </a:lnTo>
                  <a:lnTo>
                    <a:pt x="1265" y="1018"/>
                  </a:lnTo>
                  <a:lnTo>
                    <a:pt x="1239" y="1062"/>
                  </a:lnTo>
                  <a:lnTo>
                    <a:pt x="1208" y="1104"/>
                  </a:lnTo>
                  <a:lnTo>
                    <a:pt x="1174" y="1144"/>
                  </a:lnTo>
                  <a:lnTo>
                    <a:pt x="1135" y="1182"/>
                  </a:lnTo>
                  <a:lnTo>
                    <a:pt x="1092" y="1217"/>
                  </a:lnTo>
                  <a:lnTo>
                    <a:pt x="1045" y="1249"/>
                  </a:lnTo>
                  <a:lnTo>
                    <a:pt x="995" y="1276"/>
                  </a:lnTo>
                  <a:lnTo>
                    <a:pt x="939" y="1300"/>
                  </a:lnTo>
                  <a:lnTo>
                    <a:pt x="879" y="1319"/>
                  </a:lnTo>
                  <a:lnTo>
                    <a:pt x="815" y="1335"/>
                  </a:lnTo>
                  <a:lnTo>
                    <a:pt x="747" y="1345"/>
                  </a:lnTo>
                  <a:lnTo>
                    <a:pt x="674" y="1349"/>
                  </a:lnTo>
                  <a:lnTo>
                    <a:pt x="604" y="1347"/>
                  </a:lnTo>
                  <a:lnTo>
                    <a:pt x="539" y="1340"/>
                  </a:lnTo>
                  <a:lnTo>
                    <a:pt x="478" y="1328"/>
                  </a:lnTo>
                  <a:lnTo>
                    <a:pt x="421" y="1311"/>
                  </a:lnTo>
                  <a:lnTo>
                    <a:pt x="367" y="1289"/>
                  </a:lnTo>
                  <a:lnTo>
                    <a:pt x="318" y="1264"/>
                  </a:lnTo>
                  <a:lnTo>
                    <a:pt x="272" y="1233"/>
                  </a:lnTo>
                  <a:lnTo>
                    <a:pt x="231" y="1200"/>
                  </a:lnTo>
                  <a:lnTo>
                    <a:pt x="193" y="1164"/>
                  </a:lnTo>
                  <a:lnTo>
                    <a:pt x="160" y="1126"/>
                  </a:lnTo>
                  <a:lnTo>
                    <a:pt x="129" y="1085"/>
                  </a:lnTo>
                  <a:lnTo>
                    <a:pt x="101" y="1041"/>
                  </a:lnTo>
                  <a:lnTo>
                    <a:pt x="78" y="997"/>
                  </a:lnTo>
                  <a:lnTo>
                    <a:pt x="57" y="951"/>
                  </a:lnTo>
                  <a:lnTo>
                    <a:pt x="40" y="905"/>
                  </a:lnTo>
                  <a:lnTo>
                    <a:pt x="26" y="858"/>
                  </a:lnTo>
                  <a:lnTo>
                    <a:pt x="15" y="811"/>
                  </a:lnTo>
                  <a:lnTo>
                    <a:pt x="7" y="765"/>
                  </a:lnTo>
                  <a:lnTo>
                    <a:pt x="3" y="719"/>
                  </a:lnTo>
                  <a:lnTo>
                    <a:pt x="0" y="674"/>
                  </a:lnTo>
                  <a:lnTo>
                    <a:pt x="1" y="630"/>
                  </a:lnTo>
                  <a:lnTo>
                    <a:pt x="4" y="588"/>
                  </a:lnTo>
                  <a:lnTo>
                    <a:pt x="10" y="549"/>
                  </a:lnTo>
                  <a:lnTo>
                    <a:pt x="18" y="513"/>
                  </a:lnTo>
                  <a:lnTo>
                    <a:pt x="32" y="466"/>
                  </a:lnTo>
                  <a:lnTo>
                    <a:pt x="49" y="420"/>
                  </a:lnTo>
                  <a:lnTo>
                    <a:pt x="67" y="374"/>
                  </a:lnTo>
                  <a:lnTo>
                    <a:pt x="85" y="331"/>
                  </a:lnTo>
                  <a:lnTo>
                    <a:pt x="104" y="289"/>
                  </a:lnTo>
                  <a:lnTo>
                    <a:pt x="125" y="250"/>
                  </a:lnTo>
                  <a:lnTo>
                    <a:pt x="144" y="213"/>
                  </a:lnTo>
                  <a:lnTo>
                    <a:pt x="164" y="179"/>
                  </a:lnTo>
                  <a:lnTo>
                    <a:pt x="182" y="149"/>
                  </a:lnTo>
                  <a:lnTo>
                    <a:pt x="199" y="122"/>
                  </a:lnTo>
                  <a:lnTo>
                    <a:pt x="212" y="99"/>
                  </a:lnTo>
                  <a:lnTo>
                    <a:pt x="225" y="81"/>
                  </a:lnTo>
                  <a:lnTo>
                    <a:pt x="235" y="67"/>
                  </a:lnTo>
                  <a:lnTo>
                    <a:pt x="240" y="58"/>
                  </a:lnTo>
                  <a:lnTo>
                    <a:pt x="242" y="5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4868864" y="1536701"/>
              <a:ext cx="2274888" cy="3670301"/>
            </a:xfrm>
            <a:custGeom>
              <a:avLst/>
              <a:gdLst>
                <a:gd name="T0" fmla="*/ 715 w 1433"/>
                <a:gd name="T1" fmla="*/ 294 h 2312"/>
                <a:gd name="T2" fmla="*/ 643 w 1433"/>
                <a:gd name="T3" fmla="*/ 474 h 2312"/>
                <a:gd name="T4" fmla="*/ 491 w 1433"/>
                <a:gd name="T5" fmla="*/ 752 h 2312"/>
                <a:gd name="T6" fmla="*/ 373 w 1433"/>
                <a:gd name="T7" fmla="*/ 924 h 2312"/>
                <a:gd name="T8" fmla="*/ 304 w 1433"/>
                <a:gd name="T9" fmla="*/ 1017 h 2312"/>
                <a:gd name="T10" fmla="*/ 265 w 1433"/>
                <a:gd name="T11" fmla="*/ 1077 h 2312"/>
                <a:gd name="T12" fmla="*/ 176 w 1433"/>
                <a:gd name="T13" fmla="*/ 1241 h 2312"/>
                <a:gd name="T14" fmla="*/ 97 w 1433"/>
                <a:gd name="T15" fmla="*/ 1447 h 2312"/>
                <a:gd name="T16" fmla="*/ 80 w 1433"/>
                <a:gd name="T17" fmla="*/ 1586 h 2312"/>
                <a:gd name="T18" fmla="*/ 100 w 1433"/>
                <a:gd name="T19" fmla="*/ 1749 h 2312"/>
                <a:gd name="T20" fmla="*/ 161 w 1433"/>
                <a:gd name="T21" fmla="*/ 1916 h 2312"/>
                <a:gd name="T22" fmla="*/ 236 w 1433"/>
                <a:gd name="T23" fmla="*/ 2030 h 2312"/>
                <a:gd name="T24" fmla="*/ 373 w 1433"/>
                <a:gd name="T25" fmla="*/ 2149 h 2312"/>
                <a:gd name="T26" fmla="*/ 526 w 1433"/>
                <a:gd name="T27" fmla="*/ 2212 h 2312"/>
                <a:gd name="T28" fmla="*/ 714 w 1433"/>
                <a:gd name="T29" fmla="*/ 2231 h 2312"/>
                <a:gd name="T30" fmla="*/ 903 w 1433"/>
                <a:gd name="T31" fmla="*/ 2205 h 2312"/>
                <a:gd name="T32" fmla="*/ 1082 w 1433"/>
                <a:gd name="T33" fmla="*/ 2126 h 2312"/>
                <a:gd name="T34" fmla="*/ 1221 w 1433"/>
                <a:gd name="T35" fmla="*/ 1996 h 2312"/>
                <a:gd name="T36" fmla="*/ 1290 w 1433"/>
                <a:gd name="T37" fmla="*/ 1882 h 2312"/>
                <a:gd name="T38" fmla="*/ 1335 w 1433"/>
                <a:gd name="T39" fmla="*/ 1754 h 2312"/>
                <a:gd name="T40" fmla="*/ 1353 w 1433"/>
                <a:gd name="T41" fmla="*/ 1625 h 2312"/>
                <a:gd name="T42" fmla="*/ 1344 w 1433"/>
                <a:gd name="T43" fmla="*/ 1506 h 2312"/>
                <a:gd name="T44" fmla="*/ 1297 w 1433"/>
                <a:gd name="T45" fmla="*/ 1355 h 2312"/>
                <a:gd name="T46" fmla="*/ 1182 w 1433"/>
                <a:gd name="T47" fmla="*/ 1122 h 2312"/>
                <a:gd name="T48" fmla="*/ 1069 w 1433"/>
                <a:gd name="T49" fmla="*/ 952 h 2312"/>
                <a:gd name="T50" fmla="*/ 932 w 1433"/>
                <a:gd name="T51" fmla="*/ 749 h 2312"/>
                <a:gd name="T52" fmla="*/ 786 w 1433"/>
                <a:gd name="T53" fmla="*/ 471 h 2312"/>
                <a:gd name="T54" fmla="*/ 712 w 1433"/>
                <a:gd name="T55" fmla="*/ 0 h 2312"/>
                <a:gd name="T56" fmla="*/ 758 w 1433"/>
                <a:gd name="T57" fmla="*/ 164 h 2312"/>
                <a:gd name="T58" fmla="*/ 764 w 1433"/>
                <a:gd name="T59" fmla="*/ 185 h 2312"/>
                <a:gd name="T60" fmla="*/ 804 w 1433"/>
                <a:gd name="T61" fmla="*/ 300 h 2312"/>
                <a:gd name="T62" fmla="*/ 912 w 1433"/>
                <a:gd name="T63" fmla="*/ 546 h 2312"/>
                <a:gd name="T64" fmla="*/ 1068 w 1433"/>
                <a:gd name="T65" fmla="*/ 810 h 2312"/>
                <a:gd name="T66" fmla="*/ 1126 w 1433"/>
                <a:gd name="T67" fmla="*/ 895 h 2312"/>
                <a:gd name="T68" fmla="*/ 1257 w 1433"/>
                <a:gd name="T69" fmla="*/ 1090 h 2312"/>
                <a:gd name="T70" fmla="*/ 1372 w 1433"/>
                <a:gd name="T71" fmla="*/ 1323 h 2312"/>
                <a:gd name="T72" fmla="*/ 1423 w 1433"/>
                <a:gd name="T73" fmla="*/ 1489 h 2312"/>
                <a:gd name="T74" fmla="*/ 1433 w 1433"/>
                <a:gd name="T75" fmla="*/ 1625 h 2312"/>
                <a:gd name="T76" fmla="*/ 1414 w 1433"/>
                <a:gd name="T77" fmla="*/ 1771 h 2312"/>
                <a:gd name="T78" fmla="*/ 1365 w 1433"/>
                <a:gd name="T79" fmla="*/ 1914 h 2312"/>
                <a:gd name="T80" fmla="*/ 1278 w 1433"/>
                <a:gd name="T81" fmla="*/ 2053 h 2312"/>
                <a:gd name="T82" fmla="*/ 1136 w 1433"/>
                <a:gd name="T83" fmla="*/ 2185 h 2312"/>
                <a:gd name="T84" fmla="*/ 971 w 1433"/>
                <a:gd name="T85" fmla="*/ 2269 h 2312"/>
                <a:gd name="T86" fmla="*/ 775 w 1433"/>
                <a:gd name="T87" fmla="*/ 2309 h 2312"/>
                <a:gd name="T88" fmla="*/ 603 w 1433"/>
                <a:gd name="T89" fmla="*/ 2306 h 2312"/>
                <a:gd name="T90" fmla="*/ 418 w 1433"/>
                <a:gd name="T91" fmla="*/ 2261 h 2312"/>
                <a:gd name="T92" fmla="*/ 233 w 1433"/>
                <a:gd name="T93" fmla="*/ 2144 h 2312"/>
                <a:gd name="T94" fmla="*/ 125 w 1433"/>
                <a:gd name="T95" fmla="*/ 2013 h 2312"/>
                <a:gd name="T96" fmla="*/ 43 w 1433"/>
                <a:gd name="T97" fmla="*/ 1843 h 2312"/>
                <a:gd name="T98" fmla="*/ 8 w 1433"/>
                <a:gd name="T99" fmla="*/ 1696 h 2312"/>
                <a:gd name="T100" fmla="*/ 4 w 1433"/>
                <a:gd name="T101" fmla="*/ 1514 h 2312"/>
                <a:gd name="T102" fmla="*/ 33 w 1433"/>
                <a:gd name="T103" fmla="*/ 1376 h 2312"/>
                <a:gd name="T104" fmla="*/ 119 w 1433"/>
                <a:gd name="T105" fmla="*/ 1172 h 2312"/>
                <a:gd name="T106" fmla="*/ 205 w 1433"/>
                <a:gd name="T107" fmla="*/ 1022 h 2312"/>
                <a:gd name="T108" fmla="*/ 251 w 1433"/>
                <a:gd name="T109" fmla="*/ 952 h 2312"/>
                <a:gd name="T110" fmla="*/ 347 w 1433"/>
                <a:gd name="T111" fmla="*/ 826 h 2312"/>
                <a:gd name="T112" fmla="*/ 440 w 1433"/>
                <a:gd name="T113" fmla="*/ 681 h 2312"/>
                <a:gd name="T114" fmla="*/ 594 w 1433"/>
                <a:gd name="T115" fmla="*/ 383 h 2312"/>
                <a:gd name="T116" fmla="*/ 648 w 1433"/>
                <a:gd name="T117" fmla="*/ 242 h 2312"/>
                <a:gd name="T118" fmla="*/ 668 w 1433"/>
                <a:gd name="T119" fmla="*/ 176 h 2312"/>
                <a:gd name="T120" fmla="*/ 675 w 1433"/>
                <a:gd name="T121" fmla="*/ 148 h 2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33" h="2312">
                  <a:moveTo>
                    <a:pt x="262" y="938"/>
                  </a:moveTo>
                  <a:lnTo>
                    <a:pt x="257" y="945"/>
                  </a:lnTo>
                  <a:lnTo>
                    <a:pt x="251" y="954"/>
                  </a:lnTo>
                  <a:lnTo>
                    <a:pt x="262" y="938"/>
                  </a:lnTo>
                  <a:close/>
                  <a:moveTo>
                    <a:pt x="715" y="294"/>
                  </a:moveTo>
                  <a:lnTo>
                    <a:pt x="700" y="338"/>
                  </a:lnTo>
                  <a:lnTo>
                    <a:pt x="691" y="363"/>
                  </a:lnTo>
                  <a:lnTo>
                    <a:pt x="680" y="388"/>
                  </a:lnTo>
                  <a:lnTo>
                    <a:pt x="669" y="415"/>
                  </a:lnTo>
                  <a:lnTo>
                    <a:pt x="643" y="474"/>
                  </a:lnTo>
                  <a:lnTo>
                    <a:pt x="612" y="536"/>
                  </a:lnTo>
                  <a:lnTo>
                    <a:pt x="578" y="605"/>
                  </a:lnTo>
                  <a:lnTo>
                    <a:pt x="537" y="677"/>
                  </a:lnTo>
                  <a:lnTo>
                    <a:pt x="515" y="713"/>
                  </a:lnTo>
                  <a:lnTo>
                    <a:pt x="491" y="752"/>
                  </a:lnTo>
                  <a:lnTo>
                    <a:pt x="466" y="791"/>
                  </a:lnTo>
                  <a:lnTo>
                    <a:pt x="440" y="830"/>
                  </a:lnTo>
                  <a:lnTo>
                    <a:pt x="432" y="842"/>
                  </a:lnTo>
                  <a:lnTo>
                    <a:pt x="404" y="883"/>
                  </a:lnTo>
                  <a:lnTo>
                    <a:pt x="373" y="924"/>
                  </a:lnTo>
                  <a:lnTo>
                    <a:pt x="343" y="965"/>
                  </a:lnTo>
                  <a:lnTo>
                    <a:pt x="314" y="1004"/>
                  </a:lnTo>
                  <a:lnTo>
                    <a:pt x="314" y="1004"/>
                  </a:lnTo>
                  <a:lnTo>
                    <a:pt x="308" y="1009"/>
                  </a:lnTo>
                  <a:lnTo>
                    <a:pt x="304" y="1017"/>
                  </a:lnTo>
                  <a:lnTo>
                    <a:pt x="296" y="1029"/>
                  </a:lnTo>
                  <a:lnTo>
                    <a:pt x="296" y="1029"/>
                  </a:lnTo>
                  <a:lnTo>
                    <a:pt x="293" y="1033"/>
                  </a:lnTo>
                  <a:lnTo>
                    <a:pt x="280" y="1054"/>
                  </a:lnTo>
                  <a:lnTo>
                    <a:pt x="265" y="1077"/>
                  </a:lnTo>
                  <a:lnTo>
                    <a:pt x="248" y="1104"/>
                  </a:lnTo>
                  <a:lnTo>
                    <a:pt x="232" y="1134"/>
                  </a:lnTo>
                  <a:lnTo>
                    <a:pt x="214" y="1168"/>
                  </a:lnTo>
                  <a:lnTo>
                    <a:pt x="194" y="1204"/>
                  </a:lnTo>
                  <a:lnTo>
                    <a:pt x="176" y="1241"/>
                  </a:lnTo>
                  <a:lnTo>
                    <a:pt x="158" y="1280"/>
                  </a:lnTo>
                  <a:lnTo>
                    <a:pt x="140" y="1322"/>
                  </a:lnTo>
                  <a:lnTo>
                    <a:pt x="123" y="1365"/>
                  </a:lnTo>
                  <a:lnTo>
                    <a:pt x="109" y="1403"/>
                  </a:lnTo>
                  <a:lnTo>
                    <a:pt x="97" y="1447"/>
                  </a:lnTo>
                  <a:lnTo>
                    <a:pt x="91" y="1472"/>
                  </a:lnTo>
                  <a:lnTo>
                    <a:pt x="86" y="1500"/>
                  </a:lnTo>
                  <a:lnTo>
                    <a:pt x="83" y="1531"/>
                  </a:lnTo>
                  <a:lnTo>
                    <a:pt x="83" y="1531"/>
                  </a:lnTo>
                  <a:lnTo>
                    <a:pt x="80" y="1586"/>
                  </a:lnTo>
                  <a:lnTo>
                    <a:pt x="83" y="1645"/>
                  </a:lnTo>
                  <a:lnTo>
                    <a:pt x="83" y="1645"/>
                  </a:lnTo>
                  <a:lnTo>
                    <a:pt x="87" y="1679"/>
                  </a:lnTo>
                  <a:lnTo>
                    <a:pt x="93" y="1714"/>
                  </a:lnTo>
                  <a:lnTo>
                    <a:pt x="100" y="1749"/>
                  </a:lnTo>
                  <a:lnTo>
                    <a:pt x="109" y="1785"/>
                  </a:lnTo>
                  <a:lnTo>
                    <a:pt x="119" y="1814"/>
                  </a:lnTo>
                  <a:lnTo>
                    <a:pt x="130" y="1846"/>
                  </a:lnTo>
                  <a:lnTo>
                    <a:pt x="144" y="1881"/>
                  </a:lnTo>
                  <a:lnTo>
                    <a:pt x="161" y="1916"/>
                  </a:lnTo>
                  <a:lnTo>
                    <a:pt x="179" y="1949"/>
                  </a:lnTo>
                  <a:lnTo>
                    <a:pt x="200" y="1981"/>
                  </a:lnTo>
                  <a:lnTo>
                    <a:pt x="200" y="1981"/>
                  </a:lnTo>
                  <a:lnTo>
                    <a:pt x="212" y="1999"/>
                  </a:lnTo>
                  <a:lnTo>
                    <a:pt x="236" y="2030"/>
                  </a:lnTo>
                  <a:lnTo>
                    <a:pt x="262" y="2059"/>
                  </a:lnTo>
                  <a:lnTo>
                    <a:pt x="290" y="2087"/>
                  </a:lnTo>
                  <a:lnTo>
                    <a:pt x="321" y="2112"/>
                  </a:lnTo>
                  <a:lnTo>
                    <a:pt x="352" y="2135"/>
                  </a:lnTo>
                  <a:lnTo>
                    <a:pt x="373" y="2149"/>
                  </a:lnTo>
                  <a:lnTo>
                    <a:pt x="411" y="2169"/>
                  </a:lnTo>
                  <a:lnTo>
                    <a:pt x="450" y="2187"/>
                  </a:lnTo>
                  <a:lnTo>
                    <a:pt x="483" y="2199"/>
                  </a:lnTo>
                  <a:lnTo>
                    <a:pt x="483" y="2199"/>
                  </a:lnTo>
                  <a:lnTo>
                    <a:pt x="526" y="2212"/>
                  </a:lnTo>
                  <a:lnTo>
                    <a:pt x="571" y="2222"/>
                  </a:lnTo>
                  <a:lnTo>
                    <a:pt x="619" y="2227"/>
                  </a:lnTo>
                  <a:lnTo>
                    <a:pt x="619" y="2227"/>
                  </a:lnTo>
                  <a:lnTo>
                    <a:pt x="661" y="2231"/>
                  </a:lnTo>
                  <a:lnTo>
                    <a:pt x="714" y="2231"/>
                  </a:lnTo>
                  <a:lnTo>
                    <a:pt x="766" y="2229"/>
                  </a:lnTo>
                  <a:lnTo>
                    <a:pt x="766" y="2229"/>
                  </a:lnTo>
                  <a:lnTo>
                    <a:pt x="808" y="2224"/>
                  </a:lnTo>
                  <a:lnTo>
                    <a:pt x="857" y="2216"/>
                  </a:lnTo>
                  <a:lnTo>
                    <a:pt x="903" y="2205"/>
                  </a:lnTo>
                  <a:lnTo>
                    <a:pt x="944" y="2194"/>
                  </a:lnTo>
                  <a:lnTo>
                    <a:pt x="980" y="2180"/>
                  </a:lnTo>
                  <a:lnTo>
                    <a:pt x="1019" y="2162"/>
                  </a:lnTo>
                  <a:lnTo>
                    <a:pt x="1057" y="2142"/>
                  </a:lnTo>
                  <a:lnTo>
                    <a:pt x="1082" y="2126"/>
                  </a:lnTo>
                  <a:lnTo>
                    <a:pt x="1111" y="2105"/>
                  </a:lnTo>
                  <a:lnTo>
                    <a:pt x="1141" y="2080"/>
                  </a:lnTo>
                  <a:lnTo>
                    <a:pt x="1171" y="2053"/>
                  </a:lnTo>
                  <a:lnTo>
                    <a:pt x="1197" y="2026"/>
                  </a:lnTo>
                  <a:lnTo>
                    <a:pt x="1221" y="1996"/>
                  </a:lnTo>
                  <a:lnTo>
                    <a:pt x="1235" y="1978"/>
                  </a:lnTo>
                  <a:lnTo>
                    <a:pt x="1235" y="1978"/>
                  </a:lnTo>
                  <a:lnTo>
                    <a:pt x="1255" y="1948"/>
                  </a:lnTo>
                  <a:lnTo>
                    <a:pt x="1273" y="1916"/>
                  </a:lnTo>
                  <a:lnTo>
                    <a:pt x="1290" y="1882"/>
                  </a:lnTo>
                  <a:lnTo>
                    <a:pt x="1304" y="1849"/>
                  </a:lnTo>
                  <a:lnTo>
                    <a:pt x="1318" y="1814"/>
                  </a:lnTo>
                  <a:lnTo>
                    <a:pt x="1328" y="1781"/>
                  </a:lnTo>
                  <a:lnTo>
                    <a:pt x="1328" y="1781"/>
                  </a:lnTo>
                  <a:lnTo>
                    <a:pt x="1335" y="1754"/>
                  </a:lnTo>
                  <a:lnTo>
                    <a:pt x="1343" y="1720"/>
                  </a:lnTo>
                  <a:lnTo>
                    <a:pt x="1347" y="1685"/>
                  </a:lnTo>
                  <a:lnTo>
                    <a:pt x="1351" y="1652"/>
                  </a:lnTo>
                  <a:lnTo>
                    <a:pt x="1351" y="1652"/>
                  </a:lnTo>
                  <a:lnTo>
                    <a:pt x="1353" y="1625"/>
                  </a:lnTo>
                  <a:lnTo>
                    <a:pt x="1353" y="1593"/>
                  </a:lnTo>
                  <a:lnTo>
                    <a:pt x="1351" y="1560"/>
                  </a:lnTo>
                  <a:lnTo>
                    <a:pt x="1351" y="1560"/>
                  </a:lnTo>
                  <a:lnTo>
                    <a:pt x="1348" y="1536"/>
                  </a:lnTo>
                  <a:lnTo>
                    <a:pt x="1344" y="1506"/>
                  </a:lnTo>
                  <a:lnTo>
                    <a:pt x="1337" y="1476"/>
                  </a:lnTo>
                  <a:lnTo>
                    <a:pt x="1339" y="1476"/>
                  </a:lnTo>
                  <a:lnTo>
                    <a:pt x="1332" y="1451"/>
                  </a:lnTo>
                  <a:lnTo>
                    <a:pt x="1315" y="1403"/>
                  </a:lnTo>
                  <a:lnTo>
                    <a:pt x="1297" y="1355"/>
                  </a:lnTo>
                  <a:lnTo>
                    <a:pt x="1279" y="1311"/>
                  </a:lnTo>
                  <a:lnTo>
                    <a:pt x="1261" y="1269"/>
                  </a:lnTo>
                  <a:lnTo>
                    <a:pt x="1243" y="1230"/>
                  </a:lnTo>
                  <a:lnTo>
                    <a:pt x="1223" y="1193"/>
                  </a:lnTo>
                  <a:lnTo>
                    <a:pt x="1182" y="1122"/>
                  </a:lnTo>
                  <a:lnTo>
                    <a:pt x="1137" y="1052"/>
                  </a:lnTo>
                  <a:lnTo>
                    <a:pt x="1137" y="1052"/>
                  </a:lnTo>
                  <a:lnTo>
                    <a:pt x="1122" y="1029"/>
                  </a:lnTo>
                  <a:lnTo>
                    <a:pt x="1096" y="991"/>
                  </a:lnTo>
                  <a:lnTo>
                    <a:pt x="1069" y="952"/>
                  </a:lnTo>
                  <a:lnTo>
                    <a:pt x="1040" y="912"/>
                  </a:lnTo>
                  <a:lnTo>
                    <a:pt x="1011" y="867"/>
                  </a:lnTo>
                  <a:lnTo>
                    <a:pt x="1001" y="855"/>
                  </a:lnTo>
                  <a:lnTo>
                    <a:pt x="973" y="813"/>
                  </a:lnTo>
                  <a:lnTo>
                    <a:pt x="932" y="749"/>
                  </a:lnTo>
                  <a:lnTo>
                    <a:pt x="897" y="691"/>
                  </a:lnTo>
                  <a:lnTo>
                    <a:pt x="866" y="634"/>
                  </a:lnTo>
                  <a:lnTo>
                    <a:pt x="837" y="578"/>
                  </a:lnTo>
                  <a:lnTo>
                    <a:pt x="811" y="524"/>
                  </a:lnTo>
                  <a:lnTo>
                    <a:pt x="786" y="471"/>
                  </a:lnTo>
                  <a:lnTo>
                    <a:pt x="765" y="421"/>
                  </a:lnTo>
                  <a:lnTo>
                    <a:pt x="746" y="375"/>
                  </a:lnTo>
                  <a:lnTo>
                    <a:pt x="729" y="332"/>
                  </a:lnTo>
                  <a:lnTo>
                    <a:pt x="715" y="294"/>
                  </a:lnTo>
                  <a:close/>
                  <a:moveTo>
                    <a:pt x="712" y="0"/>
                  </a:moveTo>
                  <a:lnTo>
                    <a:pt x="753" y="148"/>
                  </a:lnTo>
                  <a:lnTo>
                    <a:pt x="754" y="151"/>
                  </a:lnTo>
                  <a:lnTo>
                    <a:pt x="754" y="154"/>
                  </a:lnTo>
                  <a:lnTo>
                    <a:pt x="755" y="158"/>
                  </a:lnTo>
                  <a:lnTo>
                    <a:pt x="758" y="164"/>
                  </a:lnTo>
                  <a:lnTo>
                    <a:pt x="758" y="167"/>
                  </a:lnTo>
                  <a:lnTo>
                    <a:pt x="761" y="173"/>
                  </a:lnTo>
                  <a:lnTo>
                    <a:pt x="762" y="182"/>
                  </a:lnTo>
                  <a:lnTo>
                    <a:pt x="764" y="185"/>
                  </a:lnTo>
                  <a:lnTo>
                    <a:pt x="764" y="185"/>
                  </a:lnTo>
                  <a:lnTo>
                    <a:pt x="768" y="197"/>
                  </a:lnTo>
                  <a:lnTo>
                    <a:pt x="771" y="211"/>
                  </a:lnTo>
                  <a:lnTo>
                    <a:pt x="778" y="226"/>
                  </a:lnTo>
                  <a:lnTo>
                    <a:pt x="790" y="261"/>
                  </a:lnTo>
                  <a:lnTo>
                    <a:pt x="804" y="300"/>
                  </a:lnTo>
                  <a:lnTo>
                    <a:pt x="821" y="343"/>
                  </a:lnTo>
                  <a:lnTo>
                    <a:pt x="840" y="389"/>
                  </a:lnTo>
                  <a:lnTo>
                    <a:pt x="861" y="439"/>
                  </a:lnTo>
                  <a:lnTo>
                    <a:pt x="886" y="492"/>
                  </a:lnTo>
                  <a:lnTo>
                    <a:pt x="912" y="546"/>
                  </a:lnTo>
                  <a:lnTo>
                    <a:pt x="941" y="602"/>
                  </a:lnTo>
                  <a:lnTo>
                    <a:pt x="972" y="659"/>
                  </a:lnTo>
                  <a:lnTo>
                    <a:pt x="1007" y="717"/>
                  </a:lnTo>
                  <a:lnTo>
                    <a:pt x="1040" y="770"/>
                  </a:lnTo>
                  <a:lnTo>
                    <a:pt x="1068" y="810"/>
                  </a:lnTo>
                  <a:lnTo>
                    <a:pt x="1068" y="810"/>
                  </a:lnTo>
                  <a:lnTo>
                    <a:pt x="1076" y="823"/>
                  </a:lnTo>
                  <a:lnTo>
                    <a:pt x="1076" y="823"/>
                  </a:lnTo>
                  <a:lnTo>
                    <a:pt x="1097" y="855"/>
                  </a:lnTo>
                  <a:lnTo>
                    <a:pt x="1126" y="895"/>
                  </a:lnTo>
                  <a:lnTo>
                    <a:pt x="1153" y="934"/>
                  </a:lnTo>
                  <a:lnTo>
                    <a:pt x="1179" y="972"/>
                  </a:lnTo>
                  <a:lnTo>
                    <a:pt x="1203" y="1008"/>
                  </a:lnTo>
                  <a:lnTo>
                    <a:pt x="1212" y="1020"/>
                  </a:lnTo>
                  <a:lnTo>
                    <a:pt x="1257" y="1090"/>
                  </a:lnTo>
                  <a:lnTo>
                    <a:pt x="1298" y="1161"/>
                  </a:lnTo>
                  <a:lnTo>
                    <a:pt x="1318" y="1198"/>
                  </a:lnTo>
                  <a:lnTo>
                    <a:pt x="1336" y="1237"/>
                  </a:lnTo>
                  <a:lnTo>
                    <a:pt x="1354" y="1279"/>
                  </a:lnTo>
                  <a:lnTo>
                    <a:pt x="1372" y="1323"/>
                  </a:lnTo>
                  <a:lnTo>
                    <a:pt x="1390" y="1371"/>
                  </a:lnTo>
                  <a:lnTo>
                    <a:pt x="1408" y="1428"/>
                  </a:lnTo>
                  <a:lnTo>
                    <a:pt x="1415" y="1451"/>
                  </a:lnTo>
                  <a:lnTo>
                    <a:pt x="1417" y="1460"/>
                  </a:lnTo>
                  <a:lnTo>
                    <a:pt x="1423" y="1489"/>
                  </a:lnTo>
                  <a:lnTo>
                    <a:pt x="1428" y="1519"/>
                  </a:lnTo>
                  <a:lnTo>
                    <a:pt x="1432" y="1551"/>
                  </a:lnTo>
                  <a:lnTo>
                    <a:pt x="1432" y="1560"/>
                  </a:lnTo>
                  <a:lnTo>
                    <a:pt x="1433" y="1593"/>
                  </a:lnTo>
                  <a:lnTo>
                    <a:pt x="1433" y="1625"/>
                  </a:lnTo>
                  <a:lnTo>
                    <a:pt x="1432" y="1660"/>
                  </a:lnTo>
                  <a:lnTo>
                    <a:pt x="1430" y="1668"/>
                  </a:lnTo>
                  <a:lnTo>
                    <a:pt x="1426" y="1702"/>
                  </a:lnTo>
                  <a:lnTo>
                    <a:pt x="1422" y="1736"/>
                  </a:lnTo>
                  <a:lnTo>
                    <a:pt x="1414" y="1771"/>
                  </a:lnTo>
                  <a:lnTo>
                    <a:pt x="1405" y="1804"/>
                  </a:lnTo>
                  <a:lnTo>
                    <a:pt x="1403" y="1813"/>
                  </a:lnTo>
                  <a:lnTo>
                    <a:pt x="1393" y="1846"/>
                  </a:lnTo>
                  <a:lnTo>
                    <a:pt x="1379" y="1881"/>
                  </a:lnTo>
                  <a:lnTo>
                    <a:pt x="1365" y="1914"/>
                  </a:lnTo>
                  <a:lnTo>
                    <a:pt x="1348" y="1948"/>
                  </a:lnTo>
                  <a:lnTo>
                    <a:pt x="1330" y="1980"/>
                  </a:lnTo>
                  <a:lnTo>
                    <a:pt x="1310" y="2010"/>
                  </a:lnTo>
                  <a:lnTo>
                    <a:pt x="1301" y="2023"/>
                  </a:lnTo>
                  <a:lnTo>
                    <a:pt x="1278" y="2053"/>
                  </a:lnTo>
                  <a:lnTo>
                    <a:pt x="1254" y="2083"/>
                  </a:lnTo>
                  <a:lnTo>
                    <a:pt x="1228" y="2110"/>
                  </a:lnTo>
                  <a:lnTo>
                    <a:pt x="1198" y="2137"/>
                  </a:lnTo>
                  <a:lnTo>
                    <a:pt x="1168" y="2162"/>
                  </a:lnTo>
                  <a:lnTo>
                    <a:pt x="1136" y="2185"/>
                  </a:lnTo>
                  <a:lnTo>
                    <a:pt x="1123" y="2194"/>
                  </a:lnTo>
                  <a:lnTo>
                    <a:pt x="1089" y="2216"/>
                  </a:lnTo>
                  <a:lnTo>
                    <a:pt x="1051" y="2236"/>
                  </a:lnTo>
                  <a:lnTo>
                    <a:pt x="1012" y="2254"/>
                  </a:lnTo>
                  <a:lnTo>
                    <a:pt x="971" y="2269"/>
                  </a:lnTo>
                  <a:lnTo>
                    <a:pt x="964" y="2272"/>
                  </a:lnTo>
                  <a:lnTo>
                    <a:pt x="919" y="2284"/>
                  </a:lnTo>
                  <a:lnTo>
                    <a:pt x="873" y="2295"/>
                  </a:lnTo>
                  <a:lnTo>
                    <a:pt x="825" y="2304"/>
                  </a:lnTo>
                  <a:lnTo>
                    <a:pt x="775" y="2309"/>
                  </a:lnTo>
                  <a:lnTo>
                    <a:pt x="766" y="2309"/>
                  </a:lnTo>
                  <a:lnTo>
                    <a:pt x="715" y="2312"/>
                  </a:lnTo>
                  <a:lnTo>
                    <a:pt x="661" y="2312"/>
                  </a:lnTo>
                  <a:lnTo>
                    <a:pt x="611" y="2308"/>
                  </a:lnTo>
                  <a:lnTo>
                    <a:pt x="603" y="2306"/>
                  </a:lnTo>
                  <a:lnTo>
                    <a:pt x="554" y="2301"/>
                  </a:lnTo>
                  <a:lnTo>
                    <a:pt x="509" y="2291"/>
                  </a:lnTo>
                  <a:lnTo>
                    <a:pt x="466" y="2279"/>
                  </a:lnTo>
                  <a:lnTo>
                    <a:pt x="458" y="2276"/>
                  </a:lnTo>
                  <a:lnTo>
                    <a:pt x="418" y="2261"/>
                  </a:lnTo>
                  <a:lnTo>
                    <a:pt x="379" y="2242"/>
                  </a:lnTo>
                  <a:lnTo>
                    <a:pt x="341" y="2223"/>
                  </a:lnTo>
                  <a:lnTo>
                    <a:pt x="296" y="2192"/>
                  </a:lnTo>
                  <a:lnTo>
                    <a:pt x="264" y="2169"/>
                  </a:lnTo>
                  <a:lnTo>
                    <a:pt x="233" y="2144"/>
                  </a:lnTo>
                  <a:lnTo>
                    <a:pt x="205" y="2116"/>
                  </a:lnTo>
                  <a:lnTo>
                    <a:pt x="179" y="2087"/>
                  </a:lnTo>
                  <a:lnTo>
                    <a:pt x="155" y="2056"/>
                  </a:lnTo>
                  <a:lnTo>
                    <a:pt x="133" y="2026"/>
                  </a:lnTo>
                  <a:lnTo>
                    <a:pt x="125" y="2013"/>
                  </a:lnTo>
                  <a:lnTo>
                    <a:pt x="104" y="1981"/>
                  </a:lnTo>
                  <a:lnTo>
                    <a:pt x="86" y="1948"/>
                  </a:lnTo>
                  <a:lnTo>
                    <a:pt x="69" y="1913"/>
                  </a:lnTo>
                  <a:lnTo>
                    <a:pt x="55" y="1878"/>
                  </a:lnTo>
                  <a:lnTo>
                    <a:pt x="43" y="1843"/>
                  </a:lnTo>
                  <a:lnTo>
                    <a:pt x="41" y="1836"/>
                  </a:lnTo>
                  <a:lnTo>
                    <a:pt x="30" y="1802"/>
                  </a:lnTo>
                  <a:lnTo>
                    <a:pt x="21" y="1766"/>
                  </a:lnTo>
                  <a:lnTo>
                    <a:pt x="14" y="1731"/>
                  </a:lnTo>
                  <a:lnTo>
                    <a:pt x="8" y="1696"/>
                  </a:lnTo>
                  <a:lnTo>
                    <a:pt x="4" y="1661"/>
                  </a:lnTo>
                  <a:lnTo>
                    <a:pt x="2" y="1653"/>
                  </a:lnTo>
                  <a:lnTo>
                    <a:pt x="0" y="1586"/>
                  </a:lnTo>
                  <a:lnTo>
                    <a:pt x="2" y="1522"/>
                  </a:lnTo>
                  <a:lnTo>
                    <a:pt x="4" y="1514"/>
                  </a:lnTo>
                  <a:lnTo>
                    <a:pt x="7" y="1483"/>
                  </a:lnTo>
                  <a:lnTo>
                    <a:pt x="12" y="1455"/>
                  </a:lnTo>
                  <a:lnTo>
                    <a:pt x="19" y="1426"/>
                  </a:lnTo>
                  <a:lnTo>
                    <a:pt x="32" y="1383"/>
                  </a:lnTo>
                  <a:lnTo>
                    <a:pt x="33" y="1376"/>
                  </a:lnTo>
                  <a:lnTo>
                    <a:pt x="48" y="1333"/>
                  </a:lnTo>
                  <a:lnTo>
                    <a:pt x="65" y="1290"/>
                  </a:lnTo>
                  <a:lnTo>
                    <a:pt x="83" y="1248"/>
                  </a:lnTo>
                  <a:lnTo>
                    <a:pt x="101" y="1209"/>
                  </a:lnTo>
                  <a:lnTo>
                    <a:pt x="119" y="1172"/>
                  </a:lnTo>
                  <a:lnTo>
                    <a:pt x="139" y="1136"/>
                  </a:lnTo>
                  <a:lnTo>
                    <a:pt x="157" y="1102"/>
                  </a:lnTo>
                  <a:lnTo>
                    <a:pt x="173" y="1072"/>
                  </a:lnTo>
                  <a:lnTo>
                    <a:pt x="190" y="1045"/>
                  </a:lnTo>
                  <a:lnTo>
                    <a:pt x="205" y="1022"/>
                  </a:lnTo>
                  <a:lnTo>
                    <a:pt x="218" y="1001"/>
                  </a:lnTo>
                  <a:lnTo>
                    <a:pt x="229" y="984"/>
                  </a:lnTo>
                  <a:lnTo>
                    <a:pt x="239" y="972"/>
                  </a:lnTo>
                  <a:lnTo>
                    <a:pt x="247" y="960"/>
                  </a:lnTo>
                  <a:lnTo>
                    <a:pt x="251" y="952"/>
                  </a:lnTo>
                  <a:lnTo>
                    <a:pt x="250" y="956"/>
                  </a:lnTo>
                  <a:lnTo>
                    <a:pt x="257" y="945"/>
                  </a:lnTo>
                  <a:lnTo>
                    <a:pt x="286" y="908"/>
                  </a:lnTo>
                  <a:lnTo>
                    <a:pt x="316" y="867"/>
                  </a:lnTo>
                  <a:lnTo>
                    <a:pt x="347" y="826"/>
                  </a:lnTo>
                  <a:lnTo>
                    <a:pt x="366" y="798"/>
                  </a:lnTo>
                  <a:lnTo>
                    <a:pt x="365" y="798"/>
                  </a:lnTo>
                  <a:lnTo>
                    <a:pt x="391" y="759"/>
                  </a:lnTo>
                  <a:lnTo>
                    <a:pt x="416" y="720"/>
                  </a:lnTo>
                  <a:lnTo>
                    <a:pt x="440" y="681"/>
                  </a:lnTo>
                  <a:lnTo>
                    <a:pt x="462" y="645"/>
                  </a:lnTo>
                  <a:lnTo>
                    <a:pt x="503" y="573"/>
                  </a:lnTo>
                  <a:lnTo>
                    <a:pt x="537" y="504"/>
                  </a:lnTo>
                  <a:lnTo>
                    <a:pt x="568" y="442"/>
                  </a:lnTo>
                  <a:lnTo>
                    <a:pt x="594" y="383"/>
                  </a:lnTo>
                  <a:lnTo>
                    <a:pt x="605" y="356"/>
                  </a:lnTo>
                  <a:lnTo>
                    <a:pt x="616" y="331"/>
                  </a:lnTo>
                  <a:lnTo>
                    <a:pt x="625" y="306"/>
                  </a:lnTo>
                  <a:lnTo>
                    <a:pt x="641" y="261"/>
                  </a:lnTo>
                  <a:lnTo>
                    <a:pt x="648" y="242"/>
                  </a:lnTo>
                  <a:lnTo>
                    <a:pt x="654" y="224"/>
                  </a:lnTo>
                  <a:lnTo>
                    <a:pt x="657" y="215"/>
                  </a:lnTo>
                  <a:lnTo>
                    <a:pt x="661" y="200"/>
                  </a:lnTo>
                  <a:lnTo>
                    <a:pt x="665" y="187"/>
                  </a:lnTo>
                  <a:lnTo>
                    <a:pt x="668" y="176"/>
                  </a:lnTo>
                  <a:lnTo>
                    <a:pt x="671" y="167"/>
                  </a:lnTo>
                  <a:lnTo>
                    <a:pt x="672" y="160"/>
                  </a:lnTo>
                  <a:lnTo>
                    <a:pt x="673" y="154"/>
                  </a:lnTo>
                  <a:lnTo>
                    <a:pt x="673" y="151"/>
                  </a:lnTo>
                  <a:lnTo>
                    <a:pt x="675" y="14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025359" y="1940695"/>
            <a:ext cx="1587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</a:rPr>
              <a:t>85%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032910" y="3924687"/>
            <a:ext cx="1474044" cy="2381940"/>
            <a:chOff x="2455863" y="1674813"/>
            <a:chExt cx="2273300" cy="3673475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584451" y="4578351"/>
              <a:ext cx="2024063" cy="706438"/>
            </a:xfrm>
            <a:custGeom>
              <a:avLst/>
              <a:gdLst>
                <a:gd name="T0" fmla="*/ 0 w 1275"/>
                <a:gd name="T1" fmla="*/ 0 h 445"/>
                <a:gd name="T2" fmla="*/ 1275 w 1275"/>
                <a:gd name="T3" fmla="*/ 0 h 445"/>
                <a:gd name="T4" fmla="*/ 1257 w 1275"/>
                <a:gd name="T5" fmla="*/ 48 h 445"/>
                <a:gd name="T6" fmla="*/ 1234 w 1275"/>
                <a:gd name="T7" fmla="*/ 96 h 445"/>
                <a:gd name="T8" fmla="*/ 1208 w 1275"/>
                <a:gd name="T9" fmla="*/ 142 h 445"/>
                <a:gd name="T10" fmla="*/ 1178 w 1275"/>
                <a:gd name="T11" fmla="*/ 186 h 445"/>
                <a:gd name="T12" fmla="*/ 1143 w 1275"/>
                <a:gd name="T13" fmla="*/ 229 h 445"/>
                <a:gd name="T14" fmla="*/ 1104 w 1275"/>
                <a:gd name="T15" fmla="*/ 268 h 445"/>
                <a:gd name="T16" fmla="*/ 1061 w 1275"/>
                <a:gd name="T17" fmla="*/ 304 h 445"/>
                <a:gd name="T18" fmla="*/ 1014 w 1275"/>
                <a:gd name="T19" fmla="*/ 338 h 445"/>
                <a:gd name="T20" fmla="*/ 961 w 1275"/>
                <a:gd name="T21" fmla="*/ 367 h 445"/>
                <a:gd name="T22" fmla="*/ 905 w 1275"/>
                <a:gd name="T23" fmla="*/ 393 h 445"/>
                <a:gd name="T24" fmla="*/ 844 w 1275"/>
                <a:gd name="T25" fmla="*/ 414 h 445"/>
                <a:gd name="T26" fmla="*/ 779 w 1275"/>
                <a:gd name="T27" fmla="*/ 429 h 445"/>
                <a:gd name="T28" fmla="*/ 708 w 1275"/>
                <a:gd name="T29" fmla="*/ 439 h 445"/>
                <a:gd name="T30" fmla="*/ 633 w 1275"/>
                <a:gd name="T31" fmla="*/ 445 h 445"/>
                <a:gd name="T32" fmla="*/ 564 w 1275"/>
                <a:gd name="T33" fmla="*/ 443 h 445"/>
                <a:gd name="T34" fmla="*/ 498 w 1275"/>
                <a:gd name="T35" fmla="*/ 436 h 445"/>
                <a:gd name="T36" fmla="*/ 436 w 1275"/>
                <a:gd name="T37" fmla="*/ 424 h 445"/>
                <a:gd name="T38" fmla="*/ 379 w 1275"/>
                <a:gd name="T39" fmla="*/ 406 h 445"/>
                <a:gd name="T40" fmla="*/ 326 w 1275"/>
                <a:gd name="T41" fmla="*/ 385 h 445"/>
                <a:gd name="T42" fmla="*/ 277 w 1275"/>
                <a:gd name="T43" fmla="*/ 358 h 445"/>
                <a:gd name="T44" fmla="*/ 232 w 1275"/>
                <a:gd name="T45" fmla="*/ 329 h 445"/>
                <a:gd name="T46" fmla="*/ 190 w 1275"/>
                <a:gd name="T47" fmla="*/ 296 h 445"/>
                <a:gd name="T48" fmla="*/ 152 w 1275"/>
                <a:gd name="T49" fmla="*/ 260 h 445"/>
                <a:gd name="T50" fmla="*/ 118 w 1275"/>
                <a:gd name="T51" fmla="*/ 221 h 445"/>
                <a:gd name="T52" fmla="*/ 87 w 1275"/>
                <a:gd name="T53" fmla="*/ 179 h 445"/>
                <a:gd name="T54" fmla="*/ 61 w 1275"/>
                <a:gd name="T55" fmla="*/ 136 h 445"/>
                <a:gd name="T56" fmla="*/ 37 w 1275"/>
                <a:gd name="T57" fmla="*/ 92 h 445"/>
                <a:gd name="T58" fmla="*/ 16 w 1275"/>
                <a:gd name="T59" fmla="*/ 47 h 445"/>
                <a:gd name="T60" fmla="*/ 0 w 1275"/>
                <a:gd name="T61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75" h="445">
                  <a:moveTo>
                    <a:pt x="0" y="0"/>
                  </a:moveTo>
                  <a:lnTo>
                    <a:pt x="1275" y="0"/>
                  </a:lnTo>
                  <a:lnTo>
                    <a:pt x="1257" y="48"/>
                  </a:lnTo>
                  <a:lnTo>
                    <a:pt x="1234" y="96"/>
                  </a:lnTo>
                  <a:lnTo>
                    <a:pt x="1208" y="142"/>
                  </a:lnTo>
                  <a:lnTo>
                    <a:pt x="1178" y="186"/>
                  </a:lnTo>
                  <a:lnTo>
                    <a:pt x="1143" y="229"/>
                  </a:lnTo>
                  <a:lnTo>
                    <a:pt x="1104" y="268"/>
                  </a:lnTo>
                  <a:lnTo>
                    <a:pt x="1061" y="304"/>
                  </a:lnTo>
                  <a:lnTo>
                    <a:pt x="1014" y="338"/>
                  </a:lnTo>
                  <a:lnTo>
                    <a:pt x="961" y="367"/>
                  </a:lnTo>
                  <a:lnTo>
                    <a:pt x="905" y="393"/>
                  </a:lnTo>
                  <a:lnTo>
                    <a:pt x="844" y="414"/>
                  </a:lnTo>
                  <a:lnTo>
                    <a:pt x="779" y="429"/>
                  </a:lnTo>
                  <a:lnTo>
                    <a:pt x="708" y="439"/>
                  </a:lnTo>
                  <a:lnTo>
                    <a:pt x="633" y="445"/>
                  </a:lnTo>
                  <a:lnTo>
                    <a:pt x="564" y="443"/>
                  </a:lnTo>
                  <a:lnTo>
                    <a:pt x="498" y="436"/>
                  </a:lnTo>
                  <a:lnTo>
                    <a:pt x="436" y="424"/>
                  </a:lnTo>
                  <a:lnTo>
                    <a:pt x="379" y="406"/>
                  </a:lnTo>
                  <a:lnTo>
                    <a:pt x="326" y="385"/>
                  </a:lnTo>
                  <a:lnTo>
                    <a:pt x="277" y="358"/>
                  </a:lnTo>
                  <a:lnTo>
                    <a:pt x="232" y="329"/>
                  </a:lnTo>
                  <a:lnTo>
                    <a:pt x="190" y="296"/>
                  </a:lnTo>
                  <a:lnTo>
                    <a:pt x="152" y="260"/>
                  </a:lnTo>
                  <a:lnTo>
                    <a:pt x="118" y="221"/>
                  </a:lnTo>
                  <a:lnTo>
                    <a:pt x="87" y="179"/>
                  </a:lnTo>
                  <a:lnTo>
                    <a:pt x="61" y="136"/>
                  </a:lnTo>
                  <a:lnTo>
                    <a:pt x="37" y="92"/>
                  </a:lnTo>
                  <a:lnTo>
                    <a:pt x="16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2455863" y="1674813"/>
              <a:ext cx="2273300" cy="3673475"/>
            </a:xfrm>
            <a:custGeom>
              <a:avLst/>
              <a:gdLst>
                <a:gd name="T0" fmla="*/ 670 w 1432"/>
                <a:gd name="T1" fmla="*/ 416 h 2314"/>
                <a:gd name="T2" fmla="*/ 515 w 1432"/>
                <a:gd name="T3" fmla="*/ 715 h 2314"/>
                <a:gd name="T4" fmla="*/ 403 w 1432"/>
                <a:gd name="T5" fmla="*/ 885 h 2314"/>
                <a:gd name="T6" fmla="*/ 308 w 1432"/>
                <a:gd name="T7" fmla="*/ 1011 h 2314"/>
                <a:gd name="T8" fmla="*/ 281 w 1432"/>
                <a:gd name="T9" fmla="*/ 1054 h 2314"/>
                <a:gd name="T10" fmla="*/ 194 w 1432"/>
                <a:gd name="T11" fmla="*/ 1204 h 2314"/>
                <a:gd name="T12" fmla="*/ 97 w 1432"/>
                <a:gd name="T13" fmla="*/ 1448 h 2314"/>
                <a:gd name="T14" fmla="*/ 81 w 1432"/>
                <a:gd name="T15" fmla="*/ 1587 h 2314"/>
                <a:gd name="T16" fmla="*/ 100 w 1432"/>
                <a:gd name="T17" fmla="*/ 1751 h 2314"/>
                <a:gd name="T18" fmla="*/ 161 w 1432"/>
                <a:gd name="T19" fmla="*/ 1916 h 2314"/>
                <a:gd name="T20" fmla="*/ 236 w 1432"/>
                <a:gd name="T21" fmla="*/ 2032 h 2314"/>
                <a:gd name="T22" fmla="*/ 374 w 1432"/>
                <a:gd name="T23" fmla="*/ 2151 h 2314"/>
                <a:gd name="T24" fmla="*/ 571 w 1432"/>
                <a:gd name="T25" fmla="*/ 2222 h 2314"/>
                <a:gd name="T26" fmla="*/ 767 w 1432"/>
                <a:gd name="T27" fmla="*/ 2231 h 2314"/>
                <a:gd name="T28" fmla="*/ 943 w 1432"/>
                <a:gd name="T29" fmla="*/ 2196 h 2314"/>
                <a:gd name="T30" fmla="*/ 1111 w 1432"/>
                <a:gd name="T31" fmla="*/ 2107 h 2314"/>
                <a:gd name="T32" fmla="*/ 1242 w 1432"/>
                <a:gd name="T33" fmla="*/ 1971 h 2314"/>
                <a:gd name="T34" fmla="*/ 1317 w 1432"/>
                <a:gd name="T35" fmla="*/ 1816 h 2314"/>
                <a:gd name="T36" fmla="*/ 1347 w 1432"/>
                <a:gd name="T37" fmla="*/ 1687 h 2314"/>
                <a:gd name="T38" fmla="*/ 1350 w 1432"/>
                <a:gd name="T39" fmla="*/ 1562 h 2314"/>
                <a:gd name="T40" fmla="*/ 1338 w 1432"/>
                <a:gd name="T41" fmla="*/ 1478 h 2314"/>
                <a:gd name="T42" fmla="*/ 1261 w 1432"/>
                <a:gd name="T43" fmla="*/ 1271 h 2314"/>
                <a:gd name="T44" fmla="*/ 1138 w 1432"/>
                <a:gd name="T45" fmla="*/ 1053 h 2314"/>
                <a:gd name="T46" fmla="*/ 1010 w 1432"/>
                <a:gd name="T47" fmla="*/ 868 h 2314"/>
                <a:gd name="T48" fmla="*/ 865 w 1432"/>
                <a:gd name="T49" fmla="*/ 634 h 2314"/>
                <a:gd name="T50" fmla="*/ 746 w 1432"/>
                <a:gd name="T51" fmla="*/ 376 h 2314"/>
                <a:gd name="T52" fmla="*/ 754 w 1432"/>
                <a:gd name="T53" fmla="*/ 152 h 2314"/>
                <a:gd name="T54" fmla="*/ 763 w 1432"/>
                <a:gd name="T55" fmla="*/ 182 h 2314"/>
                <a:gd name="T56" fmla="*/ 778 w 1432"/>
                <a:gd name="T57" fmla="*/ 228 h 2314"/>
                <a:gd name="T58" fmla="*/ 861 w 1432"/>
                <a:gd name="T59" fmla="*/ 440 h 2314"/>
                <a:gd name="T60" fmla="*/ 1006 w 1432"/>
                <a:gd name="T61" fmla="*/ 718 h 2314"/>
                <a:gd name="T62" fmla="*/ 1125 w 1432"/>
                <a:gd name="T63" fmla="*/ 896 h 2314"/>
                <a:gd name="T64" fmla="*/ 1257 w 1432"/>
                <a:gd name="T65" fmla="*/ 1090 h 2314"/>
                <a:gd name="T66" fmla="*/ 1371 w 1432"/>
                <a:gd name="T67" fmla="*/ 1325 h 2314"/>
                <a:gd name="T68" fmla="*/ 1422 w 1432"/>
                <a:gd name="T69" fmla="*/ 1491 h 2314"/>
                <a:gd name="T70" fmla="*/ 1432 w 1432"/>
                <a:gd name="T71" fmla="*/ 1627 h 2314"/>
                <a:gd name="T72" fmla="*/ 1414 w 1432"/>
                <a:gd name="T73" fmla="*/ 1772 h 2314"/>
                <a:gd name="T74" fmla="*/ 1349 w 1432"/>
                <a:gd name="T75" fmla="*/ 1948 h 2314"/>
                <a:gd name="T76" fmla="*/ 1254 w 1432"/>
                <a:gd name="T77" fmla="*/ 2085 h 2314"/>
                <a:gd name="T78" fmla="*/ 1124 w 1432"/>
                <a:gd name="T79" fmla="*/ 2196 h 2314"/>
                <a:gd name="T80" fmla="*/ 920 w 1432"/>
                <a:gd name="T81" fmla="*/ 2286 h 2314"/>
                <a:gd name="T82" fmla="*/ 725 w 1432"/>
                <a:gd name="T83" fmla="*/ 2314 h 2314"/>
                <a:gd name="T84" fmla="*/ 508 w 1432"/>
                <a:gd name="T85" fmla="*/ 2292 h 2314"/>
                <a:gd name="T86" fmla="*/ 342 w 1432"/>
                <a:gd name="T87" fmla="*/ 2225 h 2314"/>
                <a:gd name="T88" fmla="*/ 204 w 1432"/>
                <a:gd name="T89" fmla="*/ 2117 h 2314"/>
                <a:gd name="T90" fmla="*/ 104 w 1432"/>
                <a:gd name="T91" fmla="*/ 1982 h 2314"/>
                <a:gd name="T92" fmla="*/ 40 w 1432"/>
                <a:gd name="T93" fmla="*/ 1837 h 2314"/>
                <a:gd name="T94" fmla="*/ 3 w 1432"/>
                <a:gd name="T95" fmla="*/ 1654 h 2314"/>
                <a:gd name="T96" fmla="*/ 13 w 1432"/>
                <a:gd name="T97" fmla="*/ 1456 h 2314"/>
                <a:gd name="T98" fmla="*/ 65 w 1432"/>
                <a:gd name="T99" fmla="*/ 1291 h 2314"/>
                <a:gd name="T100" fmla="*/ 174 w 1432"/>
                <a:gd name="T101" fmla="*/ 1074 h 2314"/>
                <a:gd name="T102" fmla="*/ 239 w 1432"/>
                <a:gd name="T103" fmla="*/ 974 h 2314"/>
                <a:gd name="T104" fmla="*/ 251 w 1432"/>
                <a:gd name="T105" fmla="*/ 957 h 2314"/>
                <a:gd name="T106" fmla="*/ 392 w 1432"/>
                <a:gd name="T107" fmla="*/ 759 h 2314"/>
                <a:gd name="T108" fmla="*/ 538 w 1432"/>
                <a:gd name="T109" fmla="*/ 506 h 2314"/>
                <a:gd name="T110" fmla="*/ 625 w 1432"/>
                <a:gd name="T111" fmla="*/ 306 h 2314"/>
                <a:gd name="T112" fmla="*/ 660 w 1432"/>
                <a:gd name="T113" fmla="*/ 207 h 2314"/>
                <a:gd name="T114" fmla="*/ 672 w 1432"/>
                <a:gd name="T115" fmla="*/ 160 h 2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32" h="2314">
                  <a:moveTo>
                    <a:pt x="715" y="295"/>
                  </a:moveTo>
                  <a:lnTo>
                    <a:pt x="700" y="338"/>
                  </a:lnTo>
                  <a:lnTo>
                    <a:pt x="690" y="363"/>
                  </a:lnTo>
                  <a:lnTo>
                    <a:pt x="681" y="390"/>
                  </a:lnTo>
                  <a:lnTo>
                    <a:pt x="670" y="416"/>
                  </a:lnTo>
                  <a:lnTo>
                    <a:pt x="643" y="474"/>
                  </a:lnTo>
                  <a:lnTo>
                    <a:pt x="613" y="538"/>
                  </a:lnTo>
                  <a:lnTo>
                    <a:pt x="578" y="605"/>
                  </a:lnTo>
                  <a:lnTo>
                    <a:pt x="538" y="677"/>
                  </a:lnTo>
                  <a:lnTo>
                    <a:pt x="515" y="715"/>
                  </a:lnTo>
                  <a:lnTo>
                    <a:pt x="492" y="753"/>
                  </a:lnTo>
                  <a:lnTo>
                    <a:pt x="467" y="791"/>
                  </a:lnTo>
                  <a:lnTo>
                    <a:pt x="440" y="832"/>
                  </a:lnTo>
                  <a:lnTo>
                    <a:pt x="431" y="844"/>
                  </a:lnTo>
                  <a:lnTo>
                    <a:pt x="403" y="885"/>
                  </a:lnTo>
                  <a:lnTo>
                    <a:pt x="374" y="925"/>
                  </a:lnTo>
                  <a:lnTo>
                    <a:pt x="343" y="967"/>
                  </a:lnTo>
                  <a:lnTo>
                    <a:pt x="314" y="1006"/>
                  </a:lnTo>
                  <a:lnTo>
                    <a:pt x="314" y="1006"/>
                  </a:lnTo>
                  <a:lnTo>
                    <a:pt x="308" y="1011"/>
                  </a:lnTo>
                  <a:lnTo>
                    <a:pt x="304" y="1019"/>
                  </a:lnTo>
                  <a:lnTo>
                    <a:pt x="296" y="1031"/>
                  </a:lnTo>
                  <a:lnTo>
                    <a:pt x="296" y="1031"/>
                  </a:lnTo>
                  <a:lnTo>
                    <a:pt x="293" y="1035"/>
                  </a:lnTo>
                  <a:lnTo>
                    <a:pt x="281" y="1054"/>
                  </a:lnTo>
                  <a:lnTo>
                    <a:pt x="265" y="1078"/>
                  </a:lnTo>
                  <a:lnTo>
                    <a:pt x="249" y="1106"/>
                  </a:lnTo>
                  <a:lnTo>
                    <a:pt x="232" y="1136"/>
                  </a:lnTo>
                  <a:lnTo>
                    <a:pt x="214" y="1170"/>
                  </a:lnTo>
                  <a:lnTo>
                    <a:pt x="194" y="1204"/>
                  </a:lnTo>
                  <a:lnTo>
                    <a:pt x="176" y="1242"/>
                  </a:lnTo>
                  <a:lnTo>
                    <a:pt x="140" y="1323"/>
                  </a:lnTo>
                  <a:lnTo>
                    <a:pt x="124" y="1366"/>
                  </a:lnTo>
                  <a:lnTo>
                    <a:pt x="110" y="1403"/>
                  </a:lnTo>
                  <a:lnTo>
                    <a:pt x="97" y="1448"/>
                  </a:lnTo>
                  <a:lnTo>
                    <a:pt x="92" y="1473"/>
                  </a:lnTo>
                  <a:lnTo>
                    <a:pt x="86" y="1501"/>
                  </a:lnTo>
                  <a:lnTo>
                    <a:pt x="83" y="1531"/>
                  </a:lnTo>
                  <a:lnTo>
                    <a:pt x="83" y="1531"/>
                  </a:lnTo>
                  <a:lnTo>
                    <a:pt x="81" y="1587"/>
                  </a:lnTo>
                  <a:lnTo>
                    <a:pt x="83" y="1645"/>
                  </a:lnTo>
                  <a:lnTo>
                    <a:pt x="83" y="1645"/>
                  </a:lnTo>
                  <a:lnTo>
                    <a:pt x="88" y="1680"/>
                  </a:lnTo>
                  <a:lnTo>
                    <a:pt x="93" y="1715"/>
                  </a:lnTo>
                  <a:lnTo>
                    <a:pt x="100" y="1751"/>
                  </a:lnTo>
                  <a:lnTo>
                    <a:pt x="118" y="1813"/>
                  </a:lnTo>
                  <a:lnTo>
                    <a:pt x="118" y="1813"/>
                  </a:lnTo>
                  <a:lnTo>
                    <a:pt x="131" y="1848"/>
                  </a:lnTo>
                  <a:lnTo>
                    <a:pt x="144" y="1883"/>
                  </a:lnTo>
                  <a:lnTo>
                    <a:pt x="161" y="1916"/>
                  </a:lnTo>
                  <a:lnTo>
                    <a:pt x="179" y="1950"/>
                  </a:lnTo>
                  <a:lnTo>
                    <a:pt x="199" y="1982"/>
                  </a:lnTo>
                  <a:lnTo>
                    <a:pt x="199" y="1982"/>
                  </a:lnTo>
                  <a:lnTo>
                    <a:pt x="211" y="2001"/>
                  </a:lnTo>
                  <a:lnTo>
                    <a:pt x="236" y="2032"/>
                  </a:lnTo>
                  <a:lnTo>
                    <a:pt x="261" y="2060"/>
                  </a:lnTo>
                  <a:lnTo>
                    <a:pt x="289" y="2087"/>
                  </a:lnTo>
                  <a:lnTo>
                    <a:pt x="319" y="2114"/>
                  </a:lnTo>
                  <a:lnTo>
                    <a:pt x="349" y="2135"/>
                  </a:lnTo>
                  <a:lnTo>
                    <a:pt x="374" y="2151"/>
                  </a:lnTo>
                  <a:lnTo>
                    <a:pt x="410" y="2171"/>
                  </a:lnTo>
                  <a:lnTo>
                    <a:pt x="449" y="2187"/>
                  </a:lnTo>
                  <a:lnTo>
                    <a:pt x="486" y="2201"/>
                  </a:lnTo>
                  <a:lnTo>
                    <a:pt x="525" y="2212"/>
                  </a:lnTo>
                  <a:lnTo>
                    <a:pt x="571" y="2222"/>
                  </a:lnTo>
                  <a:lnTo>
                    <a:pt x="620" y="2229"/>
                  </a:lnTo>
                  <a:lnTo>
                    <a:pt x="620" y="2229"/>
                  </a:lnTo>
                  <a:lnTo>
                    <a:pt x="661" y="2233"/>
                  </a:lnTo>
                  <a:lnTo>
                    <a:pt x="714" y="2233"/>
                  </a:lnTo>
                  <a:lnTo>
                    <a:pt x="767" y="2231"/>
                  </a:lnTo>
                  <a:lnTo>
                    <a:pt x="767" y="2231"/>
                  </a:lnTo>
                  <a:lnTo>
                    <a:pt x="808" y="2226"/>
                  </a:lnTo>
                  <a:lnTo>
                    <a:pt x="857" y="2218"/>
                  </a:lnTo>
                  <a:lnTo>
                    <a:pt x="903" y="2207"/>
                  </a:lnTo>
                  <a:lnTo>
                    <a:pt x="943" y="2196"/>
                  </a:lnTo>
                  <a:lnTo>
                    <a:pt x="981" y="2181"/>
                  </a:lnTo>
                  <a:lnTo>
                    <a:pt x="1020" y="2164"/>
                  </a:lnTo>
                  <a:lnTo>
                    <a:pt x="1057" y="2143"/>
                  </a:lnTo>
                  <a:lnTo>
                    <a:pt x="1085" y="2126"/>
                  </a:lnTo>
                  <a:lnTo>
                    <a:pt x="1111" y="2107"/>
                  </a:lnTo>
                  <a:lnTo>
                    <a:pt x="1142" y="2082"/>
                  </a:lnTo>
                  <a:lnTo>
                    <a:pt x="1171" y="2055"/>
                  </a:lnTo>
                  <a:lnTo>
                    <a:pt x="1197" y="2028"/>
                  </a:lnTo>
                  <a:lnTo>
                    <a:pt x="1221" y="1998"/>
                  </a:lnTo>
                  <a:lnTo>
                    <a:pt x="1242" y="1971"/>
                  </a:lnTo>
                  <a:lnTo>
                    <a:pt x="1256" y="1948"/>
                  </a:lnTo>
                  <a:lnTo>
                    <a:pt x="1274" y="1916"/>
                  </a:lnTo>
                  <a:lnTo>
                    <a:pt x="1290" y="1884"/>
                  </a:lnTo>
                  <a:lnTo>
                    <a:pt x="1304" y="1851"/>
                  </a:lnTo>
                  <a:lnTo>
                    <a:pt x="1317" y="1816"/>
                  </a:lnTo>
                  <a:lnTo>
                    <a:pt x="1328" y="1783"/>
                  </a:lnTo>
                  <a:lnTo>
                    <a:pt x="1328" y="1783"/>
                  </a:lnTo>
                  <a:lnTo>
                    <a:pt x="1335" y="1755"/>
                  </a:lnTo>
                  <a:lnTo>
                    <a:pt x="1342" y="1722"/>
                  </a:lnTo>
                  <a:lnTo>
                    <a:pt x="1347" y="1687"/>
                  </a:lnTo>
                  <a:lnTo>
                    <a:pt x="1350" y="1662"/>
                  </a:lnTo>
                  <a:lnTo>
                    <a:pt x="1350" y="1662"/>
                  </a:lnTo>
                  <a:lnTo>
                    <a:pt x="1352" y="1627"/>
                  </a:lnTo>
                  <a:lnTo>
                    <a:pt x="1352" y="1595"/>
                  </a:lnTo>
                  <a:lnTo>
                    <a:pt x="1350" y="1562"/>
                  </a:lnTo>
                  <a:lnTo>
                    <a:pt x="1350" y="1562"/>
                  </a:lnTo>
                  <a:lnTo>
                    <a:pt x="1349" y="1538"/>
                  </a:lnTo>
                  <a:lnTo>
                    <a:pt x="1343" y="1508"/>
                  </a:lnTo>
                  <a:lnTo>
                    <a:pt x="1336" y="1478"/>
                  </a:lnTo>
                  <a:lnTo>
                    <a:pt x="1338" y="1478"/>
                  </a:lnTo>
                  <a:lnTo>
                    <a:pt x="1331" y="1453"/>
                  </a:lnTo>
                  <a:lnTo>
                    <a:pt x="1314" y="1405"/>
                  </a:lnTo>
                  <a:lnTo>
                    <a:pt x="1296" y="1357"/>
                  </a:lnTo>
                  <a:lnTo>
                    <a:pt x="1279" y="1311"/>
                  </a:lnTo>
                  <a:lnTo>
                    <a:pt x="1261" y="1271"/>
                  </a:lnTo>
                  <a:lnTo>
                    <a:pt x="1242" y="1231"/>
                  </a:lnTo>
                  <a:lnTo>
                    <a:pt x="1222" y="1193"/>
                  </a:lnTo>
                  <a:lnTo>
                    <a:pt x="1182" y="1122"/>
                  </a:lnTo>
                  <a:lnTo>
                    <a:pt x="1136" y="1053"/>
                  </a:lnTo>
                  <a:lnTo>
                    <a:pt x="1138" y="1053"/>
                  </a:lnTo>
                  <a:lnTo>
                    <a:pt x="1121" y="1029"/>
                  </a:lnTo>
                  <a:lnTo>
                    <a:pt x="1096" y="992"/>
                  </a:lnTo>
                  <a:lnTo>
                    <a:pt x="1068" y="953"/>
                  </a:lnTo>
                  <a:lnTo>
                    <a:pt x="1040" y="912"/>
                  </a:lnTo>
                  <a:lnTo>
                    <a:pt x="1010" y="868"/>
                  </a:lnTo>
                  <a:lnTo>
                    <a:pt x="1000" y="855"/>
                  </a:lnTo>
                  <a:lnTo>
                    <a:pt x="972" y="814"/>
                  </a:lnTo>
                  <a:lnTo>
                    <a:pt x="931" y="750"/>
                  </a:lnTo>
                  <a:lnTo>
                    <a:pt x="897" y="693"/>
                  </a:lnTo>
                  <a:lnTo>
                    <a:pt x="865" y="634"/>
                  </a:lnTo>
                  <a:lnTo>
                    <a:pt x="836" y="579"/>
                  </a:lnTo>
                  <a:lnTo>
                    <a:pt x="810" y="524"/>
                  </a:lnTo>
                  <a:lnTo>
                    <a:pt x="786" y="472"/>
                  </a:lnTo>
                  <a:lnTo>
                    <a:pt x="765" y="423"/>
                  </a:lnTo>
                  <a:lnTo>
                    <a:pt x="746" y="376"/>
                  </a:lnTo>
                  <a:lnTo>
                    <a:pt x="729" y="333"/>
                  </a:lnTo>
                  <a:lnTo>
                    <a:pt x="715" y="295"/>
                  </a:lnTo>
                  <a:close/>
                  <a:moveTo>
                    <a:pt x="713" y="0"/>
                  </a:moveTo>
                  <a:lnTo>
                    <a:pt x="753" y="149"/>
                  </a:lnTo>
                  <a:lnTo>
                    <a:pt x="754" y="152"/>
                  </a:lnTo>
                  <a:lnTo>
                    <a:pt x="754" y="155"/>
                  </a:lnTo>
                  <a:lnTo>
                    <a:pt x="756" y="159"/>
                  </a:lnTo>
                  <a:lnTo>
                    <a:pt x="758" y="166"/>
                  </a:lnTo>
                  <a:lnTo>
                    <a:pt x="760" y="173"/>
                  </a:lnTo>
                  <a:lnTo>
                    <a:pt x="763" y="182"/>
                  </a:lnTo>
                  <a:lnTo>
                    <a:pt x="767" y="194"/>
                  </a:lnTo>
                  <a:lnTo>
                    <a:pt x="767" y="194"/>
                  </a:lnTo>
                  <a:lnTo>
                    <a:pt x="768" y="199"/>
                  </a:lnTo>
                  <a:lnTo>
                    <a:pt x="772" y="213"/>
                  </a:lnTo>
                  <a:lnTo>
                    <a:pt x="778" y="228"/>
                  </a:lnTo>
                  <a:lnTo>
                    <a:pt x="790" y="262"/>
                  </a:lnTo>
                  <a:lnTo>
                    <a:pt x="804" y="301"/>
                  </a:lnTo>
                  <a:lnTo>
                    <a:pt x="821" y="344"/>
                  </a:lnTo>
                  <a:lnTo>
                    <a:pt x="840" y="391"/>
                  </a:lnTo>
                  <a:lnTo>
                    <a:pt x="861" y="440"/>
                  </a:lnTo>
                  <a:lnTo>
                    <a:pt x="885" y="493"/>
                  </a:lnTo>
                  <a:lnTo>
                    <a:pt x="911" y="547"/>
                  </a:lnTo>
                  <a:lnTo>
                    <a:pt x="940" y="602"/>
                  </a:lnTo>
                  <a:lnTo>
                    <a:pt x="972" y="661"/>
                  </a:lnTo>
                  <a:lnTo>
                    <a:pt x="1006" y="718"/>
                  </a:lnTo>
                  <a:lnTo>
                    <a:pt x="1039" y="771"/>
                  </a:lnTo>
                  <a:lnTo>
                    <a:pt x="1067" y="811"/>
                  </a:lnTo>
                  <a:lnTo>
                    <a:pt x="1067" y="811"/>
                  </a:lnTo>
                  <a:lnTo>
                    <a:pt x="1097" y="855"/>
                  </a:lnTo>
                  <a:lnTo>
                    <a:pt x="1125" y="896"/>
                  </a:lnTo>
                  <a:lnTo>
                    <a:pt x="1153" y="935"/>
                  </a:lnTo>
                  <a:lnTo>
                    <a:pt x="1178" y="972"/>
                  </a:lnTo>
                  <a:lnTo>
                    <a:pt x="1203" y="1008"/>
                  </a:lnTo>
                  <a:lnTo>
                    <a:pt x="1211" y="1021"/>
                  </a:lnTo>
                  <a:lnTo>
                    <a:pt x="1257" y="1090"/>
                  </a:lnTo>
                  <a:lnTo>
                    <a:pt x="1297" y="1161"/>
                  </a:lnTo>
                  <a:lnTo>
                    <a:pt x="1317" y="1199"/>
                  </a:lnTo>
                  <a:lnTo>
                    <a:pt x="1336" y="1239"/>
                  </a:lnTo>
                  <a:lnTo>
                    <a:pt x="1354" y="1280"/>
                  </a:lnTo>
                  <a:lnTo>
                    <a:pt x="1371" y="1325"/>
                  </a:lnTo>
                  <a:lnTo>
                    <a:pt x="1389" y="1373"/>
                  </a:lnTo>
                  <a:lnTo>
                    <a:pt x="1407" y="1430"/>
                  </a:lnTo>
                  <a:lnTo>
                    <a:pt x="1414" y="1453"/>
                  </a:lnTo>
                  <a:lnTo>
                    <a:pt x="1415" y="1462"/>
                  </a:lnTo>
                  <a:lnTo>
                    <a:pt x="1422" y="1491"/>
                  </a:lnTo>
                  <a:lnTo>
                    <a:pt x="1428" y="1521"/>
                  </a:lnTo>
                  <a:lnTo>
                    <a:pt x="1431" y="1553"/>
                  </a:lnTo>
                  <a:lnTo>
                    <a:pt x="1431" y="1562"/>
                  </a:lnTo>
                  <a:lnTo>
                    <a:pt x="1432" y="1595"/>
                  </a:lnTo>
                  <a:lnTo>
                    <a:pt x="1432" y="1627"/>
                  </a:lnTo>
                  <a:lnTo>
                    <a:pt x="1431" y="1662"/>
                  </a:lnTo>
                  <a:lnTo>
                    <a:pt x="1431" y="1670"/>
                  </a:lnTo>
                  <a:lnTo>
                    <a:pt x="1427" y="1704"/>
                  </a:lnTo>
                  <a:lnTo>
                    <a:pt x="1421" y="1738"/>
                  </a:lnTo>
                  <a:lnTo>
                    <a:pt x="1414" y="1772"/>
                  </a:lnTo>
                  <a:lnTo>
                    <a:pt x="1406" y="1806"/>
                  </a:lnTo>
                  <a:lnTo>
                    <a:pt x="1392" y="1848"/>
                  </a:lnTo>
                  <a:lnTo>
                    <a:pt x="1379" y="1883"/>
                  </a:lnTo>
                  <a:lnTo>
                    <a:pt x="1365" y="1916"/>
                  </a:lnTo>
                  <a:lnTo>
                    <a:pt x="1349" y="1948"/>
                  </a:lnTo>
                  <a:lnTo>
                    <a:pt x="1331" y="1980"/>
                  </a:lnTo>
                  <a:lnTo>
                    <a:pt x="1310" y="2012"/>
                  </a:lnTo>
                  <a:lnTo>
                    <a:pt x="1300" y="2025"/>
                  </a:lnTo>
                  <a:lnTo>
                    <a:pt x="1278" y="2055"/>
                  </a:lnTo>
                  <a:lnTo>
                    <a:pt x="1254" y="2085"/>
                  </a:lnTo>
                  <a:lnTo>
                    <a:pt x="1228" y="2112"/>
                  </a:lnTo>
                  <a:lnTo>
                    <a:pt x="1199" y="2139"/>
                  </a:lnTo>
                  <a:lnTo>
                    <a:pt x="1168" y="2164"/>
                  </a:lnTo>
                  <a:lnTo>
                    <a:pt x="1136" y="2187"/>
                  </a:lnTo>
                  <a:lnTo>
                    <a:pt x="1124" y="2196"/>
                  </a:lnTo>
                  <a:lnTo>
                    <a:pt x="1089" y="2217"/>
                  </a:lnTo>
                  <a:lnTo>
                    <a:pt x="1052" y="2238"/>
                  </a:lnTo>
                  <a:lnTo>
                    <a:pt x="1013" y="2254"/>
                  </a:lnTo>
                  <a:lnTo>
                    <a:pt x="964" y="2274"/>
                  </a:lnTo>
                  <a:lnTo>
                    <a:pt x="920" y="2286"/>
                  </a:lnTo>
                  <a:lnTo>
                    <a:pt x="874" y="2297"/>
                  </a:lnTo>
                  <a:lnTo>
                    <a:pt x="825" y="2306"/>
                  </a:lnTo>
                  <a:lnTo>
                    <a:pt x="775" y="2311"/>
                  </a:lnTo>
                  <a:lnTo>
                    <a:pt x="767" y="2311"/>
                  </a:lnTo>
                  <a:lnTo>
                    <a:pt x="725" y="2314"/>
                  </a:lnTo>
                  <a:lnTo>
                    <a:pt x="656" y="2314"/>
                  </a:lnTo>
                  <a:lnTo>
                    <a:pt x="611" y="2310"/>
                  </a:lnTo>
                  <a:lnTo>
                    <a:pt x="603" y="2308"/>
                  </a:lnTo>
                  <a:lnTo>
                    <a:pt x="554" y="2301"/>
                  </a:lnTo>
                  <a:lnTo>
                    <a:pt x="508" y="2292"/>
                  </a:lnTo>
                  <a:lnTo>
                    <a:pt x="465" y="2279"/>
                  </a:lnTo>
                  <a:lnTo>
                    <a:pt x="458" y="2276"/>
                  </a:lnTo>
                  <a:lnTo>
                    <a:pt x="417" y="2261"/>
                  </a:lnTo>
                  <a:lnTo>
                    <a:pt x="378" y="2244"/>
                  </a:lnTo>
                  <a:lnTo>
                    <a:pt x="342" y="2225"/>
                  </a:lnTo>
                  <a:lnTo>
                    <a:pt x="307" y="2203"/>
                  </a:lnTo>
                  <a:lnTo>
                    <a:pt x="294" y="2194"/>
                  </a:lnTo>
                  <a:lnTo>
                    <a:pt x="263" y="2171"/>
                  </a:lnTo>
                  <a:lnTo>
                    <a:pt x="232" y="2144"/>
                  </a:lnTo>
                  <a:lnTo>
                    <a:pt x="204" y="2117"/>
                  </a:lnTo>
                  <a:lnTo>
                    <a:pt x="179" y="2089"/>
                  </a:lnTo>
                  <a:lnTo>
                    <a:pt x="154" y="2058"/>
                  </a:lnTo>
                  <a:lnTo>
                    <a:pt x="133" y="2026"/>
                  </a:lnTo>
                  <a:lnTo>
                    <a:pt x="124" y="2014"/>
                  </a:lnTo>
                  <a:lnTo>
                    <a:pt x="104" y="1982"/>
                  </a:lnTo>
                  <a:lnTo>
                    <a:pt x="86" y="1948"/>
                  </a:lnTo>
                  <a:lnTo>
                    <a:pt x="69" y="1915"/>
                  </a:lnTo>
                  <a:lnTo>
                    <a:pt x="56" y="1880"/>
                  </a:lnTo>
                  <a:lnTo>
                    <a:pt x="43" y="1845"/>
                  </a:lnTo>
                  <a:lnTo>
                    <a:pt x="40" y="1837"/>
                  </a:lnTo>
                  <a:lnTo>
                    <a:pt x="21" y="1768"/>
                  </a:lnTo>
                  <a:lnTo>
                    <a:pt x="14" y="1731"/>
                  </a:lnTo>
                  <a:lnTo>
                    <a:pt x="8" y="1697"/>
                  </a:lnTo>
                  <a:lnTo>
                    <a:pt x="4" y="1662"/>
                  </a:lnTo>
                  <a:lnTo>
                    <a:pt x="3" y="1654"/>
                  </a:lnTo>
                  <a:lnTo>
                    <a:pt x="0" y="1587"/>
                  </a:lnTo>
                  <a:lnTo>
                    <a:pt x="3" y="1523"/>
                  </a:lnTo>
                  <a:lnTo>
                    <a:pt x="4" y="1514"/>
                  </a:lnTo>
                  <a:lnTo>
                    <a:pt x="7" y="1484"/>
                  </a:lnTo>
                  <a:lnTo>
                    <a:pt x="13" y="1456"/>
                  </a:lnTo>
                  <a:lnTo>
                    <a:pt x="19" y="1427"/>
                  </a:lnTo>
                  <a:lnTo>
                    <a:pt x="32" y="1384"/>
                  </a:lnTo>
                  <a:lnTo>
                    <a:pt x="33" y="1377"/>
                  </a:lnTo>
                  <a:lnTo>
                    <a:pt x="49" y="1334"/>
                  </a:lnTo>
                  <a:lnTo>
                    <a:pt x="65" y="1291"/>
                  </a:lnTo>
                  <a:lnTo>
                    <a:pt x="101" y="1210"/>
                  </a:lnTo>
                  <a:lnTo>
                    <a:pt x="119" y="1172"/>
                  </a:lnTo>
                  <a:lnTo>
                    <a:pt x="139" y="1138"/>
                  </a:lnTo>
                  <a:lnTo>
                    <a:pt x="157" y="1104"/>
                  </a:lnTo>
                  <a:lnTo>
                    <a:pt x="174" y="1074"/>
                  </a:lnTo>
                  <a:lnTo>
                    <a:pt x="190" y="1046"/>
                  </a:lnTo>
                  <a:lnTo>
                    <a:pt x="206" y="1022"/>
                  </a:lnTo>
                  <a:lnTo>
                    <a:pt x="218" y="1003"/>
                  </a:lnTo>
                  <a:lnTo>
                    <a:pt x="229" y="986"/>
                  </a:lnTo>
                  <a:lnTo>
                    <a:pt x="239" y="974"/>
                  </a:lnTo>
                  <a:lnTo>
                    <a:pt x="247" y="962"/>
                  </a:lnTo>
                  <a:lnTo>
                    <a:pt x="251" y="954"/>
                  </a:lnTo>
                  <a:lnTo>
                    <a:pt x="250" y="958"/>
                  </a:lnTo>
                  <a:lnTo>
                    <a:pt x="256" y="950"/>
                  </a:lnTo>
                  <a:lnTo>
                    <a:pt x="251" y="957"/>
                  </a:lnTo>
                  <a:lnTo>
                    <a:pt x="286" y="910"/>
                  </a:lnTo>
                  <a:lnTo>
                    <a:pt x="317" y="868"/>
                  </a:lnTo>
                  <a:lnTo>
                    <a:pt x="346" y="828"/>
                  </a:lnTo>
                  <a:lnTo>
                    <a:pt x="371" y="791"/>
                  </a:lnTo>
                  <a:lnTo>
                    <a:pt x="392" y="759"/>
                  </a:lnTo>
                  <a:lnTo>
                    <a:pt x="417" y="721"/>
                  </a:lnTo>
                  <a:lnTo>
                    <a:pt x="440" y="683"/>
                  </a:lnTo>
                  <a:lnTo>
                    <a:pt x="463" y="645"/>
                  </a:lnTo>
                  <a:lnTo>
                    <a:pt x="503" y="573"/>
                  </a:lnTo>
                  <a:lnTo>
                    <a:pt x="538" y="506"/>
                  </a:lnTo>
                  <a:lnTo>
                    <a:pt x="568" y="442"/>
                  </a:lnTo>
                  <a:lnTo>
                    <a:pt x="595" y="384"/>
                  </a:lnTo>
                  <a:lnTo>
                    <a:pt x="606" y="358"/>
                  </a:lnTo>
                  <a:lnTo>
                    <a:pt x="615" y="331"/>
                  </a:lnTo>
                  <a:lnTo>
                    <a:pt x="625" y="306"/>
                  </a:lnTo>
                  <a:lnTo>
                    <a:pt x="642" y="262"/>
                  </a:lnTo>
                  <a:lnTo>
                    <a:pt x="647" y="242"/>
                  </a:lnTo>
                  <a:lnTo>
                    <a:pt x="654" y="224"/>
                  </a:lnTo>
                  <a:lnTo>
                    <a:pt x="658" y="207"/>
                  </a:lnTo>
                  <a:lnTo>
                    <a:pt x="660" y="207"/>
                  </a:lnTo>
                  <a:lnTo>
                    <a:pt x="661" y="201"/>
                  </a:lnTo>
                  <a:lnTo>
                    <a:pt x="665" y="188"/>
                  </a:lnTo>
                  <a:lnTo>
                    <a:pt x="668" y="177"/>
                  </a:lnTo>
                  <a:lnTo>
                    <a:pt x="671" y="167"/>
                  </a:lnTo>
                  <a:lnTo>
                    <a:pt x="672" y="160"/>
                  </a:lnTo>
                  <a:lnTo>
                    <a:pt x="674" y="155"/>
                  </a:lnTo>
                  <a:lnTo>
                    <a:pt x="674" y="152"/>
                  </a:lnTo>
                  <a:lnTo>
                    <a:pt x="675" y="149"/>
                  </a:lnTo>
                  <a:lnTo>
                    <a:pt x="71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310489" y="5795243"/>
            <a:ext cx="939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20%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7778996" y="1152356"/>
            <a:ext cx="3747757" cy="1205342"/>
            <a:chOff x="8384987" y="1301648"/>
            <a:chExt cx="3747757" cy="1205342"/>
          </a:xfrm>
        </p:grpSpPr>
        <p:sp>
          <p:nvSpPr>
            <p:cNvPr id="21" name="TextBox 20"/>
            <p:cNvSpPr txBox="1"/>
            <p:nvPr/>
          </p:nvSpPr>
          <p:spPr>
            <a:xfrm>
              <a:off x="8384987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84987" y="1301648"/>
              <a:ext cx="37477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778996" y="4650640"/>
            <a:ext cx="3747757" cy="1205342"/>
            <a:chOff x="8384987" y="1301648"/>
            <a:chExt cx="3747757" cy="1205342"/>
          </a:xfrm>
        </p:grpSpPr>
        <p:sp>
          <p:nvSpPr>
            <p:cNvPr id="25" name="TextBox 24"/>
            <p:cNvSpPr txBox="1"/>
            <p:nvPr/>
          </p:nvSpPr>
          <p:spPr>
            <a:xfrm>
              <a:off x="8384987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84987" y="1301648"/>
              <a:ext cx="37477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62070" y="3137521"/>
            <a:ext cx="3747757" cy="1205342"/>
            <a:chOff x="8445196" y="1301648"/>
            <a:chExt cx="3747757" cy="1205342"/>
          </a:xfrm>
        </p:grpSpPr>
        <p:sp>
          <p:nvSpPr>
            <p:cNvPr id="28" name="TextBox 27"/>
            <p:cNvSpPr txBox="1"/>
            <p:nvPr/>
          </p:nvSpPr>
          <p:spPr>
            <a:xfrm>
              <a:off x="9065573" y="1799104"/>
              <a:ext cx="31273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445196" y="1301648"/>
              <a:ext cx="37477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3-STEP INFOGRAPHIC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93087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5616862" y="1525759"/>
            <a:ext cx="1018389" cy="1178187"/>
            <a:chOff x="5641675" y="828136"/>
            <a:chExt cx="1086928" cy="1257482"/>
          </a:xfrm>
          <a:solidFill>
            <a:schemeClr val="accent2"/>
          </a:solidFill>
        </p:grpSpPr>
        <p:sp>
          <p:nvSpPr>
            <p:cNvPr id="80" name="Oval 79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Isosceles Triangle 80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 rot="10800000">
            <a:off x="5616862" y="4875352"/>
            <a:ext cx="1018389" cy="1178187"/>
            <a:chOff x="5641675" y="828136"/>
            <a:chExt cx="1086928" cy="1257482"/>
          </a:xfrm>
          <a:solidFill>
            <a:schemeClr val="accent3"/>
          </a:solidFill>
        </p:grpSpPr>
        <p:sp>
          <p:nvSpPr>
            <p:cNvPr id="78" name="Oval 77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5166230" y="3257357"/>
            <a:ext cx="1910379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Text Here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2274821" y="5213775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624B95-393C-4D53-A7B8-EDB128F3C631}"/>
              </a:ext>
            </a:extLst>
          </p:cNvPr>
          <p:cNvGrpSpPr/>
          <p:nvPr/>
        </p:nvGrpSpPr>
        <p:grpSpPr>
          <a:xfrm>
            <a:off x="7195572" y="3225216"/>
            <a:ext cx="1178187" cy="1018389"/>
            <a:chOff x="7195572" y="3231185"/>
            <a:chExt cx="1178187" cy="1018389"/>
          </a:xfrm>
        </p:grpSpPr>
        <p:grpSp>
          <p:nvGrpSpPr>
            <p:cNvPr id="83" name="Group 82"/>
            <p:cNvGrpSpPr/>
            <p:nvPr/>
          </p:nvGrpSpPr>
          <p:grpSpPr>
            <a:xfrm rot="5400000">
              <a:off x="7275471" y="3151286"/>
              <a:ext cx="1018389" cy="1178187"/>
              <a:chOff x="5641675" y="828136"/>
              <a:chExt cx="1086928" cy="1257482"/>
            </a:xfrm>
            <a:solidFill>
              <a:schemeClr val="bg1">
                <a:lumMod val="75000"/>
              </a:schemeClr>
            </a:solidFill>
          </p:grpSpPr>
          <p:sp>
            <p:nvSpPr>
              <p:cNvPr id="87" name="Oval 86"/>
              <p:cNvSpPr/>
              <p:nvPr/>
            </p:nvSpPr>
            <p:spPr>
              <a:xfrm>
                <a:off x="5641675" y="828136"/>
                <a:ext cx="1086928" cy="108692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88" name="Isosceles Triangle 87"/>
              <p:cNvSpPr/>
              <p:nvPr/>
            </p:nvSpPr>
            <p:spPr>
              <a:xfrm rot="10800000">
                <a:off x="6032434" y="1822334"/>
                <a:ext cx="305410" cy="263284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 rot="177272">
              <a:off x="7631109" y="3515067"/>
              <a:ext cx="450625" cy="450625"/>
              <a:chOff x="1170814" y="2040839"/>
              <a:chExt cx="1018573" cy="1018574"/>
            </a:xfrm>
            <a:solidFill>
              <a:schemeClr val="bg1"/>
            </a:solidFill>
          </p:grpSpPr>
          <p:sp>
            <p:nvSpPr>
              <p:cNvPr id="99" name="Freeform 6"/>
              <p:cNvSpPr>
                <a:spLocks/>
              </p:cNvSpPr>
              <p:nvPr/>
            </p:nvSpPr>
            <p:spPr bwMode="auto">
              <a:xfrm>
                <a:off x="1807474" y="2118389"/>
                <a:ext cx="381913" cy="851383"/>
              </a:xfrm>
              <a:custGeom>
                <a:avLst/>
                <a:gdLst>
                  <a:gd name="T0" fmla="*/ 804 w 1833"/>
                  <a:gd name="T1" fmla="*/ 80 h 4085"/>
                  <a:gd name="T2" fmla="*/ 1028 w 1833"/>
                  <a:gd name="T3" fmla="*/ 257 h 4085"/>
                  <a:gd name="T4" fmla="*/ 1227 w 1833"/>
                  <a:gd name="T5" fmla="*/ 462 h 4085"/>
                  <a:gd name="T6" fmla="*/ 1404 w 1833"/>
                  <a:gd name="T7" fmla="*/ 687 h 4085"/>
                  <a:gd name="T8" fmla="*/ 1552 w 1833"/>
                  <a:gd name="T9" fmla="*/ 932 h 4085"/>
                  <a:gd name="T10" fmla="*/ 1672 w 1833"/>
                  <a:gd name="T11" fmla="*/ 1196 h 4085"/>
                  <a:gd name="T12" fmla="*/ 1759 w 1833"/>
                  <a:gd name="T13" fmla="*/ 1476 h 4085"/>
                  <a:gd name="T14" fmla="*/ 1814 w 1833"/>
                  <a:gd name="T15" fmla="*/ 1767 h 4085"/>
                  <a:gd name="T16" fmla="*/ 1833 w 1833"/>
                  <a:gd name="T17" fmla="*/ 2071 h 4085"/>
                  <a:gd name="T18" fmla="*/ 1815 w 1833"/>
                  <a:gd name="T19" fmla="*/ 2361 h 4085"/>
                  <a:gd name="T20" fmla="*/ 1766 w 1833"/>
                  <a:gd name="T21" fmla="*/ 2643 h 4085"/>
                  <a:gd name="T22" fmla="*/ 1685 w 1833"/>
                  <a:gd name="T23" fmla="*/ 2911 h 4085"/>
                  <a:gd name="T24" fmla="*/ 1575 w 1833"/>
                  <a:gd name="T25" fmla="*/ 3165 h 4085"/>
                  <a:gd name="T26" fmla="*/ 1438 w 1833"/>
                  <a:gd name="T27" fmla="*/ 3404 h 4085"/>
                  <a:gd name="T28" fmla="*/ 1275 w 1833"/>
                  <a:gd name="T29" fmla="*/ 3624 h 4085"/>
                  <a:gd name="T30" fmla="*/ 1090 w 1833"/>
                  <a:gd name="T31" fmla="*/ 3826 h 4085"/>
                  <a:gd name="T32" fmla="*/ 882 w 1833"/>
                  <a:gd name="T33" fmla="*/ 4005 h 4085"/>
                  <a:gd name="T34" fmla="*/ 0 w 1833"/>
                  <a:gd name="T35" fmla="*/ 3865 h 4085"/>
                  <a:gd name="T36" fmla="*/ 259 w 1833"/>
                  <a:gd name="T37" fmla="*/ 3143 h 4085"/>
                  <a:gd name="T38" fmla="*/ 406 w 1833"/>
                  <a:gd name="T39" fmla="*/ 3005 h 4085"/>
                  <a:gd name="T40" fmla="*/ 530 w 1833"/>
                  <a:gd name="T41" fmla="*/ 2848 h 4085"/>
                  <a:gd name="T42" fmla="*/ 631 w 1833"/>
                  <a:gd name="T43" fmla="*/ 2675 h 4085"/>
                  <a:gd name="T44" fmla="*/ 706 w 1833"/>
                  <a:gd name="T45" fmla="*/ 2486 h 4085"/>
                  <a:gd name="T46" fmla="*/ 754 w 1833"/>
                  <a:gd name="T47" fmla="*/ 2283 h 4085"/>
                  <a:gd name="T48" fmla="*/ 770 w 1833"/>
                  <a:gd name="T49" fmla="*/ 2071 h 4085"/>
                  <a:gd name="T50" fmla="*/ 752 w 1833"/>
                  <a:gd name="T51" fmla="*/ 1846 h 4085"/>
                  <a:gd name="T52" fmla="*/ 699 w 1833"/>
                  <a:gd name="T53" fmla="*/ 1631 h 4085"/>
                  <a:gd name="T54" fmla="*/ 613 w 1833"/>
                  <a:gd name="T55" fmla="*/ 1431 h 4085"/>
                  <a:gd name="T56" fmla="*/ 499 w 1833"/>
                  <a:gd name="T57" fmla="*/ 1251 h 4085"/>
                  <a:gd name="T58" fmla="*/ 360 w 1833"/>
                  <a:gd name="T59" fmla="*/ 1089 h 4085"/>
                  <a:gd name="T60" fmla="*/ 197 w 1833"/>
                  <a:gd name="T61" fmla="*/ 952 h 4085"/>
                  <a:gd name="T62" fmla="*/ 686 w 1833"/>
                  <a:gd name="T63" fmla="*/ 0 h 4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33" h="4085">
                    <a:moveTo>
                      <a:pt x="686" y="0"/>
                    </a:moveTo>
                    <a:lnTo>
                      <a:pt x="804" y="80"/>
                    </a:lnTo>
                    <a:lnTo>
                      <a:pt x="918" y="165"/>
                    </a:lnTo>
                    <a:lnTo>
                      <a:pt x="1028" y="257"/>
                    </a:lnTo>
                    <a:lnTo>
                      <a:pt x="1130" y="356"/>
                    </a:lnTo>
                    <a:lnTo>
                      <a:pt x="1227" y="462"/>
                    </a:lnTo>
                    <a:lnTo>
                      <a:pt x="1319" y="571"/>
                    </a:lnTo>
                    <a:lnTo>
                      <a:pt x="1404" y="687"/>
                    </a:lnTo>
                    <a:lnTo>
                      <a:pt x="1481" y="808"/>
                    </a:lnTo>
                    <a:lnTo>
                      <a:pt x="1552" y="932"/>
                    </a:lnTo>
                    <a:lnTo>
                      <a:pt x="1615" y="1063"/>
                    </a:lnTo>
                    <a:lnTo>
                      <a:pt x="1672" y="1196"/>
                    </a:lnTo>
                    <a:lnTo>
                      <a:pt x="1719" y="1334"/>
                    </a:lnTo>
                    <a:lnTo>
                      <a:pt x="1759" y="1476"/>
                    </a:lnTo>
                    <a:lnTo>
                      <a:pt x="1792" y="1619"/>
                    </a:lnTo>
                    <a:lnTo>
                      <a:pt x="1814" y="1767"/>
                    </a:lnTo>
                    <a:lnTo>
                      <a:pt x="1829" y="1918"/>
                    </a:lnTo>
                    <a:lnTo>
                      <a:pt x="1833" y="2071"/>
                    </a:lnTo>
                    <a:lnTo>
                      <a:pt x="1829" y="2218"/>
                    </a:lnTo>
                    <a:lnTo>
                      <a:pt x="1815" y="2361"/>
                    </a:lnTo>
                    <a:lnTo>
                      <a:pt x="1795" y="2503"/>
                    </a:lnTo>
                    <a:lnTo>
                      <a:pt x="1766" y="2643"/>
                    </a:lnTo>
                    <a:lnTo>
                      <a:pt x="1729" y="2779"/>
                    </a:lnTo>
                    <a:lnTo>
                      <a:pt x="1685" y="2911"/>
                    </a:lnTo>
                    <a:lnTo>
                      <a:pt x="1633" y="3039"/>
                    </a:lnTo>
                    <a:lnTo>
                      <a:pt x="1575" y="3165"/>
                    </a:lnTo>
                    <a:lnTo>
                      <a:pt x="1509" y="3287"/>
                    </a:lnTo>
                    <a:lnTo>
                      <a:pt x="1438" y="3404"/>
                    </a:lnTo>
                    <a:lnTo>
                      <a:pt x="1359" y="3516"/>
                    </a:lnTo>
                    <a:lnTo>
                      <a:pt x="1275" y="3624"/>
                    </a:lnTo>
                    <a:lnTo>
                      <a:pt x="1186" y="3728"/>
                    </a:lnTo>
                    <a:lnTo>
                      <a:pt x="1090" y="3826"/>
                    </a:lnTo>
                    <a:lnTo>
                      <a:pt x="989" y="3917"/>
                    </a:lnTo>
                    <a:lnTo>
                      <a:pt x="882" y="4005"/>
                    </a:lnTo>
                    <a:lnTo>
                      <a:pt x="773" y="4085"/>
                    </a:lnTo>
                    <a:lnTo>
                      <a:pt x="0" y="3865"/>
                    </a:lnTo>
                    <a:lnTo>
                      <a:pt x="179" y="3204"/>
                    </a:lnTo>
                    <a:lnTo>
                      <a:pt x="259" y="3143"/>
                    </a:lnTo>
                    <a:lnTo>
                      <a:pt x="335" y="3076"/>
                    </a:lnTo>
                    <a:lnTo>
                      <a:pt x="406" y="3005"/>
                    </a:lnTo>
                    <a:lnTo>
                      <a:pt x="471" y="2930"/>
                    </a:lnTo>
                    <a:lnTo>
                      <a:pt x="530" y="2848"/>
                    </a:lnTo>
                    <a:lnTo>
                      <a:pt x="583" y="2764"/>
                    </a:lnTo>
                    <a:lnTo>
                      <a:pt x="631" y="2675"/>
                    </a:lnTo>
                    <a:lnTo>
                      <a:pt x="672" y="2582"/>
                    </a:lnTo>
                    <a:lnTo>
                      <a:pt x="706" y="2486"/>
                    </a:lnTo>
                    <a:lnTo>
                      <a:pt x="734" y="2385"/>
                    </a:lnTo>
                    <a:lnTo>
                      <a:pt x="754" y="2283"/>
                    </a:lnTo>
                    <a:lnTo>
                      <a:pt x="765" y="2178"/>
                    </a:lnTo>
                    <a:lnTo>
                      <a:pt x="770" y="2071"/>
                    </a:lnTo>
                    <a:lnTo>
                      <a:pt x="765" y="1957"/>
                    </a:lnTo>
                    <a:lnTo>
                      <a:pt x="752" y="1846"/>
                    </a:lnTo>
                    <a:lnTo>
                      <a:pt x="728" y="1736"/>
                    </a:lnTo>
                    <a:lnTo>
                      <a:pt x="699" y="1631"/>
                    </a:lnTo>
                    <a:lnTo>
                      <a:pt x="660" y="1529"/>
                    </a:lnTo>
                    <a:lnTo>
                      <a:pt x="613" y="1431"/>
                    </a:lnTo>
                    <a:lnTo>
                      <a:pt x="560" y="1338"/>
                    </a:lnTo>
                    <a:lnTo>
                      <a:pt x="499" y="1251"/>
                    </a:lnTo>
                    <a:lnTo>
                      <a:pt x="432" y="1166"/>
                    </a:lnTo>
                    <a:lnTo>
                      <a:pt x="360" y="1089"/>
                    </a:lnTo>
                    <a:lnTo>
                      <a:pt x="280" y="1017"/>
                    </a:lnTo>
                    <a:lnTo>
                      <a:pt x="197" y="952"/>
                    </a:lnTo>
                    <a:lnTo>
                      <a:pt x="859" y="796"/>
                    </a:lnTo>
                    <a:lnTo>
                      <a:pt x="68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0" name="Freeform 7"/>
              <p:cNvSpPr>
                <a:spLocks/>
              </p:cNvSpPr>
              <p:nvPr/>
            </p:nvSpPr>
            <p:spPr bwMode="auto">
              <a:xfrm>
                <a:off x="1172482" y="2475286"/>
                <a:ext cx="760490" cy="584127"/>
              </a:xfrm>
              <a:custGeom>
                <a:avLst/>
                <a:gdLst>
                  <a:gd name="T0" fmla="*/ 1060 w 3647"/>
                  <a:gd name="T1" fmla="*/ 482 h 2801"/>
                  <a:gd name="T2" fmla="*/ 1097 w 3647"/>
                  <a:gd name="T3" fmla="*/ 699 h 2801"/>
                  <a:gd name="T4" fmla="*/ 1165 w 3647"/>
                  <a:gd name="T5" fmla="*/ 903 h 2801"/>
                  <a:gd name="T6" fmla="*/ 1264 w 3647"/>
                  <a:gd name="T7" fmla="*/ 1091 h 2801"/>
                  <a:gd name="T8" fmla="*/ 1390 w 3647"/>
                  <a:gd name="T9" fmla="*/ 1261 h 2801"/>
                  <a:gd name="T10" fmla="*/ 1540 w 3647"/>
                  <a:gd name="T11" fmla="*/ 1409 h 2801"/>
                  <a:gd name="T12" fmla="*/ 1710 w 3647"/>
                  <a:gd name="T13" fmla="*/ 1534 h 2801"/>
                  <a:gd name="T14" fmla="*/ 1900 w 3647"/>
                  <a:gd name="T15" fmla="*/ 1631 h 2801"/>
                  <a:gd name="T16" fmla="*/ 2104 w 3647"/>
                  <a:gd name="T17" fmla="*/ 1698 h 2801"/>
                  <a:gd name="T18" fmla="*/ 2321 w 3647"/>
                  <a:gd name="T19" fmla="*/ 1733 h 2801"/>
                  <a:gd name="T20" fmla="*/ 2542 w 3647"/>
                  <a:gd name="T21" fmla="*/ 1733 h 2801"/>
                  <a:gd name="T22" fmla="*/ 2749 w 3647"/>
                  <a:gd name="T23" fmla="*/ 1702 h 2801"/>
                  <a:gd name="T24" fmla="*/ 2946 w 3647"/>
                  <a:gd name="T25" fmla="*/ 1640 h 2801"/>
                  <a:gd name="T26" fmla="*/ 2862 w 3647"/>
                  <a:gd name="T27" fmla="*/ 2255 h 2801"/>
                  <a:gd name="T28" fmla="*/ 3525 w 3647"/>
                  <a:gd name="T29" fmla="*/ 2543 h 2801"/>
                  <a:gd name="T30" fmla="*/ 3272 w 3647"/>
                  <a:gd name="T31" fmla="*/ 2653 h 2801"/>
                  <a:gd name="T32" fmla="*/ 3004 w 3647"/>
                  <a:gd name="T33" fmla="*/ 2734 h 2801"/>
                  <a:gd name="T34" fmla="*/ 2724 w 3647"/>
                  <a:gd name="T35" fmla="*/ 2783 h 2801"/>
                  <a:gd name="T36" fmla="*/ 2433 w 3647"/>
                  <a:gd name="T37" fmla="*/ 2801 h 2801"/>
                  <a:gd name="T38" fmla="*/ 2132 w 3647"/>
                  <a:gd name="T39" fmla="*/ 2782 h 2801"/>
                  <a:gd name="T40" fmla="*/ 1840 w 3647"/>
                  <a:gd name="T41" fmla="*/ 2728 h 2801"/>
                  <a:gd name="T42" fmla="*/ 1562 w 3647"/>
                  <a:gd name="T43" fmla="*/ 2641 h 2801"/>
                  <a:gd name="T44" fmla="*/ 1298 w 3647"/>
                  <a:gd name="T45" fmla="*/ 2521 h 2801"/>
                  <a:gd name="T46" fmla="*/ 1053 w 3647"/>
                  <a:gd name="T47" fmla="*/ 2373 h 2801"/>
                  <a:gd name="T48" fmla="*/ 828 w 3647"/>
                  <a:gd name="T49" fmla="*/ 2198 h 2801"/>
                  <a:gd name="T50" fmla="*/ 625 w 3647"/>
                  <a:gd name="T51" fmla="*/ 1999 h 2801"/>
                  <a:gd name="T52" fmla="*/ 446 w 3647"/>
                  <a:gd name="T53" fmla="*/ 1778 h 2801"/>
                  <a:gd name="T54" fmla="*/ 293 w 3647"/>
                  <a:gd name="T55" fmla="*/ 1535 h 2801"/>
                  <a:gd name="T56" fmla="*/ 169 w 3647"/>
                  <a:gd name="T57" fmla="*/ 1274 h 2801"/>
                  <a:gd name="T58" fmla="*/ 75 w 3647"/>
                  <a:gd name="T59" fmla="*/ 999 h 2801"/>
                  <a:gd name="T60" fmla="*/ 16 w 3647"/>
                  <a:gd name="T61" fmla="*/ 709 h 2801"/>
                  <a:gd name="T62" fmla="*/ 573 w 3647"/>
                  <a:gd name="T63" fmla="*/ 0 h 28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47" h="2801">
                    <a:moveTo>
                      <a:pt x="573" y="0"/>
                    </a:moveTo>
                    <a:lnTo>
                      <a:pt x="1060" y="482"/>
                    </a:lnTo>
                    <a:lnTo>
                      <a:pt x="1073" y="592"/>
                    </a:lnTo>
                    <a:lnTo>
                      <a:pt x="1097" y="699"/>
                    </a:lnTo>
                    <a:lnTo>
                      <a:pt x="1127" y="802"/>
                    </a:lnTo>
                    <a:lnTo>
                      <a:pt x="1165" y="903"/>
                    </a:lnTo>
                    <a:lnTo>
                      <a:pt x="1211" y="999"/>
                    </a:lnTo>
                    <a:lnTo>
                      <a:pt x="1264" y="1091"/>
                    </a:lnTo>
                    <a:lnTo>
                      <a:pt x="1324" y="1178"/>
                    </a:lnTo>
                    <a:lnTo>
                      <a:pt x="1390" y="1261"/>
                    </a:lnTo>
                    <a:lnTo>
                      <a:pt x="1461" y="1338"/>
                    </a:lnTo>
                    <a:lnTo>
                      <a:pt x="1540" y="1409"/>
                    </a:lnTo>
                    <a:lnTo>
                      <a:pt x="1623" y="1474"/>
                    </a:lnTo>
                    <a:lnTo>
                      <a:pt x="1710" y="1534"/>
                    </a:lnTo>
                    <a:lnTo>
                      <a:pt x="1803" y="1585"/>
                    </a:lnTo>
                    <a:lnTo>
                      <a:pt x="1900" y="1631"/>
                    </a:lnTo>
                    <a:lnTo>
                      <a:pt x="2000" y="1668"/>
                    </a:lnTo>
                    <a:lnTo>
                      <a:pt x="2104" y="1698"/>
                    </a:lnTo>
                    <a:lnTo>
                      <a:pt x="2212" y="1720"/>
                    </a:lnTo>
                    <a:lnTo>
                      <a:pt x="2321" y="1733"/>
                    </a:lnTo>
                    <a:lnTo>
                      <a:pt x="2433" y="1738"/>
                    </a:lnTo>
                    <a:lnTo>
                      <a:pt x="2542" y="1733"/>
                    </a:lnTo>
                    <a:lnTo>
                      <a:pt x="2647" y="1722"/>
                    </a:lnTo>
                    <a:lnTo>
                      <a:pt x="2749" y="1702"/>
                    </a:lnTo>
                    <a:lnTo>
                      <a:pt x="2850" y="1674"/>
                    </a:lnTo>
                    <a:lnTo>
                      <a:pt x="2946" y="1640"/>
                    </a:lnTo>
                    <a:lnTo>
                      <a:pt x="3040" y="1599"/>
                    </a:lnTo>
                    <a:lnTo>
                      <a:pt x="2862" y="2255"/>
                    </a:lnTo>
                    <a:lnTo>
                      <a:pt x="3647" y="2480"/>
                    </a:lnTo>
                    <a:lnTo>
                      <a:pt x="3525" y="2543"/>
                    </a:lnTo>
                    <a:lnTo>
                      <a:pt x="3401" y="2603"/>
                    </a:lnTo>
                    <a:lnTo>
                      <a:pt x="3272" y="2653"/>
                    </a:lnTo>
                    <a:lnTo>
                      <a:pt x="3139" y="2697"/>
                    </a:lnTo>
                    <a:lnTo>
                      <a:pt x="3004" y="2734"/>
                    </a:lnTo>
                    <a:lnTo>
                      <a:pt x="2865" y="2763"/>
                    </a:lnTo>
                    <a:lnTo>
                      <a:pt x="2724" y="2783"/>
                    </a:lnTo>
                    <a:lnTo>
                      <a:pt x="2581" y="2797"/>
                    </a:lnTo>
                    <a:lnTo>
                      <a:pt x="2433" y="2801"/>
                    </a:lnTo>
                    <a:lnTo>
                      <a:pt x="2281" y="2797"/>
                    </a:lnTo>
                    <a:lnTo>
                      <a:pt x="2132" y="2782"/>
                    </a:lnTo>
                    <a:lnTo>
                      <a:pt x="1984" y="2760"/>
                    </a:lnTo>
                    <a:lnTo>
                      <a:pt x="1840" y="2728"/>
                    </a:lnTo>
                    <a:lnTo>
                      <a:pt x="1698" y="2688"/>
                    </a:lnTo>
                    <a:lnTo>
                      <a:pt x="1562" y="2641"/>
                    </a:lnTo>
                    <a:lnTo>
                      <a:pt x="1427" y="2585"/>
                    </a:lnTo>
                    <a:lnTo>
                      <a:pt x="1298" y="2521"/>
                    </a:lnTo>
                    <a:lnTo>
                      <a:pt x="1174" y="2452"/>
                    </a:lnTo>
                    <a:lnTo>
                      <a:pt x="1053" y="2373"/>
                    </a:lnTo>
                    <a:lnTo>
                      <a:pt x="937" y="2289"/>
                    </a:lnTo>
                    <a:lnTo>
                      <a:pt x="828" y="2198"/>
                    </a:lnTo>
                    <a:lnTo>
                      <a:pt x="722" y="2102"/>
                    </a:lnTo>
                    <a:lnTo>
                      <a:pt x="625" y="1999"/>
                    </a:lnTo>
                    <a:lnTo>
                      <a:pt x="531" y="1890"/>
                    </a:lnTo>
                    <a:lnTo>
                      <a:pt x="446" y="1778"/>
                    </a:lnTo>
                    <a:lnTo>
                      <a:pt x="366" y="1658"/>
                    </a:lnTo>
                    <a:lnTo>
                      <a:pt x="293" y="1535"/>
                    </a:lnTo>
                    <a:lnTo>
                      <a:pt x="228" y="1408"/>
                    </a:lnTo>
                    <a:lnTo>
                      <a:pt x="169" y="1274"/>
                    </a:lnTo>
                    <a:lnTo>
                      <a:pt x="118" y="1138"/>
                    </a:lnTo>
                    <a:lnTo>
                      <a:pt x="75" y="999"/>
                    </a:lnTo>
                    <a:lnTo>
                      <a:pt x="41" y="855"/>
                    </a:lnTo>
                    <a:lnTo>
                      <a:pt x="16" y="709"/>
                    </a:lnTo>
                    <a:lnTo>
                      <a:pt x="0" y="559"/>
                    </a:lnTo>
                    <a:lnTo>
                      <a:pt x="5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1" name="Freeform 8"/>
              <p:cNvSpPr>
                <a:spLocks/>
              </p:cNvSpPr>
              <p:nvPr/>
            </p:nvSpPr>
            <p:spPr bwMode="auto">
              <a:xfrm>
                <a:off x="1170814" y="2040839"/>
                <a:ext cx="778418" cy="509495"/>
              </a:xfrm>
              <a:custGeom>
                <a:avLst/>
                <a:gdLst>
                  <a:gd name="T0" fmla="*/ 2594 w 3734"/>
                  <a:gd name="T1" fmla="*/ 4 h 2444"/>
                  <a:gd name="T2" fmla="*/ 2887 w 3734"/>
                  <a:gd name="T3" fmla="*/ 40 h 2444"/>
                  <a:gd name="T4" fmla="*/ 3168 w 3734"/>
                  <a:gd name="T5" fmla="*/ 110 h 2444"/>
                  <a:gd name="T6" fmla="*/ 3435 w 3734"/>
                  <a:gd name="T7" fmla="*/ 210 h 2444"/>
                  <a:gd name="T8" fmla="*/ 3734 w 3734"/>
                  <a:gd name="T9" fmla="*/ 1057 h 2444"/>
                  <a:gd name="T10" fmla="*/ 2972 w 3734"/>
                  <a:gd name="T11" fmla="*/ 1168 h 2444"/>
                  <a:gd name="T12" fmla="*/ 2769 w 3734"/>
                  <a:gd name="T13" fmla="*/ 1102 h 2444"/>
                  <a:gd name="T14" fmla="*/ 2554 w 3734"/>
                  <a:gd name="T15" fmla="*/ 1068 h 2444"/>
                  <a:gd name="T16" fmla="*/ 2329 w 3734"/>
                  <a:gd name="T17" fmla="*/ 1068 h 2444"/>
                  <a:gd name="T18" fmla="*/ 2108 w 3734"/>
                  <a:gd name="T19" fmla="*/ 1105 h 2444"/>
                  <a:gd name="T20" fmla="*/ 1900 w 3734"/>
                  <a:gd name="T21" fmla="*/ 1174 h 2444"/>
                  <a:gd name="T22" fmla="*/ 1709 w 3734"/>
                  <a:gd name="T23" fmla="*/ 1275 h 2444"/>
                  <a:gd name="T24" fmla="*/ 1537 w 3734"/>
                  <a:gd name="T25" fmla="*/ 1402 h 2444"/>
                  <a:gd name="T26" fmla="*/ 1387 w 3734"/>
                  <a:gd name="T27" fmla="*/ 1555 h 2444"/>
                  <a:gd name="T28" fmla="*/ 1261 w 3734"/>
                  <a:gd name="T29" fmla="*/ 1729 h 2444"/>
                  <a:gd name="T30" fmla="*/ 1164 w 3734"/>
                  <a:gd name="T31" fmla="*/ 1923 h 2444"/>
                  <a:gd name="T32" fmla="*/ 1099 w 3734"/>
                  <a:gd name="T33" fmla="*/ 2132 h 2444"/>
                  <a:gd name="T34" fmla="*/ 1066 w 3734"/>
                  <a:gd name="T35" fmla="*/ 2354 h 2444"/>
                  <a:gd name="T36" fmla="*/ 0 w 3734"/>
                  <a:gd name="T37" fmla="*/ 2444 h 2444"/>
                  <a:gd name="T38" fmla="*/ 4 w 3734"/>
                  <a:gd name="T39" fmla="*/ 2295 h 2444"/>
                  <a:gd name="T40" fmla="*/ 40 w 3734"/>
                  <a:gd name="T41" fmla="*/ 2003 h 2444"/>
                  <a:gd name="T42" fmla="*/ 107 w 3734"/>
                  <a:gd name="T43" fmla="*/ 1725 h 2444"/>
                  <a:gd name="T44" fmla="*/ 206 w 3734"/>
                  <a:gd name="T45" fmla="*/ 1460 h 2444"/>
                  <a:gd name="T46" fmla="*/ 333 w 3734"/>
                  <a:gd name="T47" fmla="*/ 1210 h 2444"/>
                  <a:gd name="T48" fmla="*/ 489 w 3734"/>
                  <a:gd name="T49" fmla="*/ 977 h 2444"/>
                  <a:gd name="T50" fmla="*/ 668 w 3734"/>
                  <a:gd name="T51" fmla="*/ 765 h 2444"/>
                  <a:gd name="T52" fmla="*/ 869 w 3734"/>
                  <a:gd name="T53" fmla="*/ 574 h 2444"/>
                  <a:gd name="T54" fmla="*/ 1091 w 3734"/>
                  <a:gd name="T55" fmla="*/ 407 h 2444"/>
                  <a:gd name="T56" fmla="*/ 1333 w 3734"/>
                  <a:gd name="T57" fmla="*/ 267 h 2444"/>
                  <a:gd name="T58" fmla="*/ 1590 w 3734"/>
                  <a:gd name="T59" fmla="*/ 153 h 2444"/>
                  <a:gd name="T60" fmla="*/ 1863 w 3734"/>
                  <a:gd name="T61" fmla="*/ 70 h 2444"/>
                  <a:gd name="T62" fmla="*/ 2148 w 3734"/>
                  <a:gd name="T63" fmla="*/ 18 h 2444"/>
                  <a:gd name="T64" fmla="*/ 2442 w 3734"/>
                  <a:gd name="T65" fmla="*/ 0 h 2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734" h="2444">
                    <a:moveTo>
                      <a:pt x="2442" y="0"/>
                    </a:moveTo>
                    <a:lnTo>
                      <a:pt x="2594" y="4"/>
                    </a:lnTo>
                    <a:lnTo>
                      <a:pt x="2741" y="18"/>
                    </a:lnTo>
                    <a:lnTo>
                      <a:pt x="2887" y="40"/>
                    </a:lnTo>
                    <a:lnTo>
                      <a:pt x="3029" y="71"/>
                    </a:lnTo>
                    <a:lnTo>
                      <a:pt x="3168" y="110"/>
                    </a:lnTo>
                    <a:lnTo>
                      <a:pt x="3303" y="155"/>
                    </a:lnTo>
                    <a:lnTo>
                      <a:pt x="3435" y="210"/>
                    </a:lnTo>
                    <a:lnTo>
                      <a:pt x="3564" y="272"/>
                    </a:lnTo>
                    <a:lnTo>
                      <a:pt x="3734" y="1057"/>
                    </a:lnTo>
                    <a:lnTo>
                      <a:pt x="3068" y="1213"/>
                    </a:lnTo>
                    <a:lnTo>
                      <a:pt x="2972" y="1168"/>
                    </a:lnTo>
                    <a:lnTo>
                      <a:pt x="2872" y="1131"/>
                    </a:lnTo>
                    <a:lnTo>
                      <a:pt x="2769" y="1102"/>
                    </a:lnTo>
                    <a:lnTo>
                      <a:pt x="2664" y="1081"/>
                    </a:lnTo>
                    <a:lnTo>
                      <a:pt x="2554" y="1068"/>
                    </a:lnTo>
                    <a:lnTo>
                      <a:pt x="2442" y="1063"/>
                    </a:lnTo>
                    <a:lnTo>
                      <a:pt x="2329" y="1068"/>
                    </a:lnTo>
                    <a:lnTo>
                      <a:pt x="2216" y="1081"/>
                    </a:lnTo>
                    <a:lnTo>
                      <a:pt x="2108" y="1105"/>
                    </a:lnTo>
                    <a:lnTo>
                      <a:pt x="2002" y="1136"/>
                    </a:lnTo>
                    <a:lnTo>
                      <a:pt x="1900" y="1174"/>
                    </a:lnTo>
                    <a:lnTo>
                      <a:pt x="1802" y="1220"/>
                    </a:lnTo>
                    <a:lnTo>
                      <a:pt x="1709" y="1275"/>
                    </a:lnTo>
                    <a:lnTo>
                      <a:pt x="1620" y="1336"/>
                    </a:lnTo>
                    <a:lnTo>
                      <a:pt x="1537" y="1402"/>
                    </a:lnTo>
                    <a:lnTo>
                      <a:pt x="1458" y="1476"/>
                    </a:lnTo>
                    <a:lnTo>
                      <a:pt x="1387" y="1555"/>
                    </a:lnTo>
                    <a:lnTo>
                      <a:pt x="1321" y="1639"/>
                    </a:lnTo>
                    <a:lnTo>
                      <a:pt x="1261" y="1729"/>
                    </a:lnTo>
                    <a:lnTo>
                      <a:pt x="1210" y="1824"/>
                    </a:lnTo>
                    <a:lnTo>
                      <a:pt x="1164" y="1923"/>
                    </a:lnTo>
                    <a:lnTo>
                      <a:pt x="1127" y="2025"/>
                    </a:lnTo>
                    <a:lnTo>
                      <a:pt x="1099" y="2132"/>
                    </a:lnTo>
                    <a:lnTo>
                      <a:pt x="1078" y="2242"/>
                    </a:lnTo>
                    <a:lnTo>
                      <a:pt x="1066" y="2354"/>
                    </a:lnTo>
                    <a:lnTo>
                      <a:pt x="583" y="1874"/>
                    </a:lnTo>
                    <a:lnTo>
                      <a:pt x="0" y="2444"/>
                    </a:lnTo>
                    <a:lnTo>
                      <a:pt x="0" y="2443"/>
                    </a:lnTo>
                    <a:lnTo>
                      <a:pt x="4" y="2295"/>
                    </a:lnTo>
                    <a:lnTo>
                      <a:pt x="18" y="2148"/>
                    </a:lnTo>
                    <a:lnTo>
                      <a:pt x="40" y="2003"/>
                    </a:lnTo>
                    <a:lnTo>
                      <a:pt x="70" y="1863"/>
                    </a:lnTo>
                    <a:lnTo>
                      <a:pt x="107" y="1725"/>
                    </a:lnTo>
                    <a:lnTo>
                      <a:pt x="153" y="1590"/>
                    </a:lnTo>
                    <a:lnTo>
                      <a:pt x="206" y="1460"/>
                    </a:lnTo>
                    <a:lnTo>
                      <a:pt x="267" y="1333"/>
                    </a:lnTo>
                    <a:lnTo>
                      <a:pt x="333" y="1210"/>
                    </a:lnTo>
                    <a:lnTo>
                      <a:pt x="407" y="1091"/>
                    </a:lnTo>
                    <a:lnTo>
                      <a:pt x="489" y="977"/>
                    </a:lnTo>
                    <a:lnTo>
                      <a:pt x="574" y="869"/>
                    </a:lnTo>
                    <a:lnTo>
                      <a:pt x="668" y="765"/>
                    </a:lnTo>
                    <a:lnTo>
                      <a:pt x="765" y="668"/>
                    </a:lnTo>
                    <a:lnTo>
                      <a:pt x="869" y="574"/>
                    </a:lnTo>
                    <a:lnTo>
                      <a:pt x="977" y="489"/>
                    </a:lnTo>
                    <a:lnTo>
                      <a:pt x="1091" y="407"/>
                    </a:lnTo>
                    <a:lnTo>
                      <a:pt x="1210" y="333"/>
                    </a:lnTo>
                    <a:lnTo>
                      <a:pt x="1333" y="267"/>
                    </a:lnTo>
                    <a:lnTo>
                      <a:pt x="1460" y="206"/>
                    </a:lnTo>
                    <a:lnTo>
                      <a:pt x="1590" y="153"/>
                    </a:lnTo>
                    <a:lnTo>
                      <a:pt x="1725" y="107"/>
                    </a:lnTo>
                    <a:lnTo>
                      <a:pt x="1863" y="70"/>
                    </a:lnTo>
                    <a:lnTo>
                      <a:pt x="2003" y="40"/>
                    </a:lnTo>
                    <a:lnTo>
                      <a:pt x="2148" y="18"/>
                    </a:lnTo>
                    <a:lnTo>
                      <a:pt x="2293" y="4"/>
                    </a:lnTo>
                    <a:lnTo>
                      <a:pt x="24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107" name="Group 106"/>
          <p:cNvGrpSpPr/>
          <p:nvPr/>
        </p:nvGrpSpPr>
        <p:grpSpPr>
          <a:xfrm>
            <a:off x="5858964" y="5331362"/>
            <a:ext cx="534185" cy="439956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108" name="Freeform 21"/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9" name="Freeform 22"/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1" name="Freeform 32"/>
          <p:cNvSpPr>
            <a:spLocks noEditPoints="1"/>
          </p:cNvSpPr>
          <p:nvPr/>
        </p:nvSpPr>
        <p:spPr bwMode="auto">
          <a:xfrm>
            <a:off x="5880794" y="1830448"/>
            <a:ext cx="490522" cy="40900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EA8896-80A6-46AD-891F-B6FB4424C34F}"/>
              </a:ext>
            </a:extLst>
          </p:cNvPr>
          <p:cNvGrpSpPr/>
          <p:nvPr/>
        </p:nvGrpSpPr>
        <p:grpSpPr>
          <a:xfrm>
            <a:off x="3878710" y="3225216"/>
            <a:ext cx="1178187" cy="1018389"/>
            <a:chOff x="3878710" y="3239807"/>
            <a:chExt cx="1178187" cy="1018389"/>
          </a:xfrm>
        </p:grpSpPr>
        <p:grpSp>
          <p:nvGrpSpPr>
            <p:cNvPr id="91" name="Group 90"/>
            <p:cNvGrpSpPr/>
            <p:nvPr/>
          </p:nvGrpSpPr>
          <p:grpSpPr>
            <a:xfrm rot="16200000">
              <a:off x="3958609" y="3159908"/>
              <a:ext cx="1018389" cy="1178187"/>
              <a:chOff x="5641675" y="828136"/>
              <a:chExt cx="1086928" cy="1257482"/>
            </a:xfrm>
            <a:solidFill>
              <a:schemeClr val="accent1"/>
            </a:solidFill>
          </p:grpSpPr>
          <p:sp>
            <p:nvSpPr>
              <p:cNvPr id="92" name="Oval 91"/>
              <p:cNvSpPr/>
              <p:nvPr/>
            </p:nvSpPr>
            <p:spPr>
              <a:xfrm>
                <a:off x="5641675" y="828136"/>
                <a:ext cx="1086928" cy="10869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93" name="Isosceles Triangle 92"/>
              <p:cNvSpPr/>
              <p:nvPr/>
            </p:nvSpPr>
            <p:spPr>
              <a:xfrm rot="10800000">
                <a:off x="6032434" y="1822334"/>
                <a:ext cx="305410" cy="2632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112" name="Freeform 37"/>
            <p:cNvSpPr>
              <a:spLocks noEditPoints="1"/>
            </p:cNvSpPr>
            <p:nvPr/>
          </p:nvSpPr>
          <p:spPr bwMode="auto">
            <a:xfrm>
              <a:off x="4164652" y="3516578"/>
              <a:ext cx="446501" cy="464846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3" name="Rectangle 112"/>
          <p:cNvSpPr/>
          <p:nvPr/>
        </p:nvSpPr>
        <p:spPr>
          <a:xfrm>
            <a:off x="1149372" y="3380467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8652365" y="3380467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355371" y="1579796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274064" cy="711081"/>
          </a:xfrm>
        </p:spPr>
        <p:txBody>
          <a:bodyPr/>
          <a:lstStyle/>
          <a:p>
            <a:r>
              <a:rPr lang="en-US" dirty="0"/>
              <a:t>INFOGRAPHICS BUNDLE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8952961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5616862" y="1525759"/>
            <a:ext cx="1018389" cy="1178187"/>
            <a:chOff x="5641675" y="828136"/>
            <a:chExt cx="1086928" cy="1257482"/>
          </a:xfrm>
          <a:solidFill>
            <a:schemeClr val="accent2"/>
          </a:solidFill>
        </p:grpSpPr>
        <p:sp>
          <p:nvSpPr>
            <p:cNvPr id="80" name="Oval 79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Isosceles Triangle 80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5166230" y="3257357"/>
            <a:ext cx="1910379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Text Here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695062" y="4930314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624B95-393C-4D53-A7B8-EDB128F3C631}"/>
              </a:ext>
            </a:extLst>
          </p:cNvPr>
          <p:cNvGrpSpPr/>
          <p:nvPr/>
        </p:nvGrpSpPr>
        <p:grpSpPr>
          <a:xfrm rot="21044517">
            <a:off x="7150855" y="2836921"/>
            <a:ext cx="1178187" cy="1018389"/>
            <a:chOff x="7195572" y="3231185"/>
            <a:chExt cx="1178187" cy="1018389"/>
          </a:xfrm>
        </p:grpSpPr>
        <p:grpSp>
          <p:nvGrpSpPr>
            <p:cNvPr id="83" name="Group 82"/>
            <p:cNvGrpSpPr/>
            <p:nvPr/>
          </p:nvGrpSpPr>
          <p:grpSpPr>
            <a:xfrm rot="5400000">
              <a:off x="7275471" y="3151286"/>
              <a:ext cx="1018389" cy="1178187"/>
              <a:chOff x="5641675" y="828136"/>
              <a:chExt cx="1086928" cy="1257482"/>
            </a:xfrm>
            <a:solidFill>
              <a:schemeClr val="bg1">
                <a:lumMod val="75000"/>
              </a:schemeClr>
            </a:solidFill>
          </p:grpSpPr>
          <p:sp>
            <p:nvSpPr>
              <p:cNvPr id="87" name="Oval 86"/>
              <p:cNvSpPr/>
              <p:nvPr/>
            </p:nvSpPr>
            <p:spPr>
              <a:xfrm>
                <a:off x="5641675" y="828136"/>
                <a:ext cx="1086928" cy="108692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88" name="Isosceles Triangle 87"/>
              <p:cNvSpPr/>
              <p:nvPr/>
            </p:nvSpPr>
            <p:spPr>
              <a:xfrm rot="10800000">
                <a:off x="6032434" y="1822334"/>
                <a:ext cx="305410" cy="263284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 rot="177272">
              <a:off x="7631109" y="3515067"/>
              <a:ext cx="450625" cy="450625"/>
              <a:chOff x="1170814" y="2040839"/>
              <a:chExt cx="1018573" cy="1018574"/>
            </a:xfrm>
            <a:solidFill>
              <a:schemeClr val="bg1"/>
            </a:solidFill>
          </p:grpSpPr>
          <p:sp>
            <p:nvSpPr>
              <p:cNvPr id="99" name="Freeform 6"/>
              <p:cNvSpPr>
                <a:spLocks/>
              </p:cNvSpPr>
              <p:nvPr/>
            </p:nvSpPr>
            <p:spPr bwMode="auto">
              <a:xfrm>
                <a:off x="1807474" y="2118389"/>
                <a:ext cx="381913" cy="851383"/>
              </a:xfrm>
              <a:custGeom>
                <a:avLst/>
                <a:gdLst>
                  <a:gd name="T0" fmla="*/ 804 w 1833"/>
                  <a:gd name="T1" fmla="*/ 80 h 4085"/>
                  <a:gd name="T2" fmla="*/ 1028 w 1833"/>
                  <a:gd name="T3" fmla="*/ 257 h 4085"/>
                  <a:gd name="T4" fmla="*/ 1227 w 1833"/>
                  <a:gd name="T5" fmla="*/ 462 h 4085"/>
                  <a:gd name="T6" fmla="*/ 1404 w 1833"/>
                  <a:gd name="T7" fmla="*/ 687 h 4085"/>
                  <a:gd name="T8" fmla="*/ 1552 w 1833"/>
                  <a:gd name="T9" fmla="*/ 932 h 4085"/>
                  <a:gd name="T10" fmla="*/ 1672 w 1833"/>
                  <a:gd name="T11" fmla="*/ 1196 h 4085"/>
                  <a:gd name="T12" fmla="*/ 1759 w 1833"/>
                  <a:gd name="T13" fmla="*/ 1476 h 4085"/>
                  <a:gd name="T14" fmla="*/ 1814 w 1833"/>
                  <a:gd name="T15" fmla="*/ 1767 h 4085"/>
                  <a:gd name="T16" fmla="*/ 1833 w 1833"/>
                  <a:gd name="T17" fmla="*/ 2071 h 4085"/>
                  <a:gd name="T18" fmla="*/ 1815 w 1833"/>
                  <a:gd name="T19" fmla="*/ 2361 h 4085"/>
                  <a:gd name="T20" fmla="*/ 1766 w 1833"/>
                  <a:gd name="T21" fmla="*/ 2643 h 4085"/>
                  <a:gd name="T22" fmla="*/ 1685 w 1833"/>
                  <a:gd name="T23" fmla="*/ 2911 h 4085"/>
                  <a:gd name="T24" fmla="*/ 1575 w 1833"/>
                  <a:gd name="T25" fmla="*/ 3165 h 4085"/>
                  <a:gd name="T26" fmla="*/ 1438 w 1833"/>
                  <a:gd name="T27" fmla="*/ 3404 h 4085"/>
                  <a:gd name="T28" fmla="*/ 1275 w 1833"/>
                  <a:gd name="T29" fmla="*/ 3624 h 4085"/>
                  <a:gd name="T30" fmla="*/ 1090 w 1833"/>
                  <a:gd name="T31" fmla="*/ 3826 h 4085"/>
                  <a:gd name="T32" fmla="*/ 882 w 1833"/>
                  <a:gd name="T33" fmla="*/ 4005 h 4085"/>
                  <a:gd name="T34" fmla="*/ 0 w 1833"/>
                  <a:gd name="T35" fmla="*/ 3865 h 4085"/>
                  <a:gd name="T36" fmla="*/ 259 w 1833"/>
                  <a:gd name="T37" fmla="*/ 3143 h 4085"/>
                  <a:gd name="T38" fmla="*/ 406 w 1833"/>
                  <a:gd name="T39" fmla="*/ 3005 h 4085"/>
                  <a:gd name="T40" fmla="*/ 530 w 1833"/>
                  <a:gd name="T41" fmla="*/ 2848 h 4085"/>
                  <a:gd name="T42" fmla="*/ 631 w 1833"/>
                  <a:gd name="T43" fmla="*/ 2675 h 4085"/>
                  <a:gd name="T44" fmla="*/ 706 w 1833"/>
                  <a:gd name="T45" fmla="*/ 2486 h 4085"/>
                  <a:gd name="T46" fmla="*/ 754 w 1833"/>
                  <a:gd name="T47" fmla="*/ 2283 h 4085"/>
                  <a:gd name="T48" fmla="*/ 770 w 1833"/>
                  <a:gd name="T49" fmla="*/ 2071 h 4085"/>
                  <a:gd name="T50" fmla="*/ 752 w 1833"/>
                  <a:gd name="T51" fmla="*/ 1846 h 4085"/>
                  <a:gd name="T52" fmla="*/ 699 w 1833"/>
                  <a:gd name="T53" fmla="*/ 1631 h 4085"/>
                  <a:gd name="T54" fmla="*/ 613 w 1833"/>
                  <a:gd name="T55" fmla="*/ 1431 h 4085"/>
                  <a:gd name="T56" fmla="*/ 499 w 1833"/>
                  <a:gd name="T57" fmla="*/ 1251 h 4085"/>
                  <a:gd name="T58" fmla="*/ 360 w 1833"/>
                  <a:gd name="T59" fmla="*/ 1089 h 4085"/>
                  <a:gd name="T60" fmla="*/ 197 w 1833"/>
                  <a:gd name="T61" fmla="*/ 952 h 4085"/>
                  <a:gd name="T62" fmla="*/ 686 w 1833"/>
                  <a:gd name="T63" fmla="*/ 0 h 4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33" h="4085">
                    <a:moveTo>
                      <a:pt x="686" y="0"/>
                    </a:moveTo>
                    <a:lnTo>
                      <a:pt x="804" y="80"/>
                    </a:lnTo>
                    <a:lnTo>
                      <a:pt x="918" y="165"/>
                    </a:lnTo>
                    <a:lnTo>
                      <a:pt x="1028" y="257"/>
                    </a:lnTo>
                    <a:lnTo>
                      <a:pt x="1130" y="356"/>
                    </a:lnTo>
                    <a:lnTo>
                      <a:pt x="1227" y="462"/>
                    </a:lnTo>
                    <a:lnTo>
                      <a:pt x="1319" y="571"/>
                    </a:lnTo>
                    <a:lnTo>
                      <a:pt x="1404" y="687"/>
                    </a:lnTo>
                    <a:lnTo>
                      <a:pt x="1481" y="808"/>
                    </a:lnTo>
                    <a:lnTo>
                      <a:pt x="1552" y="932"/>
                    </a:lnTo>
                    <a:lnTo>
                      <a:pt x="1615" y="1063"/>
                    </a:lnTo>
                    <a:lnTo>
                      <a:pt x="1672" y="1196"/>
                    </a:lnTo>
                    <a:lnTo>
                      <a:pt x="1719" y="1334"/>
                    </a:lnTo>
                    <a:lnTo>
                      <a:pt x="1759" y="1476"/>
                    </a:lnTo>
                    <a:lnTo>
                      <a:pt x="1792" y="1619"/>
                    </a:lnTo>
                    <a:lnTo>
                      <a:pt x="1814" y="1767"/>
                    </a:lnTo>
                    <a:lnTo>
                      <a:pt x="1829" y="1918"/>
                    </a:lnTo>
                    <a:lnTo>
                      <a:pt x="1833" y="2071"/>
                    </a:lnTo>
                    <a:lnTo>
                      <a:pt x="1829" y="2218"/>
                    </a:lnTo>
                    <a:lnTo>
                      <a:pt x="1815" y="2361"/>
                    </a:lnTo>
                    <a:lnTo>
                      <a:pt x="1795" y="2503"/>
                    </a:lnTo>
                    <a:lnTo>
                      <a:pt x="1766" y="2643"/>
                    </a:lnTo>
                    <a:lnTo>
                      <a:pt x="1729" y="2779"/>
                    </a:lnTo>
                    <a:lnTo>
                      <a:pt x="1685" y="2911"/>
                    </a:lnTo>
                    <a:lnTo>
                      <a:pt x="1633" y="3039"/>
                    </a:lnTo>
                    <a:lnTo>
                      <a:pt x="1575" y="3165"/>
                    </a:lnTo>
                    <a:lnTo>
                      <a:pt x="1509" y="3287"/>
                    </a:lnTo>
                    <a:lnTo>
                      <a:pt x="1438" y="3404"/>
                    </a:lnTo>
                    <a:lnTo>
                      <a:pt x="1359" y="3516"/>
                    </a:lnTo>
                    <a:lnTo>
                      <a:pt x="1275" y="3624"/>
                    </a:lnTo>
                    <a:lnTo>
                      <a:pt x="1186" y="3728"/>
                    </a:lnTo>
                    <a:lnTo>
                      <a:pt x="1090" y="3826"/>
                    </a:lnTo>
                    <a:lnTo>
                      <a:pt x="989" y="3917"/>
                    </a:lnTo>
                    <a:lnTo>
                      <a:pt x="882" y="4005"/>
                    </a:lnTo>
                    <a:lnTo>
                      <a:pt x="773" y="4085"/>
                    </a:lnTo>
                    <a:lnTo>
                      <a:pt x="0" y="3865"/>
                    </a:lnTo>
                    <a:lnTo>
                      <a:pt x="179" y="3204"/>
                    </a:lnTo>
                    <a:lnTo>
                      <a:pt x="259" y="3143"/>
                    </a:lnTo>
                    <a:lnTo>
                      <a:pt x="335" y="3076"/>
                    </a:lnTo>
                    <a:lnTo>
                      <a:pt x="406" y="3005"/>
                    </a:lnTo>
                    <a:lnTo>
                      <a:pt x="471" y="2930"/>
                    </a:lnTo>
                    <a:lnTo>
                      <a:pt x="530" y="2848"/>
                    </a:lnTo>
                    <a:lnTo>
                      <a:pt x="583" y="2764"/>
                    </a:lnTo>
                    <a:lnTo>
                      <a:pt x="631" y="2675"/>
                    </a:lnTo>
                    <a:lnTo>
                      <a:pt x="672" y="2582"/>
                    </a:lnTo>
                    <a:lnTo>
                      <a:pt x="706" y="2486"/>
                    </a:lnTo>
                    <a:lnTo>
                      <a:pt x="734" y="2385"/>
                    </a:lnTo>
                    <a:lnTo>
                      <a:pt x="754" y="2283"/>
                    </a:lnTo>
                    <a:lnTo>
                      <a:pt x="765" y="2178"/>
                    </a:lnTo>
                    <a:lnTo>
                      <a:pt x="770" y="2071"/>
                    </a:lnTo>
                    <a:lnTo>
                      <a:pt x="765" y="1957"/>
                    </a:lnTo>
                    <a:lnTo>
                      <a:pt x="752" y="1846"/>
                    </a:lnTo>
                    <a:lnTo>
                      <a:pt x="728" y="1736"/>
                    </a:lnTo>
                    <a:lnTo>
                      <a:pt x="699" y="1631"/>
                    </a:lnTo>
                    <a:lnTo>
                      <a:pt x="660" y="1529"/>
                    </a:lnTo>
                    <a:lnTo>
                      <a:pt x="613" y="1431"/>
                    </a:lnTo>
                    <a:lnTo>
                      <a:pt x="560" y="1338"/>
                    </a:lnTo>
                    <a:lnTo>
                      <a:pt x="499" y="1251"/>
                    </a:lnTo>
                    <a:lnTo>
                      <a:pt x="432" y="1166"/>
                    </a:lnTo>
                    <a:lnTo>
                      <a:pt x="360" y="1089"/>
                    </a:lnTo>
                    <a:lnTo>
                      <a:pt x="280" y="1017"/>
                    </a:lnTo>
                    <a:lnTo>
                      <a:pt x="197" y="952"/>
                    </a:lnTo>
                    <a:lnTo>
                      <a:pt x="859" y="796"/>
                    </a:lnTo>
                    <a:lnTo>
                      <a:pt x="68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0" name="Freeform 7"/>
              <p:cNvSpPr>
                <a:spLocks/>
              </p:cNvSpPr>
              <p:nvPr/>
            </p:nvSpPr>
            <p:spPr bwMode="auto">
              <a:xfrm>
                <a:off x="1172482" y="2475286"/>
                <a:ext cx="760490" cy="584127"/>
              </a:xfrm>
              <a:custGeom>
                <a:avLst/>
                <a:gdLst>
                  <a:gd name="T0" fmla="*/ 1060 w 3647"/>
                  <a:gd name="T1" fmla="*/ 482 h 2801"/>
                  <a:gd name="T2" fmla="*/ 1097 w 3647"/>
                  <a:gd name="T3" fmla="*/ 699 h 2801"/>
                  <a:gd name="T4" fmla="*/ 1165 w 3647"/>
                  <a:gd name="T5" fmla="*/ 903 h 2801"/>
                  <a:gd name="T6" fmla="*/ 1264 w 3647"/>
                  <a:gd name="T7" fmla="*/ 1091 h 2801"/>
                  <a:gd name="T8" fmla="*/ 1390 w 3647"/>
                  <a:gd name="T9" fmla="*/ 1261 h 2801"/>
                  <a:gd name="T10" fmla="*/ 1540 w 3647"/>
                  <a:gd name="T11" fmla="*/ 1409 h 2801"/>
                  <a:gd name="T12" fmla="*/ 1710 w 3647"/>
                  <a:gd name="T13" fmla="*/ 1534 h 2801"/>
                  <a:gd name="T14" fmla="*/ 1900 w 3647"/>
                  <a:gd name="T15" fmla="*/ 1631 h 2801"/>
                  <a:gd name="T16" fmla="*/ 2104 w 3647"/>
                  <a:gd name="T17" fmla="*/ 1698 h 2801"/>
                  <a:gd name="T18" fmla="*/ 2321 w 3647"/>
                  <a:gd name="T19" fmla="*/ 1733 h 2801"/>
                  <a:gd name="T20" fmla="*/ 2542 w 3647"/>
                  <a:gd name="T21" fmla="*/ 1733 h 2801"/>
                  <a:gd name="T22" fmla="*/ 2749 w 3647"/>
                  <a:gd name="T23" fmla="*/ 1702 h 2801"/>
                  <a:gd name="T24" fmla="*/ 2946 w 3647"/>
                  <a:gd name="T25" fmla="*/ 1640 h 2801"/>
                  <a:gd name="T26" fmla="*/ 2862 w 3647"/>
                  <a:gd name="T27" fmla="*/ 2255 h 2801"/>
                  <a:gd name="T28" fmla="*/ 3525 w 3647"/>
                  <a:gd name="T29" fmla="*/ 2543 h 2801"/>
                  <a:gd name="T30" fmla="*/ 3272 w 3647"/>
                  <a:gd name="T31" fmla="*/ 2653 h 2801"/>
                  <a:gd name="T32" fmla="*/ 3004 w 3647"/>
                  <a:gd name="T33" fmla="*/ 2734 h 2801"/>
                  <a:gd name="T34" fmla="*/ 2724 w 3647"/>
                  <a:gd name="T35" fmla="*/ 2783 h 2801"/>
                  <a:gd name="T36" fmla="*/ 2433 w 3647"/>
                  <a:gd name="T37" fmla="*/ 2801 h 2801"/>
                  <a:gd name="T38" fmla="*/ 2132 w 3647"/>
                  <a:gd name="T39" fmla="*/ 2782 h 2801"/>
                  <a:gd name="T40" fmla="*/ 1840 w 3647"/>
                  <a:gd name="T41" fmla="*/ 2728 h 2801"/>
                  <a:gd name="T42" fmla="*/ 1562 w 3647"/>
                  <a:gd name="T43" fmla="*/ 2641 h 2801"/>
                  <a:gd name="T44" fmla="*/ 1298 w 3647"/>
                  <a:gd name="T45" fmla="*/ 2521 h 2801"/>
                  <a:gd name="T46" fmla="*/ 1053 w 3647"/>
                  <a:gd name="T47" fmla="*/ 2373 h 2801"/>
                  <a:gd name="T48" fmla="*/ 828 w 3647"/>
                  <a:gd name="T49" fmla="*/ 2198 h 2801"/>
                  <a:gd name="T50" fmla="*/ 625 w 3647"/>
                  <a:gd name="T51" fmla="*/ 1999 h 2801"/>
                  <a:gd name="T52" fmla="*/ 446 w 3647"/>
                  <a:gd name="T53" fmla="*/ 1778 h 2801"/>
                  <a:gd name="T54" fmla="*/ 293 w 3647"/>
                  <a:gd name="T55" fmla="*/ 1535 h 2801"/>
                  <a:gd name="T56" fmla="*/ 169 w 3647"/>
                  <a:gd name="T57" fmla="*/ 1274 h 2801"/>
                  <a:gd name="T58" fmla="*/ 75 w 3647"/>
                  <a:gd name="T59" fmla="*/ 999 h 2801"/>
                  <a:gd name="T60" fmla="*/ 16 w 3647"/>
                  <a:gd name="T61" fmla="*/ 709 h 2801"/>
                  <a:gd name="T62" fmla="*/ 573 w 3647"/>
                  <a:gd name="T63" fmla="*/ 0 h 28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47" h="2801">
                    <a:moveTo>
                      <a:pt x="573" y="0"/>
                    </a:moveTo>
                    <a:lnTo>
                      <a:pt x="1060" y="482"/>
                    </a:lnTo>
                    <a:lnTo>
                      <a:pt x="1073" y="592"/>
                    </a:lnTo>
                    <a:lnTo>
                      <a:pt x="1097" y="699"/>
                    </a:lnTo>
                    <a:lnTo>
                      <a:pt x="1127" y="802"/>
                    </a:lnTo>
                    <a:lnTo>
                      <a:pt x="1165" y="903"/>
                    </a:lnTo>
                    <a:lnTo>
                      <a:pt x="1211" y="999"/>
                    </a:lnTo>
                    <a:lnTo>
                      <a:pt x="1264" y="1091"/>
                    </a:lnTo>
                    <a:lnTo>
                      <a:pt x="1324" y="1178"/>
                    </a:lnTo>
                    <a:lnTo>
                      <a:pt x="1390" y="1261"/>
                    </a:lnTo>
                    <a:lnTo>
                      <a:pt x="1461" y="1338"/>
                    </a:lnTo>
                    <a:lnTo>
                      <a:pt x="1540" y="1409"/>
                    </a:lnTo>
                    <a:lnTo>
                      <a:pt x="1623" y="1474"/>
                    </a:lnTo>
                    <a:lnTo>
                      <a:pt x="1710" y="1534"/>
                    </a:lnTo>
                    <a:lnTo>
                      <a:pt x="1803" y="1585"/>
                    </a:lnTo>
                    <a:lnTo>
                      <a:pt x="1900" y="1631"/>
                    </a:lnTo>
                    <a:lnTo>
                      <a:pt x="2000" y="1668"/>
                    </a:lnTo>
                    <a:lnTo>
                      <a:pt x="2104" y="1698"/>
                    </a:lnTo>
                    <a:lnTo>
                      <a:pt x="2212" y="1720"/>
                    </a:lnTo>
                    <a:lnTo>
                      <a:pt x="2321" y="1733"/>
                    </a:lnTo>
                    <a:lnTo>
                      <a:pt x="2433" y="1738"/>
                    </a:lnTo>
                    <a:lnTo>
                      <a:pt x="2542" y="1733"/>
                    </a:lnTo>
                    <a:lnTo>
                      <a:pt x="2647" y="1722"/>
                    </a:lnTo>
                    <a:lnTo>
                      <a:pt x="2749" y="1702"/>
                    </a:lnTo>
                    <a:lnTo>
                      <a:pt x="2850" y="1674"/>
                    </a:lnTo>
                    <a:lnTo>
                      <a:pt x="2946" y="1640"/>
                    </a:lnTo>
                    <a:lnTo>
                      <a:pt x="3040" y="1599"/>
                    </a:lnTo>
                    <a:lnTo>
                      <a:pt x="2862" y="2255"/>
                    </a:lnTo>
                    <a:lnTo>
                      <a:pt x="3647" y="2480"/>
                    </a:lnTo>
                    <a:lnTo>
                      <a:pt x="3525" y="2543"/>
                    </a:lnTo>
                    <a:lnTo>
                      <a:pt x="3401" y="2603"/>
                    </a:lnTo>
                    <a:lnTo>
                      <a:pt x="3272" y="2653"/>
                    </a:lnTo>
                    <a:lnTo>
                      <a:pt x="3139" y="2697"/>
                    </a:lnTo>
                    <a:lnTo>
                      <a:pt x="3004" y="2734"/>
                    </a:lnTo>
                    <a:lnTo>
                      <a:pt x="2865" y="2763"/>
                    </a:lnTo>
                    <a:lnTo>
                      <a:pt x="2724" y="2783"/>
                    </a:lnTo>
                    <a:lnTo>
                      <a:pt x="2581" y="2797"/>
                    </a:lnTo>
                    <a:lnTo>
                      <a:pt x="2433" y="2801"/>
                    </a:lnTo>
                    <a:lnTo>
                      <a:pt x="2281" y="2797"/>
                    </a:lnTo>
                    <a:lnTo>
                      <a:pt x="2132" y="2782"/>
                    </a:lnTo>
                    <a:lnTo>
                      <a:pt x="1984" y="2760"/>
                    </a:lnTo>
                    <a:lnTo>
                      <a:pt x="1840" y="2728"/>
                    </a:lnTo>
                    <a:lnTo>
                      <a:pt x="1698" y="2688"/>
                    </a:lnTo>
                    <a:lnTo>
                      <a:pt x="1562" y="2641"/>
                    </a:lnTo>
                    <a:lnTo>
                      <a:pt x="1427" y="2585"/>
                    </a:lnTo>
                    <a:lnTo>
                      <a:pt x="1298" y="2521"/>
                    </a:lnTo>
                    <a:lnTo>
                      <a:pt x="1174" y="2452"/>
                    </a:lnTo>
                    <a:lnTo>
                      <a:pt x="1053" y="2373"/>
                    </a:lnTo>
                    <a:lnTo>
                      <a:pt x="937" y="2289"/>
                    </a:lnTo>
                    <a:lnTo>
                      <a:pt x="828" y="2198"/>
                    </a:lnTo>
                    <a:lnTo>
                      <a:pt x="722" y="2102"/>
                    </a:lnTo>
                    <a:lnTo>
                      <a:pt x="625" y="1999"/>
                    </a:lnTo>
                    <a:lnTo>
                      <a:pt x="531" y="1890"/>
                    </a:lnTo>
                    <a:lnTo>
                      <a:pt x="446" y="1778"/>
                    </a:lnTo>
                    <a:lnTo>
                      <a:pt x="366" y="1658"/>
                    </a:lnTo>
                    <a:lnTo>
                      <a:pt x="293" y="1535"/>
                    </a:lnTo>
                    <a:lnTo>
                      <a:pt x="228" y="1408"/>
                    </a:lnTo>
                    <a:lnTo>
                      <a:pt x="169" y="1274"/>
                    </a:lnTo>
                    <a:lnTo>
                      <a:pt x="118" y="1138"/>
                    </a:lnTo>
                    <a:lnTo>
                      <a:pt x="75" y="999"/>
                    </a:lnTo>
                    <a:lnTo>
                      <a:pt x="41" y="855"/>
                    </a:lnTo>
                    <a:lnTo>
                      <a:pt x="16" y="709"/>
                    </a:lnTo>
                    <a:lnTo>
                      <a:pt x="0" y="559"/>
                    </a:lnTo>
                    <a:lnTo>
                      <a:pt x="5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1" name="Freeform 8"/>
              <p:cNvSpPr>
                <a:spLocks/>
              </p:cNvSpPr>
              <p:nvPr/>
            </p:nvSpPr>
            <p:spPr bwMode="auto">
              <a:xfrm>
                <a:off x="1170814" y="2040839"/>
                <a:ext cx="778418" cy="509495"/>
              </a:xfrm>
              <a:custGeom>
                <a:avLst/>
                <a:gdLst>
                  <a:gd name="T0" fmla="*/ 2594 w 3734"/>
                  <a:gd name="T1" fmla="*/ 4 h 2444"/>
                  <a:gd name="T2" fmla="*/ 2887 w 3734"/>
                  <a:gd name="T3" fmla="*/ 40 h 2444"/>
                  <a:gd name="T4" fmla="*/ 3168 w 3734"/>
                  <a:gd name="T5" fmla="*/ 110 h 2444"/>
                  <a:gd name="T6" fmla="*/ 3435 w 3734"/>
                  <a:gd name="T7" fmla="*/ 210 h 2444"/>
                  <a:gd name="T8" fmla="*/ 3734 w 3734"/>
                  <a:gd name="T9" fmla="*/ 1057 h 2444"/>
                  <a:gd name="T10" fmla="*/ 2972 w 3734"/>
                  <a:gd name="T11" fmla="*/ 1168 h 2444"/>
                  <a:gd name="T12" fmla="*/ 2769 w 3734"/>
                  <a:gd name="T13" fmla="*/ 1102 h 2444"/>
                  <a:gd name="T14" fmla="*/ 2554 w 3734"/>
                  <a:gd name="T15" fmla="*/ 1068 h 2444"/>
                  <a:gd name="T16" fmla="*/ 2329 w 3734"/>
                  <a:gd name="T17" fmla="*/ 1068 h 2444"/>
                  <a:gd name="T18" fmla="*/ 2108 w 3734"/>
                  <a:gd name="T19" fmla="*/ 1105 h 2444"/>
                  <a:gd name="T20" fmla="*/ 1900 w 3734"/>
                  <a:gd name="T21" fmla="*/ 1174 h 2444"/>
                  <a:gd name="T22" fmla="*/ 1709 w 3734"/>
                  <a:gd name="T23" fmla="*/ 1275 h 2444"/>
                  <a:gd name="T24" fmla="*/ 1537 w 3734"/>
                  <a:gd name="T25" fmla="*/ 1402 h 2444"/>
                  <a:gd name="T26" fmla="*/ 1387 w 3734"/>
                  <a:gd name="T27" fmla="*/ 1555 h 2444"/>
                  <a:gd name="T28" fmla="*/ 1261 w 3734"/>
                  <a:gd name="T29" fmla="*/ 1729 h 2444"/>
                  <a:gd name="T30" fmla="*/ 1164 w 3734"/>
                  <a:gd name="T31" fmla="*/ 1923 h 2444"/>
                  <a:gd name="T32" fmla="*/ 1099 w 3734"/>
                  <a:gd name="T33" fmla="*/ 2132 h 2444"/>
                  <a:gd name="T34" fmla="*/ 1066 w 3734"/>
                  <a:gd name="T35" fmla="*/ 2354 h 2444"/>
                  <a:gd name="T36" fmla="*/ 0 w 3734"/>
                  <a:gd name="T37" fmla="*/ 2444 h 2444"/>
                  <a:gd name="T38" fmla="*/ 4 w 3734"/>
                  <a:gd name="T39" fmla="*/ 2295 h 2444"/>
                  <a:gd name="T40" fmla="*/ 40 w 3734"/>
                  <a:gd name="T41" fmla="*/ 2003 h 2444"/>
                  <a:gd name="T42" fmla="*/ 107 w 3734"/>
                  <a:gd name="T43" fmla="*/ 1725 h 2444"/>
                  <a:gd name="T44" fmla="*/ 206 w 3734"/>
                  <a:gd name="T45" fmla="*/ 1460 h 2444"/>
                  <a:gd name="T46" fmla="*/ 333 w 3734"/>
                  <a:gd name="T47" fmla="*/ 1210 h 2444"/>
                  <a:gd name="T48" fmla="*/ 489 w 3734"/>
                  <a:gd name="T49" fmla="*/ 977 h 2444"/>
                  <a:gd name="T50" fmla="*/ 668 w 3734"/>
                  <a:gd name="T51" fmla="*/ 765 h 2444"/>
                  <a:gd name="T52" fmla="*/ 869 w 3734"/>
                  <a:gd name="T53" fmla="*/ 574 h 2444"/>
                  <a:gd name="T54" fmla="*/ 1091 w 3734"/>
                  <a:gd name="T55" fmla="*/ 407 h 2444"/>
                  <a:gd name="T56" fmla="*/ 1333 w 3734"/>
                  <a:gd name="T57" fmla="*/ 267 h 2444"/>
                  <a:gd name="T58" fmla="*/ 1590 w 3734"/>
                  <a:gd name="T59" fmla="*/ 153 h 2444"/>
                  <a:gd name="T60" fmla="*/ 1863 w 3734"/>
                  <a:gd name="T61" fmla="*/ 70 h 2444"/>
                  <a:gd name="T62" fmla="*/ 2148 w 3734"/>
                  <a:gd name="T63" fmla="*/ 18 h 2444"/>
                  <a:gd name="T64" fmla="*/ 2442 w 3734"/>
                  <a:gd name="T65" fmla="*/ 0 h 2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734" h="2444">
                    <a:moveTo>
                      <a:pt x="2442" y="0"/>
                    </a:moveTo>
                    <a:lnTo>
                      <a:pt x="2594" y="4"/>
                    </a:lnTo>
                    <a:lnTo>
                      <a:pt x="2741" y="18"/>
                    </a:lnTo>
                    <a:lnTo>
                      <a:pt x="2887" y="40"/>
                    </a:lnTo>
                    <a:lnTo>
                      <a:pt x="3029" y="71"/>
                    </a:lnTo>
                    <a:lnTo>
                      <a:pt x="3168" y="110"/>
                    </a:lnTo>
                    <a:lnTo>
                      <a:pt x="3303" y="155"/>
                    </a:lnTo>
                    <a:lnTo>
                      <a:pt x="3435" y="210"/>
                    </a:lnTo>
                    <a:lnTo>
                      <a:pt x="3564" y="272"/>
                    </a:lnTo>
                    <a:lnTo>
                      <a:pt x="3734" y="1057"/>
                    </a:lnTo>
                    <a:lnTo>
                      <a:pt x="3068" y="1213"/>
                    </a:lnTo>
                    <a:lnTo>
                      <a:pt x="2972" y="1168"/>
                    </a:lnTo>
                    <a:lnTo>
                      <a:pt x="2872" y="1131"/>
                    </a:lnTo>
                    <a:lnTo>
                      <a:pt x="2769" y="1102"/>
                    </a:lnTo>
                    <a:lnTo>
                      <a:pt x="2664" y="1081"/>
                    </a:lnTo>
                    <a:lnTo>
                      <a:pt x="2554" y="1068"/>
                    </a:lnTo>
                    <a:lnTo>
                      <a:pt x="2442" y="1063"/>
                    </a:lnTo>
                    <a:lnTo>
                      <a:pt x="2329" y="1068"/>
                    </a:lnTo>
                    <a:lnTo>
                      <a:pt x="2216" y="1081"/>
                    </a:lnTo>
                    <a:lnTo>
                      <a:pt x="2108" y="1105"/>
                    </a:lnTo>
                    <a:lnTo>
                      <a:pt x="2002" y="1136"/>
                    </a:lnTo>
                    <a:lnTo>
                      <a:pt x="1900" y="1174"/>
                    </a:lnTo>
                    <a:lnTo>
                      <a:pt x="1802" y="1220"/>
                    </a:lnTo>
                    <a:lnTo>
                      <a:pt x="1709" y="1275"/>
                    </a:lnTo>
                    <a:lnTo>
                      <a:pt x="1620" y="1336"/>
                    </a:lnTo>
                    <a:lnTo>
                      <a:pt x="1537" y="1402"/>
                    </a:lnTo>
                    <a:lnTo>
                      <a:pt x="1458" y="1476"/>
                    </a:lnTo>
                    <a:lnTo>
                      <a:pt x="1387" y="1555"/>
                    </a:lnTo>
                    <a:lnTo>
                      <a:pt x="1321" y="1639"/>
                    </a:lnTo>
                    <a:lnTo>
                      <a:pt x="1261" y="1729"/>
                    </a:lnTo>
                    <a:lnTo>
                      <a:pt x="1210" y="1824"/>
                    </a:lnTo>
                    <a:lnTo>
                      <a:pt x="1164" y="1923"/>
                    </a:lnTo>
                    <a:lnTo>
                      <a:pt x="1127" y="2025"/>
                    </a:lnTo>
                    <a:lnTo>
                      <a:pt x="1099" y="2132"/>
                    </a:lnTo>
                    <a:lnTo>
                      <a:pt x="1078" y="2242"/>
                    </a:lnTo>
                    <a:lnTo>
                      <a:pt x="1066" y="2354"/>
                    </a:lnTo>
                    <a:lnTo>
                      <a:pt x="583" y="1874"/>
                    </a:lnTo>
                    <a:lnTo>
                      <a:pt x="0" y="2444"/>
                    </a:lnTo>
                    <a:lnTo>
                      <a:pt x="0" y="2443"/>
                    </a:lnTo>
                    <a:lnTo>
                      <a:pt x="4" y="2295"/>
                    </a:lnTo>
                    <a:lnTo>
                      <a:pt x="18" y="2148"/>
                    </a:lnTo>
                    <a:lnTo>
                      <a:pt x="40" y="2003"/>
                    </a:lnTo>
                    <a:lnTo>
                      <a:pt x="70" y="1863"/>
                    </a:lnTo>
                    <a:lnTo>
                      <a:pt x="107" y="1725"/>
                    </a:lnTo>
                    <a:lnTo>
                      <a:pt x="153" y="1590"/>
                    </a:lnTo>
                    <a:lnTo>
                      <a:pt x="206" y="1460"/>
                    </a:lnTo>
                    <a:lnTo>
                      <a:pt x="267" y="1333"/>
                    </a:lnTo>
                    <a:lnTo>
                      <a:pt x="333" y="1210"/>
                    </a:lnTo>
                    <a:lnTo>
                      <a:pt x="407" y="1091"/>
                    </a:lnTo>
                    <a:lnTo>
                      <a:pt x="489" y="977"/>
                    </a:lnTo>
                    <a:lnTo>
                      <a:pt x="574" y="869"/>
                    </a:lnTo>
                    <a:lnTo>
                      <a:pt x="668" y="765"/>
                    </a:lnTo>
                    <a:lnTo>
                      <a:pt x="765" y="668"/>
                    </a:lnTo>
                    <a:lnTo>
                      <a:pt x="869" y="574"/>
                    </a:lnTo>
                    <a:lnTo>
                      <a:pt x="977" y="489"/>
                    </a:lnTo>
                    <a:lnTo>
                      <a:pt x="1091" y="407"/>
                    </a:lnTo>
                    <a:lnTo>
                      <a:pt x="1210" y="333"/>
                    </a:lnTo>
                    <a:lnTo>
                      <a:pt x="1333" y="267"/>
                    </a:lnTo>
                    <a:lnTo>
                      <a:pt x="1460" y="206"/>
                    </a:lnTo>
                    <a:lnTo>
                      <a:pt x="1590" y="153"/>
                    </a:lnTo>
                    <a:lnTo>
                      <a:pt x="1725" y="107"/>
                    </a:lnTo>
                    <a:lnTo>
                      <a:pt x="1863" y="70"/>
                    </a:lnTo>
                    <a:lnTo>
                      <a:pt x="2003" y="40"/>
                    </a:lnTo>
                    <a:lnTo>
                      <a:pt x="2148" y="18"/>
                    </a:lnTo>
                    <a:lnTo>
                      <a:pt x="2293" y="4"/>
                    </a:lnTo>
                    <a:lnTo>
                      <a:pt x="24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 rot="8789639">
            <a:off x="6565073" y="4591455"/>
            <a:ext cx="1018389" cy="1178187"/>
            <a:chOff x="5641675" y="828136"/>
            <a:chExt cx="1086928" cy="1257482"/>
          </a:xfrm>
          <a:solidFill>
            <a:schemeClr val="accent3"/>
          </a:solidFill>
        </p:grpSpPr>
        <p:sp>
          <p:nvSpPr>
            <p:cNvPr id="78" name="Oval 77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6855143" y="5033026"/>
            <a:ext cx="534185" cy="439956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108" name="Freeform 21"/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9" name="Freeform 22"/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1" name="Freeform 32"/>
          <p:cNvSpPr>
            <a:spLocks noEditPoints="1"/>
          </p:cNvSpPr>
          <p:nvPr/>
        </p:nvSpPr>
        <p:spPr bwMode="auto">
          <a:xfrm>
            <a:off x="5880794" y="1830448"/>
            <a:ext cx="490522" cy="40900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278AD1-0290-4BF3-9073-F01EA2439DFA}"/>
              </a:ext>
            </a:extLst>
          </p:cNvPr>
          <p:cNvGrpSpPr/>
          <p:nvPr/>
        </p:nvGrpSpPr>
        <p:grpSpPr>
          <a:xfrm>
            <a:off x="3949195" y="2726098"/>
            <a:ext cx="1178187" cy="1018389"/>
            <a:chOff x="3869437" y="2726098"/>
            <a:chExt cx="1178187" cy="1018389"/>
          </a:xfrm>
        </p:grpSpPr>
        <p:grpSp>
          <p:nvGrpSpPr>
            <p:cNvPr id="91" name="Group 90"/>
            <p:cNvGrpSpPr/>
            <p:nvPr/>
          </p:nvGrpSpPr>
          <p:grpSpPr>
            <a:xfrm rot="17250186">
              <a:off x="3949336" y="2646199"/>
              <a:ext cx="1018389" cy="1178187"/>
              <a:chOff x="5641675" y="828136"/>
              <a:chExt cx="1086928" cy="1257482"/>
            </a:xfrm>
            <a:solidFill>
              <a:schemeClr val="accent1"/>
            </a:solidFill>
          </p:grpSpPr>
          <p:sp>
            <p:nvSpPr>
              <p:cNvPr id="92" name="Oval 91"/>
              <p:cNvSpPr/>
              <p:nvPr/>
            </p:nvSpPr>
            <p:spPr>
              <a:xfrm>
                <a:off x="5641675" y="828136"/>
                <a:ext cx="1086928" cy="10869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93" name="Isosceles Triangle 92"/>
              <p:cNvSpPr/>
              <p:nvPr/>
            </p:nvSpPr>
            <p:spPr>
              <a:xfrm rot="10800000">
                <a:off x="6032434" y="1822334"/>
                <a:ext cx="305410" cy="2632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112" name="Freeform 37"/>
            <p:cNvSpPr>
              <a:spLocks noEditPoints="1"/>
            </p:cNvSpPr>
            <p:nvPr/>
          </p:nvSpPr>
          <p:spPr bwMode="auto">
            <a:xfrm>
              <a:off x="4159079" y="2978838"/>
              <a:ext cx="446501" cy="464846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3" name="Rectangle 112"/>
          <p:cNvSpPr/>
          <p:nvPr/>
        </p:nvSpPr>
        <p:spPr>
          <a:xfrm>
            <a:off x="1118892" y="2954136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8621885" y="2954136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939105" y="1640813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274064" cy="711081"/>
          </a:xfrm>
        </p:spPr>
        <p:txBody>
          <a:bodyPr/>
          <a:lstStyle/>
          <a:p>
            <a:r>
              <a:rPr lang="en-US" dirty="0"/>
              <a:t>INFOGRAPHICS BUNDLE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8B5DEC-9039-4D19-A7D2-4E3B3B870A05}"/>
              </a:ext>
            </a:extLst>
          </p:cNvPr>
          <p:cNvGrpSpPr/>
          <p:nvPr/>
        </p:nvGrpSpPr>
        <p:grpSpPr>
          <a:xfrm>
            <a:off x="4608422" y="4540246"/>
            <a:ext cx="1018389" cy="1178187"/>
            <a:chOff x="4557622" y="4631686"/>
            <a:chExt cx="1018389" cy="11781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CAE2AEC-299F-4364-9FDF-BD75C35025CC}"/>
                </a:ext>
              </a:extLst>
            </p:cNvPr>
            <p:cNvGrpSpPr/>
            <p:nvPr/>
          </p:nvGrpSpPr>
          <p:grpSpPr>
            <a:xfrm rot="12954055">
              <a:off x="4557622" y="4631686"/>
              <a:ext cx="1018389" cy="1178187"/>
              <a:chOff x="5641675" y="828136"/>
              <a:chExt cx="1086928" cy="1257482"/>
            </a:xfrm>
            <a:solidFill>
              <a:schemeClr val="accent6"/>
            </a:solidFill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08A194F-5EC1-4420-AF59-153EAF7503EB}"/>
                  </a:ext>
                </a:extLst>
              </p:cNvPr>
              <p:cNvSpPr/>
              <p:nvPr/>
            </p:nvSpPr>
            <p:spPr>
              <a:xfrm>
                <a:off x="5641675" y="828136"/>
                <a:ext cx="1086928" cy="108692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78C88821-B8A9-4233-B5ED-277FACEB8632}"/>
                  </a:ext>
                </a:extLst>
              </p:cNvPr>
              <p:cNvSpPr/>
              <p:nvPr/>
            </p:nvSpPr>
            <p:spPr>
              <a:xfrm rot="10800000">
                <a:off x="6032434" y="1822334"/>
                <a:ext cx="305410" cy="263284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ED60AC0-92B2-4084-88B5-9A7932D66D38}"/>
                </a:ext>
              </a:extLst>
            </p:cNvPr>
            <p:cNvGrpSpPr/>
            <p:nvPr/>
          </p:nvGrpSpPr>
          <p:grpSpPr>
            <a:xfrm>
              <a:off x="4812181" y="5075484"/>
              <a:ext cx="421064" cy="417547"/>
              <a:chOff x="396876" y="3176588"/>
              <a:chExt cx="3040063" cy="3014663"/>
            </a:xfrm>
            <a:solidFill>
              <a:schemeClr val="bg1"/>
            </a:solidFill>
          </p:grpSpPr>
          <p:sp>
            <p:nvSpPr>
              <p:cNvPr id="38" name="Freeform 13">
                <a:extLst>
                  <a:ext uri="{FF2B5EF4-FFF2-40B4-BE49-F238E27FC236}">
                    <a16:creationId xmlns:a16="http://schemas.microsoft.com/office/drawing/2014/main" id="{1CE7BD95-63C7-4D42-BE22-B6F4DC419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76" y="3176588"/>
                <a:ext cx="3040063" cy="3014663"/>
              </a:xfrm>
              <a:custGeom>
                <a:avLst/>
                <a:gdLst>
                  <a:gd name="T0" fmla="*/ 499 w 3828"/>
                  <a:gd name="T1" fmla="*/ 0 h 3799"/>
                  <a:gd name="T2" fmla="*/ 536 w 3828"/>
                  <a:gd name="T3" fmla="*/ 13 h 3799"/>
                  <a:gd name="T4" fmla="*/ 950 w 3828"/>
                  <a:gd name="T5" fmla="*/ 502 h 3799"/>
                  <a:gd name="T6" fmla="*/ 976 w 3828"/>
                  <a:gd name="T7" fmla="*/ 540 h 3799"/>
                  <a:gd name="T8" fmla="*/ 977 w 3828"/>
                  <a:gd name="T9" fmla="*/ 586 h 3799"/>
                  <a:gd name="T10" fmla="*/ 955 w 3828"/>
                  <a:gd name="T11" fmla="*/ 622 h 3799"/>
                  <a:gd name="T12" fmla="*/ 919 w 3828"/>
                  <a:gd name="T13" fmla="*/ 642 h 3799"/>
                  <a:gd name="T14" fmla="*/ 897 w 3828"/>
                  <a:gd name="T15" fmla="*/ 644 h 3799"/>
                  <a:gd name="T16" fmla="*/ 652 w 3828"/>
                  <a:gd name="T17" fmla="*/ 645 h 3799"/>
                  <a:gd name="T18" fmla="*/ 3176 w 3828"/>
                  <a:gd name="T19" fmla="*/ 3153 h 3799"/>
                  <a:gd name="T20" fmla="*/ 3178 w 3828"/>
                  <a:gd name="T21" fmla="*/ 2891 h 3799"/>
                  <a:gd name="T22" fmla="*/ 3194 w 3828"/>
                  <a:gd name="T23" fmla="*/ 2859 h 3799"/>
                  <a:gd name="T24" fmla="*/ 3223 w 3828"/>
                  <a:gd name="T25" fmla="*/ 2837 h 3799"/>
                  <a:gd name="T26" fmla="*/ 3269 w 3828"/>
                  <a:gd name="T27" fmla="*/ 2830 h 3799"/>
                  <a:gd name="T28" fmla="*/ 3310 w 3828"/>
                  <a:gd name="T29" fmla="*/ 2848 h 3799"/>
                  <a:gd name="T30" fmla="*/ 3811 w 3828"/>
                  <a:gd name="T31" fmla="*/ 3265 h 3799"/>
                  <a:gd name="T32" fmla="*/ 3826 w 3828"/>
                  <a:gd name="T33" fmla="*/ 3296 h 3799"/>
                  <a:gd name="T34" fmla="*/ 3826 w 3828"/>
                  <a:gd name="T35" fmla="*/ 3332 h 3799"/>
                  <a:gd name="T36" fmla="*/ 3811 w 3828"/>
                  <a:gd name="T37" fmla="*/ 3364 h 3799"/>
                  <a:gd name="T38" fmla="*/ 3310 w 3828"/>
                  <a:gd name="T39" fmla="*/ 3781 h 3799"/>
                  <a:gd name="T40" fmla="*/ 3276 w 3828"/>
                  <a:gd name="T41" fmla="*/ 3798 h 3799"/>
                  <a:gd name="T42" fmla="*/ 3240 w 3828"/>
                  <a:gd name="T43" fmla="*/ 3798 h 3799"/>
                  <a:gd name="T44" fmla="*/ 3207 w 3828"/>
                  <a:gd name="T45" fmla="*/ 3783 h 3799"/>
                  <a:gd name="T46" fmla="*/ 3184 w 3828"/>
                  <a:gd name="T47" fmla="*/ 3755 h 3799"/>
                  <a:gd name="T48" fmla="*/ 3176 w 3828"/>
                  <a:gd name="T49" fmla="*/ 3719 h 3799"/>
                  <a:gd name="T50" fmla="*/ 489 w 3828"/>
                  <a:gd name="T51" fmla="*/ 3477 h 3799"/>
                  <a:gd name="T52" fmla="*/ 426 w 3828"/>
                  <a:gd name="T53" fmla="*/ 3464 h 3799"/>
                  <a:gd name="T54" fmla="*/ 374 w 3828"/>
                  <a:gd name="T55" fmla="*/ 3429 h 3799"/>
                  <a:gd name="T56" fmla="*/ 339 w 3828"/>
                  <a:gd name="T57" fmla="*/ 3378 h 3799"/>
                  <a:gd name="T58" fmla="*/ 326 w 3828"/>
                  <a:gd name="T59" fmla="*/ 3314 h 3799"/>
                  <a:gd name="T60" fmla="*/ 82 w 3828"/>
                  <a:gd name="T61" fmla="*/ 645 h 3799"/>
                  <a:gd name="T62" fmla="*/ 46 w 3828"/>
                  <a:gd name="T63" fmla="*/ 637 h 3799"/>
                  <a:gd name="T64" fmla="*/ 18 w 3828"/>
                  <a:gd name="T65" fmla="*/ 614 h 3799"/>
                  <a:gd name="T66" fmla="*/ 2 w 3828"/>
                  <a:gd name="T67" fmla="*/ 581 h 3799"/>
                  <a:gd name="T68" fmla="*/ 0 w 3828"/>
                  <a:gd name="T69" fmla="*/ 562 h 3799"/>
                  <a:gd name="T70" fmla="*/ 8 w 3828"/>
                  <a:gd name="T71" fmla="*/ 527 h 3799"/>
                  <a:gd name="T72" fmla="*/ 426 w 3828"/>
                  <a:gd name="T73" fmla="*/ 26 h 3799"/>
                  <a:gd name="T74" fmla="*/ 459 w 3828"/>
                  <a:gd name="T75" fmla="*/ 4 h 3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28" h="3799">
                    <a:moveTo>
                      <a:pt x="479" y="0"/>
                    </a:moveTo>
                    <a:lnTo>
                      <a:pt x="499" y="0"/>
                    </a:lnTo>
                    <a:lnTo>
                      <a:pt x="518" y="4"/>
                    </a:lnTo>
                    <a:lnTo>
                      <a:pt x="536" y="13"/>
                    </a:lnTo>
                    <a:lnTo>
                      <a:pt x="551" y="26"/>
                    </a:lnTo>
                    <a:lnTo>
                      <a:pt x="950" y="502"/>
                    </a:lnTo>
                    <a:lnTo>
                      <a:pt x="966" y="519"/>
                    </a:lnTo>
                    <a:lnTo>
                      <a:pt x="976" y="540"/>
                    </a:lnTo>
                    <a:lnTo>
                      <a:pt x="979" y="564"/>
                    </a:lnTo>
                    <a:lnTo>
                      <a:pt x="977" y="586"/>
                    </a:lnTo>
                    <a:lnTo>
                      <a:pt x="968" y="605"/>
                    </a:lnTo>
                    <a:lnTo>
                      <a:pt x="955" y="622"/>
                    </a:lnTo>
                    <a:lnTo>
                      <a:pt x="938" y="633"/>
                    </a:lnTo>
                    <a:lnTo>
                      <a:pt x="919" y="642"/>
                    </a:lnTo>
                    <a:lnTo>
                      <a:pt x="897" y="645"/>
                    </a:lnTo>
                    <a:lnTo>
                      <a:pt x="897" y="644"/>
                    </a:lnTo>
                    <a:lnTo>
                      <a:pt x="896" y="645"/>
                    </a:lnTo>
                    <a:lnTo>
                      <a:pt x="652" y="645"/>
                    </a:lnTo>
                    <a:lnTo>
                      <a:pt x="652" y="3153"/>
                    </a:lnTo>
                    <a:lnTo>
                      <a:pt x="3176" y="3153"/>
                    </a:lnTo>
                    <a:lnTo>
                      <a:pt x="3176" y="2910"/>
                    </a:lnTo>
                    <a:lnTo>
                      <a:pt x="3178" y="2891"/>
                    </a:lnTo>
                    <a:lnTo>
                      <a:pt x="3184" y="2874"/>
                    </a:lnTo>
                    <a:lnTo>
                      <a:pt x="3194" y="2859"/>
                    </a:lnTo>
                    <a:lnTo>
                      <a:pt x="3207" y="2847"/>
                    </a:lnTo>
                    <a:lnTo>
                      <a:pt x="3223" y="2837"/>
                    </a:lnTo>
                    <a:lnTo>
                      <a:pt x="3246" y="2830"/>
                    </a:lnTo>
                    <a:lnTo>
                      <a:pt x="3269" y="2830"/>
                    </a:lnTo>
                    <a:lnTo>
                      <a:pt x="3290" y="2836"/>
                    </a:lnTo>
                    <a:lnTo>
                      <a:pt x="3310" y="2848"/>
                    </a:lnTo>
                    <a:lnTo>
                      <a:pt x="3798" y="3252"/>
                    </a:lnTo>
                    <a:lnTo>
                      <a:pt x="3811" y="3265"/>
                    </a:lnTo>
                    <a:lnTo>
                      <a:pt x="3821" y="3281"/>
                    </a:lnTo>
                    <a:lnTo>
                      <a:pt x="3826" y="3296"/>
                    </a:lnTo>
                    <a:lnTo>
                      <a:pt x="3828" y="3314"/>
                    </a:lnTo>
                    <a:lnTo>
                      <a:pt x="3826" y="3332"/>
                    </a:lnTo>
                    <a:lnTo>
                      <a:pt x="3821" y="3349"/>
                    </a:lnTo>
                    <a:lnTo>
                      <a:pt x="3811" y="3364"/>
                    </a:lnTo>
                    <a:lnTo>
                      <a:pt x="3798" y="3376"/>
                    </a:lnTo>
                    <a:lnTo>
                      <a:pt x="3310" y="3781"/>
                    </a:lnTo>
                    <a:lnTo>
                      <a:pt x="3294" y="3791"/>
                    </a:lnTo>
                    <a:lnTo>
                      <a:pt x="3276" y="3798"/>
                    </a:lnTo>
                    <a:lnTo>
                      <a:pt x="3258" y="3799"/>
                    </a:lnTo>
                    <a:lnTo>
                      <a:pt x="3240" y="3798"/>
                    </a:lnTo>
                    <a:lnTo>
                      <a:pt x="3223" y="3792"/>
                    </a:lnTo>
                    <a:lnTo>
                      <a:pt x="3207" y="3783"/>
                    </a:lnTo>
                    <a:lnTo>
                      <a:pt x="3194" y="3770"/>
                    </a:lnTo>
                    <a:lnTo>
                      <a:pt x="3184" y="3755"/>
                    </a:lnTo>
                    <a:lnTo>
                      <a:pt x="3178" y="3737"/>
                    </a:lnTo>
                    <a:lnTo>
                      <a:pt x="3176" y="3719"/>
                    </a:lnTo>
                    <a:lnTo>
                      <a:pt x="3176" y="3477"/>
                    </a:lnTo>
                    <a:lnTo>
                      <a:pt x="489" y="3477"/>
                    </a:lnTo>
                    <a:lnTo>
                      <a:pt x="456" y="3473"/>
                    </a:lnTo>
                    <a:lnTo>
                      <a:pt x="426" y="3464"/>
                    </a:lnTo>
                    <a:lnTo>
                      <a:pt x="398" y="3449"/>
                    </a:lnTo>
                    <a:lnTo>
                      <a:pt x="374" y="3429"/>
                    </a:lnTo>
                    <a:lnTo>
                      <a:pt x="354" y="3405"/>
                    </a:lnTo>
                    <a:lnTo>
                      <a:pt x="339" y="3378"/>
                    </a:lnTo>
                    <a:lnTo>
                      <a:pt x="329" y="3348"/>
                    </a:lnTo>
                    <a:lnTo>
                      <a:pt x="326" y="3314"/>
                    </a:lnTo>
                    <a:lnTo>
                      <a:pt x="326" y="645"/>
                    </a:lnTo>
                    <a:lnTo>
                      <a:pt x="82" y="645"/>
                    </a:lnTo>
                    <a:lnTo>
                      <a:pt x="64" y="643"/>
                    </a:lnTo>
                    <a:lnTo>
                      <a:pt x="46" y="637"/>
                    </a:lnTo>
                    <a:lnTo>
                      <a:pt x="31" y="627"/>
                    </a:lnTo>
                    <a:lnTo>
                      <a:pt x="18" y="614"/>
                    </a:lnTo>
                    <a:lnTo>
                      <a:pt x="8" y="599"/>
                    </a:lnTo>
                    <a:lnTo>
                      <a:pt x="2" y="581"/>
                    </a:lnTo>
                    <a:lnTo>
                      <a:pt x="0" y="563"/>
                    </a:lnTo>
                    <a:lnTo>
                      <a:pt x="0" y="562"/>
                    </a:lnTo>
                    <a:lnTo>
                      <a:pt x="2" y="545"/>
                    </a:lnTo>
                    <a:lnTo>
                      <a:pt x="8" y="527"/>
                    </a:lnTo>
                    <a:lnTo>
                      <a:pt x="19" y="512"/>
                    </a:lnTo>
                    <a:lnTo>
                      <a:pt x="426" y="26"/>
                    </a:lnTo>
                    <a:lnTo>
                      <a:pt x="441" y="13"/>
                    </a:lnTo>
                    <a:lnTo>
                      <a:pt x="459" y="4"/>
                    </a:lnTo>
                    <a:lnTo>
                      <a:pt x="4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540C1867-7064-452F-B2F1-61CC086F8E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972051"/>
                <a:ext cx="1679575" cy="384175"/>
              </a:xfrm>
              <a:custGeom>
                <a:avLst/>
                <a:gdLst>
                  <a:gd name="T0" fmla="*/ 244 w 2118"/>
                  <a:gd name="T1" fmla="*/ 0 h 486"/>
                  <a:gd name="T2" fmla="*/ 1873 w 2118"/>
                  <a:gd name="T3" fmla="*/ 0 h 486"/>
                  <a:gd name="T4" fmla="*/ 1913 w 2118"/>
                  <a:gd name="T5" fmla="*/ 4 h 486"/>
                  <a:gd name="T6" fmla="*/ 1950 w 2118"/>
                  <a:gd name="T7" fmla="*/ 14 h 486"/>
                  <a:gd name="T8" fmla="*/ 1985 w 2118"/>
                  <a:gd name="T9" fmla="*/ 28 h 486"/>
                  <a:gd name="T10" fmla="*/ 2018 w 2118"/>
                  <a:gd name="T11" fmla="*/ 48 h 486"/>
                  <a:gd name="T12" fmla="*/ 2047 w 2118"/>
                  <a:gd name="T13" fmla="*/ 72 h 486"/>
                  <a:gd name="T14" fmla="*/ 2071 w 2118"/>
                  <a:gd name="T15" fmla="*/ 100 h 486"/>
                  <a:gd name="T16" fmla="*/ 2090 w 2118"/>
                  <a:gd name="T17" fmla="*/ 132 h 486"/>
                  <a:gd name="T18" fmla="*/ 2106 w 2118"/>
                  <a:gd name="T19" fmla="*/ 167 h 486"/>
                  <a:gd name="T20" fmla="*/ 2114 w 2118"/>
                  <a:gd name="T21" fmla="*/ 204 h 486"/>
                  <a:gd name="T22" fmla="*/ 2118 w 2118"/>
                  <a:gd name="T23" fmla="*/ 243 h 486"/>
                  <a:gd name="T24" fmla="*/ 2114 w 2118"/>
                  <a:gd name="T25" fmla="*/ 283 h 486"/>
                  <a:gd name="T26" fmla="*/ 2106 w 2118"/>
                  <a:gd name="T27" fmla="*/ 320 h 486"/>
                  <a:gd name="T28" fmla="*/ 2090 w 2118"/>
                  <a:gd name="T29" fmla="*/ 355 h 486"/>
                  <a:gd name="T30" fmla="*/ 2071 w 2118"/>
                  <a:gd name="T31" fmla="*/ 386 h 486"/>
                  <a:gd name="T32" fmla="*/ 2047 w 2118"/>
                  <a:gd name="T33" fmla="*/ 415 h 486"/>
                  <a:gd name="T34" fmla="*/ 2018 w 2118"/>
                  <a:gd name="T35" fmla="*/ 439 h 486"/>
                  <a:gd name="T36" fmla="*/ 1985 w 2118"/>
                  <a:gd name="T37" fmla="*/ 459 h 486"/>
                  <a:gd name="T38" fmla="*/ 1950 w 2118"/>
                  <a:gd name="T39" fmla="*/ 474 h 486"/>
                  <a:gd name="T40" fmla="*/ 1913 w 2118"/>
                  <a:gd name="T41" fmla="*/ 483 h 486"/>
                  <a:gd name="T42" fmla="*/ 1873 w 2118"/>
                  <a:gd name="T43" fmla="*/ 486 h 486"/>
                  <a:gd name="T44" fmla="*/ 244 w 2118"/>
                  <a:gd name="T45" fmla="*/ 486 h 486"/>
                  <a:gd name="T46" fmla="*/ 205 w 2118"/>
                  <a:gd name="T47" fmla="*/ 483 h 486"/>
                  <a:gd name="T48" fmla="*/ 167 w 2118"/>
                  <a:gd name="T49" fmla="*/ 474 h 486"/>
                  <a:gd name="T50" fmla="*/ 132 w 2118"/>
                  <a:gd name="T51" fmla="*/ 459 h 486"/>
                  <a:gd name="T52" fmla="*/ 100 w 2118"/>
                  <a:gd name="T53" fmla="*/ 439 h 486"/>
                  <a:gd name="T54" fmla="*/ 71 w 2118"/>
                  <a:gd name="T55" fmla="*/ 415 h 486"/>
                  <a:gd name="T56" fmla="*/ 47 w 2118"/>
                  <a:gd name="T57" fmla="*/ 386 h 486"/>
                  <a:gd name="T58" fmla="*/ 28 w 2118"/>
                  <a:gd name="T59" fmla="*/ 355 h 486"/>
                  <a:gd name="T60" fmla="*/ 12 w 2118"/>
                  <a:gd name="T61" fmla="*/ 320 h 486"/>
                  <a:gd name="T62" fmla="*/ 4 w 2118"/>
                  <a:gd name="T63" fmla="*/ 283 h 486"/>
                  <a:gd name="T64" fmla="*/ 0 w 2118"/>
                  <a:gd name="T65" fmla="*/ 243 h 486"/>
                  <a:gd name="T66" fmla="*/ 4 w 2118"/>
                  <a:gd name="T67" fmla="*/ 204 h 486"/>
                  <a:gd name="T68" fmla="*/ 12 w 2118"/>
                  <a:gd name="T69" fmla="*/ 167 h 486"/>
                  <a:gd name="T70" fmla="*/ 28 w 2118"/>
                  <a:gd name="T71" fmla="*/ 132 h 486"/>
                  <a:gd name="T72" fmla="*/ 47 w 2118"/>
                  <a:gd name="T73" fmla="*/ 100 h 486"/>
                  <a:gd name="T74" fmla="*/ 71 w 2118"/>
                  <a:gd name="T75" fmla="*/ 72 h 486"/>
                  <a:gd name="T76" fmla="*/ 100 w 2118"/>
                  <a:gd name="T77" fmla="*/ 48 h 486"/>
                  <a:gd name="T78" fmla="*/ 132 w 2118"/>
                  <a:gd name="T79" fmla="*/ 28 h 486"/>
                  <a:gd name="T80" fmla="*/ 167 w 2118"/>
                  <a:gd name="T81" fmla="*/ 14 h 486"/>
                  <a:gd name="T82" fmla="*/ 205 w 2118"/>
                  <a:gd name="T83" fmla="*/ 4 h 486"/>
                  <a:gd name="T84" fmla="*/ 244 w 2118"/>
                  <a:gd name="T85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18" h="486">
                    <a:moveTo>
                      <a:pt x="244" y="0"/>
                    </a:moveTo>
                    <a:lnTo>
                      <a:pt x="1873" y="0"/>
                    </a:lnTo>
                    <a:lnTo>
                      <a:pt x="1913" y="4"/>
                    </a:lnTo>
                    <a:lnTo>
                      <a:pt x="1950" y="14"/>
                    </a:lnTo>
                    <a:lnTo>
                      <a:pt x="1985" y="28"/>
                    </a:lnTo>
                    <a:lnTo>
                      <a:pt x="2018" y="48"/>
                    </a:lnTo>
                    <a:lnTo>
                      <a:pt x="2047" y="72"/>
                    </a:lnTo>
                    <a:lnTo>
                      <a:pt x="2071" y="100"/>
                    </a:lnTo>
                    <a:lnTo>
                      <a:pt x="2090" y="132"/>
                    </a:lnTo>
                    <a:lnTo>
                      <a:pt x="2106" y="167"/>
                    </a:lnTo>
                    <a:lnTo>
                      <a:pt x="2114" y="204"/>
                    </a:lnTo>
                    <a:lnTo>
                      <a:pt x="2118" y="243"/>
                    </a:lnTo>
                    <a:lnTo>
                      <a:pt x="2114" y="283"/>
                    </a:lnTo>
                    <a:lnTo>
                      <a:pt x="2106" y="320"/>
                    </a:lnTo>
                    <a:lnTo>
                      <a:pt x="2090" y="355"/>
                    </a:lnTo>
                    <a:lnTo>
                      <a:pt x="2071" y="386"/>
                    </a:lnTo>
                    <a:lnTo>
                      <a:pt x="2047" y="415"/>
                    </a:lnTo>
                    <a:lnTo>
                      <a:pt x="2018" y="439"/>
                    </a:lnTo>
                    <a:lnTo>
                      <a:pt x="1985" y="459"/>
                    </a:lnTo>
                    <a:lnTo>
                      <a:pt x="1950" y="474"/>
                    </a:lnTo>
                    <a:lnTo>
                      <a:pt x="1913" y="483"/>
                    </a:lnTo>
                    <a:lnTo>
                      <a:pt x="1873" y="486"/>
                    </a:lnTo>
                    <a:lnTo>
                      <a:pt x="244" y="486"/>
                    </a:lnTo>
                    <a:lnTo>
                      <a:pt x="205" y="483"/>
                    </a:lnTo>
                    <a:lnTo>
                      <a:pt x="167" y="474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20"/>
                    </a:lnTo>
                    <a:lnTo>
                      <a:pt x="4" y="283"/>
                    </a:lnTo>
                    <a:lnTo>
                      <a:pt x="0" y="243"/>
                    </a:lnTo>
                    <a:lnTo>
                      <a:pt x="4" y="204"/>
                    </a:lnTo>
                    <a:lnTo>
                      <a:pt x="12" y="167"/>
                    </a:lnTo>
                    <a:lnTo>
                      <a:pt x="28" y="132"/>
                    </a:lnTo>
                    <a:lnTo>
                      <a:pt x="47" y="100"/>
                    </a:lnTo>
                    <a:lnTo>
                      <a:pt x="71" y="72"/>
                    </a:lnTo>
                    <a:lnTo>
                      <a:pt x="100" y="48"/>
                    </a:lnTo>
                    <a:lnTo>
                      <a:pt x="132" y="28"/>
                    </a:lnTo>
                    <a:lnTo>
                      <a:pt x="167" y="14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DAEA6BCD-3923-4420-9465-3E13C8C52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4457701"/>
                <a:ext cx="1033463" cy="385763"/>
              </a:xfrm>
              <a:custGeom>
                <a:avLst/>
                <a:gdLst>
                  <a:gd name="T0" fmla="*/ 244 w 1303"/>
                  <a:gd name="T1" fmla="*/ 0 h 485"/>
                  <a:gd name="T2" fmla="*/ 1059 w 1303"/>
                  <a:gd name="T3" fmla="*/ 0 h 485"/>
                  <a:gd name="T4" fmla="*/ 1099 w 1303"/>
                  <a:gd name="T5" fmla="*/ 2 h 485"/>
                  <a:gd name="T6" fmla="*/ 1136 w 1303"/>
                  <a:gd name="T7" fmla="*/ 12 h 485"/>
                  <a:gd name="T8" fmla="*/ 1171 w 1303"/>
                  <a:gd name="T9" fmla="*/ 26 h 485"/>
                  <a:gd name="T10" fmla="*/ 1203 w 1303"/>
                  <a:gd name="T11" fmla="*/ 46 h 485"/>
                  <a:gd name="T12" fmla="*/ 1232 w 1303"/>
                  <a:gd name="T13" fmla="*/ 70 h 485"/>
                  <a:gd name="T14" fmla="*/ 1256 w 1303"/>
                  <a:gd name="T15" fmla="*/ 99 h 485"/>
                  <a:gd name="T16" fmla="*/ 1275 w 1303"/>
                  <a:gd name="T17" fmla="*/ 130 h 485"/>
                  <a:gd name="T18" fmla="*/ 1291 w 1303"/>
                  <a:gd name="T19" fmla="*/ 166 h 485"/>
                  <a:gd name="T20" fmla="*/ 1301 w 1303"/>
                  <a:gd name="T21" fmla="*/ 203 h 485"/>
                  <a:gd name="T22" fmla="*/ 1303 w 1303"/>
                  <a:gd name="T23" fmla="*/ 242 h 485"/>
                  <a:gd name="T24" fmla="*/ 1301 w 1303"/>
                  <a:gd name="T25" fmla="*/ 282 h 485"/>
                  <a:gd name="T26" fmla="*/ 1291 w 1303"/>
                  <a:gd name="T27" fmla="*/ 319 h 485"/>
                  <a:gd name="T28" fmla="*/ 1275 w 1303"/>
                  <a:gd name="T29" fmla="*/ 354 h 485"/>
                  <a:gd name="T30" fmla="*/ 1256 w 1303"/>
                  <a:gd name="T31" fmla="*/ 386 h 485"/>
                  <a:gd name="T32" fmla="*/ 1232 w 1303"/>
                  <a:gd name="T33" fmla="*/ 413 h 485"/>
                  <a:gd name="T34" fmla="*/ 1203 w 1303"/>
                  <a:gd name="T35" fmla="*/ 438 h 485"/>
                  <a:gd name="T36" fmla="*/ 1171 w 1303"/>
                  <a:gd name="T37" fmla="*/ 458 h 485"/>
                  <a:gd name="T38" fmla="*/ 1136 w 1303"/>
                  <a:gd name="T39" fmla="*/ 472 h 485"/>
                  <a:gd name="T40" fmla="*/ 1099 w 1303"/>
                  <a:gd name="T41" fmla="*/ 482 h 485"/>
                  <a:gd name="T42" fmla="*/ 1059 w 1303"/>
                  <a:gd name="T43" fmla="*/ 485 h 485"/>
                  <a:gd name="T44" fmla="*/ 244 w 1303"/>
                  <a:gd name="T45" fmla="*/ 485 h 485"/>
                  <a:gd name="T46" fmla="*/ 205 w 1303"/>
                  <a:gd name="T47" fmla="*/ 482 h 485"/>
                  <a:gd name="T48" fmla="*/ 167 w 1303"/>
                  <a:gd name="T49" fmla="*/ 472 h 485"/>
                  <a:gd name="T50" fmla="*/ 132 w 1303"/>
                  <a:gd name="T51" fmla="*/ 458 h 485"/>
                  <a:gd name="T52" fmla="*/ 100 w 1303"/>
                  <a:gd name="T53" fmla="*/ 438 h 485"/>
                  <a:gd name="T54" fmla="*/ 71 w 1303"/>
                  <a:gd name="T55" fmla="*/ 413 h 485"/>
                  <a:gd name="T56" fmla="*/ 47 w 1303"/>
                  <a:gd name="T57" fmla="*/ 386 h 485"/>
                  <a:gd name="T58" fmla="*/ 28 w 1303"/>
                  <a:gd name="T59" fmla="*/ 354 h 485"/>
                  <a:gd name="T60" fmla="*/ 12 w 1303"/>
                  <a:gd name="T61" fmla="*/ 319 h 485"/>
                  <a:gd name="T62" fmla="*/ 4 w 1303"/>
                  <a:gd name="T63" fmla="*/ 282 h 485"/>
                  <a:gd name="T64" fmla="*/ 0 w 1303"/>
                  <a:gd name="T65" fmla="*/ 242 h 485"/>
                  <a:gd name="T66" fmla="*/ 4 w 1303"/>
                  <a:gd name="T67" fmla="*/ 203 h 485"/>
                  <a:gd name="T68" fmla="*/ 12 w 1303"/>
                  <a:gd name="T69" fmla="*/ 166 h 485"/>
                  <a:gd name="T70" fmla="*/ 28 w 1303"/>
                  <a:gd name="T71" fmla="*/ 130 h 485"/>
                  <a:gd name="T72" fmla="*/ 47 w 1303"/>
                  <a:gd name="T73" fmla="*/ 99 h 485"/>
                  <a:gd name="T74" fmla="*/ 71 w 1303"/>
                  <a:gd name="T75" fmla="*/ 70 h 485"/>
                  <a:gd name="T76" fmla="*/ 100 w 1303"/>
                  <a:gd name="T77" fmla="*/ 46 h 485"/>
                  <a:gd name="T78" fmla="*/ 132 w 1303"/>
                  <a:gd name="T79" fmla="*/ 26 h 485"/>
                  <a:gd name="T80" fmla="*/ 167 w 1303"/>
                  <a:gd name="T81" fmla="*/ 12 h 485"/>
                  <a:gd name="T82" fmla="*/ 205 w 1303"/>
                  <a:gd name="T83" fmla="*/ 2 h 485"/>
                  <a:gd name="T84" fmla="*/ 244 w 1303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03" h="485">
                    <a:moveTo>
                      <a:pt x="244" y="0"/>
                    </a:moveTo>
                    <a:lnTo>
                      <a:pt x="1059" y="0"/>
                    </a:lnTo>
                    <a:lnTo>
                      <a:pt x="1099" y="2"/>
                    </a:lnTo>
                    <a:lnTo>
                      <a:pt x="1136" y="12"/>
                    </a:lnTo>
                    <a:lnTo>
                      <a:pt x="1171" y="26"/>
                    </a:lnTo>
                    <a:lnTo>
                      <a:pt x="1203" y="46"/>
                    </a:lnTo>
                    <a:lnTo>
                      <a:pt x="1232" y="70"/>
                    </a:lnTo>
                    <a:lnTo>
                      <a:pt x="1256" y="99"/>
                    </a:lnTo>
                    <a:lnTo>
                      <a:pt x="1275" y="130"/>
                    </a:lnTo>
                    <a:lnTo>
                      <a:pt x="1291" y="166"/>
                    </a:lnTo>
                    <a:lnTo>
                      <a:pt x="1301" y="203"/>
                    </a:lnTo>
                    <a:lnTo>
                      <a:pt x="1303" y="242"/>
                    </a:lnTo>
                    <a:lnTo>
                      <a:pt x="1301" y="282"/>
                    </a:lnTo>
                    <a:lnTo>
                      <a:pt x="1291" y="319"/>
                    </a:lnTo>
                    <a:lnTo>
                      <a:pt x="1275" y="354"/>
                    </a:lnTo>
                    <a:lnTo>
                      <a:pt x="1256" y="386"/>
                    </a:lnTo>
                    <a:lnTo>
                      <a:pt x="1232" y="413"/>
                    </a:lnTo>
                    <a:lnTo>
                      <a:pt x="1203" y="438"/>
                    </a:lnTo>
                    <a:lnTo>
                      <a:pt x="1171" y="458"/>
                    </a:lnTo>
                    <a:lnTo>
                      <a:pt x="1136" y="472"/>
                    </a:lnTo>
                    <a:lnTo>
                      <a:pt x="1099" y="482"/>
                    </a:lnTo>
                    <a:lnTo>
                      <a:pt x="1059" y="485"/>
                    </a:lnTo>
                    <a:lnTo>
                      <a:pt x="244" y="485"/>
                    </a:lnTo>
                    <a:lnTo>
                      <a:pt x="205" y="482"/>
                    </a:lnTo>
                    <a:lnTo>
                      <a:pt x="167" y="472"/>
                    </a:lnTo>
                    <a:lnTo>
                      <a:pt x="132" y="458"/>
                    </a:lnTo>
                    <a:lnTo>
                      <a:pt x="100" y="438"/>
                    </a:lnTo>
                    <a:lnTo>
                      <a:pt x="71" y="413"/>
                    </a:lnTo>
                    <a:lnTo>
                      <a:pt x="47" y="386"/>
                    </a:lnTo>
                    <a:lnTo>
                      <a:pt x="28" y="354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2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0"/>
                    </a:lnTo>
                    <a:lnTo>
                      <a:pt x="47" y="99"/>
                    </a:lnTo>
                    <a:lnTo>
                      <a:pt x="71" y="70"/>
                    </a:lnTo>
                    <a:lnTo>
                      <a:pt x="100" y="46"/>
                    </a:lnTo>
                    <a:lnTo>
                      <a:pt x="132" y="26"/>
                    </a:lnTo>
                    <a:lnTo>
                      <a:pt x="167" y="12"/>
                    </a:lnTo>
                    <a:lnTo>
                      <a:pt x="205" y="2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41" name="Freeform 16">
                <a:extLst>
                  <a:ext uri="{FF2B5EF4-FFF2-40B4-BE49-F238E27FC236}">
                    <a16:creationId xmlns:a16="http://schemas.microsoft.com/office/drawing/2014/main" id="{433D59A5-1007-4C32-A168-75F2B44E7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663" y="3944938"/>
                <a:ext cx="1357313" cy="384175"/>
              </a:xfrm>
              <a:custGeom>
                <a:avLst/>
                <a:gdLst>
                  <a:gd name="T0" fmla="*/ 244 w 1711"/>
                  <a:gd name="T1" fmla="*/ 0 h 485"/>
                  <a:gd name="T2" fmla="*/ 1466 w 1711"/>
                  <a:gd name="T3" fmla="*/ 0 h 485"/>
                  <a:gd name="T4" fmla="*/ 1505 w 1711"/>
                  <a:gd name="T5" fmla="*/ 4 h 485"/>
                  <a:gd name="T6" fmla="*/ 1544 w 1711"/>
                  <a:gd name="T7" fmla="*/ 13 h 485"/>
                  <a:gd name="T8" fmla="*/ 1579 w 1711"/>
                  <a:gd name="T9" fmla="*/ 28 h 485"/>
                  <a:gd name="T10" fmla="*/ 1610 w 1711"/>
                  <a:gd name="T11" fmla="*/ 47 h 485"/>
                  <a:gd name="T12" fmla="*/ 1639 w 1711"/>
                  <a:gd name="T13" fmla="*/ 72 h 485"/>
                  <a:gd name="T14" fmla="*/ 1663 w 1711"/>
                  <a:gd name="T15" fmla="*/ 99 h 485"/>
                  <a:gd name="T16" fmla="*/ 1683 w 1711"/>
                  <a:gd name="T17" fmla="*/ 132 h 485"/>
                  <a:gd name="T18" fmla="*/ 1698 w 1711"/>
                  <a:gd name="T19" fmla="*/ 166 h 485"/>
                  <a:gd name="T20" fmla="*/ 1707 w 1711"/>
                  <a:gd name="T21" fmla="*/ 203 h 485"/>
                  <a:gd name="T22" fmla="*/ 1711 w 1711"/>
                  <a:gd name="T23" fmla="*/ 243 h 485"/>
                  <a:gd name="T24" fmla="*/ 1707 w 1711"/>
                  <a:gd name="T25" fmla="*/ 282 h 485"/>
                  <a:gd name="T26" fmla="*/ 1698 w 1711"/>
                  <a:gd name="T27" fmla="*/ 319 h 485"/>
                  <a:gd name="T28" fmla="*/ 1683 w 1711"/>
                  <a:gd name="T29" fmla="*/ 355 h 485"/>
                  <a:gd name="T30" fmla="*/ 1663 w 1711"/>
                  <a:gd name="T31" fmla="*/ 386 h 485"/>
                  <a:gd name="T32" fmla="*/ 1639 w 1711"/>
                  <a:gd name="T33" fmla="*/ 415 h 485"/>
                  <a:gd name="T34" fmla="*/ 1610 w 1711"/>
                  <a:gd name="T35" fmla="*/ 439 h 485"/>
                  <a:gd name="T36" fmla="*/ 1579 w 1711"/>
                  <a:gd name="T37" fmla="*/ 459 h 485"/>
                  <a:gd name="T38" fmla="*/ 1544 w 1711"/>
                  <a:gd name="T39" fmla="*/ 473 h 485"/>
                  <a:gd name="T40" fmla="*/ 1505 w 1711"/>
                  <a:gd name="T41" fmla="*/ 483 h 485"/>
                  <a:gd name="T42" fmla="*/ 1466 w 1711"/>
                  <a:gd name="T43" fmla="*/ 485 h 485"/>
                  <a:gd name="T44" fmla="*/ 244 w 1711"/>
                  <a:gd name="T45" fmla="*/ 485 h 485"/>
                  <a:gd name="T46" fmla="*/ 205 w 1711"/>
                  <a:gd name="T47" fmla="*/ 483 h 485"/>
                  <a:gd name="T48" fmla="*/ 167 w 1711"/>
                  <a:gd name="T49" fmla="*/ 473 h 485"/>
                  <a:gd name="T50" fmla="*/ 132 w 1711"/>
                  <a:gd name="T51" fmla="*/ 459 h 485"/>
                  <a:gd name="T52" fmla="*/ 100 w 1711"/>
                  <a:gd name="T53" fmla="*/ 439 h 485"/>
                  <a:gd name="T54" fmla="*/ 71 w 1711"/>
                  <a:gd name="T55" fmla="*/ 415 h 485"/>
                  <a:gd name="T56" fmla="*/ 47 w 1711"/>
                  <a:gd name="T57" fmla="*/ 386 h 485"/>
                  <a:gd name="T58" fmla="*/ 28 w 1711"/>
                  <a:gd name="T59" fmla="*/ 355 h 485"/>
                  <a:gd name="T60" fmla="*/ 12 w 1711"/>
                  <a:gd name="T61" fmla="*/ 319 h 485"/>
                  <a:gd name="T62" fmla="*/ 4 w 1711"/>
                  <a:gd name="T63" fmla="*/ 282 h 485"/>
                  <a:gd name="T64" fmla="*/ 0 w 1711"/>
                  <a:gd name="T65" fmla="*/ 243 h 485"/>
                  <a:gd name="T66" fmla="*/ 4 w 1711"/>
                  <a:gd name="T67" fmla="*/ 203 h 485"/>
                  <a:gd name="T68" fmla="*/ 12 w 1711"/>
                  <a:gd name="T69" fmla="*/ 166 h 485"/>
                  <a:gd name="T70" fmla="*/ 28 w 1711"/>
                  <a:gd name="T71" fmla="*/ 132 h 485"/>
                  <a:gd name="T72" fmla="*/ 47 w 1711"/>
                  <a:gd name="T73" fmla="*/ 99 h 485"/>
                  <a:gd name="T74" fmla="*/ 71 w 1711"/>
                  <a:gd name="T75" fmla="*/ 72 h 485"/>
                  <a:gd name="T76" fmla="*/ 100 w 1711"/>
                  <a:gd name="T77" fmla="*/ 47 h 485"/>
                  <a:gd name="T78" fmla="*/ 132 w 1711"/>
                  <a:gd name="T79" fmla="*/ 28 h 485"/>
                  <a:gd name="T80" fmla="*/ 167 w 1711"/>
                  <a:gd name="T81" fmla="*/ 13 h 485"/>
                  <a:gd name="T82" fmla="*/ 205 w 1711"/>
                  <a:gd name="T83" fmla="*/ 4 h 485"/>
                  <a:gd name="T84" fmla="*/ 244 w 1711"/>
                  <a:gd name="T85" fmla="*/ 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11" h="485">
                    <a:moveTo>
                      <a:pt x="244" y="0"/>
                    </a:moveTo>
                    <a:lnTo>
                      <a:pt x="1466" y="0"/>
                    </a:lnTo>
                    <a:lnTo>
                      <a:pt x="1505" y="4"/>
                    </a:lnTo>
                    <a:lnTo>
                      <a:pt x="1544" y="13"/>
                    </a:lnTo>
                    <a:lnTo>
                      <a:pt x="1579" y="28"/>
                    </a:lnTo>
                    <a:lnTo>
                      <a:pt x="1610" y="47"/>
                    </a:lnTo>
                    <a:lnTo>
                      <a:pt x="1639" y="72"/>
                    </a:lnTo>
                    <a:lnTo>
                      <a:pt x="1663" y="99"/>
                    </a:lnTo>
                    <a:lnTo>
                      <a:pt x="1683" y="132"/>
                    </a:lnTo>
                    <a:lnTo>
                      <a:pt x="1698" y="166"/>
                    </a:lnTo>
                    <a:lnTo>
                      <a:pt x="1707" y="203"/>
                    </a:lnTo>
                    <a:lnTo>
                      <a:pt x="1711" y="243"/>
                    </a:lnTo>
                    <a:lnTo>
                      <a:pt x="1707" y="282"/>
                    </a:lnTo>
                    <a:lnTo>
                      <a:pt x="1698" y="319"/>
                    </a:lnTo>
                    <a:lnTo>
                      <a:pt x="1683" y="355"/>
                    </a:lnTo>
                    <a:lnTo>
                      <a:pt x="1663" y="386"/>
                    </a:lnTo>
                    <a:lnTo>
                      <a:pt x="1639" y="415"/>
                    </a:lnTo>
                    <a:lnTo>
                      <a:pt x="1610" y="439"/>
                    </a:lnTo>
                    <a:lnTo>
                      <a:pt x="1579" y="459"/>
                    </a:lnTo>
                    <a:lnTo>
                      <a:pt x="1544" y="473"/>
                    </a:lnTo>
                    <a:lnTo>
                      <a:pt x="1505" y="483"/>
                    </a:lnTo>
                    <a:lnTo>
                      <a:pt x="1466" y="485"/>
                    </a:lnTo>
                    <a:lnTo>
                      <a:pt x="244" y="485"/>
                    </a:lnTo>
                    <a:lnTo>
                      <a:pt x="205" y="483"/>
                    </a:lnTo>
                    <a:lnTo>
                      <a:pt x="167" y="473"/>
                    </a:lnTo>
                    <a:lnTo>
                      <a:pt x="132" y="459"/>
                    </a:lnTo>
                    <a:lnTo>
                      <a:pt x="100" y="439"/>
                    </a:lnTo>
                    <a:lnTo>
                      <a:pt x="71" y="415"/>
                    </a:lnTo>
                    <a:lnTo>
                      <a:pt x="47" y="386"/>
                    </a:lnTo>
                    <a:lnTo>
                      <a:pt x="28" y="355"/>
                    </a:lnTo>
                    <a:lnTo>
                      <a:pt x="12" y="319"/>
                    </a:lnTo>
                    <a:lnTo>
                      <a:pt x="4" y="282"/>
                    </a:lnTo>
                    <a:lnTo>
                      <a:pt x="0" y="243"/>
                    </a:lnTo>
                    <a:lnTo>
                      <a:pt x="4" y="203"/>
                    </a:lnTo>
                    <a:lnTo>
                      <a:pt x="12" y="166"/>
                    </a:lnTo>
                    <a:lnTo>
                      <a:pt x="28" y="132"/>
                    </a:lnTo>
                    <a:lnTo>
                      <a:pt x="47" y="99"/>
                    </a:lnTo>
                    <a:lnTo>
                      <a:pt x="71" y="72"/>
                    </a:lnTo>
                    <a:lnTo>
                      <a:pt x="100" y="47"/>
                    </a:lnTo>
                    <a:lnTo>
                      <a:pt x="132" y="28"/>
                    </a:lnTo>
                    <a:lnTo>
                      <a:pt x="167" y="13"/>
                    </a:lnTo>
                    <a:lnTo>
                      <a:pt x="205" y="4"/>
                    </a:lnTo>
                    <a:lnTo>
                      <a:pt x="2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7341A037-695C-40F0-9251-D0BBED53FAE9}"/>
              </a:ext>
            </a:extLst>
          </p:cNvPr>
          <p:cNvSpPr/>
          <p:nvPr/>
        </p:nvSpPr>
        <p:spPr>
          <a:xfrm>
            <a:off x="7974298" y="4930314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42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5616862" y="1525759"/>
            <a:ext cx="1018389" cy="1178187"/>
            <a:chOff x="5641675" y="828136"/>
            <a:chExt cx="1086928" cy="1257482"/>
          </a:xfrm>
          <a:solidFill>
            <a:schemeClr val="accent6"/>
          </a:solidFill>
        </p:grpSpPr>
        <p:sp>
          <p:nvSpPr>
            <p:cNvPr id="80" name="Oval 79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Isosceles Triangle 80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 rot="10800000">
            <a:off x="5616862" y="4875352"/>
            <a:ext cx="1018389" cy="1178187"/>
            <a:chOff x="5641675" y="828136"/>
            <a:chExt cx="1086928" cy="1257482"/>
          </a:xfrm>
          <a:solidFill>
            <a:schemeClr val="bg1">
              <a:lumMod val="75000"/>
            </a:schemeClr>
          </a:solidFill>
        </p:grpSpPr>
        <p:sp>
          <p:nvSpPr>
            <p:cNvPr id="78" name="Oval 77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3600000">
            <a:off x="7062642" y="2368477"/>
            <a:ext cx="1018389" cy="1178187"/>
            <a:chOff x="5641675" y="828136"/>
            <a:chExt cx="1086928" cy="1257482"/>
          </a:xfrm>
          <a:solidFill>
            <a:schemeClr val="bg1">
              <a:lumMod val="75000"/>
            </a:schemeClr>
          </a:solidFill>
        </p:grpSpPr>
        <p:sp>
          <p:nvSpPr>
            <p:cNvPr id="87" name="Oval 86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8" name="Isosceles Triangle 87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 rot="14400000">
            <a:off x="4161809" y="4043274"/>
            <a:ext cx="1018389" cy="1178187"/>
            <a:chOff x="5641675" y="828136"/>
            <a:chExt cx="1086928" cy="1257482"/>
          </a:xfrm>
          <a:solidFill>
            <a:schemeClr val="accent6"/>
          </a:solidFill>
        </p:grpSpPr>
        <p:sp>
          <p:nvSpPr>
            <p:cNvPr id="85" name="Oval 84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6" name="Isosceles Triangle 85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 rot="7200000">
            <a:off x="7062642" y="4043262"/>
            <a:ext cx="1018389" cy="1178187"/>
            <a:chOff x="5641675" y="828136"/>
            <a:chExt cx="1086928" cy="1257482"/>
          </a:xfrm>
          <a:solidFill>
            <a:schemeClr val="accent6"/>
          </a:solidFill>
        </p:grpSpPr>
        <p:sp>
          <p:nvSpPr>
            <p:cNvPr id="94" name="Oval 93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5" name="Isosceles Triangle 94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 rot="18000000">
            <a:off x="4161809" y="2368465"/>
            <a:ext cx="1018389" cy="1178187"/>
            <a:chOff x="5641675" y="828136"/>
            <a:chExt cx="1086928" cy="1257482"/>
          </a:xfrm>
          <a:solidFill>
            <a:schemeClr val="bg1">
              <a:lumMod val="75000"/>
            </a:schemeClr>
          </a:solidFill>
        </p:grpSpPr>
        <p:sp>
          <p:nvSpPr>
            <p:cNvPr id="92" name="Oval 91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3" name="Isosceles Triangle 92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5166230" y="3385632"/>
            <a:ext cx="1910379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Text Here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360558" y="4399491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7410684" y="2699875"/>
            <a:ext cx="450625" cy="450625"/>
            <a:chOff x="1170814" y="2040839"/>
            <a:chExt cx="1018573" cy="1018574"/>
          </a:xfrm>
          <a:solidFill>
            <a:schemeClr val="bg1"/>
          </a:solidFill>
        </p:grpSpPr>
        <p:sp>
          <p:nvSpPr>
            <p:cNvPr id="99" name="Freeform 6"/>
            <p:cNvSpPr>
              <a:spLocks/>
            </p:cNvSpPr>
            <p:nvPr/>
          </p:nvSpPr>
          <p:spPr bwMode="auto">
            <a:xfrm>
              <a:off x="1807474" y="2118389"/>
              <a:ext cx="381913" cy="851383"/>
            </a:xfrm>
            <a:custGeom>
              <a:avLst/>
              <a:gdLst>
                <a:gd name="T0" fmla="*/ 804 w 1833"/>
                <a:gd name="T1" fmla="*/ 80 h 4085"/>
                <a:gd name="T2" fmla="*/ 1028 w 1833"/>
                <a:gd name="T3" fmla="*/ 257 h 4085"/>
                <a:gd name="T4" fmla="*/ 1227 w 1833"/>
                <a:gd name="T5" fmla="*/ 462 h 4085"/>
                <a:gd name="T6" fmla="*/ 1404 w 1833"/>
                <a:gd name="T7" fmla="*/ 687 h 4085"/>
                <a:gd name="T8" fmla="*/ 1552 w 1833"/>
                <a:gd name="T9" fmla="*/ 932 h 4085"/>
                <a:gd name="T10" fmla="*/ 1672 w 1833"/>
                <a:gd name="T11" fmla="*/ 1196 h 4085"/>
                <a:gd name="T12" fmla="*/ 1759 w 1833"/>
                <a:gd name="T13" fmla="*/ 1476 h 4085"/>
                <a:gd name="T14" fmla="*/ 1814 w 1833"/>
                <a:gd name="T15" fmla="*/ 1767 h 4085"/>
                <a:gd name="T16" fmla="*/ 1833 w 1833"/>
                <a:gd name="T17" fmla="*/ 2071 h 4085"/>
                <a:gd name="T18" fmla="*/ 1815 w 1833"/>
                <a:gd name="T19" fmla="*/ 2361 h 4085"/>
                <a:gd name="T20" fmla="*/ 1766 w 1833"/>
                <a:gd name="T21" fmla="*/ 2643 h 4085"/>
                <a:gd name="T22" fmla="*/ 1685 w 1833"/>
                <a:gd name="T23" fmla="*/ 2911 h 4085"/>
                <a:gd name="T24" fmla="*/ 1575 w 1833"/>
                <a:gd name="T25" fmla="*/ 3165 h 4085"/>
                <a:gd name="T26" fmla="*/ 1438 w 1833"/>
                <a:gd name="T27" fmla="*/ 3404 h 4085"/>
                <a:gd name="T28" fmla="*/ 1275 w 1833"/>
                <a:gd name="T29" fmla="*/ 3624 h 4085"/>
                <a:gd name="T30" fmla="*/ 1090 w 1833"/>
                <a:gd name="T31" fmla="*/ 3826 h 4085"/>
                <a:gd name="T32" fmla="*/ 882 w 1833"/>
                <a:gd name="T33" fmla="*/ 4005 h 4085"/>
                <a:gd name="T34" fmla="*/ 0 w 1833"/>
                <a:gd name="T35" fmla="*/ 3865 h 4085"/>
                <a:gd name="T36" fmla="*/ 259 w 1833"/>
                <a:gd name="T37" fmla="*/ 3143 h 4085"/>
                <a:gd name="T38" fmla="*/ 406 w 1833"/>
                <a:gd name="T39" fmla="*/ 3005 h 4085"/>
                <a:gd name="T40" fmla="*/ 530 w 1833"/>
                <a:gd name="T41" fmla="*/ 2848 h 4085"/>
                <a:gd name="T42" fmla="*/ 631 w 1833"/>
                <a:gd name="T43" fmla="*/ 2675 h 4085"/>
                <a:gd name="T44" fmla="*/ 706 w 1833"/>
                <a:gd name="T45" fmla="*/ 2486 h 4085"/>
                <a:gd name="T46" fmla="*/ 754 w 1833"/>
                <a:gd name="T47" fmla="*/ 2283 h 4085"/>
                <a:gd name="T48" fmla="*/ 770 w 1833"/>
                <a:gd name="T49" fmla="*/ 2071 h 4085"/>
                <a:gd name="T50" fmla="*/ 752 w 1833"/>
                <a:gd name="T51" fmla="*/ 1846 h 4085"/>
                <a:gd name="T52" fmla="*/ 699 w 1833"/>
                <a:gd name="T53" fmla="*/ 1631 h 4085"/>
                <a:gd name="T54" fmla="*/ 613 w 1833"/>
                <a:gd name="T55" fmla="*/ 1431 h 4085"/>
                <a:gd name="T56" fmla="*/ 499 w 1833"/>
                <a:gd name="T57" fmla="*/ 1251 h 4085"/>
                <a:gd name="T58" fmla="*/ 360 w 1833"/>
                <a:gd name="T59" fmla="*/ 1089 h 4085"/>
                <a:gd name="T60" fmla="*/ 197 w 1833"/>
                <a:gd name="T61" fmla="*/ 952 h 4085"/>
                <a:gd name="T62" fmla="*/ 686 w 1833"/>
                <a:gd name="T63" fmla="*/ 0 h 4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33" h="4085">
                  <a:moveTo>
                    <a:pt x="686" y="0"/>
                  </a:moveTo>
                  <a:lnTo>
                    <a:pt x="804" y="80"/>
                  </a:lnTo>
                  <a:lnTo>
                    <a:pt x="918" y="165"/>
                  </a:lnTo>
                  <a:lnTo>
                    <a:pt x="1028" y="257"/>
                  </a:lnTo>
                  <a:lnTo>
                    <a:pt x="1130" y="356"/>
                  </a:lnTo>
                  <a:lnTo>
                    <a:pt x="1227" y="462"/>
                  </a:lnTo>
                  <a:lnTo>
                    <a:pt x="1319" y="571"/>
                  </a:lnTo>
                  <a:lnTo>
                    <a:pt x="1404" y="687"/>
                  </a:lnTo>
                  <a:lnTo>
                    <a:pt x="1481" y="808"/>
                  </a:lnTo>
                  <a:lnTo>
                    <a:pt x="1552" y="932"/>
                  </a:lnTo>
                  <a:lnTo>
                    <a:pt x="1615" y="1063"/>
                  </a:lnTo>
                  <a:lnTo>
                    <a:pt x="1672" y="1196"/>
                  </a:lnTo>
                  <a:lnTo>
                    <a:pt x="1719" y="1334"/>
                  </a:lnTo>
                  <a:lnTo>
                    <a:pt x="1759" y="1476"/>
                  </a:lnTo>
                  <a:lnTo>
                    <a:pt x="1792" y="1619"/>
                  </a:lnTo>
                  <a:lnTo>
                    <a:pt x="1814" y="1767"/>
                  </a:lnTo>
                  <a:lnTo>
                    <a:pt x="1829" y="1918"/>
                  </a:lnTo>
                  <a:lnTo>
                    <a:pt x="1833" y="2071"/>
                  </a:lnTo>
                  <a:lnTo>
                    <a:pt x="1829" y="2218"/>
                  </a:lnTo>
                  <a:lnTo>
                    <a:pt x="1815" y="2361"/>
                  </a:lnTo>
                  <a:lnTo>
                    <a:pt x="1795" y="2503"/>
                  </a:lnTo>
                  <a:lnTo>
                    <a:pt x="1766" y="2643"/>
                  </a:lnTo>
                  <a:lnTo>
                    <a:pt x="1729" y="2779"/>
                  </a:lnTo>
                  <a:lnTo>
                    <a:pt x="1685" y="2911"/>
                  </a:lnTo>
                  <a:lnTo>
                    <a:pt x="1633" y="3039"/>
                  </a:lnTo>
                  <a:lnTo>
                    <a:pt x="1575" y="3165"/>
                  </a:lnTo>
                  <a:lnTo>
                    <a:pt x="1509" y="3287"/>
                  </a:lnTo>
                  <a:lnTo>
                    <a:pt x="1438" y="3404"/>
                  </a:lnTo>
                  <a:lnTo>
                    <a:pt x="1359" y="3516"/>
                  </a:lnTo>
                  <a:lnTo>
                    <a:pt x="1275" y="3624"/>
                  </a:lnTo>
                  <a:lnTo>
                    <a:pt x="1186" y="3728"/>
                  </a:lnTo>
                  <a:lnTo>
                    <a:pt x="1090" y="3826"/>
                  </a:lnTo>
                  <a:lnTo>
                    <a:pt x="989" y="3917"/>
                  </a:lnTo>
                  <a:lnTo>
                    <a:pt x="882" y="4005"/>
                  </a:lnTo>
                  <a:lnTo>
                    <a:pt x="773" y="4085"/>
                  </a:lnTo>
                  <a:lnTo>
                    <a:pt x="0" y="3865"/>
                  </a:lnTo>
                  <a:lnTo>
                    <a:pt x="179" y="3204"/>
                  </a:lnTo>
                  <a:lnTo>
                    <a:pt x="259" y="3143"/>
                  </a:lnTo>
                  <a:lnTo>
                    <a:pt x="335" y="3076"/>
                  </a:lnTo>
                  <a:lnTo>
                    <a:pt x="406" y="3005"/>
                  </a:lnTo>
                  <a:lnTo>
                    <a:pt x="471" y="2930"/>
                  </a:lnTo>
                  <a:lnTo>
                    <a:pt x="530" y="2848"/>
                  </a:lnTo>
                  <a:lnTo>
                    <a:pt x="583" y="2764"/>
                  </a:lnTo>
                  <a:lnTo>
                    <a:pt x="631" y="2675"/>
                  </a:lnTo>
                  <a:lnTo>
                    <a:pt x="672" y="2582"/>
                  </a:lnTo>
                  <a:lnTo>
                    <a:pt x="706" y="2486"/>
                  </a:lnTo>
                  <a:lnTo>
                    <a:pt x="734" y="2385"/>
                  </a:lnTo>
                  <a:lnTo>
                    <a:pt x="754" y="2283"/>
                  </a:lnTo>
                  <a:lnTo>
                    <a:pt x="765" y="2178"/>
                  </a:lnTo>
                  <a:lnTo>
                    <a:pt x="770" y="2071"/>
                  </a:lnTo>
                  <a:lnTo>
                    <a:pt x="765" y="1957"/>
                  </a:lnTo>
                  <a:lnTo>
                    <a:pt x="752" y="1846"/>
                  </a:lnTo>
                  <a:lnTo>
                    <a:pt x="728" y="1736"/>
                  </a:lnTo>
                  <a:lnTo>
                    <a:pt x="699" y="1631"/>
                  </a:lnTo>
                  <a:lnTo>
                    <a:pt x="660" y="1529"/>
                  </a:lnTo>
                  <a:lnTo>
                    <a:pt x="613" y="1431"/>
                  </a:lnTo>
                  <a:lnTo>
                    <a:pt x="560" y="1338"/>
                  </a:lnTo>
                  <a:lnTo>
                    <a:pt x="499" y="1251"/>
                  </a:lnTo>
                  <a:lnTo>
                    <a:pt x="432" y="1166"/>
                  </a:lnTo>
                  <a:lnTo>
                    <a:pt x="360" y="1089"/>
                  </a:lnTo>
                  <a:lnTo>
                    <a:pt x="280" y="1017"/>
                  </a:lnTo>
                  <a:lnTo>
                    <a:pt x="197" y="952"/>
                  </a:lnTo>
                  <a:lnTo>
                    <a:pt x="859" y="796"/>
                  </a:lnTo>
                  <a:lnTo>
                    <a:pt x="6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0" name="Freeform 7"/>
            <p:cNvSpPr>
              <a:spLocks/>
            </p:cNvSpPr>
            <p:nvPr/>
          </p:nvSpPr>
          <p:spPr bwMode="auto">
            <a:xfrm>
              <a:off x="1172482" y="2475286"/>
              <a:ext cx="760490" cy="584127"/>
            </a:xfrm>
            <a:custGeom>
              <a:avLst/>
              <a:gdLst>
                <a:gd name="T0" fmla="*/ 1060 w 3647"/>
                <a:gd name="T1" fmla="*/ 482 h 2801"/>
                <a:gd name="T2" fmla="*/ 1097 w 3647"/>
                <a:gd name="T3" fmla="*/ 699 h 2801"/>
                <a:gd name="T4" fmla="*/ 1165 w 3647"/>
                <a:gd name="T5" fmla="*/ 903 h 2801"/>
                <a:gd name="T6" fmla="*/ 1264 w 3647"/>
                <a:gd name="T7" fmla="*/ 1091 h 2801"/>
                <a:gd name="T8" fmla="*/ 1390 w 3647"/>
                <a:gd name="T9" fmla="*/ 1261 h 2801"/>
                <a:gd name="T10" fmla="*/ 1540 w 3647"/>
                <a:gd name="T11" fmla="*/ 1409 h 2801"/>
                <a:gd name="T12" fmla="*/ 1710 w 3647"/>
                <a:gd name="T13" fmla="*/ 1534 h 2801"/>
                <a:gd name="T14" fmla="*/ 1900 w 3647"/>
                <a:gd name="T15" fmla="*/ 1631 h 2801"/>
                <a:gd name="T16" fmla="*/ 2104 w 3647"/>
                <a:gd name="T17" fmla="*/ 1698 h 2801"/>
                <a:gd name="T18" fmla="*/ 2321 w 3647"/>
                <a:gd name="T19" fmla="*/ 1733 h 2801"/>
                <a:gd name="T20" fmla="*/ 2542 w 3647"/>
                <a:gd name="T21" fmla="*/ 1733 h 2801"/>
                <a:gd name="T22" fmla="*/ 2749 w 3647"/>
                <a:gd name="T23" fmla="*/ 1702 h 2801"/>
                <a:gd name="T24" fmla="*/ 2946 w 3647"/>
                <a:gd name="T25" fmla="*/ 1640 h 2801"/>
                <a:gd name="T26" fmla="*/ 2862 w 3647"/>
                <a:gd name="T27" fmla="*/ 2255 h 2801"/>
                <a:gd name="T28" fmla="*/ 3525 w 3647"/>
                <a:gd name="T29" fmla="*/ 2543 h 2801"/>
                <a:gd name="T30" fmla="*/ 3272 w 3647"/>
                <a:gd name="T31" fmla="*/ 2653 h 2801"/>
                <a:gd name="T32" fmla="*/ 3004 w 3647"/>
                <a:gd name="T33" fmla="*/ 2734 h 2801"/>
                <a:gd name="T34" fmla="*/ 2724 w 3647"/>
                <a:gd name="T35" fmla="*/ 2783 h 2801"/>
                <a:gd name="T36" fmla="*/ 2433 w 3647"/>
                <a:gd name="T37" fmla="*/ 2801 h 2801"/>
                <a:gd name="T38" fmla="*/ 2132 w 3647"/>
                <a:gd name="T39" fmla="*/ 2782 h 2801"/>
                <a:gd name="T40" fmla="*/ 1840 w 3647"/>
                <a:gd name="T41" fmla="*/ 2728 h 2801"/>
                <a:gd name="T42" fmla="*/ 1562 w 3647"/>
                <a:gd name="T43" fmla="*/ 2641 h 2801"/>
                <a:gd name="T44" fmla="*/ 1298 w 3647"/>
                <a:gd name="T45" fmla="*/ 2521 h 2801"/>
                <a:gd name="T46" fmla="*/ 1053 w 3647"/>
                <a:gd name="T47" fmla="*/ 2373 h 2801"/>
                <a:gd name="T48" fmla="*/ 828 w 3647"/>
                <a:gd name="T49" fmla="*/ 2198 h 2801"/>
                <a:gd name="T50" fmla="*/ 625 w 3647"/>
                <a:gd name="T51" fmla="*/ 1999 h 2801"/>
                <a:gd name="T52" fmla="*/ 446 w 3647"/>
                <a:gd name="T53" fmla="*/ 1778 h 2801"/>
                <a:gd name="T54" fmla="*/ 293 w 3647"/>
                <a:gd name="T55" fmla="*/ 1535 h 2801"/>
                <a:gd name="T56" fmla="*/ 169 w 3647"/>
                <a:gd name="T57" fmla="*/ 1274 h 2801"/>
                <a:gd name="T58" fmla="*/ 75 w 3647"/>
                <a:gd name="T59" fmla="*/ 999 h 2801"/>
                <a:gd name="T60" fmla="*/ 16 w 3647"/>
                <a:gd name="T61" fmla="*/ 709 h 2801"/>
                <a:gd name="T62" fmla="*/ 573 w 3647"/>
                <a:gd name="T63" fmla="*/ 0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47" h="2801">
                  <a:moveTo>
                    <a:pt x="573" y="0"/>
                  </a:moveTo>
                  <a:lnTo>
                    <a:pt x="1060" y="482"/>
                  </a:lnTo>
                  <a:lnTo>
                    <a:pt x="1073" y="592"/>
                  </a:lnTo>
                  <a:lnTo>
                    <a:pt x="1097" y="699"/>
                  </a:lnTo>
                  <a:lnTo>
                    <a:pt x="1127" y="802"/>
                  </a:lnTo>
                  <a:lnTo>
                    <a:pt x="1165" y="903"/>
                  </a:lnTo>
                  <a:lnTo>
                    <a:pt x="1211" y="999"/>
                  </a:lnTo>
                  <a:lnTo>
                    <a:pt x="1264" y="1091"/>
                  </a:lnTo>
                  <a:lnTo>
                    <a:pt x="1324" y="1178"/>
                  </a:lnTo>
                  <a:lnTo>
                    <a:pt x="1390" y="1261"/>
                  </a:lnTo>
                  <a:lnTo>
                    <a:pt x="1461" y="1338"/>
                  </a:lnTo>
                  <a:lnTo>
                    <a:pt x="1540" y="1409"/>
                  </a:lnTo>
                  <a:lnTo>
                    <a:pt x="1623" y="1474"/>
                  </a:lnTo>
                  <a:lnTo>
                    <a:pt x="1710" y="1534"/>
                  </a:lnTo>
                  <a:lnTo>
                    <a:pt x="1803" y="1585"/>
                  </a:lnTo>
                  <a:lnTo>
                    <a:pt x="1900" y="1631"/>
                  </a:lnTo>
                  <a:lnTo>
                    <a:pt x="2000" y="1668"/>
                  </a:lnTo>
                  <a:lnTo>
                    <a:pt x="2104" y="1698"/>
                  </a:lnTo>
                  <a:lnTo>
                    <a:pt x="2212" y="1720"/>
                  </a:lnTo>
                  <a:lnTo>
                    <a:pt x="2321" y="1733"/>
                  </a:lnTo>
                  <a:lnTo>
                    <a:pt x="2433" y="1738"/>
                  </a:lnTo>
                  <a:lnTo>
                    <a:pt x="2542" y="1733"/>
                  </a:lnTo>
                  <a:lnTo>
                    <a:pt x="2647" y="1722"/>
                  </a:lnTo>
                  <a:lnTo>
                    <a:pt x="2749" y="1702"/>
                  </a:lnTo>
                  <a:lnTo>
                    <a:pt x="2850" y="1674"/>
                  </a:lnTo>
                  <a:lnTo>
                    <a:pt x="2946" y="1640"/>
                  </a:lnTo>
                  <a:lnTo>
                    <a:pt x="3040" y="1599"/>
                  </a:lnTo>
                  <a:lnTo>
                    <a:pt x="2862" y="2255"/>
                  </a:lnTo>
                  <a:lnTo>
                    <a:pt x="3647" y="2480"/>
                  </a:lnTo>
                  <a:lnTo>
                    <a:pt x="3525" y="2543"/>
                  </a:lnTo>
                  <a:lnTo>
                    <a:pt x="3401" y="2603"/>
                  </a:lnTo>
                  <a:lnTo>
                    <a:pt x="3272" y="2653"/>
                  </a:lnTo>
                  <a:lnTo>
                    <a:pt x="3139" y="2697"/>
                  </a:lnTo>
                  <a:lnTo>
                    <a:pt x="3004" y="2734"/>
                  </a:lnTo>
                  <a:lnTo>
                    <a:pt x="2865" y="2763"/>
                  </a:lnTo>
                  <a:lnTo>
                    <a:pt x="2724" y="2783"/>
                  </a:lnTo>
                  <a:lnTo>
                    <a:pt x="2581" y="2797"/>
                  </a:lnTo>
                  <a:lnTo>
                    <a:pt x="2433" y="2801"/>
                  </a:lnTo>
                  <a:lnTo>
                    <a:pt x="2281" y="2797"/>
                  </a:lnTo>
                  <a:lnTo>
                    <a:pt x="2132" y="2782"/>
                  </a:lnTo>
                  <a:lnTo>
                    <a:pt x="1984" y="2760"/>
                  </a:lnTo>
                  <a:lnTo>
                    <a:pt x="1840" y="2728"/>
                  </a:lnTo>
                  <a:lnTo>
                    <a:pt x="1698" y="2688"/>
                  </a:lnTo>
                  <a:lnTo>
                    <a:pt x="1562" y="2641"/>
                  </a:lnTo>
                  <a:lnTo>
                    <a:pt x="1427" y="2585"/>
                  </a:lnTo>
                  <a:lnTo>
                    <a:pt x="1298" y="2521"/>
                  </a:lnTo>
                  <a:lnTo>
                    <a:pt x="1174" y="2452"/>
                  </a:lnTo>
                  <a:lnTo>
                    <a:pt x="1053" y="2373"/>
                  </a:lnTo>
                  <a:lnTo>
                    <a:pt x="937" y="2289"/>
                  </a:lnTo>
                  <a:lnTo>
                    <a:pt x="828" y="2198"/>
                  </a:lnTo>
                  <a:lnTo>
                    <a:pt x="722" y="2102"/>
                  </a:lnTo>
                  <a:lnTo>
                    <a:pt x="625" y="1999"/>
                  </a:lnTo>
                  <a:lnTo>
                    <a:pt x="531" y="1890"/>
                  </a:lnTo>
                  <a:lnTo>
                    <a:pt x="446" y="1778"/>
                  </a:lnTo>
                  <a:lnTo>
                    <a:pt x="366" y="1658"/>
                  </a:lnTo>
                  <a:lnTo>
                    <a:pt x="293" y="1535"/>
                  </a:lnTo>
                  <a:lnTo>
                    <a:pt x="228" y="1408"/>
                  </a:lnTo>
                  <a:lnTo>
                    <a:pt x="169" y="1274"/>
                  </a:lnTo>
                  <a:lnTo>
                    <a:pt x="118" y="1138"/>
                  </a:lnTo>
                  <a:lnTo>
                    <a:pt x="75" y="999"/>
                  </a:lnTo>
                  <a:lnTo>
                    <a:pt x="41" y="855"/>
                  </a:lnTo>
                  <a:lnTo>
                    <a:pt x="16" y="709"/>
                  </a:lnTo>
                  <a:lnTo>
                    <a:pt x="0" y="559"/>
                  </a:lnTo>
                  <a:lnTo>
                    <a:pt x="5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1" name="Freeform 8"/>
            <p:cNvSpPr>
              <a:spLocks/>
            </p:cNvSpPr>
            <p:nvPr/>
          </p:nvSpPr>
          <p:spPr bwMode="auto">
            <a:xfrm>
              <a:off x="1170814" y="2040839"/>
              <a:ext cx="778418" cy="509495"/>
            </a:xfrm>
            <a:custGeom>
              <a:avLst/>
              <a:gdLst>
                <a:gd name="T0" fmla="*/ 2594 w 3734"/>
                <a:gd name="T1" fmla="*/ 4 h 2444"/>
                <a:gd name="T2" fmla="*/ 2887 w 3734"/>
                <a:gd name="T3" fmla="*/ 40 h 2444"/>
                <a:gd name="T4" fmla="*/ 3168 w 3734"/>
                <a:gd name="T5" fmla="*/ 110 h 2444"/>
                <a:gd name="T6" fmla="*/ 3435 w 3734"/>
                <a:gd name="T7" fmla="*/ 210 h 2444"/>
                <a:gd name="T8" fmla="*/ 3734 w 3734"/>
                <a:gd name="T9" fmla="*/ 1057 h 2444"/>
                <a:gd name="T10" fmla="*/ 2972 w 3734"/>
                <a:gd name="T11" fmla="*/ 1168 h 2444"/>
                <a:gd name="T12" fmla="*/ 2769 w 3734"/>
                <a:gd name="T13" fmla="*/ 1102 h 2444"/>
                <a:gd name="T14" fmla="*/ 2554 w 3734"/>
                <a:gd name="T15" fmla="*/ 1068 h 2444"/>
                <a:gd name="T16" fmla="*/ 2329 w 3734"/>
                <a:gd name="T17" fmla="*/ 1068 h 2444"/>
                <a:gd name="T18" fmla="*/ 2108 w 3734"/>
                <a:gd name="T19" fmla="*/ 1105 h 2444"/>
                <a:gd name="T20" fmla="*/ 1900 w 3734"/>
                <a:gd name="T21" fmla="*/ 1174 h 2444"/>
                <a:gd name="T22" fmla="*/ 1709 w 3734"/>
                <a:gd name="T23" fmla="*/ 1275 h 2444"/>
                <a:gd name="T24" fmla="*/ 1537 w 3734"/>
                <a:gd name="T25" fmla="*/ 1402 h 2444"/>
                <a:gd name="T26" fmla="*/ 1387 w 3734"/>
                <a:gd name="T27" fmla="*/ 1555 h 2444"/>
                <a:gd name="T28" fmla="*/ 1261 w 3734"/>
                <a:gd name="T29" fmla="*/ 1729 h 2444"/>
                <a:gd name="T30" fmla="*/ 1164 w 3734"/>
                <a:gd name="T31" fmla="*/ 1923 h 2444"/>
                <a:gd name="T32" fmla="*/ 1099 w 3734"/>
                <a:gd name="T33" fmla="*/ 2132 h 2444"/>
                <a:gd name="T34" fmla="*/ 1066 w 3734"/>
                <a:gd name="T35" fmla="*/ 2354 h 2444"/>
                <a:gd name="T36" fmla="*/ 0 w 3734"/>
                <a:gd name="T37" fmla="*/ 2444 h 2444"/>
                <a:gd name="T38" fmla="*/ 4 w 3734"/>
                <a:gd name="T39" fmla="*/ 2295 h 2444"/>
                <a:gd name="T40" fmla="*/ 40 w 3734"/>
                <a:gd name="T41" fmla="*/ 2003 h 2444"/>
                <a:gd name="T42" fmla="*/ 107 w 3734"/>
                <a:gd name="T43" fmla="*/ 1725 h 2444"/>
                <a:gd name="T44" fmla="*/ 206 w 3734"/>
                <a:gd name="T45" fmla="*/ 1460 h 2444"/>
                <a:gd name="T46" fmla="*/ 333 w 3734"/>
                <a:gd name="T47" fmla="*/ 1210 h 2444"/>
                <a:gd name="T48" fmla="*/ 489 w 3734"/>
                <a:gd name="T49" fmla="*/ 977 h 2444"/>
                <a:gd name="T50" fmla="*/ 668 w 3734"/>
                <a:gd name="T51" fmla="*/ 765 h 2444"/>
                <a:gd name="T52" fmla="*/ 869 w 3734"/>
                <a:gd name="T53" fmla="*/ 574 h 2444"/>
                <a:gd name="T54" fmla="*/ 1091 w 3734"/>
                <a:gd name="T55" fmla="*/ 407 h 2444"/>
                <a:gd name="T56" fmla="*/ 1333 w 3734"/>
                <a:gd name="T57" fmla="*/ 267 h 2444"/>
                <a:gd name="T58" fmla="*/ 1590 w 3734"/>
                <a:gd name="T59" fmla="*/ 153 h 2444"/>
                <a:gd name="T60" fmla="*/ 1863 w 3734"/>
                <a:gd name="T61" fmla="*/ 70 h 2444"/>
                <a:gd name="T62" fmla="*/ 2148 w 3734"/>
                <a:gd name="T63" fmla="*/ 18 h 2444"/>
                <a:gd name="T64" fmla="*/ 2442 w 3734"/>
                <a:gd name="T65" fmla="*/ 0 h 2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34" h="2444">
                  <a:moveTo>
                    <a:pt x="2442" y="0"/>
                  </a:moveTo>
                  <a:lnTo>
                    <a:pt x="2594" y="4"/>
                  </a:lnTo>
                  <a:lnTo>
                    <a:pt x="2741" y="18"/>
                  </a:lnTo>
                  <a:lnTo>
                    <a:pt x="2887" y="40"/>
                  </a:lnTo>
                  <a:lnTo>
                    <a:pt x="3029" y="71"/>
                  </a:lnTo>
                  <a:lnTo>
                    <a:pt x="3168" y="110"/>
                  </a:lnTo>
                  <a:lnTo>
                    <a:pt x="3303" y="155"/>
                  </a:lnTo>
                  <a:lnTo>
                    <a:pt x="3435" y="210"/>
                  </a:lnTo>
                  <a:lnTo>
                    <a:pt x="3564" y="272"/>
                  </a:lnTo>
                  <a:lnTo>
                    <a:pt x="3734" y="1057"/>
                  </a:lnTo>
                  <a:lnTo>
                    <a:pt x="3068" y="1213"/>
                  </a:lnTo>
                  <a:lnTo>
                    <a:pt x="2972" y="1168"/>
                  </a:lnTo>
                  <a:lnTo>
                    <a:pt x="2872" y="1131"/>
                  </a:lnTo>
                  <a:lnTo>
                    <a:pt x="2769" y="1102"/>
                  </a:lnTo>
                  <a:lnTo>
                    <a:pt x="2664" y="1081"/>
                  </a:lnTo>
                  <a:lnTo>
                    <a:pt x="2554" y="1068"/>
                  </a:lnTo>
                  <a:lnTo>
                    <a:pt x="2442" y="1063"/>
                  </a:lnTo>
                  <a:lnTo>
                    <a:pt x="2329" y="1068"/>
                  </a:lnTo>
                  <a:lnTo>
                    <a:pt x="2216" y="1081"/>
                  </a:lnTo>
                  <a:lnTo>
                    <a:pt x="2108" y="1105"/>
                  </a:lnTo>
                  <a:lnTo>
                    <a:pt x="2002" y="1136"/>
                  </a:lnTo>
                  <a:lnTo>
                    <a:pt x="1900" y="1174"/>
                  </a:lnTo>
                  <a:lnTo>
                    <a:pt x="1802" y="1220"/>
                  </a:lnTo>
                  <a:lnTo>
                    <a:pt x="1709" y="1275"/>
                  </a:lnTo>
                  <a:lnTo>
                    <a:pt x="1620" y="1336"/>
                  </a:lnTo>
                  <a:lnTo>
                    <a:pt x="1537" y="1402"/>
                  </a:lnTo>
                  <a:lnTo>
                    <a:pt x="1458" y="1476"/>
                  </a:lnTo>
                  <a:lnTo>
                    <a:pt x="1387" y="1555"/>
                  </a:lnTo>
                  <a:lnTo>
                    <a:pt x="1321" y="1639"/>
                  </a:lnTo>
                  <a:lnTo>
                    <a:pt x="1261" y="1729"/>
                  </a:lnTo>
                  <a:lnTo>
                    <a:pt x="1210" y="1824"/>
                  </a:lnTo>
                  <a:lnTo>
                    <a:pt x="1164" y="1923"/>
                  </a:lnTo>
                  <a:lnTo>
                    <a:pt x="1127" y="2025"/>
                  </a:lnTo>
                  <a:lnTo>
                    <a:pt x="1099" y="2132"/>
                  </a:lnTo>
                  <a:lnTo>
                    <a:pt x="1078" y="2242"/>
                  </a:lnTo>
                  <a:lnTo>
                    <a:pt x="1066" y="2354"/>
                  </a:lnTo>
                  <a:lnTo>
                    <a:pt x="583" y="1874"/>
                  </a:lnTo>
                  <a:lnTo>
                    <a:pt x="0" y="2444"/>
                  </a:lnTo>
                  <a:lnTo>
                    <a:pt x="0" y="2443"/>
                  </a:lnTo>
                  <a:lnTo>
                    <a:pt x="4" y="2295"/>
                  </a:lnTo>
                  <a:lnTo>
                    <a:pt x="18" y="2148"/>
                  </a:lnTo>
                  <a:lnTo>
                    <a:pt x="40" y="2003"/>
                  </a:lnTo>
                  <a:lnTo>
                    <a:pt x="70" y="1863"/>
                  </a:lnTo>
                  <a:lnTo>
                    <a:pt x="107" y="1725"/>
                  </a:lnTo>
                  <a:lnTo>
                    <a:pt x="153" y="1590"/>
                  </a:lnTo>
                  <a:lnTo>
                    <a:pt x="206" y="1460"/>
                  </a:lnTo>
                  <a:lnTo>
                    <a:pt x="267" y="1333"/>
                  </a:lnTo>
                  <a:lnTo>
                    <a:pt x="333" y="1210"/>
                  </a:lnTo>
                  <a:lnTo>
                    <a:pt x="407" y="1091"/>
                  </a:lnTo>
                  <a:lnTo>
                    <a:pt x="489" y="977"/>
                  </a:lnTo>
                  <a:lnTo>
                    <a:pt x="574" y="869"/>
                  </a:lnTo>
                  <a:lnTo>
                    <a:pt x="668" y="765"/>
                  </a:lnTo>
                  <a:lnTo>
                    <a:pt x="765" y="668"/>
                  </a:lnTo>
                  <a:lnTo>
                    <a:pt x="869" y="574"/>
                  </a:lnTo>
                  <a:lnTo>
                    <a:pt x="977" y="489"/>
                  </a:lnTo>
                  <a:lnTo>
                    <a:pt x="1091" y="407"/>
                  </a:lnTo>
                  <a:lnTo>
                    <a:pt x="1210" y="333"/>
                  </a:lnTo>
                  <a:lnTo>
                    <a:pt x="1333" y="267"/>
                  </a:lnTo>
                  <a:lnTo>
                    <a:pt x="1460" y="206"/>
                  </a:lnTo>
                  <a:lnTo>
                    <a:pt x="1590" y="153"/>
                  </a:lnTo>
                  <a:lnTo>
                    <a:pt x="1725" y="107"/>
                  </a:lnTo>
                  <a:lnTo>
                    <a:pt x="1863" y="70"/>
                  </a:lnTo>
                  <a:lnTo>
                    <a:pt x="2003" y="40"/>
                  </a:lnTo>
                  <a:lnTo>
                    <a:pt x="2148" y="18"/>
                  </a:lnTo>
                  <a:lnTo>
                    <a:pt x="2293" y="4"/>
                  </a:lnTo>
                  <a:lnTo>
                    <a:pt x="24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4394293" y="4463531"/>
            <a:ext cx="421064" cy="417547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103" name="Freeform 13"/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4" name="Freeform 14"/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5" name="Freeform 15"/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6" name="Freeform 16"/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5868709" y="5331362"/>
            <a:ext cx="534185" cy="439956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108" name="Freeform 21"/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9" name="Freeform 22"/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0" name="Freeform 27"/>
          <p:cNvSpPr>
            <a:spLocks/>
          </p:cNvSpPr>
          <p:nvPr/>
        </p:nvSpPr>
        <p:spPr bwMode="auto">
          <a:xfrm>
            <a:off x="7529681" y="4446454"/>
            <a:ext cx="230557" cy="457564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1" name="Freeform 32"/>
          <p:cNvSpPr>
            <a:spLocks noEditPoints="1"/>
          </p:cNvSpPr>
          <p:nvPr/>
        </p:nvSpPr>
        <p:spPr bwMode="auto">
          <a:xfrm>
            <a:off x="5880794" y="1830448"/>
            <a:ext cx="490522" cy="40900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2" name="Freeform 37"/>
          <p:cNvSpPr>
            <a:spLocks noEditPoints="1"/>
          </p:cNvSpPr>
          <p:nvPr/>
        </p:nvSpPr>
        <p:spPr bwMode="auto">
          <a:xfrm>
            <a:off x="4378557" y="2678318"/>
            <a:ext cx="446501" cy="464846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360558" y="2607955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8399914" y="4399491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399914" y="2607955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815533" y="1528608"/>
            <a:ext cx="4080704" cy="36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081068" y="6119358"/>
            <a:ext cx="4080704" cy="36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274064" cy="711081"/>
          </a:xfrm>
        </p:spPr>
        <p:txBody>
          <a:bodyPr/>
          <a:lstStyle/>
          <a:p>
            <a:r>
              <a:rPr lang="en-US" dirty="0"/>
              <a:t>INFOGRAPHICS BUNDLE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276280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5635707" y="1525759"/>
            <a:ext cx="1018389" cy="1178187"/>
            <a:chOff x="5641675" y="828136"/>
            <a:chExt cx="1086928" cy="1257482"/>
          </a:xfrm>
          <a:solidFill>
            <a:schemeClr val="accent3"/>
          </a:solidFill>
        </p:grpSpPr>
        <p:sp>
          <p:nvSpPr>
            <p:cNvPr id="80" name="Oval 79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Isosceles Triangle 80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3306121">
            <a:off x="6988323" y="2169121"/>
            <a:ext cx="1018389" cy="1178187"/>
            <a:chOff x="5641675" y="828136"/>
            <a:chExt cx="1086928" cy="1257482"/>
          </a:xfrm>
          <a:solidFill>
            <a:schemeClr val="accent5"/>
          </a:solidFill>
        </p:grpSpPr>
        <p:sp>
          <p:nvSpPr>
            <p:cNvPr id="87" name="Oval 86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>
                <a:latin typeface="Open Sans" panose="020B0606030504020204" pitchFamily="34" charset="0"/>
              </a:endParaRPr>
            </a:p>
          </p:txBody>
        </p:sp>
        <p:sp>
          <p:nvSpPr>
            <p:cNvPr id="88" name="Isosceles Triangle 87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>
                <a:latin typeface="Open Sans" panose="020B0606030504020204" pitchFamily="34" charset="0"/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5166230" y="3385632"/>
            <a:ext cx="1910379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Text Here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98" name="Group 97"/>
          <p:cNvGrpSpPr/>
          <p:nvPr/>
        </p:nvGrpSpPr>
        <p:grpSpPr>
          <a:xfrm rot="21306121">
            <a:off x="7336365" y="2500519"/>
            <a:ext cx="450625" cy="450625"/>
            <a:chOff x="1170814" y="2040839"/>
            <a:chExt cx="1018573" cy="1018574"/>
          </a:xfrm>
          <a:solidFill>
            <a:schemeClr val="bg1"/>
          </a:solidFill>
        </p:grpSpPr>
        <p:sp>
          <p:nvSpPr>
            <p:cNvPr id="99" name="Freeform 6"/>
            <p:cNvSpPr>
              <a:spLocks/>
            </p:cNvSpPr>
            <p:nvPr/>
          </p:nvSpPr>
          <p:spPr bwMode="auto">
            <a:xfrm>
              <a:off x="1807474" y="2118389"/>
              <a:ext cx="381913" cy="851383"/>
            </a:xfrm>
            <a:custGeom>
              <a:avLst/>
              <a:gdLst>
                <a:gd name="T0" fmla="*/ 804 w 1833"/>
                <a:gd name="T1" fmla="*/ 80 h 4085"/>
                <a:gd name="T2" fmla="*/ 1028 w 1833"/>
                <a:gd name="T3" fmla="*/ 257 h 4085"/>
                <a:gd name="T4" fmla="*/ 1227 w 1833"/>
                <a:gd name="T5" fmla="*/ 462 h 4085"/>
                <a:gd name="T6" fmla="*/ 1404 w 1833"/>
                <a:gd name="T7" fmla="*/ 687 h 4085"/>
                <a:gd name="T8" fmla="*/ 1552 w 1833"/>
                <a:gd name="T9" fmla="*/ 932 h 4085"/>
                <a:gd name="T10" fmla="*/ 1672 w 1833"/>
                <a:gd name="T11" fmla="*/ 1196 h 4085"/>
                <a:gd name="T12" fmla="*/ 1759 w 1833"/>
                <a:gd name="T13" fmla="*/ 1476 h 4085"/>
                <a:gd name="T14" fmla="*/ 1814 w 1833"/>
                <a:gd name="T15" fmla="*/ 1767 h 4085"/>
                <a:gd name="T16" fmla="*/ 1833 w 1833"/>
                <a:gd name="T17" fmla="*/ 2071 h 4085"/>
                <a:gd name="T18" fmla="*/ 1815 w 1833"/>
                <a:gd name="T19" fmla="*/ 2361 h 4085"/>
                <a:gd name="T20" fmla="*/ 1766 w 1833"/>
                <a:gd name="T21" fmla="*/ 2643 h 4085"/>
                <a:gd name="T22" fmla="*/ 1685 w 1833"/>
                <a:gd name="T23" fmla="*/ 2911 h 4085"/>
                <a:gd name="T24" fmla="*/ 1575 w 1833"/>
                <a:gd name="T25" fmla="*/ 3165 h 4085"/>
                <a:gd name="T26" fmla="*/ 1438 w 1833"/>
                <a:gd name="T27" fmla="*/ 3404 h 4085"/>
                <a:gd name="T28" fmla="*/ 1275 w 1833"/>
                <a:gd name="T29" fmla="*/ 3624 h 4085"/>
                <a:gd name="T30" fmla="*/ 1090 w 1833"/>
                <a:gd name="T31" fmla="*/ 3826 h 4085"/>
                <a:gd name="T32" fmla="*/ 882 w 1833"/>
                <a:gd name="T33" fmla="*/ 4005 h 4085"/>
                <a:gd name="T34" fmla="*/ 0 w 1833"/>
                <a:gd name="T35" fmla="*/ 3865 h 4085"/>
                <a:gd name="T36" fmla="*/ 259 w 1833"/>
                <a:gd name="T37" fmla="*/ 3143 h 4085"/>
                <a:gd name="T38" fmla="*/ 406 w 1833"/>
                <a:gd name="T39" fmla="*/ 3005 h 4085"/>
                <a:gd name="T40" fmla="*/ 530 w 1833"/>
                <a:gd name="T41" fmla="*/ 2848 h 4085"/>
                <a:gd name="T42" fmla="*/ 631 w 1833"/>
                <a:gd name="T43" fmla="*/ 2675 h 4085"/>
                <a:gd name="T44" fmla="*/ 706 w 1833"/>
                <a:gd name="T45" fmla="*/ 2486 h 4085"/>
                <a:gd name="T46" fmla="*/ 754 w 1833"/>
                <a:gd name="T47" fmla="*/ 2283 h 4085"/>
                <a:gd name="T48" fmla="*/ 770 w 1833"/>
                <a:gd name="T49" fmla="*/ 2071 h 4085"/>
                <a:gd name="T50" fmla="*/ 752 w 1833"/>
                <a:gd name="T51" fmla="*/ 1846 h 4085"/>
                <a:gd name="T52" fmla="*/ 699 w 1833"/>
                <a:gd name="T53" fmla="*/ 1631 h 4085"/>
                <a:gd name="T54" fmla="*/ 613 w 1833"/>
                <a:gd name="T55" fmla="*/ 1431 h 4085"/>
                <a:gd name="T56" fmla="*/ 499 w 1833"/>
                <a:gd name="T57" fmla="*/ 1251 h 4085"/>
                <a:gd name="T58" fmla="*/ 360 w 1833"/>
                <a:gd name="T59" fmla="*/ 1089 h 4085"/>
                <a:gd name="T60" fmla="*/ 197 w 1833"/>
                <a:gd name="T61" fmla="*/ 952 h 4085"/>
                <a:gd name="T62" fmla="*/ 686 w 1833"/>
                <a:gd name="T63" fmla="*/ 0 h 4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33" h="4085">
                  <a:moveTo>
                    <a:pt x="686" y="0"/>
                  </a:moveTo>
                  <a:lnTo>
                    <a:pt x="804" y="80"/>
                  </a:lnTo>
                  <a:lnTo>
                    <a:pt x="918" y="165"/>
                  </a:lnTo>
                  <a:lnTo>
                    <a:pt x="1028" y="257"/>
                  </a:lnTo>
                  <a:lnTo>
                    <a:pt x="1130" y="356"/>
                  </a:lnTo>
                  <a:lnTo>
                    <a:pt x="1227" y="462"/>
                  </a:lnTo>
                  <a:lnTo>
                    <a:pt x="1319" y="571"/>
                  </a:lnTo>
                  <a:lnTo>
                    <a:pt x="1404" y="687"/>
                  </a:lnTo>
                  <a:lnTo>
                    <a:pt x="1481" y="808"/>
                  </a:lnTo>
                  <a:lnTo>
                    <a:pt x="1552" y="932"/>
                  </a:lnTo>
                  <a:lnTo>
                    <a:pt x="1615" y="1063"/>
                  </a:lnTo>
                  <a:lnTo>
                    <a:pt x="1672" y="1196"/>
                  </a:lnTo>
                  <a:lnTo>
                    <a:pt x="1719" y="1334"/>
                  </a:lnTo>
                  <a:lnTo>
                    <a:pt x="1759" y="1476"/>
                  </a:lnTo>
                  <a:lnTo>
                    <a:pt x="1792" y="1619"/>
                  </a:lnTo>
                  <a:lnTo>
                    <a:pt x="1814" y="1767"/>
                  </a:lnTo>
                  <a:lnTo>
                    <a:pt x="1829" y="1918"/>
                  </a:lnTo>
                  <a:lnTo>
                    <a:pt x="1833" y="2071"/>
                  </a:lnTo>
                  <a:lnTo>
                    <a:pt x="1829" y="2218"/>
                  </a:lnTo>
                  <a:lnTo>
                    <a:pt x="1815" y="2361"/>
                  </a:lnTo>
                  <a:lnTo>
                    <a:pt x="1795" y="2503"/>
                  </a:lnTo>
                  <a:lnTo>
                    <a:pt x="1766" y="2643"/>
                  </a:lnTo>
                  <a:lnTo>
                    <a:pt x="1729" y="2779"/>
                  </a:lnTo>
                  <a:lnTo>
                    <a:pt x="1685" y="2911"/>
                  </a:lnTo>
                  <a:lnTo>
                    <a:pt x="1633" y="3039"/>
                  </a:lnTo>
                  <a:lnTo>
                    <a:pt x="1575" y="3165"/>
                  </a:lnTo>
                  <a:lnTo>
                    <a:pt x="1509" y="3287"/>
                  </a:lnTo>
                  <a:lnTo>
                    <a:pt x="1438" y="3404"/>
                  </a:lnTo>
                  <a:lnTo>
                    <a:pt x="1359" y="3516"/>
                  </a:lnTo>
                  <a:lnTo>
                    <a:pt x="1275" y="3624"/>
                  </a:lnTo>
                  <a:lnTo>
                    <a:pt x="1186" y="3728"/>
                  </a:lnTo>
                  <a:lnTo>
                    <a:pt x="1090" y="3826"/>
                  </a:lnTo>
                  <a:lnTo>
                    <a:pt x="989" y="3917"/>
                  </a:lnTo>
                  <a:lnTo>
                    <a:pt x="882" y="4005"/>
                  </a:lnTo>
                  <a:lnTo>
                    <a:pt x="773" y="4085"/>
                  </a:lnTo>
                  <a:lnTo>
                    <a:pt x="0" y="3865"/>
                  </a:lnTo>
                  <a:lnTo>
                    <a:pt x="179" y="3204"/>
                  </a:lnTo>
                  <a:lnTo>
                    <a:pt x="259" y="3143"/>
                  </a:lnTo>
                  <a:lnTo>
                    <a:pt x="335" y="3076"/>
                  </a:lnTo>
                  <a:lnTo>
                    <a:pt x="406" y="3005"/>
                  </a:lnTo>
                  <a:lnTo>
                    <a:pt x="471" y="2930"/>
                  </a:lnTo>
                  <a:lnTo>
                    <a:pt x="530" y="2848"/>
                  </a:lnTo>
                  <a:lnTo>
                    <a:pt x="583" y="2764"/>
                  </a:lnTo>
                  <a:lnTo>
                    <a:pt x="631" y="2675"/>
                  </a:lnTo>
                  <a:lnTo>
                    <a:pt x="672" y="2582"/>
                  </a:lnTo>
                  <a:lnTo>
                    <a:pt x="706" y="2486"/>
                  </a:lnTo>
                  <a:lnTo>
                    <a:pt x="734" y="2385"/>
                  </a:lnTo>
                  <a:lnTo>
                    <a:pt x="754" y="2283"/>
                  </a:lnTo>
                  <a:lnTo>
                    <a:pt x="765" y="2178"/>
                  </a:lnTo>
                  <a:lnTo>
                    <a:pt x="770" y="2071"/>
                  </a:lnTo>
                  <a:lnTo>
                    <a:pt x="765" y="1957"/>
                  </a:lnTo>
                  <a:lnTo>
                    <a:pt x="752" y="1846"/>
                  </a:lnTo>
                  <a:lnTo>
                    <a:pt x="728" y="1736"/>
                  </a:lnTo>
                  <a:lnTo>
                    <a:pt x="699" y="1631"/>
                  </a:lnTo>
                  <a:lnTo>
                    <a:pt x="660" y="1529"/>
                  </a:lnTo>
                  <a:lnTo>
                    <a:pt x="613" y="1431"/>
                  </a:lnTo>
                  <a:lnTo>
                    <a:pt x="560" y="1338"/>
                  </a:lnTo>
                  <a:lnTo>
                    <a:pt x="499" y="1251"/>
                  </a:lnTo>
                  <a:lnTo>
                    <a:pt x="432" y="1166"/>
                  </a:lnTo>
                  <a:lnTo>
                    <a:pt x="360" y="1089"/>
                  </a:lnTo>
                  <a:lnTo>
                    <a:pt x="280" y="1017"/>
                  </a:lnTo>
                  <a:lnTo>
                    <a:pt x="197" y="952"/>
                  </a:lnTo>
                  <a:lnTo>
                    <a:pt x="859" y="796"/>
                  </a:lnTo>
                  <a:lnTo>
                    <a:pt x="6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-25000">
                <a:latin typeface="Open Sans" panose="020B0606030504020204" pitchFamily="34" charset="0"/>
              </a:endParaRPr>
            </a:p>
          </p:txBody>
        </p:sp>
        <p:sp>
          <p:nvSpPr>
            <p:cNvPr id="100" name="Freeform 7"/>
            <p:cNvSpPr>
              <a:spLocks/>
            </p:cNvSpPr>
            <p:nvPr/>
          </p:nvSpPr>
          <p:spPr bwMode="auto">
            <a:xfrm>
              <a:off x="1172482" y="2475286"/>
              <a:ext cx="760490" cy="584127"/>
            </a:xfrm>
            <a:custGeom>
              <a:avLst/>
              <a:gdLst>
                <a:gd name="T0" fmla="*/ 1060 w 3647"/>
                <a:gd name="T1" fmla="*/ 482 h 2801"/>
                <a:gd name="T2" fmla="*/ 1097 w 3647"/>
                <a:gd name="T3" fmla="*/ 699 h 2801"/>
                <a:gd name="T4" fmla="*/ 1165 w 3647"/>
                <a:gd name="T5" fmla="*/ 903 h 2801"/>
                <a:gd name="T6" fmla="*/ 1264 w 3647"/>
                <a:gd name="T7" fmla="*/ 1091 h 2801"/>
                <a:gd name="T8" fmla="*/ 1390 w 3647"/>
                <a:gd name="T9" fmla="*/ 1261 h 2801"/>
                <a:gd name="T10" fmla="*/ 1540 w 3647"/>
                <a:gd name="T11" fmla="*/ 1409 h 2801"/>
                <a:gd name="T12" fmla="*/ 1710 w 3647"/>
                <a:gd name="T13" fmla="*/ 1534 h 2801"/>
                <a:gd name="T14" fmla="*/ 1900 w 3647"/>
                <a:gd name="T15" fmla="*/ 1631 h 2801"/>
                <a:gd name="T16" fmla="*/ 2104 w 3647"/>
                <a:gd name="T17" fmla="*/ 1698 h 2801"/>
                <a:gd name="T18" fmla="*/ 2321 w 3647"/>
                <a:gd name="T19" fmla="*/ 1733 h 2801"/>
                <a:gd name="T20" fmla="*/ 2542 w 3647"/>
                <a:gd name="T21" fmla="*/ 1733 h 2801"/>
                <a:gd name="T22" fmla="*/ 2749 w 3647"/>
                <a:gd name="T23" fmla="*/ 1702 h 2801"/>
                <a:gd name="T24" fmla="*/ 2946 w 3647"/>
                <a:gd name="T25" fmla="*/ 1640 h 2801"/>
                <a:gd name="T26" fmla="*/ 2862 w 3647"/>
                <a:gd name="T27" fmla="*/ 2255 h 2801"/>
                <a:gd name="T28" fmla="*/ 3525 w 3647"/>
                <a:gd name="T29" fmla="*/ 2543 h 2801"/>
                <a:gd name="T30" fmla="*/ 3272 w 3647"/>
                <a:gd name="T31" fmla="*/ 2653 h 2801"/>
                <a:gd name="T32" fmla="*/ 3004 w 3647"/>
                <a:gd name="T33" fmla="*/ 2734 h 2801"/>
                <a:gd name="T34" fmla="*/ 2724 w 3647"/>
                <a:gd name="T35" fmla="*/ 2783 h 2801"/>
                <a:gd name="T36" fmla="*/ 2433 w 3647"/>
                <a:gd name="T37" fmla="*/ 2801 h 2801"/>
                <a:gd name="T38" fmla="*/ 2132 w 3647"/>
                <a:gd name="T39" fmla="*/ 2782 h 2801"/>
                <a:gd name="T40" fmla="*/ 1840 w 3647"/>
                <a:gd name="T41" fmla="*/ 2728 h 2801"/>
                <a:gd name="T42" fmla="*/ 1562 w 3647"/>
                <a:gd name="T43" fmla="*/ 2641 h 2801"/>
                <a:gd name="T44" fmla="*/ 1298 w 3647"/>
                <a:gd name="T45" fmla="*/ 2521 h 2801"/>
                <a:gd name="T46" fmla="*/ 1053 w 3647"/>
                <a:gd name="T47" fmla="*/ 2373 h 2801"/>
                <a:gd name="T48" fmla="*/ 828 w 3647"/>
                <a:gd name="T49" fmla="*/ 2198 h 2801"/>
                <a:gd name="T50" fmla="*/ 625 w 3647"/>
                <a:gd name="T51" fmla="*/ 1999 h 2801"/>
                <a:gd name="T52" fmla="*/ 446 w 3647"/>
                <a:gd name="T53" fmla="*/ 1778 h 2801"/>
                <a:gd name="T54" fmla="*/ 293 w 3647"/>
                <a:gd name="T55" fmla="*/ 1535 h 2801"/>
                <a:gd name="T56" fmla="*/ 169 w 3647"/>
                <a:gd name="T57" fmla="*/ 1274 h 2801"/>
                <a:gd name="T58" fmla="*/ 75 w 3647"/>
                <a:gd name="T59" fmla="*/ 999 h 2801"/>
                <a:gd name="T60" fmla="*/ 16 w 3647"/>
                <a:gd name="T61" fmla="*/ 709 h 2801"/>
                <a:gd name="T62" fmla="*/ 573 w 3647"/>
                <a:gd name="T63" fmla="*/ 0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47" h="2801">
                  <a:moveTo>
                    <a:pt x="573" y="0"/>
                  </a:moveTo>
                  <a:lnTo>
                    <a:pt x="1060" y="482"/>
                  </a:lnTo>
                  <a:lnTo>
                    <a:pt x="1073" y="592"/>
                  </a:lnTo>
                  <a:lnTo>
                    <a:pt x="1097" y="699"/>
                  </a:lnTo>
                  <a:lnTo>
                    <a:pt x="1127" y="802"/>
                  </a:lnTo>
                  <a:lnTo>
                    <a:pt x="1165" y="903"/>
                  </a:lnTo>
                  <a:lnTo>
                    <a:pt x="1211" y="999"/>
                  </a:lnTo>
                  <a:lnTo>
                    <a:pt x="1264" y="1091"/>
                  </a:lnTo>
                  <a:lnTo>
                    <a:pt x="1324" y="1178"/>
                  </a:lnTo>
                  <a:lnTo>
                    <a:pt x="1390" y="1261"/>
                  </a:lnTo>
                  <a:lnTo>
                    <a:pt x="1461" y="1338"/>
                  </a:lnTo>
                  <a:lnTo>
                    <a:pt x="1540" y="1409"/>
                  </a:lnTo>
                  <a:lnTo>
                    <a:pt x="1623" y="1474"/>
                  </a:lnTo>
                  <a:lnTo>
                    <a:pt x="1710" y="1534"/>
                  </a:lnTo>
                  <a:lnTo>
                    <a:pt x="1803" y="1585"/>
                  </a:lnTo>
                  <a:lnTo>
                    <a:pt x="1900" y="1631"/>
                  </a:lnTo>
                  <a:lnTo>
                    <a:pt x="2000" y="1668"/>
                  </a:lnTo>
                  <a:lnTo>
                    <a:pt x="2104" y="1698"/>
                  </a:lnTo>
                  <a:lnTo>
                    <a:pt x="2212" y="1720"/>
                  </a:lnTo>
                  <a:lnTo>
                    <a:pt x="2321" y="1733"/>
                  </a:lnTo>
                  <a:lnTo>
                    <a:pt x="2433" y="1738"/>
                  </a:lnTo>
                  <a:lnTo>
                    <a:pt x="2542" y="1733"/>
                  </a:lnTo>
                  <a:lnTo>
                    <a:pt x="2647" y="1722"/>
                  </a:lnTo>
                  <a:lnTo>
                    <a:pt x="2749" y="1702"/>
                  </a:lnTo>
                  <a:lnTo>
                    <a:pt x="2850" y="1674"/>
                  </a:lnTo>
                  <a:lnTo>
                    <a:pt x="2946" y="1640"/>
                  </a:lnTo>
                  <a:lnTo>
                    <a:pt x="3040" y="1599"/>
                  </a:lnTo>
                  <a:lnTo>
                    <a:pt x="2862" y="2255"/>
                  </a:lnTo>
                  <a:lnTo>
                    <a:pt x="3647" y="2480"/>
                  </a:lnTo>
                  <a:lnTo>
                    <a:pt x="3525" y="2543"/>
                  </a:lnTo>
                  <a:lnTo>
                    <a:pt x="3401" y="2603"/>
                  </a:lnTo>
                  <a:lnTo>
                    <a:pt x="3272" y="2653"/>
                  </a:lnTo>
                  <a:lnTo>
                    <a:pt x="3139" y="2697"/>
                  </a:lnTo>
                  <a:lnTo>
                    <a:pt x="3004" y="2734"/>
                  </a:lnTo>
                  <a:lnTo>
                    <a:pt x="2865" y="2763"/>
                  </a:lnTo>
                  <a:lnTo>
                    <a:pt x="2724" y="2783"/>
                  </a:lnTo>
                  <a:lnTo>
                    <a:pt x="2581" y="2797"/>
                  </a:lnTo>
                  <a:lnTo>
                    <a:pt x="2433" y="2801"/>
                  </a:lnTo>
                  <a:lnTo>
                    <a:pt x="2281" y="2797"/>
                  </a:lnTo>
                  <a:lnTo>
                    <a:pt x="2132" y="2782"/>
                  </a:lnTo>
                  <a:lnTo>
                    <a:pt x="1984" y="2760"/>
                  </a:lnTo>
                  <a:lnTo>
                    <a:pt x="1840" y="2728"/>
                  </a:lnTo>
                  <a:lnTo>
                    <a:pt x="1698" y="2688"/>
                  </a:lnTo>
                  <a:lnTo>
                    <a:pt x="1562" y="2641"/>
                  </a:lnTo>
                  <a:lnTo>
                    <a:pt x="1427" y="2585"/>
                  </a:lnTo>
                  <a:lnTo>
                    <a:pt x="1298" y="2521"/>
                  </a:lnTo>
                  <a:lnTo>
                    <a:pt x="1174" y="2452"/>
                  </a:lnTo>
                  <a:lnTo>
                    <a:pt x="1053" y="2373"/>
                  </a:lnTo>
                  <a:lnTo>
                    <a:pt x="937" y="2289"/>
                  </a:lnTo>
                  <a:lnTo>
                    <a:pt x="828" y="2198"/>
                  </a:lnTo>
                  <a:lnTo>
                    <a:pt x="722" y="2102"/>
                  </a:lnTo>
                  <a:lnTo>
                    <a:pt x="625" y="1999"/>
                  </a:lnTo>
                  <a:lnTo>
                    <a:pt x="531" y="1890"/>
                  </a:lnTo>
                  <a:lnTo>
                    <a:pt x="446" y="1778"/>
                  </a:lnTo>
                  <a:lnTo>
                    <a:pt x="366" y="1658"/>
                  </a:lnTo>
                  <a:lnTo>
                    <a:pt x="293" y="1535"/>
                  </a:lnTo>
                  <a:lnTo>
                    <a:pt x="228" y="1408"/>
                  </a:lnTo>
                  <a:lnTo>
                    <a:pt x="169" y="1274"/>
                  </a:lnTo>
                  <a:lnTo>
                    <a:pt x="118" y="1138"/>
                  </a:lnTo>
                  <a:lnTo>
                    <a:pt x="75" y="999"/>
                  </a:lnTo>
                  <a:lnTo>
                    <a:pt x="41" y="855"/>
                  </a:lnTo>
                  <a:lnTo>
                    <a:pt x="16" y="709"/>
                  </a:lnTo>
                  <a:lnTo>
                    <a:pt x="0" y="559"/>
                  </a:lnTo>
                  <a:lnTo>
                    <a:pt x="5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-25000">
                <a:latin typeface="Open Sans" panose="020B0606030504020204" pitchFamily="34" charset="0"/>
              </a:endParaRPr>
            </a:p>
          </p:txBody>
        </p:sp>
        <p:sp>
          <p:nvSpPr>
            <p:cNvPr id="101" name="Freeform 8"/>
            <p:cNvSpPr>
              <a:spLocks/>
            </p:cNvSpPr>
            <p:nvPr/>
          </p:nvSpPr>
          <p:spPr bwMode="auto">
            <a:xfrm>
              <a:off x="1170814" y="2040839"/>
              <a:ext cx="778418" cy="509495"/>
            </a:xfrm>
            <a:custGeom>
              <a:avLst/>
              <a:gdLst>
                <a:gd name="T0" fmla="*/ 2594 w 3734"/>
                <a:gd name="T1" fmla="*/ 4 h 2444"/>
                <a:gd name="T2" fmla="*/ 2887 w 3734"/>
                <a:gd name="T3" fmla="*/ 40 h 2444"/>
                <a:gd name="T4" fmla="*/ 3168 w 3734"/>
                <a:gd name="T5" fmla="*/ 110 h 2444"/>
                <a:gd name="T6" fmla="*/ 3435 w 3734"/>
                <a:gd name="T7" fmla="*/ 210 h 2444"/>
                <a:gd name="T8" fmla="*/ 3734 w 3734"/>
                <a:gd name="T9" fmla="*/ 1057 h 2444"/>
                <a:gd name="T10" fmla="*/ 2972 w 3734"/>
                <a:gd name="T11" fmla="*/ 1168 h 2444"/>
                <a:gd name="T12" fmla="*/ 2769 w 3734"/>
                <a:gd name="T13" fmla="*/ 1102 h 2444"/>
                <a:gd name="T14" fmla="*/ 2554 w 3734"/>
                <a:gd name="T15" fmla="*/ 1068 h 2444"/>
                <a:gd name="T16" fmla="*/ 2329 w 3734"/>
                <a:gd name="T17" fmla="*/ 1068 h 2444"/>
                <a:gd name="T18" fmla="*/ 2108 w 3734"/>
                <a:gd name="T19" fmla="*/ 1105 h 2444"/>
                <a:gd name="T20" fmla="*/ 1900 w 3734"/>
                <a:gd name="T21" fmla="*/ 1174 h 2444"/>
                <a:gd name="T22" fmla="*/ 1709 w 3734"/>
                <a:gd name="T23" fmla="*/ 1275 h 2444"/>
                <a:gd name="T24" fmla="*/ 1537 w 3734"/>
                <a:gd name="T25" fmla="*/ 1402 h 2444"/>
                <a:gd name="T26" fmla="*/ 1387 w 3734"/>
                <a:gd name="T27" fmla="*/ 1555 h 2444"/>
                <a:gd name="T28" fmla="*/ 1261 w 3734"/>
                <a:gd name="T29" fmla="*/ 1729 h 2444"/>
                <a:gd name="T30" fmla="*/ 1164 w 3734"/>
                <a:gd name="T31" fmla="*/ 1923 h 2444"/>
                <a:gd name="T32" fmla="*/ 1099 w 3734"/>
                <a:gd name="T33" fmla="*/ 2132 h 2444"/>
                <a:gd name="T34" fmla="*/ 1066 w 3734"/>
                <a:gd name="T35" fmla="*/ 2354 h 2444"/>
                <a:gd name="T36" fmla="*/ 0 w 3734"/>
                <a:gd name="T37" fmla="*/ 2444 h 2444"/>
                <a:gd name="T38" fmla="*/ 4 w 3734"/>
                <a:gd name="T39" fmla="*/ 2295 h 2444"/>
                <a:gd name="T40" fmla="*/ 40 w 3734"/>
                <a:gd name="T41" fmla="*/ 2003 h 2444"/>
                <a:gd name="T42" fmla="*/ 107 w 3734"/>
                <a:gd name="T43" fmla="*/ 1725 h 2444"/>
                <a:gd name="T44" fmla="*/ 206 w 3734"/>
                <a:gd name="T45" fmla="*/ 1460 h 2444"/>
                <a:gd name="T46" fmla="*/ 333 w 3734"/>
                <a:gd name="T47" fmla="*/ 1210 h 2444"/>
                <a:gd name="T48" fmla="*/ 489 w 3734"/>
                <a:gd name="T49" fmla="*/ 977 h 2444"/>
                <a:gd name="T50" fmla="*/ 668 w 3734"/>
                <a:gd name="T51" fmla="*/ 765 h 2444"/>
                <a:gd name="T52" fmla="*/ 869 w 3734"/>
                <a:gd name="T53" fmla="*/ 574 h 2444"/>
                <a:gd name="T54" fmla="*/ 1091 w 3734"/>
                <a:gd name="T55" fmla="*/ 407 h 2444"/>
                <a:gd name="T56" fmla="*/ 1333 w 3734"/>
                <a:gd name="T57" fmla="*/ 267 h 2444"/>
                <a:gd name="T58" fmla="*/ 1590 w 3734"/>
                <a:gd name="T59" fmla="*/ 153 h 2444"/>
                <a:gd name="T60" fmla="*/ 1863 w 3734"/>
                <a:gd name="T61" fmla="*/ 70 h 2444"/>
                <a:gd name="T62" fmla="*/ 2148 w 3734"/>
                <a:gd name="T63" fmla="*/ 18 h 2444"/>
                <a:gd name="T64" fmla="*/ 2442 w 3734"/>
                <a:gd name="T65" fmla="*/ 0 h 2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34" h="2444">
                  <a:moveTo>
                    <a:pt x="2442" y="0"/>
                  </a:moveTo>
                  <a:lnTo>
                    <a:pt x="2594" y="4"/>
                  </a:lnTo>
                  <a:lnTo>
                    <a:pt x="2741" y="18"/>
                  </a:lnTo>
                  <a:lnTo>
                    <a:pt x="2887" y="40"/>
                  </a:lnTo>
                  <a:lnTo>
                    <a:pt x="3029" y="71"/>
                  </a:lnTo>
                  <a:lnTo>
                    <a:pt x="3168" y="110"/>
                  </a:lnTo>
                  <a:lnTo>
                    <a:pt x="3303" y="155"/>
                  </a:lnTo>
                  <a:lnTo>
                    <a:pt x="3435" y="210"/>
                  </a:lnTo>
                  <a:lnTo>
                    <a:pt x="3564" y="272"/>
                  </a:lnTo>
                  <a:lnTo>
                    <a:pt x="3734" y="1057"/>
                  </a:lnTo>
                  <a:lnTo>
                    <a:pt x="3068" y="1213"/>
                  </a:lnTo>
                  <a:lnTo>
                    <a:pt x="2972" y="1168"/>
                  </a:lnTo>
                  <a:lnTo>
                    <a:pt x="2872" y="1131"/>
                  </a:lnTo>
                  <a:lnTo>
                    <a:pt x="2769" y="1102"/>
                  </a:lnTo>
                  <a:lnTo>
                    <a:pt x="2664" y="1081"/>
                  </a:lnTo>
                  <a:lnTo>
                    <a:pt x="2554" y="1068"/>
                  </a:lnTo>
                  <a:lnTo>
                    <a:pt x="2442" y="1063"/>
                  </a:lnTo>
                  <a:lnTo>
                    <a:pt x="2329" y="1068"/>
                  </a:lnTo>
                  <a:lnTo>
                    <a:pt x="2216" y="1081"/>
                  </a:lnTo>
                  <a:lnTo>
                    <a:pt x="2108" y="1105"/>
                  </a:lnTo>
                  <a:lnTo>
                    <a:pt x="2002" y="1136"/>
                  </a:lnTo>
                  <a:lnTo>
                    <a:pt x="1900" y="1174"/>
                  </a:lnTo>
                  <a:lnTo>
                    <a:pt x="1802" y="1220"/>
                  </a:lnTo>
                  <a:lnTo>
                    <a:pt x="1709" y="1275"/>
                  </a:lnTo>
                  <a:lnTo>
                    <a:pt x="1620" y="1336"/>
                  </a:lnTo>
                  <a:lnTo>
                    <a:pt x="1537" y="1402"/>
                  </a:lnTo>
                  <a:lnTo>
                    <a:pt x="1458" y="1476"/>
                  </a:lnTo>
                  <a:lnTo>
                    <a:pt x="1387" y="1555"/>
                  </a:lnTo>
                  <a:lnTo>
                    <a:pt x="1321" y="1639"/>
                  </a:lnTo>
                  <a:lnTo>
                    <a:pt x="1261" y="1729"/>
                  </a:lnTo>
                  <a:lnTo>
                    <a:pt x="1210" y="1824"/>
                  </a:lnTo>
                  <a:lnTo>
                    <a:pt x="1164" y="1923"/>
                  </a:lnTo>
                  <a:lnTo>
                    <a:pt x="1127" y="2025"/>
                  </a:lnTo>
                  <a:lnTo>
                    <a:pt x="1099" y="2132"/>
                  </a:lnTo>
                  <a:lnTo>
                    <a:pt x="1078" y="2242"/>
                  </a:lnTo>
                  <a:lnTo>
                    <a:pt x="1066" y="2354"/>
                  </a:lnTo>
                  <a:lnTo>
                    <a:pt x="583" y="1874"/>
                  </a:lnTo>
                  <a:lnTo>
                    <a:pt x="0" y="2444"/>
                  </a:lnTo>
                  <a:lnTo>
                    <a:pt x="0" y="2443"/>
                  </a:lnTo>
                  <a:lnTo>
                    <a:pt x="4" y="2295"/>
                  </a:lnTo>
                  <a:lnTo>
                    <a:pt x="18" y="2148"/>
                  </a:lnTo>
                  <a:lnTo>
                    <a:pt x="40" y="2003"/>
                  </a:lnTo>
                  <a:lnTo>
                    <a:pt x="70" y="1863"/>
                  </a:lnTo>
                  <a:lnTo>
                    <a:pt x="107" y="1725"/>
                  </a:lnTo>
                  <a:lnTo>
                    <a:pt x="153" y="1590"/>
                  </a:lnTo>
                  <a:lnTo>
                    <a:pt x="206" y="1460"/>
                  </a:lnTo>
                  <a:lnTo>
                    <a:pt x="267" y="1333"/>
                  </a:lnTo>
                  <a:lnTo>
                    <a:pt x="333" y="1210"/>
                  </a:lnTo>
                  <a:lnTo>
                    <a:pt x="407" y="1091"/>
                  </a:lnTo>
                  <a:lnTo>
                    <a:pt x="489" y="977"/>
                  </a:lnTo>
                  <a:lnTo>
                    <a:pt x="574" y="869"/>
                  </a:lnTo>
                  <a:lnTo>
                    <a:pt x="668" y="765"/>
                  </a:lnTo>
                  <a:lnTo>
                    <a:pt x="765" y="668"/>
                  </a:lnTo>
                  <a:lnTo>
                    <a:pt x="869" y="574"/>
                  </a:lnTo>
                  <a:lnTo>
                    <a:pt x="977" y="489"/>
                  </a:lnTo>
                  <a:lnTo>
                    <a:pt x="1091" y="407"/>
                  </a:lnTo>
                  <a:lnTo>
                    <a:pt x="1210" y="333"/>
                  </a:lnTo>
                  <a:lnTo>
                    <a:pt x="1333" y="267"/>
                  </a:lnTo>
                  <a:lnTo>
                    <a:pt x="1460" y="206"/>
                  </a:lnTo>
                  <a:lnTo>
                    <a:pt x="1590" y="153"/>
                  </a:lnTo>
                  <a:lnTo>
                    <a:pt x="1725" y="107"/>
                  </a:lnTo>
                  <a:lnTo>
                    <a:pt x="1863" y="70"/>
                  </a:lnTo>
                  <a:lnTo>
                    <a:pt x="2003" y="40"/>
                  </a:lnTo>
                  <a:lnTo>
                    <a:pt x="2148" y="18"/>
                  </a:lnTo>
                  <a:lnTo>
                    <a:pt x="2293" y="4"/>
                  </a:lnTo>
                  <a:lnTo>
                    <a:pt x="24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-25000">
                <a:latin typeface="Open Sans" panose="020B0606030504020204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 rot="12514351">
            <a:off x="4898291" y="4702337"/>
            <a:ext cx="1018389" cy="1178187"/>
            <a:chOff x="5641675" y="828136"/>
            <a:chExt cx="1086928" cy="1257482"/>
          </a:xfrm>
          <a:solidFill>
            <a:schemeClr val="accent3"/>
          </a:solidFill>
        </p:grpSpPr>
        <p:sp>
          <p:nvSpPr>
            <p:cNvPr id="85" name="Oval 84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6" name="Isosceles Triangle 85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5161307" y="5151242"/>
            <a:ext cx="421064" cy="417547"/>
            <a:chOff x="396876" y="3176588"/>
            <a:chExt cx="3040063" cy="3014663"/>
          </a:xfrm>
          <a:solidFill>
            <a:schemeClr val="bg1"/>
          </a:solidFill>
        </p:grpSpPr>
        <p:sp>
          <p:nvSpPr>
            <p:cNvPr id="103" name="Freeform 13"/>
            <p:cNvSpPr>
              <a:spLocks/>
            </p:cNvSpPr>
            <p:nvPr/>
          </p:nvSpPr>
          <p:spPr bwMode="auto">
            <a:xfrm>
              <a:off x="396876" y="3176588"/>
              <a:ext cx="3040063" cy="3014663"/>
            </a:xfrm>
            <a:custGeom>
              <a:avLst/>
              <a:gdLst>
                <a:gd name="T0" fmla="*/ 499 w 3828"/>
                <a:gd name="T1" fmla="*/ 0 h 3799"/>
                <a:gd name="T2" fmla="*/ 536 w 3828"/>
                <a:gd name="T3" fmla="*/ 13 h 3799"/>
                <a:gd name="T4" fmla="*/ 950 w 3828"/>
                <a:gd name="T5" fmla="*/ 502 h 3799"/>
                <a:gd name="T6" fmla="*/ 976 w 3828"/>
                <a:gd name="T7" fmla="*/ 540 h 3799"/>
                <a:gd name="T8" fmla="*/ 977 w 3828"/>
                <a:gd name="T9" fmla="*/ 586 h 3799"/>
                <a:gd name="T10" fmla="*/ 955 w 3828"/>
                <a:gd name="T11" fmla="*/ 622 h 3799"/>
                <a:gd name="T12" fmla="*/ 919 w 3828"/>
                <a:gd name="T13" fmla="*/ 642 h 3799"/>
                <a:gd name="T14" fmla="*/ 897 w 3828"/>
                <a:gd name="T15" fmla="*/ 644 h 3799"/>
                <a:gd name="T16" fmla="*/ 652 w 3828"/>
                <a:gd name="T17" fmla="*/ 645 h 3799"/>
                <a:gd name="T18" fmla="*/ 3176 w 3828"/>
                <a:gd name="T19" fmla="*/ 3153 h 3799"/>
                <a:gd name="T20" fmla="*/ 3178 w 3828"/>
                <a:gd name="T21" fmla="*/ 2891 h 3799"/>
                <a:gd name="T22" fmla="*/ 3194 w 3828"/>
                <a:gd name="T23" fmla="*/ 2859 h 3799"/>
                <a:gd name="T24" fmla="*/ 3223 w 3828"/>
                <a:gd name="T25" fmla="*/ 2837 h 3799"/>
                <a:gd name="T26" fmla="*/ 3269 w 3828"/>
                <a:gd name="T27" fmla="*/ 2830 h 3799"/>
                <a:gd name="T28" fmla="*/ 3310 w 3828"/>
                <a:gd name="T29" fmla="*/ 2848 h 3799"/>
                <a:gd name="T30" fmla="*/ 3811 w 3828"/>
                <a:gd name="T31" fmla="*/ 3265 h 3799"/>
                <a:gd name="T32" fmla="*/ 3826 w 3828"/>
                <a:gd name="T33" fmla="*/ 3296 h 3799"/>
                <a:gd name="T34" fmla="*/ 3826 w 3828"/>
                <a:gd name="T35" fmla="*/ 3332 h 3799"/>
                <a:gd name="T36" fmla="*/ 3811 w 3828"/>
                <a:gd name="T37" fmla="*/ 3364 h 3799"/>
                <a:gd name="T38" fmla="*/ 3310 w 3828"/>
                <a:gd name="T39" fmla="*/ 3781 h 3799"/>
                <a:gd name="T40" fmla="*/ 3276 w 3828"/>
                <a:gd name="T41" fmla="*/ 3798 h 3799"/>
                <a:gd name="T42" fmla="*/ 3240 w 3828"/>
                <a:gd name="T43" fmla="*/ 3798 h 3799"/>
                <a:gd name="T44" fmla="*/ 3207 w 3828"/>
                <a:gd name="T45" fmla="*/ 3783 h 3799"/>
                <a:gd name="T46" fmla="*/ 3184 w 3828"/>
                <a:gd name="T47" fmla="*/ 3755 h 3799"/>
                <a:gd name="T48" fmla="*/ 3176 w 3828"/>
                <a:gd name="T49" fmla="*/ 3719 h 3799"/>
                <a:gd name="T50" fmla="*/ 489 w 3828"/>
                <a:gd name="T51" fmla="*/ 3477 h 3799"/>
                <a:gd name="T52" fmla="*/ 426 w 3828"/>
                <a:gd name="T53" fmla="*/ 3464 h 3799"/>
                <a:gd name="T54" fmla="*/ 374 w 3828"/>
                <a:gd name="T55" fmla="*/ 3429 h 3799"/>
                <a:gd name="T56" fmla="*/ 339 w 3828"/>
                <a:gd name="T57" fmla="*/ 3378 h 3799"/>
                <a:gd name="T58" fmla="*/ 326 w 3828"/>
                <a:gd name="T59" fmla="*/ 3314 h 3799"/>
                <a:gd name="T60" fmla="*/ 82 w 3828"/>
                <a:gd name="T61" fmla="*/ 645 h 3799"/>
                <a:gd name="T62" fmla="*/ 46 w 3828"/>
                <a:gd name="T63" fmla="*/ 637 h 3799"/>
                <a:gd name="T64" fmla="*/ 18 w 3828"/>
                <a:gd name="T65" fmla="*/ 614 h 3799"/>
                <a:gd name="T66" fmla="*/ 2 w 3828"/>
                <a:gd name="T67" fmla="*/ 581 h 3799"/>
                <a:gd name="T68" fmla="*/ 0 w 3828"/>
                <a:gd name="T69" fmla="*/ 562 h 3799"/>
                <a:gd name="T70" fmla="*/ 8 w 3828"/>
                <a:gd name="T71" fmla="*/ 527 h 3799"/>
                <a:gd name="T72" fmla="*/ 426 w 3828"/>
                <a:gd name="T73" fmla="*/ 26 h 3799"/>
                <a:gd name="T74" fmla="*/ 459 w 3828"/>
                <a:gd name="T75" fmla="*/ 4 h 3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28" h="3799">
                  <a:moveTo>
                    <a:pt x="479" y="0"/>
                  </a:moveTo>
                  <a:lnTo>
                    <a:pt x="499" y="0"/>
                  </a:lnTo>
                  <a:lnTo>
                    <a:pt x="518" y="4"/>
                  </a:lnTo>
                  <a:lnTo>
                    <a:pt x="536" y="13"/>
                  </a:lnTo>
                  <a:lnTo>
                    <a:pt x="551" y="26"/>
                  </a:lnTo>
                  <a:lnTo>
                    <a:pt x="950" y="502"/>
                  </a:lnTo>
                  <a:lnTo>
                    <a:pt x="966" y="519"/>
                  </a:lnTo>
                  <a:lnTo>
                    <a:pt x="976" y="540"/>
                  </a:lnTo>
                  <a:lnTo>
                    <a:pt x="979" y="564"/>
                  </a:lnTo>
                  <a:lnTo>
                    <a:pt x="977" y="586"/>
                  </a:lnTo>
                  <a:lnTo>
                    <a:pt x="968" y="605"/>
                  </a:lnTo>
                  <a:lnTo>
                    <a:pt x="955" y="622"/>
                  </a:lnTo>
                  <a:lnTo>
                    <a:pt x="938" y="633"/>
                  </a:lnTo>
                  <a:lnTo>
                    <a:pt x="919" y="642"/>
                  </a:lnTo>
                  <a:lnTo>
                    <a:pt x="897" y="645"/>
                  </a:lnTo>
                  <a:lnTo>
                    <a:pt x="897" y="644"/>
                  </a:lnTo>
                  <a:lnTo>
                    <a:pt x="896" y="645"/>
                  </a:lnTo>
                  <a:lnTo>
                    <a:pt x="652" y="645"/>
                  </a:lnTo>
                  <a:lnTo>
                    <a:pt x="652" y="3153"/>
                  </a:lnTo>
                  <a:lnTo>
                    <a:pt x="3176" y="3153"/>
                  </a:lnTo>
                  <a:lnTo>
                    <a:pt x="3176" y="2910"/>
                  </a:lnTo>
                  <a:lnTo>
                    <a:pt x="3178" y="2891"/>
                  </a:lnTo>
                  <a:lnTo>
                    <a:pt x="3184" y="2874"/>
                  </a:lnTo>
                  <a:lnTo>
                    <a:pt x="3194" y="2859"/>
                  </a:lnTo>
                  <a:lnTo>
                    <a:pt x="3207" y="2847"/>
                  </a:lnTo>
                  <a:lnTo>
                    <a:pt x="3223" y="2837"/>
                  </a:lnTo>
                  <a:lnTo>
                    <a:pt x="3246" y="2830"/>
                  </a:lnTo>
                  <a:lnTo>
                    <a:pt x="3269" y="2830"/>
                  </a:lnTo>
                  <a:lnTo>
                    <a:pt x="3290" y="2836"/>
                  </a:lnTo>
                  <a:lnTo>
                    <a:pt x="3310" y="2848"/>
                  </a:lnTo>
                  <a:lnTo>
                    <a:pt x="3798" y="3252"/>
                  </a:lnTo>
                  <a:lnTo>
                    <a:pt x="3811" y="3265"/>
                  </a:lnTo>
                  <a:lnTo>
                    <a:pt x="3821" y="3281"/>
                  </a:lnTo>
                  <a:lnTo>
                    <a:pt x="3826" y="3296"/>
                  </a:lnTo>
                  <a:lnTo>
                    <a:pt x="3828" y="3314"/>
                  </a:lnTo>
                  <a:lnTo>
                    <a:pt x="3826" y="3332"/>
                  </a:lnTo>
                  <a:lnTo>
                    <a:pt x="3821" y="3349"/>
                  </a:lnTo>
                  <a:lnTo>
                    <a:pt x="3811" y="3364"/>
                  </a:lnTo>
                  <a:lnTo>
                    <a:pt x="3798" y="3376"/>
                  </a:lnTo>
                  <a:lnTo>
                    <a:pt x="3310" y="3781"/>
                  </a:lnTo>
                  <a:lnTo>
                    <a:pt x="3294" y="3791"/>
                  </a:lnTo>
                  <a:lnTo>
                    <a:pt x="3276" y="3798"/>
                  </a:lnTo>
                  <a:lnTo>
                    <a:pt x="3258" y="3799"/>
                  </a:lnTo>
                  <a:lnTo>
                    <a:pt x="3240" y="3798"/>
                  </a:lnTo>
                  <a:lnTo>
                    <a:pt x="3223" y="3792"/>
                  </a:lnTo>
                  <a:lnTo>
                    <a:pt x="3207" y="3783"/>
                  </a:lnTo>
                  <a:lnTo>
                    <a:pt x="3194" y="3770"/>
                  </a:lnTo>
                  <a:lnTo>
                    <a:pt x="3184" y="3755"/>
                  </a:lnTo>
                  <a:lnTo>
                    <a:pt x="3178" y="3737"/>
                  </a:lnTo>
                  <a:lnTo>
                    <a:pt x="3176" y="3719"/>
                  </a:lnTo>
                  <a:lnTo>
                    <a:pt x="3176" y="3477"/>
                  </a:lnTo>
                  <a:lnTo>
                    <a:pt x="489" y="3477"/>
                  </a:lnTo>
                  <a:lnTo>
                    <a:pt x="456" y="3473"/>
                  </a:lnTo>
                  <a:lnTo>
                    <a:pt x="426" y="3464"/>
                  </a:lnTo>
                  <a:lnTo>
                    <a:pt x="398" y="3449"/>
                  </a:lnTo>
                  <a:lnTo>
                    <a:pt x="374" y="3429"/>
                  </a:lnTo>
                  <a:lnTo>
                    <a:pt x="354" y="3405"/>
                  </a:lnTo>
                  <a:lnTo>
                    <a:pt x="339" y="3378"/>
                  </a:lnTo>
                  <a:lnTo>
                    <a:pt x="329" y="3348"/>
                  </a:lnTo>
                  <a:lnTo>
                    <a:pt x="326" y="3314"/>
                  </a:lnTo>
                  <a:lnTo>
                    <a:pt x="326" y="645"/>
                  </a:lnTo>
                  <a:lnTo>
                    <a:pt x="82" y="645"/>
                  </a:lnTo>
                  <a:lnTo>
                    <a:pt x="64" y="643"/>
                  </a:lnTo>
                  <a:lnTo>
                    <a:pt x="46" y="637"/>
                  </a:lnTo>
                  <a:lnTo>
                    <a:pt x="31" y="627"/>
                  </a:lnTo>
                  <a:lnTo>
                    <a:pt x="18" y="614"/>
                  </a:lnTo>
                  <a:lnTo>
                    <a:pt x="8" y="599"/>
                  </a:lnTo>
                  <a:lnTo>
                    <a:pt x="2" y="581"/>
                  </a:lnTo>
                  <a:lnTo>
                    <a:pt x="0" y="563"/>
                  </a:lnTo>
                  <a:lnTo>
                    <a:pt x="0" y="562"/>
                  </a:lnTo>
                  <a:lnTo>
                    <a:pt x="2" y="545"/>
                  </a:lnTo>
                  <a:lnTo>
                    <a:pt x="8" y="527"/>
                  </a:lnTo>
                  <a:lnTo>
                    <a:pt x="19" y="512"/>
                  </a:lnTo>
                  <a:lnTo>
                    <a:pt x="426" y="26"/>
                  </a:lnTo>
                  <a:lnTo>
                    <a:pt x="441" y="13"/>
                  </a:lnTo>
                  <a:lnTo>
                    <a:pt x="459" y="4"/>
                  </a:lnTo>
                  <a:lnTo>
                    <a:pt x="4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4" name="Freeform 14"/>
            <p:cNvSpPr>
              <a:spLocks/>
            </p:cNvSpPr>
            <p:nvPr/>
          </p:nvSpPr>
          <p:spPr bwMode="auto">
            <a:xfrm>
              <a:off x="1109663" y="4972051"/>
              <a:ext cx="1679575" cy="384175"/>
            </a:xfrm>
            <a:custGeom>
              <a:avLst/>
              <a:gdLst>
                <a:gd name="T0" fmla="*/ 244 w 2118"/>
                <a:gd name="T1" fmla="*/ 0 h 486"/>
                <a:gd name="T2" fmla="*/ 1873 w 2118"/>
                <a:gd name="T3" fmla="*/ 0 h 486"/>
                <a:gd name="T4" fmla="*/ 1913 w 2118"/>
                <a:gd name="T5" fmla="*/ 4 h 486"/>
                <a:gd name="T6" fmla="*/ 1950 w 2118"/>
                <a:gd name="T7" fmla="*/ 14 h 486"/>
                <a:gd name="T8" fmla="*/ 1985 w 2118"/>
                <a:gd name="T9" fmla="*/ 28 h 486"/>
                <a:gd name="T10" fmla="*/ 2018 w 2118"/>
                <a:gd name="T11" fmla="*/ 48 h 486"/>
                <a:gd name="T12" fmla="*/ 2047 w 2118"/>
                <a:gd name="T13" fmla="*/ 72 h 486"/>
                <a:gd name="T14" fmla="*/ 2071 w 2118"/>
                <a:gd name="T15" fmla="*/ 100 h 486"/>
                <a:gd name="T16" fmla="*/ 2090 w 2118"/>
                <a:gd name="T17" fmla="*/ 132 h 486"/>
                <a:gd name="T18" fmla="*/ 2106 w 2118"/>
                <a:gd name="T19" fmla="*/ 167 h 486"/>
                <a:gd name="T20" fmla="*/ 2114 w 2118"/>
                <a:gd name="T21" fmla="*/ 204 h 486"/>
                <a:gd name="T22" fmla="*/ 2118 w 2118"/>
                <a:gd name="T23" fmla="*/ 243 h 486"/>
                <a:gd name="T24" fmla="*/ 2114 w 2118"/>
                <a:gd name="T25" fmla="*/ 283 h 486"/>
                <a:gd name="T26" fmla="*/ 2106 w 2118"/>
                <a:gd name="T27" fmla="*/ 320 h 486"/>
                <a:gd name="T28" fmla="*/ 2090 w 2118"/>
                <a:gd name="T29" fmla="*/ 355 h 486"/>
                <a:gd name="T30" fmla="*/ 2071 w 2118"/>
                <a:gd name="T31" fmla="*/ 386 h 486"/>
                <a:gd name="T32" fmla="*/ 2047 w 2118"/>
                <a:gd name="T33" fmla="*/ 415 h 486"/>
                <a:gd name="T34" fmla="*/ 2018 w 2118"/>
                <a:gd name="T35" fmla="*/ 439 h 486"/>
                <a:gd name="T36" fmla="*/ 1985 w 2118"/>
                <a:gd name="T37" fmla="*/ 459 h 486"/>
                <a:gd name="T38" fmla="*/ 1950 w 2118"/>
                <a:gd name="T39" fmla="*/ 474 h 486"/>
                <a:gd name="T40" fmla="*/ 1913 w 2118"/>
                <a:gd name="T41" fmla="*/ 483 h 486"/>
                <a:gd name="T42" fmla="*/ 1873 w 2118"/>
                <a:gd name="T43" fmla="*/ 486 h 486"/>
                <a:gd name="T44" fmla="*/ 244 w 2118"/>
                <a:gd name="T45" fmla="*/ 486 h 486"/>
                <a:gd name="T46" fmla="*/ 205 w 2118"/>
                <a:gd name="T47" fmla="*/ 483 h 486"/>
                <a:gd name="T48" fmla="*/ 167 w 2118"/>
                <a:gd name="T49" fmla="*/ 474 h 486"/>
                <a:gd name="T50" fmla="*/ 132 w 2118"/>
                <a:gd name="T51" fmla="*/ 459 h 486"/>
                <a:gd name="T52" fmla="*/ 100 w 2118"/>
                <a:gd name="T53" fmla="*/ 439 h 486"/>
                <a:gd name="T54" fmla="*/ 71 w 2118"/>
                <a:gd name="T55" fmla="*/ 415 h 486"/>
                <a:gd name="T56" fmla="*/ 47 w 2118"/>
                <a:gd name="T57" fmla="*/ 386 h 486"/>
                <a:gd name="T58" fmla="*/ 28 w 2118"/>
                <a:gd name="T59" fmla="*/ 355 h 486"/>
                <a:gd name="T60" fmla="*/ 12 w 2118"/>
                <a:gd name="T61" fmla="*/ 320 h 486"/>
                <a:gd name="T62" fmla="*/ 4 w 2118"/>
                <a:gd name="T63" fmla="*/ 283 h 486"/>
                <a:gd name="T64" fmla="*/ 0 w 2118"/>
                <a:gd name="T65" fmla="*/ 243 h 486"/>
                <a:gd name="T66" fmla="*/ 4 w 2118"/>
                <a:gd name="T67" fmla="*/ 204 h 486"/>
                <a:gd name="T68" fmla="*/ 12 w 2118"/>
                <a:gd name="T69" fmla="*/ 167 h 486"/>
                <a:gd name="T70" fmla="*/ 28 w 2118"/>
                <a:gd name="T71" fmla="*/ 132 h 486"/>
                <a:gd name="T72" fmla="*/ 47 w 2118"/>
                <a:gd name="T73" fmla="*/ 100 h 486"/>
                <a:gd name="T74" fmla="*/ 71 w 2118"/>
                <a:gd name="T75" fmla="*/ 72 h 486"/>
                <a:gd name="T76" fmla="*/ 100 w 2118"/>
                <a:gd name="T77" fmla="*/ 48 h 486"/>
                <a:gd name="T78" fmla="*/ 132 w 2118"/>
                <a:gd name="T79" fmla="*/ 28 h 486"/>
                <a:gd name="T80" fmla="*/ 167 w 2118"/>
                <a:gd name="T81" fmla="*/ 14 h 486"/>
                <a:gd name="T82" fmla="*/ 205 w 2118"/>
                <a:gd name="T83" fmla="*/ 4 h 486"/>
                <a:gd name="T84" fmla="*/ 244 w 2118"/>
                <a:gd name="T8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18" h="486">
                  <a:moveTo>
                    <a:pt x="244" y="0"/>
                  </a:moveTo>
                  <a:lnTo>
                    <a:pt x="1873" y="0"/>
                  </a:lnTo>
                  <a:lnTo>
                    <a:pt x="1913" y="4"/>
                  </a:lnTo>
                  <a:lnTo>
                    <a:pt x="1950" y="14"/>
                  </a:lnTo>
                  <a:lnTo>
                    <a:pt x="1985" y="28"/>
                  </a:lnTo>
                  <a:lnTo>
                    <a:pt x="2018" y="48"/>
                  </a:lnTo>
                  <a:lnTo>
                    <a:pt x="2047" y="72"/>
                  </a:lnTo>
                  <a:lnTo>
                    <a:pt x="2071" y="100"/>
                  </a:lnTo>
                  <a:lnTo>
                    <a:pt x="2090" y="132"/>
                  </a:lnTo>
                  <a:lnTo>
                    <a:pt x="2106" y="167"/>
                  </a:lnTo>
                  <a:lnTo>
                    <a:pt x="2114" y="204"/>
                  </a:lnTo>
                  <a:lnTo>
                    <a:pt x="2118" y="243"/>
                  </a:lnTo>
                  <a:lnTo>
                    <a:pt x="2114" y="283"/>
                  </a:lnTo>
                  <a:lnTo>
                    <a:pt x="2106" y="320"/>
                  </a:lnTo>
                  <a:lnTo>
                    <a:pt x="2090" y="355"/>
                  </a:lnTo>
                  <a:lnTo>
                    <a:pt x="2071" y="386"/>
                  </a:lnTo>
                  <a:lnTo>
                    <a:pt x="2047" y="415"/>
                  </a:lnTo>
                  <a:lnTo>
                    <a:pt x="2018" y="439"/>
                  </a:lnTo>
                  <a:lnTo>
                    <a:pt x="1985" y="459"/>
                  </a:lnTo>
                  <a:lnTo>
                    <a:pt x="1950" y="474"/>
                  </a:lnTo>
                  <a:lnTo>
                    <a:pt x="1913" y="483"/>
                  </a:lnTo>
                  <a:lnTo>
                    <a:pt x="1873" y="486"/>
                  </a:lnTo>
                  <a:lnTo>
                    <a:pt x="244" y="486"/>
                  </a:lnTo>
                  <a:lnTo>
                    <a:pt x="205" y="483"/>
                  </a:lnTo>
                  <a:lnTo>
                    <a:pt x="167" y="474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20"/>
                  </a:lnTo>
                  <a:lnTo>
                    <a:pt x="4" y="283"/>
                  </a:lnTo>
                  <a:lnTo>
                    <a:pt x="0" y="243"/>
                  </a:lnTo>
                  <a:lnTo>
                    <a:pt x="4" y="204"/>
                  </a:lnTo>
                  <a:lnTo>
                    <a:pt x="12" y="167"/>
                  </a:lnTo>
                  <a:lnTo>
                    <a:pt x="28" y="132"/>
                  </a:lnTo>
                  <a:lnTo>
                    <a:pt x="47" y="100"/>
                  </a:lnTo>
                  <a:lnTo>
                    <a:pt x="71" y="72"/>
                  </a:lnTo>
                  <a:lnTo>
                    <a:pt x="100" y="48"/>
                  </a:lnTo>
                  <a:lnTo>
                    <a:pt x="132" y="28"/>
                  </a:lnTo>
                  <a:lnTo>
                    <a:pt x="167" y="14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5" name="Freeform 15"/>
            <p:cNvSpPr>
              <a:spLocks/>
            </p:cNvSpPr>
            <p:nvPr/>
          </p:nvSpPr>
          <p:spPr bwMode="auto">
            <a:xfrm>
              <a:off x="1109663" y="4457701"/>
              <a:ext cx="1033463" cy="385763"/>
            </a:xfrm>
            <a:custGeom>
              <a:avLst/>
              <a:gdLst>
                <a:gd name="T0" fmla="*/ 244 w 1303"/>
                <a:gd name="T1" fmla="*/ 0 h 485"/>
                <a:gd name="T2" fmla="*/ 1059 w 1303"/>
                <a:gd name="T3" fmla="*/ 0 h 485"/>
                <a:gd name="T4" fmla="*/ 1099 w 1303"/>
                <a:gd name="T5" fmla="*/ 2 h 485"/>
                <a:gd name="T6" fmla="*/ 1136 w 1303"/>
                <a:gd name="T7" fmla="*/ 12 h 485"/>
                <a:gd name="T8" fmla="*/ 1171 w 1303"/>
                <a:gd name="T9" fmla="*/ 26 h 485"/>
                <a:gd name="T10" fmla="*/ 1203 w 1303"/>
                <a:gd name="T11" fmla="*/ 46 h 485"/>
                <a:gd name="T12" fmla="*/ 1232 w 1303"/>
                <a:gd name="T13" fmla="*/ 70 h 485"/>
                <a:gd name="T14" fmla="*/ 1256 w 1303"/>
                <a:gd name="T15" fmla="*/ 99 h 485"/>
                <a:gd name="T16" fmla="*/ 1275 w 1303"/>
                <a:gd name="T17" fmla="*/ 130 h 485"/>
                <a:gd name="T18" fmla="*/ 1291 w 1303"/>
                <a:gd name="T19" fmla="*/ 166 h 485"/>
                <a:gd name="T20" fmla="*/ 1301 w 1303"/>
                <a:gd name="T21" fmla="*/ 203 h 485"/>
                <a:gd name="T22" fmla="*/ 1303 w 1303"/>
                <a:gd name="T23" fmla="*/ 242 h 485"/>
                <a:gd name="T24" fmla="*/ 1301 w 1303"/>
                <a:gd name="T25" fmla="*/ 282 h 485"/>
                <a:gd name="T26" fmla="*/ 1291 w 1303"/>
                <a:gd name="T27" fmla="*/ 319 h 485"/>
                <a:gd name="T28" fmla="*/ 1275 w 1303"/>
                <a:gd name="T29" fmla="*/ 354 h 485"/>
                <a:gd name="T30" fmla="*/ 1256 w 1303"/>
                <a:gd name="T31" fmla="*/ 386 h 485"/>
                <a:gd name="T32" fmla="*/ 1232 w 1303"/>
                <a:gd name="T33" fmla="*/ 413 h 485"/>
                <a:gd name="T34" fmla="*/ 1203 w 1303"/>
                <a:gd name="T35" fmla="*/ 438 h 485"/>
                <a:gd name="T36" fmla="*/ 1171 w 1303"/>
                <a:gd name="T37" fmla="*/ 458 h 485"/>
                <a:gd name="T38" fmla="*/ 1136 w 1303"/>
                <a:gd name="T39" fmla="*/ 472 h 485"/>
                <a:gd name="T40" fmla="*/ 1099 w 1303"/>
                <a:gd name="T41" fmla="*/ 482 h 485"/>
                <a:gd name="T42" fmla="*/ 1059 w 1303"/>
                <a:gd name="T43" fmla="*/ 485 h 485"/>
                <a:gd name="T44" fmla="*/ 244 w 1303"/>
                <a:gd name="T45" fmla="*/ 485 h 485"/>
                <a:gd name="T46" fmla="*/ 205 w 1303"/>
                <a:gd name="T47" fmla="*/ 482 h 485"/>
                <a:gd name="T48" fmla="*/ 167 w 1303"/>
                <a:gd name="T49" fmla="*/ 472 h 485"/>
                <a:gd name="T50" fmla="*/ 132 w 1303"/>
                <a:gd name="T51" fmla="*/ 458 h 485"/>
                <a:gd name="T52" fmla="*/ 100 w 1303"/>
                <a:gd name="T53" fmla="*/ 438 h 485"/>
                <a:gd name="T54" fmla="*/ 71 w 1303"/>
                <a:gd name="T55" fmla="*/ 413 h 485"/>
                <a:gd name="T56" fmla="*/ 47 w 1303"/>
                <a:gd name="T57" fmla="*/ 386 h 485"/>
                <a:gd name="T58" fmla="*/ 28 w 1303"/>
                <a:gd name="T59" fmla="*/ 354 h 485"/>
                <a:gd name="T60" fmla="*/ 12 w 1303"/>
                <a:gd name="T61" fmla="*/ 319 h 485"/>
                <a:gd name="T62" fmla="*/ 4 w 1303"/>
                <a:gd name="T63" fmla="*/ 282 h 485"/>
                <a:gd name="T64" fmla="*/ 0 w 1303"/>
                <a:gd name="T65" fmla="*/ 242 h 485"/>
                <a:gd name="T66" fmla="*/ 4 w 1303"/>
                <a:gd name="T67" fmla="*/ 203 h 485"/>
                <a:gd name="T68" fmla="*/ 12 w 1303"/>
                <a:gd name="T69" fmla="*/ 166 h 485"/>
                <a:gd name="T70" fmla="*/ 28 w 1303"/>
                <a:gd name="T71" fmla="*/ 130 h 485"/>
                <a:gd name="T72" fmla="*/ 47 w 1303"/>
                <a:gd name="T73" fmla="*/ 99 h 485"/>
                <a:gd name="T74" fmla="*/ 71 w 1303"/>
                <a:gd name="T75" fmla="*/ 70 h 485"/>
                <a:gd name="T76" fmla="*/ 100 w 1303"/>
                <a:gd name="T77" fmla="*/ 46 h 485"/>
                <a:gd name="T78" fmla="*/ 132 w 1303"/>
                <a:gd name="T79" fmla="*/ 26 h 485"/>
                <a:gd name="T80" fmla="*/ 167 w 1303"/>
                <a:gd name="T81" fmla="*/ 12 h 485"/>
                <a:gd name="T82" fmla="*/ 205 w 1303"/>
                <a:gd name="T83" fmla="*/ 2 h 485"/>
                <a:gd name="T84" fmla="*/ 244 w 1303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3" h="485">
                  <a:moveTo>
                    <a:pt x="244" y="0"/>
                  </a:moveTo>
                  <a:lnTo>
                    <a:pt x="1059" y="0"/>
                  </a:lnTo>
                  <a:lnTo>
                    <a:pt x="1099" y="2"/>
                  </a:lnTo>
                  <a:lnTo>
                    <a:pt x="1136" y="12"/>
                  </a:lnTo>
                  <a:lnTo>
                    <a:pt x="1171" y="26"/>
                  </a:lnTo>
                  <a:lnTo>
                    <a:pt x="1203" y="46"/>
                  </a:lnTo>
                  <a:lnTo>
                    <a:pt x="1232" y="70"/>
                  </a:lnTo>
                  <a:lnTo>
                    <a:pt x="1256" y="99"/>
                  </a:lnTo>
                  <a:lnTo>
                    <a:pt x="1275" y="130"/>
                  </a:lnTo>
                  <a:lnTo>
                    <a:pt x="1291" y="166"/>
                  </a:lnTo>
                  <a:lnTo>
                    <a:pt x="1301" y="203"/>
                  </a:lnTo>
                  <a:lnTo>
                    <a:pt x="1303" y="242"/>
                  </a:lnTo>
                  <a:lnTo>
                    <a:pt x="1301" y="282"/>
                  </a:lnTo>
                  <a:lnTo>
                    <a:pt x="1291" y="319"/>
                  </a:lnTo>
                  <a:lnTo>
                    <a:pt x="1275" y="354"/>
                  </a:lnTo>
                  <a:lnTo>
                    <a:pt x="1256" y="386"/>
                  </a:lnTo>
                  <a:lnTo>
                    <a:pt x="1232" y="413"/>
                  </a:lnTo>
                  <a:lnTo>
                    <a:pt x="1203" y="438"/>
                  </a:lnTo>
                  <a:lnTo>
                    <a:pt x="1171" y="458"/>
                  </a:lnTo>
                  <a:lnTo>
                    <a:pt x="1136" y="472"/>
                  </a:lnTo>
                  <a:lnTo>
                    <a:pt x="1099" y="482"/>
                  </a:lnTo>
                  <a:lnTo>
                    <a:pt x="1059" y="485"/>
                  </a:lnTo>
                  <a:lnTo>
                    <a:pt x="244" y="485"/>
                  </a:lnTo>
                  <a:lnTo>
                    <a:pt x="205" y="482"/>
                  </a:lnTo>
                  <a:lnTo>
                    <a:pt x="167" y="472"/>
                  </a:lnTo>
                  <a:lnTo>
                    <a:pt x="132" y="458"/>
                  </a:lnTo>
                  <a:lnTo>
                    <a:pt x="100" y="438"/>
                  </a:lnTo>
                  <a:lnTo>
                    <a:pt x="71" y="413"/>
                  </a:lnTo>
                  <a:lnTo>
                    <a:pt x="47" y="386"/>
                  </a:lnTo>
                  <a:lnTo>
                    <a:pt x="28" y="354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2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0"/>
                  </a:lnTo>
                  <a:lnTo>
                    <a:pt x="47" y="99"/>
                  </a:lnTo>
                  <a:lnTo>
                    <a:pt x="71" y="70"/>
                  </a:lnTo>
                  <a:lnTo>
                    <a:pt x="100" y="46"/>
                  </a:lnTo>
                  <a:lnTo>
                    <a:pt x="132" y="26"/>
                  </a:lnTo>
                  <a:lnTo>
                    <a:pt x="167" y="12"/>
                  </a:lnTo>
                  <a:lnTo>
                    <a:pt x="205" y="2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6" name="Freeform 16"/>
            <p:cNvSpPr>
              <a:spLocks/>
            </p:cNvSpPr>
            <p:nvPr/>
          </p:nvSpPr>
          <p:spPr bwMode="auto">
            <a:xfrm>
              <a:off x="1109663" y="3944938"/>
              <a:ext cx="1357313" cy="384175"/>
            </a:xfrm>
            <a:custGeom>
              <a:avLst/>
              <a:gdLst>
                <a:gd name="T0" fmla="*/ 244 w 1711"/>
                <a:gd name="T1" fmla="*/ 0 h 485"/>
                <a:gd name="T2" fmla="*/ 1466 w 1711"/>
                <a:gd name="T3" fmla="*/ 0 h 485"/>
                <a:gd name="T4" fmla="*/ 1505 w 1711"/>
                <a:gd name="T5" fmla="*/ 4 h 485"/>
                <a:gd name="T6" fmla="*/ 1544 w 1711"/>
                <a:gd name="T7" fmla="*/ 13 h 485"/>
                <a:gd name="T8" fmla="*/ 1579 w 1711"/>
                <a:gd name="T9" fmla="*/ 28 h 485"/>
                <a:gd name="T10" fmla="*/ 1610 w 1711"/>
                <a:gd name="T11" fmla="*/ 47 h 485"/>
                <a:gd name="T12" fmla="*/ 1639 w 1711"/>
                <a:gd name="T13" fmla="*/ 72 h 485"/>
                <a:gd name="T14" fmla="*/ 1663 w 1711"/>
                <a:gd name="T15" fmla="*/ 99 h 485"/>
                <a:gd name="T16" fmla="*/ 1683 w 1711"/>
                <a:gd name="T17" fmla="*/ 132 h 485"/>
                <a:gd name="T18" fmla="*/ 1698 w 1711"/>
                <a:gd name="T19" fmla="*/ 166 h 485"/>
                <a:gd name="T20" fmla="*/ 1707 w 1711"/>
                <a:gd name="T21" fmla="*/ 203 h 485"/>
                <a:gd name="T22" fmla="*/ 1711 w 1711"/>
                <a:gd name="T23" fmla="*/ 243 h 485"/>
                <a:gd name="T24" fmla="*/ 1707 w 1711"/>
                <a:gd name="T25" fmla="*/ 282 h 485"/>
                <a:gd name="T26" fmla="*/ 1698 w 1711"/>
                <a:gd name="T27" fmla="*/ 319 h 485"/>
                <a:gd name="T28" fmla="*/ 1683 w 1711"/>
                <a:gd name="T29" fmla="*/ 355 h 485"/>
                <a:gd name="T30" fmla="*/ 1663 w 1711"/>
                <a:gd name="T31" fmla="*/ 386 h 485"/>
                <a:gd name="T32" fmla="*/ 1639 w 1711"/>
                <a:gd name="T33" fmla="*/ 415 h 485"/>
                <a:gd name="T34" fmla="*/ 1610 w 1711"/>
                <a:gd name="T35" fmla="*/ 439 h 485"/>
                <a:gd name="T36" fmla="*/ 1579 w 1711"/>
                <a:gd name="T37" fmla="*/ 459 h 485"/>
                <a:gd name="T38" fmla="*/ 1544 w 1711"/>
                <a:gd name="T39" fmla="*/ 473 h 485"/>
                <a:gd name="T40" fmla="*/ 1505 w 1711"/>
                <a:gd name="T41" fmla="*/ 483 h 485"/>
                <a:gd name="T42" fmla="*/ 1466 w 1711"/>
                <a:gd name="T43" fmla="*/ 485 h 485"/>
                <a:gd name="T44" fmla="*/ 244 w 1711"/>
                <a:gd name="T45" fmla="*/ 485 h 485"/>
                <a:gd name="T46" fmla="*/ 205 w 1711"/>
                <a:gd name="T47" fmla="*/ 483 h 485"/>
                <a:gd name="T48" fmla="*/ 167 w 1711"/>
                <a:gd name="T49" fmla="*/ 473 h 485"/>
                <a:gd name="T50" fmla="*/ 132 w 1711"/>
                <a:gd name="T51" fmla="*/ 459 h 485"/>
                <a:gd name="T52" fmla="*/ 100 w 1711"/>
                <a:gd name="T53" fmla="*/ 439 h 485"/>
                <a:gd name="T54" fmla="*/ 71 w 1711"/>
                <a:gd name="T55" fmla="*/ 415 h 485"/>
                <a:gd name="T56" fmla="*/ 47 w 1711"/>
                <a:gd name="T57" fmla="*/ 386 h 485"/>
                <a:gd name="T58" fmla="*/ 28 w 1711"/>
                <a:gd name="T59" fmla="*/ 355 h 485"/>
                <a:gd name="T60" fmla="*/ 12 w 1711"/>
                <a:gd name="T61" fmla="*/ 319 h 485"/>
                <a:gd name="T62" fmla="*/ 4 w 1711"/>
                <a:gd name="T63" fmla="*/ 282 h 485"/>
                <a:gd name="T64" fmla="*/ 0 w 1711"/>
                <a:gd name="T65" fmla="*/ 243 h 485"/>
                <a:gd name="T66" fmla="*/ 4 w 1711"/>
                <a:gd name="T67" fmla="*/ 203 h 485"/>
                <a:gd name="T68" fmla="*/ 12 w 1711"/>
                <a:gd name="T69" fmla="*/ 166 h 485"/>
                <a:gd name="T70" fmla="*/ 28 w 1711"/>
                <a:gd name="T71" fmla="*/ 132 h 485"/>
                <a:gd name="T72" fmla="*/ 47 w 1711"/>
                <a:gd name="T73" fmla="*/ 99 h 485"/>
                <a:gd name="T74" fmla="*/ 71 w 1711"/>
                <a:gd name="T75" fmla="*/ 72 h 485"/>
                <a:gd name="T76" fmla="*/ 100 w 1711"/>
                <a:gd name="T77" fmla="*/ 47 h 485"/>
                <a:gd name="T78" fmla="*/ 132 w 1711"/>
                <a:gd name="T79" fmla="*/ 28 h 485"/>
                <a:gd name="T80" fmla="*/ 167 w 1711"/>
                <a:gd name="T81" fmla="*/ 13 h 485"/>
                <a:gd name="T82" fmla="*/ 205 w 1711"/>
                <a:gd name="T83" fmla="*/ 4 h 485"/>
                <a:gd name="T84" fmla="*/ 244 w 1711"/>
                <a:gd name="T85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11" h="485">
                  <a:moveTo>
                    <a:pt x="244" y="0"/>
                  </a:moveTo>
                  <a:lnTo>
                    <a:pt x="1466" y="0"/>
                  </a:lnTo>
                  <a:lnTo>
                    <a:pt x="1505" y="4"/>
                  </a:lnTo>
                  <a:lnTo>
                    <a:pt x="1544" y="13"/>
                  </a:lnTo>
                  <a:lnTo>
                    <a:pt x="1579" y="28"/>
                  </a:lnTo>
                  <a:lnTo>
                    <a:pt x="1610" y="47"/>
                  </a:lnTo>
                  <a:lnTo>
                    <a:pt x="1639" y="72"/>
                  </a:lnTo>
                  <a:lnTo>
                    <a:pt x="1663" y="99"/>
                  </a:lnTo>
                  <a:lnTo>
                    <a:pt x="1683" y="132"/>
                  </a:lnTo>
                  <a:lnTo>
                    <a:pt x="1698" y="166"/>
                  </a:lnTo>
                  <a:lnTo>
                    <a:pt x="1707" y="203"/>
                  </a:lnTo>
                  <a:lnTo>
                    <a:pt x="1711" y="243"/>
                  </a:lnTo>
                  <a:lnTo>
                    <a:pt x="1707" y="282"/>
                  </a:lnTo>
                  <a:lnTo>
                    <a:pt x="1698" y="319"/>
                  </a:lnTo>
                  <a:lnTo>
                    <a:pt x="1683" y="355"/>
                  </a:lnTo>
                  <a:lnTo>
                    <a:pt x="1663" y="386"/>
                  </a:lnTo>
                  <a:lnTo>
                    <a:pt x="1639" y="415"/>
                  </a:lnTo>
                  <a:lnTo>
                    <a:pt x="1610" y="439"/>
                  </a:lnTo>
                  <a:lnTo>
                    <a:pt x="1579" y="459"/>
                  </a:lnTo>
                  <a:lnTo>
                    <a:pt x="1544" y="473"/>
                  </a:lnTo>
                  <a:lnTo>
                    <a:pt x="1505" y="483"/>
                  </a:lnTo>
                  <a:lnTo>
                    <a:pt x="1466" y="485"/>
                  </a:lnTo>
                  <a:lnTo>
                    <a:pt x="244" y="485"/>
                  </a:lnTo>
                  <a:lnTo>
                    <a:pt x="205" y="483"/>
                  </a:lnTo>
                  <a:lnTo>
                    <a:pt x="167" y="473"/>
                  </a:lnTo>
                  <a:lnTo>
                    <a:pt x="132" y="459"/>
                  </a:lnTo>
                  <a:lnTo>
                    <a:pt x="100" y="439"/>
                  </a:lnTo>
                  <a:lnTo>
                    <a:pt x="71" y="415"/>
                  </a:lnTo>
                  <a:lnTo>
                    <a:pt x="47" y="386"/>
                  </a:lnTo>
                  <a:lnTo>
                    <a:pt x="28" y="355"/>
                  </a:lnTo>
                  <a:lnTo>
                    <a:pt x="12" y="319"/>
                  </a:lnTo>
                  <a:lnTo>
                    <a:pt x="4" y="282"/>
                  </a:lnTo>
                  <a:lnTo>
                    <a:pt x="0" y="243"/>
                  </a:lnTo>
                  <a:lnTo>
                    <a:pt x="4" y="203"/>
                  </a:lnTo>
                  <a:lnTo>
                    <a:pt x="12" y="166"/>
                  </a:lnTo>
                  <a:lnTo>
                    <a:pt x="28" y="132"/>
                  </a:lnTo>
                  <a:lnTo>
                    <a:pt x="47" y="99"/>
                  </a:lnTo>
                  <a:lnTo>
                    <a:pt x="71" y="72"/>
                  </a:lnTo>
                  <a:lnTo>
                    <a:pt x="100" y="47"/>
                  </a:lnTo>
                  <a:lnTo>
                    <a:pt x="132" y="28"/>
                  </a:lnTo>
                  <a:lnTo>
                    <a:pt x="167" y="13"/>
                  </a:lnTo>
                  <a:lnTo>
                    <a:pt x="205" y="4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 rot="9292163">
            <a:off x="6353858" y="4713632"/>
            <a:ext cx="1018389" cy="1178187"/>
            <a:chOff x="5641675" y="828136"/>
            <a:chExt cx="1086928" cy="1257482"/>
          </a:xfrm>
          <a:solidFill>
            <a:srgbClr val="E35A35"/>
          </a:solidFill>
        </p:grpSpPr>
        <p:sp>
          <p:nvSpPr>
            <p:cNvPr id="78" name="Oval 77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6641685" y="5157278"/>
            <a:ext cx="534185" cy="439956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108" name="Freeform 21"/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9" name="Freeform 22"/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 rot="6290554">
            <a:off x="7274352" y="3586889"/>
            <a:ext cx="1018389" cy="1178187"/>
            <a:chOff x="5641675" y="828136"/>
            <a:chExt cx="1086928" cy="1257482"/>
          </a:xfrm>
          <a:solidFill>
            <a:schemeClr val="accent2"/>
          </a:solidFill>
        </p:grpSpPr>
        <p:sp>
          <p:nvSpPr>
            <p:cNvPr id="94" name="Oval 93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5" name="Isosceles Triangle 94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0" name="Freeform 27"/>
          <p:cNvSpPr>
            <a:spLocks/>
          </p:cNvSpPr>
          <p:nvPr/>
        </p:nvSpPr>
        <p:spPr bwMode="auto">
          <a:xfrm>
            <a:off x="7750059" y="3969470"/>
            <a:ext cx="230557" cy="457564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1" name="Freeform 32"/>
          <p:cNvSpPr>
            <a:spLocks noEditPoints="1"/>
          </p:cNvSpPr>
          <p:nvPr/>
        </p:nvSpPr>
        <p:spPr bwMode="auto">
          <a:xfrm>
            <a:off x="5899639" y="1830448"/>
            <a:ext cx="490522" cy="40900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91" name="Group 90"/>
          <p:cNvGrpSpPr/>
          <p:nvPr/>
        </p:nvGrpSpPr>
        <p:grpSpPr>
          <a:xfrm rot="15567839">
            <a:off x="3996829" y="3576921"/>
            <a:ext cx="1018389" cy="1178187"/>
            <a:chOff x="5641675" y="828136"/>
            <a:chExt cx="1086928" cy="1257482"/>
          </a:xfrm>
          <a:solidFill>
            <a:schemeClr val="accent5"/>
          </a:solidFill>
        </p:grpSpPr>
        <p:sp>
          <p:nvSpPr>
            <p:cNvPr id="92" name="Oval 91"/>
            <p:cNvSpPr/>
            <p:nvPr/>
          </p:nvSpPr>
          <p:spPr>
            <a:xfrm>
              <a:off x="5641675" y="828136"/>
              <a:ext cx="1086928" cy="10869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3" name="Isosceles Triangle 92"/>
            <p:cNvSpPr/>
            <p:nvPr/>
          </p:nvSpPr>
          <p:spPr>
            <a:xfrm rot="10800000">
              <a:off x="6032434" y="1822334"/>
              <a:ext cx="305410" cy="2632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112" name="Freeform 37"/>
          <p:cNvSpPr>
            <a:spLocks noEditPoints="1"/>
          </p:cNvSpPr>
          <p:nvPr/>
        </p:nvSpPr>
        <p:spPr bwMode="auto">
          <a:xfrm>
            <a:off x="4199756" y="3942983"/>
            <a:ext cx="446501" cy="464846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8667365" y="3843692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399914" y="2316794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274064" cy="711081"/>
          </a:xfrm>
        </p:spPr>
        <p:txBody>
          <a:bodyPr/>
          <a:lstStyle/>
          <a:p>
            <a:r>
              <a:rPr lang="en-US" dirty="0"/>
              <a:t>INFOGRAPHICS BUNDLE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332354-BC5F-4A8D-BF87-AAB688431E5F}"/>
              </a:ext>
            </a:extLst>
          </p:cNvPr>
          <p:cNvGrpSpPr/>
          <p:nvPr/>
        </p:nvGrpSpPr>
        <p:grpSpPr>
          <a:xfrm>
            <a:off x="4234870" y="2287089"/>
            <a:ext cx="1178187" cy="1018389"/>
            <a:chOff x="4234870" y="2287089"/>
            <a:chExt cx="1178187" cy="101838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49B3B86-16F9-415D-A4ED-8D261227A8D3}"/>
                </a:ext>
              </a:extLst>
            </p:cNvPr>
            <p:cNvGrpSpPr/>
            <p:nvPr/>
          </p:nvGrpSpPr>
          <p:grpSpPr>
            <a:xfrm rot="18385038">
              <a:off x="4314769" y="2207190"/>
              <a:ext cx="1018389" cy="1178187"/>
              <a:chOff x="5641675" y="828136"/>
              <a:chExt cx="1086928" cy="1257482"/>
            </a:xfrm>
            <a:solidFill>
              <a:schemeClr val="accent5"/>
            </a:solidFill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0491B01-4A57-42DF-82FF-41053A6FD7BF}"/>
                  </a:ext>
                </a:extLst>
              </p:cNvPr>
              <p:cNvSpPr/>
              <p:nvPr/>
            </p:nvSpPr>
            <p:spPr>
              <a:xfrm>
                <a:off x="5641675" y="828136"/>
                <a:ext cx="1086928" cy="10869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C1EB0847-2660-4B7E-AAC7-FEAA10A06ED3}"/>
                  </a:ext>
                </a:extLst>
              </p:cNvPr>
              <p:cNvSpPr/>
              <p:nvPr/>
            </p:nvSpPr>
            <p:spPr>
              <a:xfrm rot="10800000">
                <a:off x="6032434" y="1822334"/>
                <a:ext cx="305410" cy="263284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98DBA7E4-D00C-4100-A9AF-75E68A6235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4847" y="2586914"/>
              <a:ext cx="360047" cy="292047"/>
            </a:xfrm>
            <a:custGeom>
              <a:avLst/>
              <a:gdLst>
                <a:gd name="T0" fmla="*/ 3416 w 4309"/>
                <a:gd name="T1" fmla="*/ 684 h 3497"/>
                <a:gd name="T2" fmla="*/ 3359 w 4309"/>
                <a:gd name="T3" fmla="*/ 983 h 3497"/>
                <a:gd name="T4" fmla="*/ 3264 w 4309"/>
                <a:gd name="T5" fmla="*/ 1288 h 3497"/>
                <a:gd name="T6" fmla="*/ 3147 w 4309"/>
                <a:gd name="T7" fmla="*/ 1541 h 3497"/>
                <a:gd name="T8" fmla="*/ 3358 w 4309"/>
                <a:gd name="T9" fmla="*/ 1509 h 3497"/>
                <a:gd name="T10" fmla="*/ 3541 w 4309"/>
                <a:gd name="T11" fmla="*/ 1430 h 3497"/>
                <a:gd name="T12" fmla="*/ 3698 w 4309"/>
                <a:gd name="T13" fmla="*/ 1303 h 3497"/>
                <a:gd name="T14" fmla="*/ 3824 w 4309"/>
                <a:gd name="T15" fmla="*/ 1135 h 3497"/>
                <a:gd name="T16" fmla="*/ 3912 w 4309"/>
                <a:gd name="T17" fmla="*/ 948 h 3497"/>
                <a:gd name="T18" fmla="*/ 3970 w 4309"/>
                <a:gd name="T19" fmla="*/ 762 h 3497"/>
                <a:gd name="T20" fmla="*/ 4004 w 4309"/>
                <a:gd name="T21" fmla="*/ 593 h 3497"/>
                <a:gd name="T22" fmla="*/ 3437 w 4309"/>
                <a:gd name="T23" fmla="*/ 498 h 3497"/>
                <a:gd name="T24" fmla="*/ 305 w 4309"/>
                <a:gd name="T25" fmla="*/ 593 h 3497"/>
                <a:gd name="T26" fmla="*/ 339 w 4309"/>
                <a:gd name="T27" fmla="*/ 762 h 3497"/>
                <a:gd name="T28" fmla="*/ 397 w 4309"/>
                <a:gd name="T29" fmla="*/ 948 h 3497"/>
                <a:gd name="T30" fmla="*/ 486 w 4309"/>
                <a:gd name="T31" fmla="*/ 1135 h 3497"/>
                <a:gd name="T32" fmla="*/ 611 w 4309"/>
                <a:gd name="T33" fmla="*/ 1303 h 3497"/>
                <a:gd name="T34" fmla="*/ 768 w 4309"/>
                <a:gd name="T35" fmla="*/ 1430 h 3497"/>
                <a:gd name="T36" fmla="*/ 951 w 4309"/>
                <a:gd name="T37" fmla="*/ 1509 h 3497"/>
                <a:gd name="T38" fmla="*/ 1162 w 4309"/>
                <a:gd name="T39" fmla="*/ 1541 h 3497"/>
                <a:gd name="T40" fmla="*/ 1045 w 4309"/>
                <a:gd name="T41" fmla="*/ 1288 h 3497"/>
                <a:gd name="T42" fmla="*/ 950 w 4309"/>
                <a:gd name="T43" fmla="*/ 983 h 3497"/>
                <a:gd name="T44" fmla="*/ 893 w 4309"/>
                <a:gd name="T45" fmla="*/ 684 h 3497"/>
                <a:gd name="T46" fmla="*/ 292 w 4309"/>
                <a:gd name="T47" fmla="*/ 498 h 3497"/>
                <a:gd name="T48" fmla="*/ 3452 w 4309"/>
                <a:gd name="T49" fmla="*/ 0 h 3497"/>
                <a:gd name="T50" fmla="*/ 3453 w 4309"/>
                <a:gd name="T51" fmla="*/ 35 h 3497"/>
                <a:gd name="T52" fmla="*/ 3454 w 4309"/>
                <a:gd name="T53" fmla="*/ 127 h 3497"/>
                <a:gd name="T54" fmla="*/ 4309 w 4309"/>
                <a:gd name="T55" fmla="*/ 217 h 3497"/>
                <a:gd name="T56" fmla="*/ 4309 w 4309"/>
                <a:gd name="T57" fmla="*/ 384 h 3497"/>
                <a:gd name="T58" fmla="*/ 4303 w 4309"/>
                <a:gd name="T59" fmla="*/ 479 h 3497"/>
                <a:gd name="T60" fmla="*/ 4285 w 4309"/>
                <a:gd name="T61" fmla="*/ 629 h 3497"/>
                <a:gd name="T62" fmla="*/ 4247 w 4309"/>
                <a:gd name="T63" fmla="*/ 816 h 3497"/>
                <a:gd name="T64" fmla="*/ 4185 w 4309"/>
                <a:gd name="T65" fmla="*/ 1025 h 3497"/>
                <a:gd name="T66" fmla="*/ 4087 w 4309"/>
                <a:gd name="T67" fmla="*/ 1239 h 3497"/>
                <a:gd name="T68" fmla="*/ 3952 w 4309"/>
                <a:gd name="T69" fmla="*/ 1442 h 3497"/>
                <a:gd name="T70" fmla="*/ 3768 w 4309"/>
                <a:gd name="T71" fmla="*/ 1617 h 3497"/>
                <a:gd name="T72" fmla="*/ 3547 w 4309"/>
                <a:gd name="T73" fmla="*/ 1742 h 3497"/>
                <a:gd name="T74" fmla="*/ 3293 w 4309"/>
                <a:gd name="T75" fmla="*/ 1809 h 3497"/>
                <a:gd name="T76" fmla="*/ 3043 w 4309"/>
                <a:gd name="T77" fmla="*/ 1821 h 3497"/>
                <a:gd name="T78" fmla="*/ 2847 w 4309"/>
                <a:gd name="T79" fmla="*/ 1971 h 3497"/>
                <a:gd name="T80" fmla="*/ 2640 w 4309"/>
                <a:gd name="T81" fmla="*/ 2155 h 3497"/>
                <a:gd name="T82" fmla="*/ 2411 w 4309"/>
                <a:gd name="T83" fmla="*/ 2274 h 3497"/>
                <a:gd name="T84" fmla="*/ 3033 w 4309"/>
                <a:gd name="T85" fmla="*/ 3280 h 3497"/>
                <a:gd name="T86" fmla="*/ 1070 w 4309"/>
                <a:gd name="T87" fmla="*/ 3497 h 3497"/>
                <a:gd name="T88" fmla="*/ 1276 w 4309"/>
                <a:gd name="T89" fmla="*/ 2892 h 3497"/>
                <a:gd name="T90" fmla="*/ 1819 w 4309"/>
                <a:gd name="T91" fmla="*/ 2242 h 3497"/>
                <a:gd name="T92" fmla="*/ 1598 w 4309"/>
                <a:gd name="T93" fmla="*/ 2101 h 3497"/>
                <a:gd name="T94" fmla="*/ 1396 w 4309"/>
                <a:gd name="T95" fmla="*/ 1898 h 3497"/>
                <a:gd name="T96" fmla="*/ 1201 w 4309"/>
                <a:gd name="T97" fmla="*/ 1823 h 3497"/>
                <a:gd name="T98" fmla="*/ 928 w 4309"/>
                <a:gd name="T99" fmla="*/ 1794 h 3497"/>
                <a:gd name="T100" fmla="*/ 685 w 4309"/>
                <a:gd name="T101" fmla="*/ 1707 h 3497"/>
                <a:gd name="T102" fmla="*/ 474 w 4309"/>
                <a:gd name="T103" fmla="*/ 1563 h 3497"/>
                <a:gd name="T104" fmla="*/ 307 w 4309"/>
                <a:gd name="T105" fmla="*/ 1376 h 3497"/>
                <a:gd name="T106" fmla="*/ 185 w 4309"/>
                <a:gd name="T107" fmla="*/ 1168 h 3497"/>
                <a:gd name="T108" fmla="*/ 100 w 4309"/>
                <a:gd name="T109" fmla="*/ 954 h 3497"/>
                <a:gd name="T110" fmla="*/ 46 w 4309"/>
                <a:gd name="T111" fmla="*/ 751 h 3497"/>
                <a:gd name="T112" fmla="*/ 16 w 4309"/>
                <a:gd name="T113" fmla="*/ 574 h 3497"/>
                <a:gd name="T114" fmla="*/ 3 w 4309"/>
                <a:gd name="T115" fmla="*/ 441 h 3497"/>
                <a:gd name="T116" fmla="*/ 0 w 4309"/>
                <a:gd name="T117" fmla="*/ 367 h 3497"/>
                <a:gd name="T118" fmla="*/ 855 w 4309"/>
                <a:gd name="T119" fmla="*/ 217 h 3497"/>
                <a:gd name="T120" fmla="*/ 855 w 4309"/>
                <a:gd name="T121" fmla="*/ 90 h 3497"/>
                <a:gd name="T122" fmla="*/ 856 w 4309"/>
                <a:gd name="T123" fmla="*/ 16 h 3497"/>
                <a:gd name="T124" fmla="*/ 2148 w 4309"/>
                <a:gd name="T125" fmla="*/ 0 h 3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09" h="3497">
                  <a:moveTo>
                    <a:pt x="3437" y="498"/>
                  </a:moveTo>
                  <a:lnTo>
                    <a:pt x="3428" y="589"/>
                  </a:lnTo>
                  <a:lnTo>
                    <a:pt x="3416" y="684"/>
                  </a:lnTo>
                  <a:lnTo>
                    <a:pt x="3401" y="782"/>
                  </a:lnTo>
                  <a:lnTo>
                    <a:pt x="3382" y="882"/>
                  </a:lnTo>
                  <a:lnTo>
                    <a:pt x="3359" y="983"/>
                  </a:lnTo>
                  <a:lnTo>
                    <a:pt x="3333" y="1086"/>
                  </a:lnTo>
                  <a:lnTo>
                    <a:pt x="3301" y="1188"/>
                  </a:lnTo>
                  <a:lnTo>
                    <a:pt x="3264" y="1288"/>
                  </a:lnTo>
                  <a:lnTo>
                    <a:pt x="3223" y="1386"/>
                  </a:lnTo>
                  <a:lnTo>
                    <a:pt x="3185" y="1464"/>
                  </a:lnTo>
                  <a:lnTo>
                    <a:pt x="3147" y="1541"/>
                  </a:lnTo>
                  <a:lnTo>
                    <a:pt x="3219" y="1535"/>
                  </a:lnTo>
                  <a:lnTo>
                    <a:pt x="3291" y="1523"/>
                  </a:lnTo>
                  <a:lnTo>
                    <a:pt x="3358" y="1509"/>
                  </a:lnTo>
                  <a:lnTo>
                    <a:pt x="3421" y="1488"/>
                  </a:lnTo>
                  <a:lnTo>
                    <a:pt x="3483" y="1462"/>
                  </a:lnTo>
                  <a:lnTo>
                    <a:pt x="3541" y="1430"/>
                  </a:lnTo>
                  <a:lnTo>
                    <a:pt x="3595" y="1394"/>
                  </a:lnTo>
                  <a:lnTo>
                    <a:pt x="3647" y="1352"/>
                  </a:lnTo>
                  <a:lnTo>
                    <a:pt x="3698" y="1303"/>
                  </a:lnTo>
                  <a:lnTo>
                    <a:pt x="3744" y="1251"/>
                  </a:lnTo>
                  <a:lnTo>
                    <a:pt x="3787" y="1194"/>
                  </a:lnTo>
                  <a:lnTo>
                    <a:pt x="3824" y="1135"/>
                  </a:lnTo>
                  <a:lnTo>
                    <a:pt x="3857" y="1074"/>
                  </a:lnTo>
                  <a:lnTo>
                    <a:pt x="3887" y="1011"/>
                  </a:lnTo>
                  <a:lnTo>
                    <a:pt x="3912" y="948"/>
                  </a:lnTo>
                  <a:lnTo>
                    <a:pt x="3934" y="886"/>
                  </a:lnTo>
                  <a:lnTo>
                    <a:pt x="3954" y="823"/>
                  </a:lnTo>
                  <a:lnTo>
                    <a:pt x="3970" y="762"/>
                  </a:lnTo>
                  <a:lnTo>
                    <a:pt x="3985" y="703"/>
                  </a:lnTo>
                  <a:lnTo>
                    <a:pt x="3995" y="646"/>
                  </a:lnTo>
                  <a:lnTo>
                    <a:pt x="4004" y="593"/>
                  </a:lnTo>
                  <a:lnTo>
                    <a:pt x="4012" y="543"/>
                  </a:lnTo>
                  <a:lnTo>
                    <a:pt x="4018" y="498"/>
                  </a:lnTo>
                  <a:lnTo>
                    <a:pt x="3437" y="498"/>
                  </a:lnTo>
                  <a:close/>
                  <a:moveTo>
                    <a:pt x="292" y="498"/>
                  </a:moveTo>
                  <a:lnTo>
                    <a:pt x="297" y="543"/>
                  </a:lnTo>
                  <a:lnTo>
                    <a:pt x="305" y="593"/>
                  </a:lnTo>
                  <a:lnTo>
                    <a:pt x="314" y="646"/>
                  </a:lnTo>
                  <a:lnTo>
                    <a:pt x="325" y="703"/>
                  </a:lnTo>
                  <a:lnTo>
                    <a:pt x="339" y="762"/>
                  </a:lnTo>
                  <a:lnTo>
                    <a:pt x="355" y="823"/>
                  </a:lnTo>
                  <a:lnTo>
                    <a:pt x="375" y="886"/>
                  </a:lnTo>
                  <a:lnTo>
                    <a:pt x="397" y="948"/>
                  </a:lnTo>
                  <a:lnTo>
                    <a:pt x="424" y="1011"/>
                  </a:lnTo>
                  <a:lnTo>
                    <a:pt x="453" y="1074"/>
                  </a:lnTo>
                  <a:lnTo>
                    <a:pt x="486" y="1135"/>
                  </a:lnTo>
                  <a:lnTo>
                    <a:pt x="522" y="1194"/>
                  </a:lnTo>
                  <a:lnTo>
                    <a:pt x="565" y="1251"/>
                  </a:lnTo>
                  <a:lnTo>
                    <a:pt x="611" y="1303"/>
                  </a:lnTo>
                  <a:lnTo>
                    <a:pt x="662" y="1352"/>
                  </a:lnTo>
                  <a:lnTo>
                    <a:pt x="714" y="1394"/>
                  </a:lnTo>
                  <a:lnTo>
                    <a:pt x="768" y="1430"/>
                  </a:lnTo>
                  <a:lnTo>
                    <a:pt x="826" y="1462"/>
                  </a:lnTo>
                  <a:lnTo>
                    <a:pt x="888" y="1488"/>
                  </a:lnTo>
                  <a:lnTo>
                    <a:pt x="951" y="1509"/>
                  </a:lnTo>
                  <a:lnTo>
                    <a:pt x="1019" y="1523"/>
                  </a:lnTo>
                  <a:lnTo>
                    <a:pt x="1090" y="1535"/>
                  </a:lnTo>
                  <a:lnTo>
                    <a:pt x="1162" y="1541"/>
                  </a:lnTo>
                  <a:lnTo>
                    <a:pt x="1124" y="1464"/>
                  </a:lnTo>
                  <a:lnTo>
                    <a:pt x="1086" y="1386"/>
                  </a:lnTo>
                  <a:lnTo>
                    <a:pt x="1045" y="1288"/>
                  </a:lnTo>
                  <a:lnTo>
                    <a:pt x="1008" y="1188"/>
                  </a:lnTo>
                  <a:lnTo>
                    <a:pt x="976" y="1086"/>
                  </a:lnTo>
                  <a:lnTo>
                    <a:pt x="950" y="983"/>
                  </a:lnTo>
                  <a:lnTo>
                    <a:pt x="928" y="882"/>
                  </a:lnTo>
                  <a:lnTo>
                    <a:pt x="909" y="782"/>
                  </a:lnTo>
                  <a:lnTo>
                    <a:pt x="893" y="684"/>
                  </a:lnTo>
                  <a:lnTo>
                    <a:pt x="881" y="589"/>
                  </a:lnTo>
                  <a:lnTo>
                    <a:pt x="872" y="498"/>
                  </a:lnTo>
                  <a:lnTo>
                    <a:pt x="292" y="498"/>
                  </a:lnTo>
                  <a:close/>
                  <a:moveTo>
                    <a:pt x="2148" y="0"/>
                  </a:moveTo>
                  <a:lnTo>
                    <a:pt x="2161" y="0"/>
                  </a:lnTo>
                  <a:lnTo>
                    <a:pt x="3452" y="0"/>
                  </a:lnTo>
                  <a:lnTo>
                    <a:pt x="3452" y="4"/>
                  </a:lnTo>
                  <a:lnTo>
                    <a:pt x="3453" y="16"/>
                  </a:lnTo>
                  <a:lnTo>
                    <a:pt x="3453" y="35"/>
                  </a:lnTo>
                  <a:lnTo>
                    <a:pt x="3454" y="60"/>
                  </a:lnTo>
                  <a:lnTo>
                    <a:pt x="3454" y="90"/>
                  </a:lnTo>
                  <a:lnTo>
                    <a:pt x="3454" y="127"/>
                  </a:lnTo>
                  <a:lnTo>
                    <a:pt x="3454" y="169"/>
                  </a:lnTo>
                  <a:lnTo>
                    <a:pt x="3454" y="217"/>
                  </a:lnTo>
                  <a:lnTo>
                    <a:pt x="4309" y="217"/>
                  </a:lnTo>
                  <a:lnTo>
                    <a:pt x="4309" y="358"/>
                  </a:lnTo>
                  <a:lnTo>
                    <a:pt x="4309" y="367"/>
                  </a:lnTo>
                  <a:lnTo>
                    <a:pt x="4309" y="384"/>
                  </a:lnTo>
                  <a:lnTo>
                    <a:pt x="4308" y="409"/>
                  </a:lnTo>
                  <a:lnTo>
                    <a:pt x="4305" y="441"/>
                  </a:lnTo>
                  <a:lnTo>
                    <a:pt x="4303" y="479"/>
                  </a:lnTo>
                  <a:lnTo>
                    <a:pt x="4299" y="524"/>
                  </a:lnTo>
                  <a:lnTo>
                    <a:pt x="4293" y="574"/>
                  </a:lnTo>
                  <a:lnTo>
                    <a:pt x="4285" y="629"/>
                  </a:lnTo>
                  <a:lnTo>
                    <a:pt x="4275" y="688"/>
                  </a:lnTo>
                  <a:lnTo>
                    <a:pt x="4263" y="751"/>
                  </a:lnTo>
                  <a:lnTo>
                    <a:pt x="4247" y="816"/>
                  </a:lnTo>
                  <a:lnTo>
                    <a:pt x="4230" y="885"/>
                  </a:lnTo>
                  <a:lnTo>
                    <a:pt x="4209" y="954"/>
                  </a:lnTo>
                  <a:lnTo>
                    <a:pt x="4185" y="1025"/>
                  </a:lnTo>
                  <a:lnTo>
                    <a:pt x="4156" y="1097"/>
                  </a:lnTo>
                  <a:lnTo>
                    <a:pt x="4124" y="1168"/>
                  </a:lnTo>
                  <a:lnTo>
                    <a:pt x="4087" y="1239"/>
                  </a:lnTo>
                  <a:lnTo>
                    <a:pt x="4048" y="1309"/>
                  </a:lnTo>
                  <a:lnTo>
                    <a:pt x="4002" y="1376"/>
                  </a:lnTo>
                  <a:lnTo>
                    <a:pt x="3952" y="1442"/>
                  </a:lnTo>
                  <a:lnTo>
                    <a:pt x="3896" y="1504"/>
                  </a:lnTo>
                  <a:lnTo>
                    <a:pt x="3835" y="1563"/>
                  </a:lnTo>
                  <a:lnTo>
                    <a:pt x="3768" y="1617"/>
                  </a:lnTo>
                  <a:lnTo>
                    <a:pt x="3698" y="1666"/>
                  </a:lnTo>
                  <a:lnTo>
                    <a:pt x="3623" y="1707"/>
                  </a:lnTo>
                  <a:lnTo>
                    <a:pt x="3547" y="1742"/>
                  </a:lnTo>
                  <a:lnTo>
                    <a:pt x="3466" y="1771"/>
                  </a:lnTo>
                  <a:lnTo>
                    <a:pt x="3382" y="1794"/>
                  </a:lnTo>
                  <a:lnTo>
                    <a:pt x="3293" y="1809"/>
                  </a:lnTo>
                  <a:lnTo>
                    <a:pt x="3202" y="1820"/>
                  </a:lnTo>
                  <a:lnTo>
                    <a:pt x="3108" y="1823"/>
                  </a:lnTo>
                  <a:lnTo>
                    <a:pt x="3043" y="1821"/>
                  </a:lnTo>
                  <a:lnTo>
                    <a:pt x="2975" y="1817"/>
                  </a:lnTo>
                  <a:lnTo>
                    <a:pt x="2913" y="1898"/>
                  </a:lnTo>
                  <a:lnTo>
                    <a:pt x="2847" y="1971"/>
                  </a:lnTo>
                  <a:lnTo>
                    <a:pt x="2781" y="2039"/>
                  </a:lnTo>
                  <a:lnTo>
                    <a:pt x="2711" y="2101"/>
                  </a:lnTo>
                  <a:lnTo>
                    <a:pt x="2640" y="2155"/>
                  </a:lnTo>
                  <a:lnTo>
                    <a:pt x="2565" y="2201"/>
                  </a:lnTo>
                  <a:lnTo>
                    <a:pt x="2490" y="2242"/>
                  </a:lnTo>
                  <a:lnTo>
                    <a:pt x="2411" y="2274"/>
                  </a:lnTo>
                  <a:lnTo>
                    <a:pt x="2411" y="2892"/>
                  </a:lnTo>
                  <a:lnTo>
                    <a:pt x="3033" y="2892"/>
                  </a:lnTo>
                  <a:lnTo>
                    <a:pt x="3033" y="3280"/>
                  </a:lnTo>
                  <a:lnTo>
                    <a:pt x="3239" y="3280"/>
                  </a:lnTo>
                  <a:lnTo>
                    <a:pt x="3239" y="3497"/>
                  </a:lnTo>
                  <a:lnTo>
                    <a:pt x="1070" y="3497"/>
                  </a:lnTo>
                  <a:lnTo>
                    <a:pt x="1070" y="3280"/>
                  </a:lnTo>
                  <a:lnTo>
                    <a:pt x="1276" y="3280"/>
                  </a:lnTo>
                  <a:lnTo>
                    <a:pt x="1276" y="2892"/>
                  </a:lnTo>
                  <a:lnTo>
                    <a:pt x="1899" y="2892"/>
                  </a:lnTo>
                  <a:lnTo>
                    <a:pt x="1899" y="2274"/>
                  </a:lnTo>
                  <a:lnTo>
                    <a:pt x="1819" y="2242"/>
                  </a:lnTo>
                  <a:lnTo>
                    <a:pt x="1743" y="2201"/>
                  </a:lnTo>
                  <a:lnTo>
                    <a:pt x="1669" y="2155"/>
                  </a:lnTo>
                  <a:lnTo>
                    <a:pt x="1598" y="2101"/>
                  </a:lnTo>
                  <a:lnTo>
                    <a:pt x="1528" y="2039"/>
                  </a:lnTo>
                  <a:lnTo>
                    <a:pt x="1462" y="1971"/>
                  </a:lnTo>
                  <a:lnTo>
                    <a:pt x="1396" y="1898"/>
                  </a:lnTo>
                  <a:lnTo>
                    <a:pt x="1334" y="1817"/>
                  </a:lnTo>
                  <a:lnTo>
                    <a:pt x="1267" y="1821"/>
                  </a:lnTo>
                  <a:lnTo>
                    <a:pt x="1201" y="1823"/>
                  </a:lnTo>
                  <a:lnTo>
                    <a:pt x="1107" y="1820"/>
                  </a:lnTo>
                  <a:lnTo>
                    <a:pt x="1016" y="1809"/>
                  </a:lnTo>
                  <a:lnTo>
                    <a:pt x="928" y="1794"/>
                  </a:lnTo>
                  <a:lnTo>
                    <a:pt x="843" y="1771"/>
                  </a:lnTo>
                  <a:lnTo>
                    <a:pt x="763" y="1742"/>
                  </a:lnTo>
                  <a:lnTo>
                    <a:pt x="685" y="1707"/>
                  </a:lnTo>
                  <a:lnTo>
                    <a:pt x="611" y="1666"/>
                  </a:lnTo>
                  <a:lnTo>
                    <a:pt x="541" y="1617"/>
                  </a:lnTo>
                  <a:lnTo>
                    <a:pt x="474" y="1563"/>
                  </a:lnTo>
                  <a:lnTo>
                    <a:pt x="413" y="1504"/>
                  </a:lnTo>
                  <a:lnTo>
                    <a:pt x="358" y="1442"/>
                  </a:lnTo>
                  <a:lnTo>
                    <a:pt x="307" y="1376"/>
                  </a:lnTo>
                  <a:lnTo>
                    <a:pt x="261" y="1309"/>
                  </a:lnTo>
                  <a:lnTo>
                    <a:pt x="222" y="1239"/>
                  </a:lnTo>
                  <a:lnTo>
                    <a:pt x="185" y="1168"/>
                  </a:lnTo>
                  <a:lnTo>
                    <a:pt x="153" y="1097"/>
                  </a:lnTo>
                  <a:lnTo>
                    <a:pt x="124" y="1025"/>
                  </a:lnTo>
                  <a:lnTo>
                    <a:pt x="100" y="954"/>
                  </a:lnTo>
                  <a:lnTo>
                    <a:pt x="79" y="885"/>
                  </a:lnTo>
                  <a:lnTo>
                    <a:pt x="61" y="816"/>
                  </a:lnTo>
                  <a:lnTo>
                    <a:pt x="46" y="751"/>
                  </a:lnTo>
                  <a:lnTo>
                    <a:pt x="34" y="688"/>
                  </a:lnTo>
                  <a:lnTo>
                    <a:pt x="24" y="629"/>
                  </a:lnTo>
                  <a:lnTo>
                    <a:pt x="16" y="574"/>
                  </a:lnTo>
                  <a:lnTo>
                    <a:pt x="11" y="524"/>
                  </a:lnTo>
                  <a:lnTo>
                    <a:pt x="7" y="479"/>
                  </a:lnTo>
                  <a:lnTo>
                    <a:pt x="3" y="441"/>
                  </a:lnTo>
                  <a:lnTo>
                    <a:pt x="1" y="409"/>
                  </a:lnTo>
                  <a:lnTo>
                    <a:pt x="0" y="384"/>
                  </a:lnTo>
                  <a:lnTo>
                    <a:pt x="0" y="367"/>
                  </a:lnTo>
                  <a:lnTo>
                    <a:pt x="0" y="358"/>
                  </a:lnTo>
                  <a:lnTo>
                    <a:pt x="0" y="217"/>
                  </a:lnTo>
                  <a:lnTo>
                    <a:pt x="855" y="217"/>
                  </a:lnTo>
                  <a:lnTo>
                    <a:pt x="855" y="169"/>
                  </a:lnTo>
                  <a:lnTo>
                    <a:pt x="855" y="127"/>
                  </a:lnTo>
                  <a:lnTo>
                    <a:pt x="855" y="90"/>
                  </a:lnTo>
                  <a:lnTo>
                    <a:pt x="855" y="60"/>
                  </a:lnTo>
                  <a:lnTo>
                    <a:pt x="856" y="35"/>
                  </a:lnTo>
                  <a:lnTo>
                    <a:pt x="856" y="16"/>
                  </a:lnTo>
                  <a:lnTo>
                    <a:pt x="858" y="4"/>
                  </a:lnTo>
                  <a:lnTo>
                    <a:pt x="858" y="0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E0D5048C-7D59-41DF-8B8C-C3FA88A5D326}"/>
              </a:ext>
            </a:extLst>
          </p:cNvPr>
          <p:cNvSpPr/>
          <p:nvPr/>
        </p:nvSpPr>
        <p:spPr>
          <a:xfrm>
            <a:off x="6936874" y="1128074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961550" y="5568789"/>
            <a:ext cx="250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D1FE9A8-785F-4061-B9D2-0EB8380E74D9}"/>
              </a:ext>
            </a:extLst>
          </p:cNvPr>
          <p:cNvSpPr/>
          <p:nvPr/>
        </p:nvSpPr>
        <p:spPr>
          <a:xfrm>
            <a:off x="7730952" y="5608634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959930-415D-4363-B2F0-CDEB659C2453}"/>
              </a:ext>
            </a:extLst>
          </p:cNvPr>
          <p:cNvSpPr/>
          <p:nvPr/>
        </p:nvSpPr>
        <p:spPr>
          <a:xfrm>
            <a:off x="1057525" y="3843692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4F6DF47-3476-4138-9566-FFF05732B2AD}"/>
              </a:ext>
            </a:extLst>
          </p:cNvPr>
          <p:cNvSpPr/>
          <p:nvPr/>
        </p:nvSpPr>
        <p:spPr>
          <a:xfrm>
            <a:off x="1257434" y="2316794"/>
            <a:ext cx="24963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5954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/>
          <p:cNvCxnSpPr/>
          <p:nvPr/>
        </p:nvCxnSpPr>
        <p:spPr>
          <a:xfrm>
            <a:off x="2064263" y="3848466"/>
            <a:ext cx="8060298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4958240" y="1152493"/>
            <a:ext cx="2272344" cy="2688885"/>
            <a:chOff x="4958240" y="1152493"/>
            <a:chExt cx="2272344" cy="268888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6094412" y="3368405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/>
            <p:cNvSpPr/>
            <p:nvPr/>
          </p:nvSpPr>
          <p:spPr>
            <a:xfrm>
              <a:off x="4958240" y="1152493"/>
              <a:ext cx="2272344" cy="22723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043704" y="1688501"/>
              <a:ext cx="2101417" cy="120032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s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291211" y="3839536"/>
            <a:ext cx="1535980" cy="1950533"/>
            <a:chOff x="1291211" y="3839536"/>
            <a:chExt cx="1535980" cy="1950533"/>
          </a:xfrm>
        </p:grpSpPr>
        <p:grpSp>
          <p:nvGrpSpPr>
            <p:cNvPr id="49" name="Group 48"/>
            <p:cNvGrpSpPr/>
            <p:nvPr/>
          </p:nvGrpSpPr>
          <p:grpSpPr>
            <a:xfrm>
              <a:off x="1320987" y="3839536"/>
              <a:ext cx="1476428" cy="1950533"/>
              <a:chOff x="1320987" y="3839536"/>
              <a:chExt cx="1476428" cy="1950533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2064263" y="3839536"/>
                <a:ext cx="0" cy="47297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/>
              <p:cNvSpPr/>
              <p:nvPr/>
            </p:nvSpPr>
            <p:spPr>
              <a:xfrm>
                <a:off x="1320987" y="4314159"/>
                <a:ext cx="1476428" cy="147591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1291211" y="4867448"/>
              <a:ext cx="1535980" cy="369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</a:t>
              </a:r>
              <a:r>
                <a:rPr lang="es-US" sz="1800" dirty="0" err="1">
                  <a:solidFill>
                    <a:schemeClr val="bg1"/>
                  </a:solidFill>
                  <a:latin typeface="Open Sans" panose="020B0606030504020204" pitchFamily="34" charset="0"/>
                </a:rPr>
                <a:t>text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9360174" y="3839536"/>
            <a:ext cx="1535980" cy="1950533"/>
            <a:chOff x="9360174" y="3839536"/>
            <a:chExt cx="1535980" cy="1950533"/>
          </a:xfrm>
        </p:grpSpPr>
        <p:grpSp>
          <p:nvGrpSpPr>
            <p:cNvPr id="51" name="Group 50"/>
            <p:cNvGrpSpPr/>
            <p:nvPr/>
          </p:nvGrpSpPr>
          <p:grpSpPr>
            <a:xfrm>
              <a:off x="9389950" y="3839536"/>
              <a:ext cx="1476428" cy="1950533"/>
              <a:chOff x="9389950" y="3839536"/>
              <a:chExt cx="1476428" cy="1950533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>
                <a:off x="10124561" y="3839536"/>
                <a:ext cx="0" cy="47297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/>
              <p:cNvSpPr/>
              <p:nvPr/>
            </p:nvSpPr>
            <p:spPr>
              <a:xfrm>
                <a:off x="9389950" y="4314159"/>
                <a:ext cx="1476428" cy="147591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57" name="Rectangle 56"/>
            <p:cNvSpPr/>
            <p:nvPr/>
          </p:nvSpPr>
          <p:spPr>
            <a:xfrm>
              <a:off x="9360174" y="4867448"/>
              <a:ext cx="1535980" cy="369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</a:t>
              </a:r>
              <a:r>
                <a:rPr lang="es-US" sz="1800" dirty="0" err="1">
                  <a:solidFill>
                    <a:schemeClr val="bg1"/>
                  </a:solidFill>
                  <a:latin typeface="Open Sans" panose="020B0606030504020204" pitchFamily="34" charset="0"/>
                </a:rPr>
                <a:t>text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SIMPLE ORG CHART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028A91-29CA-415F-9786-29329B97B6A5}"/>
              </a:ext>
            </a:extLst>
          </p:cNvPr>
          <p:cNvCxnSpPr/>
          <p:nvPr/>
        </p:nvCxnSpPr>
        <p:spPr>
          <a:xfrm>
            <a:off x="6095741" y="3839536"/>
            <a:ext cx="0" cy="47297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892EA24-FAD2-45D5-B126-8C6537793C08}"/>
              </a:ext>
            </a:extLst>
          </p:cNvPr>
          <p:cNvGrpSpPr/>
          <p:nvPr/>
        </p:nvGrpSpPr>
        <p:grpSpPr>
          <a:xfrm>
            <a:off x="5326422" y="4314159"/>
            <a:ext cx="1535980" cy="1475910"/>
            <a:chOff x="5326422" y="4314159"/>
            <a:chExt cx="1535980" cy="147591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55C9A8F-A7F4-4969-B1B7-40070927B940}"/>
                </a:ext>
              </a:extLst>
            </p:cNvPr>
            <p:cNvSpPr/>
            <p:nvPr/>
          </p:nvSpPr>
          <p:spPr>
            <a:xfrm>
              <a:off x="5366479" y="4314159"/>
              <a:ext cx="1476428" cy="147591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A4100C-E080-46B5-B937-5D5EEAAFF676}"/>
                </a:ext>
              </a:extLst>
            </p:cNvPr>
            <p:cNvSpPr/>
            <p:nvPr/>
          </p:nvSpPr>
          <p:spPr>
            <a:xfrm>
              <a:off x="5326422" y="4867448"/>
              <a:ext cx="1535980" cy="369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</a:t>
              </a:r>
              <a:r>
                <a:rPr lang="es-US" sz="1800" dirty="0" err="1">
                  <a:solidFill>
                    <a:schemeClr val="bg1"/>
                  </a:solidFill>
                  <a:latin typeface="Open Sans" panose="020B0606030504020204" pitchFamily="34" charset="0"/>
                </a:rPr>
                <a:t>text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9627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/>
          <p:cNvGrpSpPr/>
          <p:nvPr/>
        </p:nvGrpSpPr>
        <p:grpSpPr>
          <a:xfrm>
            <a:off x="1291211" y="1152493"/>
            <a:ext cx="9604943" cy="4637576"/>
            <a:chOff x="1291211" y="1152493"/>
            <a:chExt cx="9604943" cy="463757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2064263" y="3848466"/>
              <a:ext cx="8060298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/>
            <p:cNvGrpSpPr/>
            <p:nvPr/>
          </p:nvGrpSpPr>
          <p:grpSpPr>
            <a:xfrm>
              <a:off x="4958240" y="1152493"/>
              <a:ext cx="2272344" cy="2688885"/>
              <a:chOff x="4958240" y="1152493"/>
              <a:chExt cx="2272344" cy="2688885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6094412" y="3368405"/>
                <a:ext cx="0" cy="472973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Oval 1"/>
              <p:cNvSpPr/>
              <p:nvPr/>
            </p:nvSpPr>
            <p:spPr>
              <a:xfrm>
                <a:off x="4958240" y="1152493"/>
                <a:ext cx="2272344" cy="227234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5043704" y="1688501"/>
                <a:ext cx="2101417" cy="1200329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US" dirty="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You can replace this text.</a:t>
                </a:r>
                <a:endParaRPr lang="en-US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1291211" y="3839536"/>
              <a:ext cx="1535980" cy="1950533"/>
              <a:chOff x="1291211" y="3839536"/>
              <a:chExt cx="1535980" cy="1950533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1320987" y="3839536"/>
                <a:ext cx="1476428" cy="1950533"/>
                <a:chOff x="1320987" y="3839536"/>
                <a:chExt cx="1476428" cy="1950533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064263" y="3839536"/>
                  <a:ext cx="0" cy="472973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Oval 32"/>
                <p:cNvSpPr/>
                <p:nvPr/>
              </p:nvSpPr>
              <p:spPr>
                <a:xfrm>
                  <a:off x="1320987" y="4314159"/>
                  <a:ext cx="1476428" cy="147591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Open Sans" panose="020B0606030504020204" pitchFamily="34" charset="0"/>
                  </a:endParaRPr>
                </a:p>
              </p:txBody>
            </p:sp>
          </p:grpSp>
          <p:sp>
            <p:nvSpPr>
              <p:cNvPr id="54" name="Rectangle 53"/>
              <p:cNvSpPr/>
              <p:nvPr/>
            </p:nvSpPr>
            <p:spPr>
              <a:xfrm>
                <a:off x="1291211" y="4867448"/>
                <a:ext cx="1535980" cy="3693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US" sz="1800" dirty="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Edit </a:t>
                </a:r>
                <a:r>
                  <a:rPr lang="es-US" sz="1800" dirty="0" err="1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text</a:t>
                </a:r>
                <a:endParaRPr lang="en-US" sz="18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3984984" y="3839536"/>
              <a:ext cx="1535980" cy="1950533"/>
              <a:chOff x="3984984" y="3839536"/>
              <a:chExt cx="1535980" cy="1950533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4014760" y="3839536"/>
                <a:ext cx="1476428" cy="1950533"/>
                <a:chOff x="3343068" y="3839536"/>
                <a:chExt cx="1476428" cy="1950533"/>
              </a:xfrm>
            </p:grpSpPr>
            <p:cxnSp>
              <p:nvCxnSpPr>
                <p:cNvPr id="39" name="Straight Connector 38"/>
                <p:cNvCxnSpPr/>
                <p:nvPr/>
              </p:nvCxnSpPr>
              <p:spPr>
                <a:xfrm>
                  <a:off x="4079337" y="3839536"/>
                  <a:ext cx="0" cy="472973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Oval 33"/>
                <p:cNvSpPr/>
                <p:nvPr/>
              </p:nvSpPr>
              <p:spPr>
                <a:xfrm>
                  <a:off x="3343068" y="4314159"/>
                  <a:ext cx="1476428" cy="147591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Open Sans" panose="020B0606030504020204" pitchFamily="34" charset="0"/>
                  </a:endParaRPr>
                </a:p>
              </p:txBody>
            </p:sp>
          </p:grpSp>
          <p:sp>
            <p:nvSpPr>
              <p:cNvPr id="55" name="Rectangle 54"/>
              <p:cNvSpPr/>
              <p:nvPr/>
            </p:nvSpPr>
            <p:spPr>
              <a:xfrm>
                <a:off x="3984984" y="4867448"/>
                <a:ext cx="1535980" cy="3693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US" sz="1800" dirty="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Edit </a:t>
                </a:r>
                <a:r>
                  <a:rPr lang="es-US" sz="1800" dirty="0" err="1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text</a:t>
                </a:r>
                <a:endParaRPr lang="en-US" sz="18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6678757" y="3839536"/>
              <a:ext cx="1535980" cy="1950533"/>
              <a:chOff x="6678757" y="3839536"/>
              <a:chExt cx="1535980" cy="1950533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6708533" y="3839536"/>
                <a:ext cx="1476428" cy="1950533"/>
                <a:chOff x="7380223" y="3839536"/>
                <a:chExt cx="1476428" cy="1950533"/>
              </a:xfrm>
            </p:grpSpPr>
            <p:cxnSp>
              <p:nvCxnSpPr>
                <p:cNvPr id="41" name="Straight Connector 40"/>
                <p:cNvCxnSpPr/>
                <p:nvPr/>
              </p:nvCxnSpPr>
              <p:spPr>
                <a:xfrm>
                  <a:off x="8109485" y="3839536"/>
                  <a:ext cx="0" cy="472973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Oval 35"/>
                <p:cNvSpPr/>
                <p:nvPr/>
              </p:nvSpPr>
              <p:spPr>
                <a:xfrm>
                  <a:off x="7380223" y="4314159"/>
                  <a:ext cx="1476428" cy="147591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Open Sans" panose="020B0606030504020204" pitchFamily="34" charset="0"/>
                  </a:endParaRPr>
                </a:p>
              </p:txBody>
            </p:sp>
          </p:grpSp>
          <p:sp>
            <p:nvSpPr>
              <p:cNvPr id="56" name="Rectangle 55"/>
              <p:cNvSpPr/>
              <p:nvPr/>
            </p:nvSpPr>
            <p:spPr>
              <a:xfrm>
                <a:off x="6678757" y="4867448"/>
                <a:ext cx="1535980" cy="3693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US" sz="1800" dirty="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Edit </a:t>
                </a:r>
                <a:r>
                  <a:rPr lang="es-US" sz="1800" dirty="0" err="1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text</a:t>
                </a:r>
                <a:endParaRPr lang="en-US" sz="18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9360174" y="3839536"/>
              <a:ext cx="1535980" cy="1950533"/>
              <a:chOff x="9360174" y="3839536"/>
              <a:chExt cx="1535980" cy="1950533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9389950" y="3839536"/>
                <a:ext cx="1476428" cy="1950533"/>
                <a:chOff x="9389950" y="3839536"/>
                <a:chExt cx="1476428" cy="1950533"/>
              </a:xfrm>
            </p:grpSpPr>
            <p:cxnSp>
              <p:nvCxnSpPr>
                <p:cNvPr id="42" name="Straight Connector 41"/>
                <p:cNvCxnSpPr/>
                <p:nvPr/>
              </p:nvCxnSpPr>
              <p:spPr>
                <a:xfrm>
                  <a:off x="10124561" y="3839536"/>
                  <a:ext cx="0" cy="472973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Oval 36"/>
                <p:cNvSpPr/>
                <p:nvPr/>
              </p:nvSpPr>
              <p:spPr>
                <a:xfrm>
                  <a:off x="9389950" y="4314159"/>
                  <a:ext cx="1476428" cy="147591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Open Sans" panose="020B0606030504020204" pitchFamily="34" charset="0"/>
                  </a:endParaRPr>
                </a:p>
              </p:txBody>
            </p:sp>
          </p:grpSp>
          <p:sp>
            <p:nvSpPr>
              <p:cNvPr id="57" name="Rectangle 56"/>
              <p:cNvSpPr/>
              <p:nvPr/>
            </p:nvSpPr>
            <p:spPr>
              <a:xfrm>
                <a:off x="9360174" y="4867448"/>
                <a:ext cx="1535980" cy="36933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US" sz="1800" dirty="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Edit </a:t>
                </a:r>
                <a:r>
                  <a:rPr lang="es-US" sz="1800" dirty="0" err="1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text</a:t>
                </a:r>
                <a:endParaRPr lang="en-US" sz="18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SIMPLE ORG CHART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94909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091403" y="2341348"/>
            <a:ext cx="6006017" cy="1119351"/>
            <a:chOff x="2064263" y="3368405"/>
            <a:chExt cx="8060298" cy="944104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2064263" y="3848466"/>
              <a:ext cx="8060298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6094412" y="3368405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080029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10124561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2066323" y="4154381"/>
            <a:ext cx="2096814" cy="1166649"/>
            <a:chOff x="2064263" y="3368405"/>
            <a:chExt cx="8060298" cy="944104"/>
          </a:xfrm>
        </p:grpSpPr>
        <p:cxnSp>
          <p:nvCxnSpPr>
            <p:cNvPr id="61" name="Straight Connector 60"/>
            <p:cNvCxnSpPr/>
            <p:nvPr/>
          </p:nvCxnSpPr>
          <p:spPr>
            <a:xfrm>
              <a:off x="2064263" y="3848466"/>
              <a:ext cx="8060298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6094412" y="3368405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080029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0124561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/>
          <p:cNvGrpSpPr/>
          <p:nvPr/>
        </p:nvGrpSpPr>
        <p:grpSpPr>
          <a:xfrm>
            <a:off x="8025688" y="4154381"/>
            <a:ext cx="2096814" cy="1166649"/>
            <a:chOff x="2064263" y="3368405"/>
            <a:chExt cx="8060298" cy="944104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2064263" y="3848466"/>
              <a:ext cx="8060298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6094412" y="3368405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2080029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10124561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4949125" y="1658402"/>
            <a:ext cx="2290575" cy="7158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LEADER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89649" y="3518734"/>
            <a:ext cx="2050162" cy="640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Open Sans" panose="020B0606030504020204" pitchFamily="34" charset="0"/>
              </a:rPr>
              <a:t>MANAGER 1</a:t>
            </a:r>
            <a:endParaRPr lang="en-US" sz="2000" dirty="0">
              <a:latin typeface="Open Sans" panose="020B0606030504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41242" y="5394830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138056" y="5394830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049014" y="3518734"/>
            <a:ext cx="2050162" cy="640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Open Sans" panose="020B0606030504020204" pitchFamily="34" charset="0"/>
              </a:rPr>
              <a:t>MANAGER 2</a:t>
            </a:r>
            <a:endParaRPr lang="en-US" sz="2000" dirty="0">
              <a:latin typeface="Open Sans" panose="020B0606030504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000607" y="5394830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097421" y="5394830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INFOGRAPHICS BUNDLE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69449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091403" y="2341348"/>
            <a:ext cx="6006017" cy="1119351"/>
            <a:chOff x="2064263" y="3368405"/>
            <a:chExt cx="8060298" cy="944104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2064263" y="3848466"/>
              <a:ext cx="8060298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6094412" y="3368405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080029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10124561" y="3839536"/>
              <a:ext cx="0" cy="47297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4949125" y="1658402"/>
            <a:ext cx="2290575" cy="7158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LEADER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89649" y="3518734"/>
            <a:ext cx="2050162" cy="640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Open Sans" panose="020B0606030504020204" pitchFamily="34" charset="0"/>
              </a:rPr>
              <a:t>MANAGER 1</a:t>
            </a:r>
            <a:endParaRPr lang="en-US" sz="2000" dirty="0">
              <a:latin typeface="Open Sans" panose="020B0606030504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049014" y="3518734"/>
            <a:ext cx="2050162" cy="640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Open Sans" panose="020B0606030504020204" pitchFamily="34" charset="0"/>
              </a:rPr>
              <a:t>MANAGER 3</a:t>
            </a:r>
            <a:endParaRPr lang="en-US" sz="2000" dirty="0">
              <a:latin typeface="Open Sans" panose="020B0606030504020204" pitchFamily="34" charset="0"/>
            </a:endParaRP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INFOGRAPHICS BUNDLE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0CF6A1-CA7B-4487-A8C0-8C1C80FAF65F}"/>
              </a:ext>
            </a:extLst>
          </p:cNvPr>
          <p:cNvSpPr/>
          <p:nvPr/>
        </p:nvSpPr>
        <p:spPr>
          <a:xfrm>
            <a:off x="5066117" y="3518734"/>
            <a:ext cx="2050162" cy="640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Open Sans" panose="020B0606030504020204" pitchFamily="34" charset="0"/>
              </a:rPr>
              <a:t>MANAGER 2</a:t>
            </a:r>
            <a:endParaRPr lang="en-US" sz="2000" dirty="0">
              <a:latin typeface="Open Sans" panose="020B0606030504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CA8B46-E583-4259-A1C0-1AAE4701DAAC}"/>
              </a:ext>
            </a:extLst>
          </p:cNvPr>
          <p:cNvCxnSpPr/>
          <p:nvPr/>
        </p:nvCxnSpPr>
        <p:spPr>
          <a:xfrm>
            <a:off x="6098631" y="2899931"/>
            <a:ext cx="0" cy="56076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026704-F77E-4CD4-B861-428E0622B475}"/>
              </a:ext>
            </a:extLst>
          </p:cNvPr>
          <p:cNvCxnSpPr/>
          <p:nvPr/>
        </p:nvCxnSpPr>
        <p:spPr>
          <a:xfrm>
            <a:off x="3114730" y="4174450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92BE21E-803E-4C2D-8282-EFE5ABF74207}"/>
              </a:ext>
            </a:extLst>
          </p:cNvPr>
          <p:cNvSpPr/>
          <p:nvPr/>
        </p:nvSpPr>
        <p:spPr>
          <a:xfrm>
            <a:off x="2089649" y="4832713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742906-B01F-458A-900F-236EC0977E57}"/>
              </a:ext>
            </a:extLst>
          </p:cNvPr>
          <p:cNvCxnSpPr/>
          <p:nvPr/>
        </p:nvCxnSpPr>
        <p:spPr>
          <a:xfrm>
            <a:off x="6091198" y="4174450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D3EB025-8E00-4244-B2FA-709F91DCCD6D}"/>
              </a:ext>
            </a:extLst>
          </p:cNvPr>
          <p:cNvSpPr/>
          <p:nvPr/>
        </p:nvSpPr>
        <p:spPr>
          <a:xfrm>
            <a:off x="5066117" y="4832713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B687D0-CA7A-41FE-AA4A-A2D45D0B7366}"/>
              </a:ext>
            </a:extLst>
          </p:cNvPr>
          <p:cNvCxnSpPr/>
          <p:nvPr/>
        </p:nvCxnSpPr>
        <p:spPr>
          <a:xfrm>
            <a:off x="9067666" y="4174450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B5AF9F5-3AAF-451D-B878-54B5FC1F2387}"/>
              </a:ext>
            </a:extLst>
          </p:cNvPr>
          <p:cNvSpPr/>
          <p:nvPr/>
        </p:nvSpPr>
        <p:spPr>
          <a:xfrm>
            <a:off x="8042585" y="4832713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6248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3091403" y="2910519"/>
            <a:ext cx="6006017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094412" y="2341348"/>
            <a:ext cx="0" cy="56076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066323" y="3742980"/>
            <a:ext cx="209681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</p:cNvCxnSpPr>
          <p:nvPr/>
        </p:nvCxnSpPr>
        <p:spPr>
          <a:xfrm>
            <a:off x="3114730" y="2910519"/>
            <a:ext cx="0" cy="83246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070424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163137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8025688" y="3742980"/>
            <a:ext cx="209681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cxnSpLocks/>
          </p:cNvCxnSpPr>
          <p:nvPr/>
        </p:nvCxnSpPr>
        <p:spPr>
          <a:xfrm>
            <a:off x="9074095" y="2910519"/>
            <a:ext cx="0" cy="83246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029789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10122502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9125" y="1658402"/>
            <a:ext cx="2290575" cy="7158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LEADER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1242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138056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000607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097421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INFOGRAPHICS BUNDLE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1003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3091403" y="2910519"/>
            <a:ext cx="6006017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094412" y="2341348"/>
            <a:ext cx="0" cy="56076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066323" y="3742980"/>
            <a:ext cx="209681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</p:cNvCxnSpPr>
          <p:nvPr/>
        </p:nvCxnSpPr>
        <p:spPr>
          <a:xfrm>
            <a:off x="3114730" y="2910519"/>
            <a:ext cx="0" cy="83246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070424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163137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8025688" y="3742980"/>
            <a:ext cx="209681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cxnSpLocks/>
          </p:cNvCxnSpPr>
          <p:nvPr/>
        </p:nvCxnSpPr>
        <p:spPr>
          <a:xfrm>
            <a:off x="9074095" y="2910519"/>
            <a:ext cx="0" cy="83246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029789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10122502" y="3731945"/>
            <a:ext cx="0" cy="58446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9125" y="1658402"/>
            <a:ext cx="2290575" cy="7158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LEADER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1242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138056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000607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097421" y="4390208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INFOGRAPHICS BUNDLE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 dirty="0"/>
              <a:t>Edit this presentation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1D16A5-61B6-4DEC-9E4E-ACBFBB732C30}"/>
              </a:ext>
            </a:extLst>
          </p:cNvPr>
          <p:cNvSpPr/>
          <p:nvPr/>
        </p:nvSpPr>
        <p:spPr>
          <a:xfrm>
            <a:off x="1041242" y="5104684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E78FF3-0C09-49B8-8590-A6862F7AA2F4}"/>
              </a:ext>
            </a:extLst>
          </p:cNvPr>
          <p:cNvSpPr/>
          <p:nvPr/>
        </p:nvSpPr>
        <p:spPr>
          <a:xfrm>
            <a:off x="3138056" y="5104684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D8605-A0CA-42B0-93DA-45B97DB3DC21}"/>
              </a:ext>
            </a:extLst>
          </p:cNvPr>
          <p:cNvSpPr/>
          <p:nvPr/>
        </p:nvSpPr>
        <p:spPr>
          <a:xfrm>
            <a:off x="7000607" y="5104684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0C2FCB-9DB1-446E-A6C2-C1F29E9F75E9}"/>
              </a:ext>
            </a:extLst>
          </p:cNvPr>
          <p:cNvSpPr/>
          <p:nvPr/>
        </p:nvSpPr>
        <p:spPr>
          <a:xfrm>
            <a:off x="9097421" y="5104684"/>
            <a:ext cx="2050162" cy="6406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atin typeface="Open Sans" panose="020B0606030504020204" pitchFamily="34" charset="0"/>
              </a:rPr>
              <a:t>Your Text Here</a:t>
            </a:r>
            <a:endParaRPr lang="en-US" sz="1800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27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DEVICES INFOGRAPHIC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B207CEF-A1DC-43F2-B78C-B7F01DBF6429}"/>
              </a:ext>
            </a:extLst>
          </p:cNvPr>
          <p:cNvGrpSpPr/>
          <p:nvPr/>
        </p:nvGrpSpPr>
        <p:grpSpPr>
          <a:xfrm>
            <a:off x="1518140" y="4038817"/>
            <a:ext cx="3569319" cy="2152150"/>
            <a:chOff x="2047729" y="2823882"/>
            <a:chExt cx="3970330" cy="239394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77911E2-CF5A-417C-A5D4-0BEB43CB452D}"/>
                </a:ext>
              </a:extLst>
            </p:cNvPr>
            <p:cNvGrpSpPr/>
            <p:nvPr/>
          </p:nvGrpSpPr>
          <p:grpSpPr>
            <a:xfrm>
              <a:off x="2276787" y="2823882"/>
              <a:ext cx="3512215" cy="2347778"/>
              <a:chOff x="2276787" y="1596540"/>
              <a:chExt cx="3512215" cy="2443280"/>
            </a:xfrm>
          </p:grpSpPr>
          <p:sp>
            <p:nvSpPr>
              <p:cNvPr id="36" name="Rounded Rectangle 3">
                <a:extLst>
                  <a:ext uri="{FF2B5EF4-FFF2-40B4-BE49-F238E27FC236}">
                    <a16:creationId xmlns:a16="http://schemas.microsoft.com/office/drawing/2014/main" id="{3A37418C-819C-4D11-8FFB-00F3E49204D6}"/>
                  </a:ext>
                </a:extLst>
              </p:cNvPr>
              <p:cNvSpPr/>
              <p:nvPr/>
            </p:nvSpPr>
            <p:spPr>
              <a:xfrm>
                <a:off x="2276787" y="1596540"/>
                <a:ext cx="3512215" cy="2443280"/>
              </a:xfrm>
              <a:prstGeom prst="roundRect">
                <a:avLst>
                  <a:gd name="adj" fmla="val 569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7AC1D7E-DA31-4E74-8903-24093AADC4C1}"/>
                  </a:ext>
                </a:extLst>
              </p:cNvPr>
              <p:cNvSpPr/>
              <p:nvPr/>
            </p:nvSpPr>
            <p:spPr>
              <a:xfrm>
                <a:off x="2418024" y="1741600"/>
                <a:ext cx="3229742" cy="21531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35" name="Round Same Side Corner Rectangle 7">
              <a:extLst>
                <a:ext uri="{FF2B5EF4-FFF2-40B4-BE49-F238E27FC236}">
                  <a16:creationId xmlns:a16="http://schemas.microsoft.com/office/drawing/2014/main" id="{AA657A5E-86F7-4F03-A6A2-E7AD73369041}"/>
                </a:ext>
              </a:extLst>
            </p:cNvPr>
            <p:cNvSpPr/>
            <p:nvPr/>
          </p:nvSpPr>
          <p:spPr>
            <a:xfrm>
              <a:off x="2047729" y="5032402"/>
              <a:ext cx="3970330" cy="185423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Open Sans" panose="020B0606030504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8018D9-F963-4A30-BC5E-2965DFCDBFB4}"/>
              </a:ext>
            </a:extLst>
          </p:cNvPr>
          <p:cNvGrpSpPr/>
          <p:nvPr/>
        </p:nvGrpSpPr>
        <p:grpSpPr>
          <a:xfrm>
            <a:off x="5706030" y="3445337"/>
            <a:ext cx="2196504" cy="2745630"/>
            <a:chOff x="6705232" y="2360065"/>
            <a:chExt cx="2443280" cy="3054100"/>
          </a:xfrm>
        </p:grpSpPr>
        <p:sp>
          <p:nvSpPr>
            <p:cNvPr id="39" name="Rounded Rectangle 9">
              <a:extLst>
                <a:ext uri="{FF2B5EF4-FFF2-40B4-BE49-F238E27FC236}">
                  <a16:creationId xmlns:a16="http://schemas.microsoft.com/office/drawing/2014/main" id="{E6D87A7F-886C-4D14-8641-EB759819F70E}"/>
                </a:ext>
              </a:extLst>
            </p:cNvPr>
            <p:cNvSpPr/>
            <p:nvPr/>
          </p:nvSpPr>
          <p:spPr>
            <a:xfrm>
              <a:off x="6705232" y="2360065"/>
              <a:ext cx="2443280" cy="3054100"/>
            </a:xfrm>
            <a:prstGeom prst="roundRect">
              <a:avLst>
                <a:gd name="adj" fmla="val 668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0EEB66-A7E3-4C60-BAB5-B277FF36B950}"/>
                </a:ext>
              </a:extLst>
            </p:cNvPr>
            <p:cNvSpPr/>
            <p:nvPr/>
          </p:nvSpPr>
          <p:spPr>
            <a:xfrm>
              <a:off x="6857937" y="2657296"/>
              <a:ext cx="2137870" cy="2459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Open Sans" panose="020B060603050402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DD896AA-82DB-4C0F-9C1D-DC8695F9C468}"/>
                </a:ext>
              </a:extLst>
            </p:cNvPr>
            <p:cNvGrpSpPr/>
            <p:nvPr/>
          </p:nvGrpSpPr>
          <p:grpSpPr>
            <a:xfrm>
              <a:off x="7697815" y="2504260"/>
              <a:ext cx="458115" cy="53176"/>
              <a:chOff x="7621462" y="2524356"/>
              <a:chExt cx="458115" cy="53176"/>
            </a:xfrm>
          </p:grpSpPr>
          <p:sp>
            <p:nvSpPr>
              <p:cNvPr id="43" name="Rounded Rectangle 11">
                <a:extLst>
                  <a:ext uri="{FF2B5EF4-FFF2-40B4-BE49-F238E27FC236}">
                    <a16:creationId xmlns:a16="http://schemas.microsoft.com/office/drawing/2014/main" id="{8A69C48F-279D-46F6-B8F3-FFDA7B4123D2}"/>
                  </a:ext>
                </a:extLst>
              </p:cNvPr>
              <p:cNvSpPr/>
              <p:nvPr/>
            </p:nvSpPr>
            <p:spPr>
              <a:xfrm>
                <a:off x="7621462" y="2524356"/>
                <a:ext cx="305410" cy="5317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44" name="Rounded Rectangle 33">
                <a:extLst>
                  <a:ext uri="{FF2B5EF4-FFF2-40B4-BE49-F238E27FC236}">
                    <a16:creationId xmlns:a16="http://schemas.microsoft.com/office/drawing/2014/main" id="{E4176CAA-600E-4B24-9C02-D2AD4B66A144}"/>
                  </a:ext>
                </a:extLst>
              </p:cNvPr>
              <p:cNvSpPr/>
              <p:nvPr/>
            </p:nvSpPr>
            <p:spPr>
              <a:xfrm>
                <a:off x="7964362" y="2524356"/>
                <a:ext cx="115215" cy="5317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48A5FAF-1213-4F81-9A8E-33EB34322AF0}"/>
                </a:ext>
              </a:extLst>
            </p:cNvPr>
            <p:cNvSpPr/>
            <p:nvPr/>
          </p:nvSpPr>
          <p:spPr>
            <a:xfrm>
              <a:off x="7859264" y="5170313"/>
              <a:ext cx="135216" cy="1352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Open Sans" panose="020B0606030504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398A514-6EB3-4E02-803E-5DEDA3CBBAB8}"/>
              </a:ext>
            </a:extLst>
          </p:cNvPr>
          <p:cNvGrpSpPr/>
          <p:nvPr/>
        </p:nvGrpSpPr>
        <p:grpSpPr>
          <a:xfrm>
            <a:off x="8557804" y="4543589"/>
            <a:ext cx="823688" cy="1647378"/>
            <a:chOff x="9912036" y="2360065"/>
            <a:chExt cx="1221639" cy="244328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9344C78-9CC6-4C18-ACB9-8360FC7CF512}"/>
                </a:ext>
              </a:extLst>
            </p:cNvPr>
            <p:cNvGrpSpPr/>
            <p:nvPr/>
          </p:nvGrpSpPr>
          <p:grpSpPr>
            <a:xfrm>
              <a:off x="9912036" y="2360065"/>
              <a:ext cx="1221639" cy="2443280"/>
              <a:chOff x="9912036" y="2360065"/>
              <a:chExt cx="1221639" cy="2443280"/>
            </a:xfrm>
          </p:grpSpPr>
          <p:sp>
            <p:nvSpPr>
              <p:cNvPr id="50" name="Rounded Rectangle 15">
                <a:extLst>
                  <a:ext uri="{FF2B5EF4-FFF2-40B4-BE49-F238E27FC236}">
                    <a16:creationId xmlns:a16="http://schemas.microsoft.com/office/drawing/2014/main" id="{F6697262-249C-475A-B4C4-8DB207A463D5}"/>
                  </a:ext>
                </a:extLst>
              </p:cNvPr>
              <p:cNvSpPr/>
              <p:nvPr/>
            </p:nvSpPr>
            <p:spPr>
              <a:xfrm>
                <a:off x="9912036" y="2360065"/>
                <a:ext cx="1221639" cy="2443280"/>
              </a:xfrm>
              <a:prstGeom prst="roundRect">
                <a:avLst>
                  <a:gd name="adj" fmla="val 11732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90928C6-33AB-4FA4-8F59-970EE625CDA3}"/>
                  </a:ext>
                </a:extLst>
              </p:cNvPr>
              <p:cNvSpPr/>
              <p:nvPr/>
            </p:nvSpPr>
            <p:spPr>
              <a:xfrm>
                <a:off x="9961252" y="2657296"/>
                <a:ext cx="1123210" cy="18406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8CE86D6-9B06-4EA3-9280-483182770C5B}"/>
                </a:ext>
              </a:extLst>
            </p:cNvPr>
            <p:cNvSpPr/>
            <p:nvPr/>
          </p:nvSpPr>
          <p:spPr>
            <a:xfrm>
              <a:off x="10428589" y="4529579"/>
              <a:ext cx="188536" cy="1885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Open Sans" panose="020B0606030504020204" pitchFamily="34" charset="0"/>
              </a:endParaRPr>
            </a:p>
          </p:txBody>
        </p:sp>
        <p:sp>
          <p:nvSpPr>
            <p:cNvPr id="49" name="Rounded Rectangle 19">
              <a:extLst>
                <a:ext uri="{FF2B5EF4-FFF2-40B4-BE49-F238E27FC236}">
                  <a16:creationId xmlns:a16="http://schemas.microsoft.com/office/drawing/2014/main" id="{59898F88-7612-48CA-A1B4-2D6D0D0A5F19}"/>
                </a:ext>
              </a:extLst>
            </p:cNvPr>
            <p:cNvSpPr/>
            <p:nvPr/>
          </p:nvSpPr>
          <p:spPr>
            <a:xfrm>
              <a:off x="10418671" y="2499472"/>
              <a:ext cx="208372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Open Sans" panose="020B0606030504020204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3BFA6BA-CB38-44F0-A6B0-AAE7ABF831CD}"/>
              </a:ext>
            </a:extLst>
          </p:cNvPr>
          <p:cNvSpPr txBox="1"/>
          <p:nvPr/>
        </p:nvSpPr>
        <p:spPr>
          <a:xfrm>
            <a:off x="2099586" y="4388580"/>
            <a:ext cx="240642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2"/>
                </a:solidFill>
                <a:latin typeface="Open Sans" panose="020B0606030504020204" pitchFamily="34" charset="0"/>
              </a:rPr>
              <a:t>50%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58ECB4-20D5-40BD-ABAF-E80CB6488B6B}"/>
              </a:ext>
            </a:extLst>
          </p:cNvPr>
          <p:cNvSpPr txBox="1"/>
          <p:nvPr/>
        </p:nvSpPr>
        <p:spPr>
          <a:xfrm>
            <a:off x="5804650" y="4204323"/>
            <a:ext cx="19992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>
                <a:solidFill>
                  <a:schemeClr val="accent5"/>
                </a:solidFill>
                <a:latin typeface="Open Sans" panose="020B0606030504020204" pitchFamily="34" charset="0"/>
              </a:rPr>
              <a:t>25%</a:t>
            </a:r>
            <a:endParaRPr lang="en-US" sz="7200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9F66C9-4061-4801-AE0F-E27A55104D9E}"/>
              </a:ext>
            </a:extLst>
          </p:cNvPr>
          <p:cNvSpPr txBox="1"/>
          <p:nvPr/>
        </p:nvSpPr>
        <p:spPr>
          <a:xfrm>
            <a:off x="8524655" y="5068893"/>
            <a:ext cx="889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accent4"/>
                </a:solidFill>
                <a:latin typeface="Open Sans" panose="020B0606030504020204" pitchFamily="34" charset="0"/>
              </a:rPr>
              <a:t>25%</a:t>
            </a:r>
            <a:endParaRPr lang="en-US" sz="2800" dirty="0">
              <a:solidFill>
                <a:schemeClr val="accent4"/>
              </a:solidFill>
              <a:latin typeface="Open Sans" panose="020B0606030504020204" pitchFamily="34" charset="0"/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D90CD02E-8C92-4B3B-A7AD-D3F080D36DE6}"/>
              </a:ext>
            </a:extLst>
          </p:cNvPr>
          <p:cNvSpPr/>
          <p:nvPr/>
        </p:nvSpPr>
        <p:spPr>
          <a:xfrm>
            <a:off x="4533949" y="2112932"/>
            <a:ext cx="4383445" cy="4383445"/>
          </a:xfrm>
          <a:prstGeom prst="arc">
            <a:avLst>
              <a:gd name="adj1" fmla="val 12001726"/>
              <a:gd name="adj2" fmla="val 0"/>
            </a:avLst>
          </a:prstGeom>
          <a:ln>
            <a:solidFill>
              <a:schemeClr val="bg1">
                <a:lumMod val="75000"/>
              </a:schemeClr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Open Sans" panose="020B060603050402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7090BDF-2AFA-4178-B999-FE715D8616A3}"/>
              </a:ext>
            </a:extLst>
          </p:cNvPr>
          <p:cNvCxnSpPr/>
          <p:nvPr/>
        </p:nvCxnSpPr>
        <p:spPr>
          <a:xfrm>
            <a:off x="6721017" y="2112932"/>
            <a:ext cx="0" cy="98573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ABC178-A39C-4988-B7C7-5098D686DBC4}"/>
              </a:ext>
            </a:extLst>
          </p:cNvPr>
          <p:cNvSpPr txBox="1"/>
          <p:nvPr/>
        </p:nvSpPr>
        <p:spPr>
          <a:xfrm>
            <a:off x="6705232" y="1138425"/>
            <a:ext cx="3440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3037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3611318" y="1366944"/>
            <a:ext cx="5807578" cy="1980552"/>
            <a:chOff x="2554014" y="1138425"/>
            <a:chExt cx="6581798" cy="2137870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2554014" y="1138425"/>
              <a:ext cx="1860643" cy="213787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651132" y="2054655"/>
              <a:ext cx="1679755" cy="122164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401957" y="1138425"/>
              <a:ext cx="4733855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860072" y="2215298"/>
              <a:ext cx="4275740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318187" y="3275735"/>
              <a:ext cx="3817625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4491009" y="2207360"/>
              <a:ext cx="381763" cy="458116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Oval 39"/>
          <p:cNvSpPr/>
          <p:nvPr/>
        </p:nvSpPr>
        <p:spPr>
          <a:xfrm>
            <a:off x="4258105" y="1894476"/>
            <a:ext cx="642553" cy="64255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Open Sans" panose="020B0606030504020204" pitchFamily="34" charset="0"/>
              </a:rPr>
              <a:t>2</a:t>
            </a:r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5009481" y="2459760"/>
            <a:ext cx="642553" cy="64255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Open Sans" panose="020B0606030504020204" pitchFamily="34" charset="0"/>
              </a:rPr>
              <a:t>4</a:t>
            </a:r>
            <a:endParaRPr lang="en-US" dirty="0">
              <a:latin typeface="Open Sans" panose="020B0606030504020204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 flipV="1">
            <a:off x="3603279" y="4337773"/>
            <a:ext cx="5807578" cy="1980552"/>
            <a:chOff x="2554014" y="1138425"/>
            <a:chExt cx="6581798" cy="2137870"/>
          </a:xfrm>
        </p:grpSpPr>
        <p:cxnSp>
          <p:nvCxnSpPr>
            <p:cNvPr id="55" name="Straight Connector 54"/>
            <p:cNvCxnSpPr/>
            <p:nvPr/>
          </p:nvCxnSpPr>
          <p:spPr>
            <a:xfrm flipV="1">
              <a:off x="2554014" y="1138425"/>
              <a:ext cx="1860643" cy="213787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651132" y="2054655"/>
              <a:ext cx="1679755" cy="122164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401957" y="1138425"/>
              <a:ext cx="4733855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860072" y="2215298"/>
              <a:ext cx="4275740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5318187" y="3275735"/>
              <a:ext cx="3817625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4491009" y="2207360"/>
              <a:ext cx="381763" cy="458116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50"/>
          <p:cNvSpPr/>
          <p:nvPr/>
        </p:nvSpPr>
        <p:spPr>
          <a:xfrm rot="10800000" flipV="1">
            <a:off x="4250066" y="5148241"/>
            <a:ext cx="642553" cy="64255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Open Sans" panose="020B0606030504020204" pitchFamily="34" charset="0"/>
              </a:rPr>
              <a:t>3</a:t>
            </a:r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52" name="Oval 51"/>
          <p:cNvSpPr/>
          <p:nvPr/>
        </p:nvSpPr>
        <p:spPr>
          <a:xfrm rot="10800000" flipV="1">
            <a:off x="5001442" y="4582956"/>
            <a:ext cx="642553" cy="64255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Open Sans" panose="020B0606030504020204" pitchFamily="34" charset="0"/>
              </a:rPr>
              <a:t>5</a:t>
            </a:r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2124196" y="2854138"/>
            <a:ext cx="1976994" cy="197699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4457" y="909460"/>
            <a:ext cx="442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04457" y="1902617"/>
            <a:ext cx="442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04457" y="2862736"/>
            <a:ext cx="442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4457" y="3868576"/>
            <a:ext cx="442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04457" y="4843935"/>
            <a:ext cx="442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04457" y="5849774"/>
            <a:ext cx="442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609442" y="374900"/>
            <a:ext cx="7775546" cy="711081"/>
          </a:xfrm>
        </p:spPr>
        <p:txBody>
          <a:bodyPr/>
          <a:lstStyle/>
          <a:p>
            <a:r>
              <a:rPr lang="en-US"/>
              <a:t>INFOGRAPHICS BUNDLE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1085671"/>
            <a:ext cx="3957762" cy="510870"/>
          </a:xfrm>
        </p:spPr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62230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/>
          <p:cNvGrpSpPr/>
          <p:nvPr/>
        </p:nvGrpSpPr>
        <p:grpSpPr>
          <a:xfrm>
            <a:off x="4643715" y="3237006"/>
            <a:ext cx="2901395" cy="1205342"/>
            <a:chOff x="8577592" y="1301648"/>
            <a:chExt cx="2901395" cy="1205342"/>
          </a:xfrm>
        </p:grpSpPr>
        <p:sp>
          <p:nvSpPr>
            <p:cNvPr id="79" name="TextBox 78"/>
            <p:cNvSpPr txBox="1"/>
            <p:nvPr/>
          </p:nvSpPr>
          <p:spPr>
            <a:xfrm>
              <a:off x="8577592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046165" y="1301648"/>
              <a:ext cx="1964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Edit this text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7BB40A-F558-4A80-AB1C-91CE7756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9FF29-4E8A-4926-8153-78E2C55B9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20C3551-D0A2-4A6C-901F-618987943BB6}"/>
              </a:ext>
            </a:extLst>
          </p:cNvPr>
          <p:cNvGrpSpPr/>
          <p:nvPr/>
        </p:nvGrpSpPr>
        <p:grpSpPr>
          <a:xfrm>
            <a:off x="3507581" y="1090613"/>
            <a:ext cx="5173663" cy="5180012"/>
            <a:chOff x="3507581" y="1090613"/>
            <a:chExt cx="5173663" cy="5180012"/>
          </a:xfrm>
        </p:grpSpPr>
        <p:sp>
          <p:nvSpPr>
            <p:cNvPr id="92" name="Freeform 10">
              <a:extLst>
                <a:ext uri="{FF2B5EF4-FFF2-40B4-BE49-F238E27FC236}">
                  <a16:creationId xmlns:a16="http://schemas.microsoft.com/office/drawing/2014/main" id="{A3710459-126C-4A96-85F5-9533987E3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481" y="1090613"/>
              <a:ext cx="2779713" cy="2435225"/>
            </a:xfrm>
            <a:custGeom>
              <a:avLst/>
              <a:gdLst>
                <a:gd name="T0" fmla="*/ 808 w 875"/>
                <a:gd name="T1" fmla="*/ 29 h 766"/>
                <a:gd name="T2" fmla="*/ 785 w 875"/>
                <a:gd name="T3" fmla="*/ 0 h 766"/>
                <a:gd name="T4" fmla="*/ 785 w 875"/>
                <a:gd name="T5" fmla="*/ 28 h 766"/>
                <a:gd name="T6" fmla="*/ 0 w 875"/>
                <a:gd name="T7" fmla="*/ 766 h 766"/>
                <a:gd name="T8" fmla="*/ 90 w 875"/>
                <a:gd name="T9" fmla="*/ 694 h 766"/>
                <a:gd name="T10" fmla="*/ 160 w 875"/>
                <a:gd name="T11" fmla="*/ 762 h 766"/>
                <a:gd name="T12" fmla="*/ 785 w 875"/>
                <a:gd name="T13" fmla="*/ 187 h 766"/>
                <a:gd name="T14" fmla="*/ 785 w 875"/>
                <a:gd name="T15" fmla="*/ 214 h 766"/>
                <a:gd name="T16" fmla="*/ 809 w 875"/>
                <a:gd name="T17" fmla="*/ 187 h 766"/>
                <a:gd name="T18" fmla="*/ 875 w 875"/>
                <a:gd name="T19" fmla="*/ 113 h 766"/>
                <a:gd name="T20" fmla="*/ 808 w 875"/>
                <a:gd name="T21" fmla="*/ 29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5" h="766">
                  <a:moveTo>
                    <a:pt x="808" y="29"/>
                  </a:moveTo>
                  <a:cubicBezTo>
                    <a:pt x="785" y="0"/>
                    <a:pt x="785" y="0"/>
                    <a:pt x="785" y="0"/>
                  </a:cubicBezTo>
                  <a:cubicBezTo>
                    <a:pt x="785" y="28"/>
                    <a:pt x="785" y="28"/>
                    <a:pt x="785" y="28"/>
                  </a:cubicBezTo>
                  <a:cubicBezTo>
                    <a:pt x="367" y="28"/>
                    <a:pt x="25" y="354"/>
                    <a:pt x="0" y="766"/>
                  </a:cubicBezTo>
                  <a:cubicBezTo>
                    <a:pt x="90" y="694"/>
                    <a:pt x="90" y="694"/>
                    <a:pt x="90" y="694"/>
                  </a:cubicBezTo>
                  <a:cubicBezTo>
                    <a:pt x="160" y="762"/>
                    <a:pt x="160" y="762"/>
                    <a:pt x="160" y="762"/>
                  </a:cubicBezTo>
                  <a:cubicBezTo>
                    <a:pt x="186" y="440"/>
                    <a:pt x="456" y="187"/>
                    <a:pt x="785" y="187"/>
                  </a:cubicBezTo>
                  <a:cubicBezTo>
                    <a:pt x="785" y="214"/>
                    <a:pt x="785" y="214"/>
                    <a:pt x="785" y="214"/>
                  </a:cubicBezTo>
                  <a:cubicBezTo>
                    <a:pt x="809" y="187"/>
                    <a:pt x="809" y="187"/>
                    <a:pt x="809" y="187"/>
                  </a:cubicBezTo>
                  <a:cubicBezTo>
                    <a:pt x="875" y="113"/>
                    <a:pt x="875" y="113"/>
                    <a:pt x="875" y="113"/>
                  </a:cubicBezTo>
                  <a:lnTo>
                    <a:pt x="808" y="29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1B78F774-DBF4-4529-86A6-9698F595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844" y="1185863"/>
              <a:ext cx="2438400" cy="2776537"/>
            </a:xfrm>
            <a:custGeom>
              <a:avLst/>
              <a:gdLst>
                <a:gd name="T0" fmla="*/ 738 w 768"/>
                <a:gd name="T1" fmla="*/ 783 h 873"/>
                <a:gd name="T2" fmla="*/ 0 w 768"/>
                <a:gd name="T3" fmla="*/ 0 h 873"/>
                <a:gd name="T4" fmla="*/ 71 w 768"/>
                <a:gd name="T5" fmla="*/ 87 h 873"/>
                <a:gd name="T6" fmla="*/ 2 w 768"/>
                <a:gd name="T7" fmla="*/ 159 h 873"/>
                <a:gd name="T8" fmla="*/ 580 w 768"/>
                <a:gd name="T9" fmla="*/ 783 h 873"/>
                <a:gd name="T10" fmla="*/ 553 w 768"/>
                <a:gd name="T11" fmla="*/ 783 h 873"/>
                <a:gd name="T12" fmla="*/ 579 w 768"/>
                <a:gd name="T13" fmla="*/ 806 h 873"/>
                <a:gd name="T14" fmla="*/ 654 w 768"/>
                <a:gd name="T15" fmla="*/ 873 h 873"/>
                <a:gd name="T16" fmla="*/ 738 w 768"/>
                <a:gd name="T17" fmla="*/ 806 h 873"/>
                <a:gd name="T18" fmla="*/ 768 w 768"/>
                <a:gd name="T19" fmla="*/ 783 h 873"/>
                <a:gd name="T20" fmla="*/ 738 w 768"/>
                <a:gd name="T21" fmla="*/ 783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8" h="873">
                  <a:moveTo>
                    <a:pt x="738" y="783"/>
                  </a:moveTo>
                  <a:cubicBezTo>
                    <a:pt x="737" y="365"/>
                    <a:pt x="411" y="25"/>
                    <a:pt x="0" y="0"/>
                  </a:cubicBezTo>
                  <a:cubicBezTo>
                    <a:pt x="71" y="87"/>
                    <a:pt x="71" y="87"/>
                    <a:pt x="71" y="87"/>
                  </a:cubicBezTo>
                  <a:cubicBezTo>
                    <a:pt x="2" y="159"/>
                    <a:pt x="2" y="159"/>
                    <a:pt x="2" y="159"/>
                  </a:cubicBezTo>
                  <a:cubicBezTo>
                    <a:pt x="325" y="184"/>
                    <a:pt x="579" y="454"/>
                    <a:pt x="580" y="783"/>
                  </a:cubicBezTo>
                  <a:cubicBezTo>
                    <a:pt x="553" y="783"/>
                    <a:pt x="553" y="783"/>
                    <a:pt x="553" y="783"/>
                  </a:cubicBezTo>
                  <a:cubicBezTo>
                    <a:pt x="579" y="806"/>
                    <a:pt x="579" y="806"/>
                    <a:pt x="579" y="806"/>
                  </a:cubicBezTo>
                  <a:cubicBezTo>
                    <a:pt x="654" y="873"/>
                    <a:pt x="654" y="873"/>
                    <a:pt x="654" y="873"/>
                  </a:cubicBezTo>
                  <a:cubicBezTo>
                    <a:pt x="738" y="806"/>
                    <a:pt x="738" y="806"/>
                    <a:pt x="738" y="806"/>
                  </a:cubicBezTo>
                  <a:cubicBezTo>
                    <a:pt x="768" y="783"/>
                    <a:pt x="768" y="783"/>
                    <a:pt x="768" y="783"/>
                  </a:cubicBezTo>
                  <a:lnTo>
                    <a:pt x="738" y="783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25F2214D-F96E-4A23-A469-09C17201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3106" y="3829050"/>
              <a:ext cx="2779713" cy="2441575"/>
            </a:xfrm>
            <a:custGeom>
              <a:avLst/>
              <a:gdLst>
                <a:gd name="T0" fmla="*/ 788 w 875"/>
                <a:gd name="T1" fmla="*/ 70 h 768"/>
                <a:gd name="T2" fmla="*/ 716 w 875"/>
                <a:gd name="T3" fmla="*/ 1 h 768"/>
                <a:gd name="T4" fmla="*/ 90 w 875"/>
                <a:gd name="T5" fmla="*/ 581 h 768"/>
                <a:gd name="T6" fmla="*/ 90 w 875"/>
                <a:gd name="T7" fmla="*/ 581 h 768"/>
                <a:gd name="T8" fmla="*/ 90 w 875"/>
                <a:gd name="T9" fmla="*/ 553 h 768"/>
                <a:gd name="T10" fmla="*/ 65 w 875"/>
                <a:gd name="T11" fmla="*/ 580 h 768"/>
                <a:gd name="T12" fmla="*/ 0 w 875"/>
                <a:gd name="T13" fmla="*/ 654 h 768"/>
                <a:gd name="T14" fmla="*/ 67 w 875"/>
                <a:gd name="T15" fmla="*/ 739 h 768"/>
                <a:gd name="T16" fmla="*/ 89 w 875"/>
                <a:gd name="T17" fmla="*/ 768 h 768"/>
                <a:gd name="T18" fmla="*/ 89 w 875"/>
                <a:gd name="T19" fmla="*/ 740 h 768"/>
                <a:gd name="T20" fmla="*/ 90 w 875"/>
                <a:gd name="T21" fmla="*/ 740 h 768"/>
                <a:gd name="T22" fmla="*/ 875 w 875"/>
                <a:gd name="T23" fmla="*/ 0 h 768"/>
                <a:gd name="T24" fmla="*/ 788 w 875"/>
                <a:gd name="T25" fmla="*/ 7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5" h="768">
                  <a:moveTo>
                    <a:pt x="788" y="70"/>
                  </a:moveTo>
                  <a:cubicBezTo>
                    <a:pt x="716" y="1"/>
                    <a:pt x="716" y="1"/>
                    <a:pt x="716" y="1"/>
                  </a:cubicBezTo>
                  <a:cubicBezTo>
                    <a:pt x="691" y="325"/>
                    <a:pt x="421" y="581"/>
                    <a:pt x="90" y="581"/>
                  </a:cubicBezTo>
                  <a:cubicBezTo>
                    <a:pt x="90" y="581"/>
                    <a:pt x="90" y="581"/>
                    <a:pt x="90" y="581"/>
                  </a:cubicBezTo>
                  <a:cubicBezTo>
                    <a:pt x="90" y="553"/>
                    <a:pt x="90" y="553"/>
                    <a:pt x="90" y="553"/>
                  </a:cubicBezTo>
                  <a:cubicBezTo>
                    <a:pt x="65" y="580"/>
                    <a:pt x="65" y="580"/>
                    <a:pt x="65" y="580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67" y="739"/>
                    <a:pt x="67" y="739"/>
                    <a:pt x="67" y="739"/>
                  </a:cubicBezTo>
                  <a:cubicBezTo>
                    <a:pt x="89" y="768"/>
                    <a:pt x="89" y="768"/>
                    <a:pt x="89" y="768"/>
                  </a:cubicBezTo>
                  <a:cubicBezTo>
                    <a:pt x="89" y="740"/>
                    <a:pt x="89" y="740"/>
                    <a:pt x="89" y="740"/>
                  </a:cubicBezTo>
                  <a:cubicBezTo>
                    <a:pt x="90" y="740"/>
                    <a:pt x="90" y="740"/>
                    <a:pt x="90" y="740"/>
                  </a:cubicBezTo>
                  <a:cubicBezTo>
                    <a:pt x="509" y="740"/>
                    <a:pt x="851" y="413"/>
                    <a:pt x="875" y="0"/>
                  </a:cubicBezTo>
                  <a:lnTo>
                    <a:pt x="788" y="7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686AEEB2-1E38-4152-B625-5E5928816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7581" y="3389313"/>
              <a:ext cx="2428875" cy="2786062"/>
            </a:xfrm>
            <a:custGeom>
              <a:avLst/>
              <a:gdLst>
                <a:gd name="T0" fmla="*/ 694 w 765"/>
                <a:gd name="T1" fmla="*/ 787 h 876"/>
                <a:gd name="T2" fmla="*/ 762 w 765"/>
                <a:gd name="T3" fmla="*/ 717 h 876"/>
                <a:gd name="T4" fmla="*/ 185 w 765"/>
                <a:gd name="T5" fmla="*/ 91 h 876"/>
                <a:gd name="T6" fmla="*/ 186 w 765"/>
                <a:gd name="T7" fmla="*/ 90 h 876"/>
                <a:gd name="T8" fmla="*/ 214 w 765"/>
                <a:gd name="T9" fmla="*/ 90 h 876"/>
                <a:gd name="T10" fmla="*/ 186 w 765"/>
                <a:gd name="T11" fmla="*/ 65 h 876"/>
                <a:gd name="T12" fmla="*/ 113 w 765"/>
                <a:gd name="T13" fmla="*/ 0 h 876"/>
                <a:gd name="T14" fmla="*/ 27 w 765"/>
                <a:gd name="T15" fmla="*/ 68 h 876"/>
                <a:gd name="T16" fmla="*/ 0 w 765"/>
                <a:gd name="T17" fmla="*/ 90 h 876"/>
                <a:gd name="T18" fmla="*/ 27 w 765"/>
                <a:gd name="T19" fmla="*/ 90 h 876"/>
                <a:gd name="T20" fmla="*/ 27 w 765"/>
                <a:gd name="T21" fmla="*/ 91 h 876"/>
                <a:gd name="T22" fmla="*/ 765 w 765"/>
                <a:gd name="T23" fmla="*/ 876 h 876"/>
                <a:gd name="T24" fmla="*/ 694 w 765"/>
                <a:gd name="T25" fmla="*/ 787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65" h="876">
                  <a:moveTo>
                    <a:pt x="694" y="787"/>
                  </a:moveTo>
                  <a:cubicBezTo>
                    <a:pt x="762" y="717"/>
                    <a:pt x="762" y="717"/>
                    <a:pt x="762" y="717"/>
                  </a:cubicBezTo>
                  <a:cubicBezTo>
                    <a:pt x="439" y="691"/>
                    <a:pt x="185" y="421"/>
                    <a:pt x="185" y="91"/>
                  </a:cubicBezTo>
                  <a:cubicBezTo>
                    <a:pt x="185" y="91"/>
                    <a:pt x="186" y="91"/>
                    <a:pt x="186" y="90"/>
                  </a:cubicBezTo>
                  <a:cubicBezTo>
                    <a:pt x="214" y="90"/>
                    <a:pt x="214" y="90"/>
                    <a:pt x="214" y="90"/>
                  </a:cubicBezTo>
                  <a:cubicBezTo>
                    <a:pt x="186" y="65"/>
                    <a:pt x="186" y="65"/>
                    <a:pt x="186" y="65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7" y="90"/>
                    <a:pt x="27" y="91"/>
                    <a:pt x="27" y="91"/>
                  </a:cubicBezTo>
                  <a:cubicBezTo>
                    <a:pt x="27" y="510"/>
                    <a:pt x="353" y="851"/>
                    <a:pt x="765" y="876"/>
                  </a:cubicBezTo>
                  <a:lnTo>
                    <a:pt x="694" y="78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3AEB753-8BAD-44E6-94AB-E1E4EA97FF09}"/>
              </a:ext>
            </a:extLst>
          </p:cNvPr>
          <p:cNvSpPr txBox="1"/>
          <p:nvPr/>
        </p:nvSpPr>
        <p:spPr>
          <a:xfrm>
            <a:off x="7570305" y="199941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508A99D-11F7-42B1-A905-2E6C979F169D}"/>
              </a:ext>
            </a:extLst>
          </p:cNvPr>
          <p:cNvSpPr txBox="1"/>
          <p:nvPr/>
        </p:nvSpPr>
        <p:spPr>
          <a:xfrm>
            <a:off x="7291548" y="5153323"/>
            <a:ext cx="360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A8975A4-1992-4959-BB25-5AC381934526}"/>
              </a:ext>
            </a:extLst>
          </p:cNvPr>
          <p:cNvSpPr txBox="1"/>
          <p:nvPr/>
        </p:nvSpPr>
        <p:spPr>
          <a:xfrm>
            <a:off x="4109436" y="4775371"/>
            <a:ext cx="360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D1D4EEA-0243-494C-ABF2-852120FF25EF}"/>
              </a:ext>
            </a:extLst>
          </p:cNvPr>
          <p:cNvSpPr txBox="1"/>
          <p:nvPr/>
        </p:nvSpPr>
        <p:spPr>
          <a:xfrm>
            <a:off x="4497921" y="169461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89269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/>
          <p:cNvGrpSpPr/>
          <p:nvPr/>
        </p:nvGrpSpPr>
        <p:grpSpPr>
          <a:xfrm>
            <a:off x="4643715" y="3237006"/>
            <a:ext cx="2901395" cy="1205342"/>
            <a:chOff x="8577592" y="1301648"/>
            <a:chExt cx="2901395" cy="1205342"/>
          </a:xfrm>
        </p:grpSpPr>
        <p:sp>
          <p:nvSpPr>
            <p:cNvPr id="79" name="TextBox 78"/>
            <p:cNvSpPr txBox="1"/>
            <p:nvPr/>
          </p:nvSpPr>
          <p:spPr>
            <a:xfrm>
              <a:off x="8577592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046165" y="1301648"/>
              <a:ext cx="1964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Edit this text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7BB40A-F558-4A80-AB1C-91CE7756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9FF29-4E8A-4926-8153-78E2C55B9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92F492C-7A1A-4E3F-8D4E-79FEAF7FB70F}"/>
              </a:ext>
            </a:extLst>
          </p:cNvPr>
          <p:cNvGrpSpPr/>
          <p:nvPr/>
        </p:nvGrpSpPr>
        <p:grpSpPr>
          <a:xfrm>
            <a:off x="3591211" y="1090613"/>
            <a:ext cx="4995862" cy="5091112"/>
            <a:chOff x="28955618" y="1090613"/>
            <a:chExt cx="4995862" cy="5091112"/>
          </a:xfrm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01324DC4-500D-40E0-B884-D2721C13F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243" y="1090613"/>
              <a:ext cx="2608263" cy="1822450"/>
            </a:xfrm>
            <a:custGeom>
              <a:avLst/>
              <a:gdLst>
                <a:gd name="T0" fmla="*/ 755 w 821"/>
                <a:gd name="T1" fmla="*/ 29 h 573"/>
                <a:gd name="T2" fmla="*/ 732 w 821"/>
                <a:gd name="T3" fmla="*/ 0 h 573"/>
                <a:gd name="T4" fmla="*/ 732 w 821"/>
                <a:gd name="T5" fmla="*/ 28 h 573"/>
                <a:gd name="T6" fmla="*/ 0 w 821"/>
                <a:gd name="T7" fmla="*/ 525 h 573"/>
                <a:gd name="T8" fmla="*/ 106 w 821"/>
                <a:gd name="T9" fmla="*/ 485 h 573"/>
                <a:gd name="T10" fmla="*/ 152 w 821"/>
                <a:gd name="T11" fmla="*/ 573 h 573"/>
                <a:gd name="T12" fmla="*/ 732 w 821"/>
                <a:gd name="T13" fmla="*/ 187 h 573"/>
                <a:gd name="T14" fmla="*/ 732 w 821"/>
                <a:gd name="T15" fmla="*/ 214 h 573"/>
                <a:gd name="T16" fmla="*/ 755 w 821"/>
                <a:gd name="T17" fmla="*/ 187 h 573"/>
                <a:gd name="T18" fmla="*/ 821 w 821"/>
                <a:gd name="T19" fmla="*/ 113 h 573"/>
                <a:gd name="T20" fmla="*/ 755 w 821"/>
                <a:gd name="T21" fmla="*/ 29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1" h="573">
                  <a:moveTo>
                    <a:pt x="755" y="29"/>
                  </a:moveTo>
                  <a:cubicBezTo>
                    <a:pt x="732" y="0"/>
                    <a:pt x="732" y="0"/>
                    <a:pt x="732" y="0"/>
                  </a:cubicBezTo>
                  <a:cubicBezTo>
                    <a:pt x="732" y="28"/>
                    <a:pt x="732" y="28"/>
                    <a:pt x="732" y="28"/>
                  </a:cubicBezTo>
                  <a:cubicBezTo>
                    <a:pt x="400" y="28"/>
                    <a:pt x="116" y="234"/>
                    <a:pt x="0" y="525"/>
                  </a:cubicBezTo>
                  <a:cubicBezTo>
                    <a:pt x="106" y="485"/>
                    <a:pt x="106" y="485"/>
                    <a:pt x="106" y="485"/>
                  </a:cubicBezTo>
                  <a:cubicBezTo>
                    <a:pt x="152" y="573"/>
                    <a:pt x="152" y="573"/>
                    <a:pt x="152" y="573"/>
                  </a:cubicBezTo>
                  <a:cubicBezTo>
                    <a:pt x="247" y="346"/>
                    <a:pt x="471" y="187"/>
                    <a:pt x="732" y="187"/>
                  </a:cubicBezTo>
                  <a:cubicBezTo>
                    <a:pt x="732" y="214"/>
                    <a:pt x="732" y="214"/>
                    <a:pt x="732" y="214"/>
                  </a:cubicBezTo>
                  <a:cubicBezTo>
                    <a:pt x="755" y="187"/>
                    <a:pt x="755" y="187"/>
                    <a:pt x="755" y="187"/>
                  </a:cubicBezTo>
                  <a:cubicBezTo>
                    <a:pt x="821" y="113"/>
                    <a:pt x="821" y="113"/>
                    <a:pt x="821" y="113"/>
                  </a:cubicBezTo>
                  <a:lnTo>
                    <a:pt x="755" y="29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0733810C-285A-4FE6-891A-0231EC9B8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8330" y="1185863"/>
              <a:ext cx="2314575" cy="2101850"/>
            </a:xfrm>
            <a:custGeom>
              <a:avLst/>
              <a:gdLst>
                <a:gd name="T0" fmla="*/ 702 w 729"/>
                <a:gd name="T1" fmla="*/ 550 h 661"/>
                <a:gd name="T2" fmla="*/ 0 w 729"/>
                <a:gd name="T3" fmla="*/ 0 h 661"/>
                <a:gd name="T4" fmla="*/ 70 w 729"/>
                <a:gd name="T5" fmla="*/ 87 h 661"/>
                <a:gd name="T6" fmla="*/ 1 w 729"/>
                <a:gd name="T7" fmla="*/ 159 h 661"/>
                <a:gd name="T8" fmla="*/ 551 w 729"/>
                <a:gd name="T9" fmla="*/ 597 h 661"/>
                <a:gd name="T10" fmla="*/ 524 w 729"/>
                <a:gd name="T11" fmla="*/ 605 h 661"/>
                <a:gd name="T12" fmla="*/ 557 w 729"/>
                <a:gd name="T13" fmla="*/ 620 h 661"/>
                <a:gd name="T14" fmla="*/ 648 w 729"/>
                <a:gd name="T15" fmla="*/ 661 h 661"/>
                <a:gd name="T16" fmla="*/ 709 w 729"/>
                <a:gd name="T17" fmla="*/ 572 h 661"/>
                <a:gd name="T18" fmla="*/ 729 w 729"/>
                <a:gd name="T19" fmla="*/ 541 h 661"/>
                <a:gd name="T20" fmla="*/ 702 w 729"/>
                <a:gd name="T21" fmla="*/ 55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9" h="661">
                  <a:moveTo>
                    <a:pt x="702" y="550"/>
                  </a:moveTo>
                  <a:cubicBezTo>
                    <a:pt x="607" y="245"/>
                    <a:pt x="331" y="20"/>
                    <a:pt x="0" y="0"/>
                  </a:cubicBezTo>
                  <a:cubicBezTo>
                    <a:pt x="70" y="87"/>
                    <a:pt x="70" y="87"/>
                    <a:pt x="70" y="87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261" y="179"/>
                    <a:pt x="476" y="357"/>
                    <a:pt x="551" y="597"/>
                  </a:cubicBezTo>
                  <a:cubicBezTo>
                    <a:pt x="524" y="605"/>
                    <a:pt x="524" y="605"/>
                    <a:pt x="524" y="605"/>
                  </a:cubicBezTo>
                  <a:cubicBezTo>
                    <a:pt x="557" y="620"/>
                    <a:pt x="557" y="620"/>
                    <a:pt x="557" y="620"/>
                  </a:cubicBezTo>
                  <a:cubicBezTo>
                    <a:pt x="648" y="661"/>
                    <a:pt x="648" y="661"/>
                    <a:pt x="648" y="661"/>
                  </a:cubicBezTo>
                  <a:cubicBezTo>
                    <a:pt x="709" y="572"/>
                    <a:pt x="709" y="572"/>
                    <a:pt x="709" y="572"/>
                  </a:cubicBezTo>
                  <a:cubicBezTo>
                    <a:pt x="729" y="541"/>
                    <a:pt x="729" y="541"/>
                    <a:pt x="729" y="541"/>
                  </a:cubicBezTo>
                  <a:lnTo>
                    <a:pt x="702" y="55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C50F371F-EED1-47C9-83C8-9186C5E4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5905" y="3081338"/>
              <a:ext cx="1425575" cy="2703512"/>
            </a:xfrm>
            <a:custGeom>
              <a:avLst/>
              <a:gdLst>
                <a:gd name="T0" fmla="*/ 449 w 449"/>
                <a:gd name="T1" fmla="*/ 188 h 850"/>
                <a:gd name="T2" fmla="*/ 426 w 449"/>
                <a:gd name="T3" fmla="*/ 0 h 850"/>
                <a:gd name="T4" fmla="*/ 363 w 449"/>
                <a:gd name="T5" fmla="*/ 94 h 850"/>
                <a:gd name="T6" fmla="*/ 275 w 449"/>
                <a:gd name="T7" fmla="*/ 49 h 850"/>
                <a:gd name="T8" fmla="*/ 290 w 449"/>
                <a:gd name="T9" fmla="*/ 188 h 850"/>
                <a:gd name="T10" fmla="*/ 30 w 449"/>
                <a:gd name="T11" fmla="*/ 698 h 850"/>
                <a:gd name="T12" fmla="*/ 13 w 449"/>
                <a:gd name="T13" fmla="*/ 675 h 850"/>
                <a:gd name="T14" fmla="*/ 10 w 449"/>
                <a:gd name="T15" fmla="*/ 711 h 850"/>
                <a:gd name="T16" fmla="*/ 0 w 449"/>
                <a:gd name="T17" fmla="*/ 810 h 850"/>
                <a:gd name="T18" fmla="*/ 104 w 449"/>
                <a:gd name="T19" fmla="*/ 839 h 850"/>
                <a:gd name="T20" fmla="*/ 139 w 449"/>
                <a:gd name="T21" fmla="*/ 850 h 850"/>
                <a:gd name="T22" fmla="*/ 122 w 449"/>
                <a:gd name="T23" fmla="*/ 826 h 850"/>
                <a:gd name="T24" fmla="*/ 449 w 449"/>
                <a:gd name="T25" fmla="*/ 188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9" h="850">
                  <a:moveTo>
                    <a:pt x="449" y="188"/>
                  </a:moveTo>
                  <a:cubicBezTo>
                    <a:pt x="449" y="123"/>
                    <a:pt x="441" y="60"/>
                    <a:pt x="426" y="0"/>
                  </a:cubicBezTo>
                  <a:cubicBezTo>
                    <a:pt x="363" y="94"/>
                    <a:pt x="363" y="94"/>
                    <a:pt x="363" y="94"/>
                  </a:cubicBezTo>
                  <a:cubicBezTo>
                    <a:pt x="275" y="49"/>
                    <a:pt x="275" y="49"/>
                    <a:pt x="275" y="49"/>
                  </a:cubicBezTo>
                  <a:cubicBezTo>
                    <a:pt x="285" y="94"/>
                    <a:pt x="290" y="141"/>
                    <a:pt x="290" y="188"/>
                  </a:cubicBezTo>
                  <a:cubicBezTo>
                    <a:pt x="290" y="398"/>
                    <a:pt x="187" y="584"/>
                    <a:pt x="30" y="698"/>
                  </a:cubicBezTo>
                  <a:cubicBezTo>
                    <a:pt x="13" y="675"/>
                    <a:pt x="13" y="675"/>
                    <a:pt x="13" y="675"/>
                  </a:cubicBezTo>
                  <a:cubicBezTo>
                    <a:pt x="10" y="711"/>
                    <a:pt x="10" y="711"/>
                    <a:pt x="10" y="711"/>
                  </a:cubicBezTo>
                  <a:cubicBezTo>
                    <a:pt x="0" y="810"/>
                    <a:pt x="0" y="810"/>
                    <a:pt x="0" y="810"/>
                  </a:cubicBezTo>
                  <a:cubicBezTo>
                    <a:pt x="104" y="839"/>
                    <a:pt x="104" y="839"/>
                    <a:pt x="104" y="839"/>
                  </a:cubicBezTo>
                  <a:cubicBezTo>
                    <a:pt x="139" y="850"/>
                    <a:pt x="139" y="850"/>
                    <a:pt x="139" y="850"/>
                  </a:cubicBezTo>
                  <a:cubicBezTo>
                    <a:pt x="122" y="826"/>
                    <a:pt x="122" y="826"/>
                    <a:pt x="122" y="826"/>
                  </a:cubicBezTo>
                  <a:cubicBezTo>
                    <a:pt x="320" y="684"/>
                    <a:pt x="449" y="451"/>
                    <a:pt x="449" y="18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C660C855-7E82-4060-828A-F4494BAE3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0818" y="5227638"/>
              <a:ext cx="2868613" cy="954087"/>
            </a:xfrm>
            <a:custGeom>
              <a:avLst/>
              <a:gdLst>
                <a:gd name="T0" fmla="*/ 794 w 903"/>
                <a:gd name="T1" fmla="*/ 148 h 300"/>
                <a:gd name="T2" fmla="*/ 808 w 903"/>
                <a:gd name="T3" fmla="*/ 50 h 300"/>
                <a:gd name="T4" fmla="*/ 483 w 903"/>
                <a:gd name="T5" fmla="*/ 141 h 300"/>
                <a:gd name="T6" fmla="*/ 116 w 903"/>
                <a:gd name="T7" fmla="*/ 23 h 300"/>
                <a:gd name="T8" fmla="*/ 132 w 903"/>
                <a:gd name="T9" fmla="*/ 0 h 300"/>
                <a:gd name="T10" fmla="*/ 96 w 903"/>
                <a:gd name="T11" fmla="*/ 8 h 300"/>
                <a:gd name="T12" fmla="*/ 0 w 903"/>
                <a:gd name="T13" fmla="*/ 30 h 300"/>
                <a:gd name="T14" fmla="*/ 4 w 903"/>
                <a:gd name="T15" fmla="*/ 138 h 300"/>
                <a:gd name="T16" fmla="*/ 6 w 903"/>
                <a:gd name="T17" fmla="*/ 175 h 300"/>
                <a:gd name="T18" fmla="*/ 23 w 903"/>
                <a:gd name="T19" fmla="*/ 151 h 300"/>
                <a:gd name="T20" fmla="*/ 483 w 903"/>
                <a:gd name="T21" fmla="*/ 300 h 300"/>
                <a:gd name="T22" fmla="*/ 903 w 903"/>
                <a:gd name="T23" fmla="*/ 178 h 300"/>
                <a:gd name="T24" fmla="*/ 794 w 903"/>
                <a:gd name="T25" fmla="*/ 148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3" h="300">
                  <a:moveTo>
                    <a:pt x="794" y="148"/>
                  </a:moveTo>
                  <a:cubicBezTo>
                    <a:pt x="808" y="50"/>
                    <a:pt x="808" y="50"/>
                    <a:pt x="808" y="50"/>
                  </a:cubicBezTo>
                  <a:cubicBezTo>
                    <a:pt x="713" y="108"/>
                    <a:pt x="602" y="141"/>
                    <a:pt x="483" y="141"/>
                  </a:cubicBezTo>
                  <a:cubicBezTo>
                    <a:pt x="346" y="141"/>
                    <a:pt x="219" y="97"/>
                    <a:pt x="116" y="23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6" y="175"/>
                    <a:pt x="6" y="175"/>
                    <a:pt x="6" y="175"/>
                  </a:cubicBezTo>
                  <a:cubicBezTo>
                    <a:pt x="23" y="151"/>
                    <a:pt x="23" y="151"/>
                    <a:pt x="23" y="151"/>
                  </a:cubicBezTo>
                  <a:cubicBezTo>
                    <a:pt x="152" y="245"/>
                    <a:pt x="311" y="300"/>
                    <a:pt x="483" y="300"/>
                  </a:cubicBezTo>
                  <a:cubicBezTo>
                    <a:pt x="637" y="300"/>
                    <a:pt x="781" y="255"/>
                    <a:pt x="903" y="178"/>
                  </a:cubicBezTo>
                  <a:lnTo>
                    <a:pt x="794" y="14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833CF6A6-8028-4558-80EA-AC88B8B60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5618" y="2716213"/>
              <a:ext cx="1208088" cy="2898775"/>
            </a:xfrm>
            <a:custGeom>
              <a:avLst/>
              <a:gdLst>
                <a:gd name="T0" fmla="*/ 380 w 380"/>
                <a:gd name="T1" fmla="*/ 782 h 912"/>
                <a:gd name="T2" fmla="*/ 159 w 380"/>
                <a:gd name="T3" fmla="*/ 303 h 912"/>
                <a:gd name="T4" fmla="*/ 190 w 380"/>
                <a:gd name="T5" fmla="*/ 108 h 912"/>
                <a:gd name="T6" fmla="*/ 216 w 380"/>
                <a:gd name="T7" fmla="*/ 117 h 912"/>
                <a:gd name="T8" fmla="*/ 198 w 380"/>
                <a:gd name="T9" fmla="*/ 86 h 912"/>
                <a:gd name="T10" fmla="*/ 148 w 380"/>
                <a:gd name="T11" fmla="*/ 0 h 912"/>
                <a:gd name="T12" fmla="*/ 47 w 380"/>
                <a:gd name="T13" fmla="*/ 37 h 912"/>
                <a:gd name="T14" fmla="*/ 12 w 380"/>
                <a:gd name="T15" fmla="*/ 50 h 912"/>
                <a:gd name="T16" fmla="*/ 39 w 380"/>
                <a:gd name="T17" fmla="*/ 59 h 912"/>
                <a:gd name="T18" fmla="*/ 0 w 380"/>
                <a:gd name="T19" fmla="*/ 303 h 912"/>
                <a:gd name="T20" fmla="*/ 289 w 380"/>
                <a:gd name="T21" fmla="*/ 912 h 912"/>
                <a:gd name="T22" fmla="*/ 283 w 380"/>
                <a:gd name="T23" fmla="*/ 800 h 912"/>
                <a:gd name="T24" fmla="*/ 380 w 380"/>
                <a:gd name="T25" fmla="*/ 78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0" h="912">
                  <a:moveTo>
                    <a:pt x="380" y="782"/>
                  </a:moveTo>
                  <a:cubicBezTo>
                    <a:pt x="245" y="667"/>
                    <a:pt x="159" y="495"/>
                    <a:pt x="159" y="303"/>
                  </a:cubicBezTo>
                  <a:cubicBezTo>
                    <a:pt x="159" y="235"/>
                    <a:pt x="170" y="170"/>
                    <a:pt x="190" y="108"/>
                  </a:cubicBezTo>
                  <a:cubicBezTo>
                    <a:pt x="216" y="117"/>
                    <a:pt x="216" y="117"/>
                    <a:pt x="216" y="117"/>
                  </a:cubicBezTo>
                  <a:cubicBezTo>
                    <a:pt x="198" y="86"/>
                    <a:pt x="198" y="86"/>
                    <a:pt x="198" y="86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14" y="136"/>
                    <a:pt x="0" y="218"/>
                    <a:pt x="0" y="303"/>
                  </a:cubicBezTo>
                  <a:cubicBezTo>
                    <a:pt x="0" y="549"/>
                    <a:pt x="113" y="768"/>
                    <a:pt x="289" y="912"/>
                  </a:cubicBezTo>
                  <a:cubicBezTo>
                    <a:pt x="283" y="800"/>
                    <a:pt x="283" y="800"/>
                    <a:pt x="283" y="800"/>
                  </a:cubicBezTo>
                  <a:lnTo>
                    <a:pt x="380" y="782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0C514D18-F4FD-4447-8237-7A47F319B9F3}"/>
              </a:ext>
            </a:extLst>
          </p:cNvPr>
          <p:cNvSpPr txBox="1"/>
          <p:nvPr/>
        </p:nvSpPr>
        <p:spPr>
          <a:xfrm>
            <a:off x="7358613" y="178795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DF61B3-92F5-4EA6-9F94-2E962B9504F5}"/>
              </a:ext>
            </a:extLst>
          </p:cNvPr>
          <p:cNvSpPr txBox="1"/>
          <p:nvPr/>
        </p:nvSpPr>
        <p:spPr>
          <a:xfrm>
            <a:off x="7946114" y="4365348"/>
            <a:ext cx="360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D41A50-8E63-4071-B7EC-E7A418C9982C}"/>
              </a:ext>
            </a:extLst>
          </p:cNvPr>
          <p:cNvSpPr txBox="1"/>
          <p:nvPr/>
        </p:nvSpPr>
        <p:spPr>
          <a:xfrm>
            <a:off x="5655598" y="5673981"/>
            <a:ext cx="360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E04C5C-9F4F-4B18-9537-1F40F5455861}"/>
              </a:ext>
            </a:extLst>
          </p:cNvPr>
          <p:cNvSpPr txBox="1"/>
          <p:nvPr/>
        </p:nvSpPr>
        <p:spPr>
          <a:xfrm>
            <a:off x="3736202" y="3967652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3B0187-E85D-48EB-87A8-41E6B75BD4F8}"/>
              </a:ext>
            </a:extLst>
          </p:cNvPr>
          <p:cNvSpPr txBox="1"/>
          <p:nvPr/>
        </p:nvSpPr>
        <p:spPr>
          <a:xfrm>
            <a:off x="4650602" y="1570441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331526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22">
            <a:extLst>
              <a:ext uri="{FF2B5EF4-FFF2-40B4-BE49-F238E27FC236}">
                <a16:creationId xmlns:a16="http://schemas.microsoft.com/office/drawing/2014/main" id="{B4CC3BB4-0E50-48D8-90FD-D80F74E65E0F}"/>
              </a:ext>
            </a:extLst>
          </p:cNvPr>
          <p:cNvSpPr>
            <a:spLocks/>
          </p:cNvSpPr>
          <p:nvPr/>
        </p:nvSpPr>
        <p:spPr bwMode="auto">
          <a:xfrm>
            <a:off x="4022415" y="1090613"/>
            <a:ext cx="2363788" cy="1436687"/>
          </a:xfrm>
          <a:custGeom>
            <a:avLst/>
            <a:gdLst>
              <a:gd name="T0" fmla="*/ 678 w 744"/>
              <a:gd name="T1" fmla="*/ 29 h 452"/>
              <a:gd name="T2" fmla="*/ 655 w 744"/>
              <a:gd name="T3" fmla="*/ 0 h 452"/>
              <a:gd name="T4" fmla="*/ 655 w 744"/>
              <a:gd name="T5" fmla="*/ 28 h 452"/>
              <a:gd name="T6" fmla="*/ 652 w 744"/>
              <a:gd name="T7" fmla="*/ 28 h 452"/>
              <a:gd name="T8" fmla="*/ 0 w 744"/>
              <a:gd name="T9" fmla="*/ 375 h 452"/>
              <a:gd name="T10" fmla="*/ 114 w 744"/>
              <a:gd name="T11" fmla="*/ 359 h 452"/>
              <a:gd name="T12" fmla="*/ 140 w 744"/>
              <a:gd name="T13" fmla="*/ 452 h 452"/>
              <a:gd name="T14" fmla="*/ 652 w 744"/>
              <a:gd name="T15" fmla="*/ 187 h 452"/>
              <a:gd name="T16" fmla="*/ 654 w 744"/>
              <a:gd name="T17" fmla="*/ 187 h 452"/>
              <a:gd name="T18" fmla="*/ 654 w 744"/>
              <a:gd name="T19" fmla="*/ 214 h 452"/>
              <a:gd name="T20" fmla="*/ 678 w 744"/>
              <a:gd name="T21" fmla="*/ 188 h 452"/>
              <a:gd name="T22" fmla="*/ 744 w 744"/>
              <a:gd name="T23" fmla="*/ 113 h 452"/>
              <a:gd name="T24" fmla="*/ 678 w 744"/>
              <a:gd name="T25" fmla="*/ 29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44" h="452">
                <a:moveTo>
                  <a:pt x="678" y="29"/>
                </a:moveTo>
                <a:cubicBezTo>
                  <a:pt x="655" y="0"/>
                  <a:pt x="655" y="0"/>
                  <a:pt x="655" y="0"/>
                </a:cubicBezTo>
                <a:cubicBezTo>
                  <a:pt x="655" y="28"/>
                  <a:pt x="655" y="28"/>
                  <a:pt x="655" y="28"/>
                </a:cubicBezTo>
                <a:cubicBezTo>
                  <a:pt x="654" y="28"/>
                  <a:pt x="653" y="28"/>
                  <a:pt x="652" y="28"/>
                </a:cubicBezTo>
                <a:cubicBezTo>
                  <a:pt x="381" y="28"/>
                  <a:pt x="141" y="166"/>
                  <a:pt x="0" y="375"/>
                </a:cubicBezTo>
                <a:cubicBezTo>
                  <a:pt x="114" y="359"/>
                  <a:pt x="114" y="359"/>
                  <a:pt x="114" y="359"/>
                </a:cubicBezTo>
                <a:cubicBezTo>
                  <a:pt x="140" y="452"/>
                  <a:pt x="140" y="452"/>
                  <a:pt x="140" y="452"/>
                </a:cubicBezTo>
                <a:cubicBezTo>
                  <a:pt x="253" y="292"/>
                  <a:pt x="441" y="187"/>
                  <a:pt x="652" y="187"/>
                </a:cubicBezTo>
                <a:cubicBezTo>
                  <a:pt x="653" y="187"/>
                  <a:pt x="653" y="187"/>
                  <a:pt x="654" y="187"/>
                </a:cubicBezTo>
                <a:cubicBezTo>
                  <a:pt x="654" y="214"/>
                  <a:pt x="654" y="214"/>
                  <a:pt x="654" y="214"/>
                </a:cubicBezTo>
                <a:cubicBezTo>
                  <a:pt x="678" y="188"/>
                  <a:pt x="678" y="188"/>
                  <a:pt x="678" y="188"/>
                </a:cubicBezTo>
                <a:cubicBezTo>
                  <a:pt x="744" y="113"/>
                  <a:pt x="744" y="113"/>
                  <a:pt x="744" y="113"/>
                </a:cubicBezTo>
                <a:lnTo>
                  <a:pt x="678" y="29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" name="Freeform 23">
            <a:extLst>
              <a:ext uri="{FF2B5EF4-FFF2-40B4-BE49-F238E27FC236}">
                <a16:creationId xmlns:a16="http://schemas.microsoft.com/office/drawing/2014/main" id="{5D1CA8FF-1A61-42BE-BE2C-9DCEDAB740D2}"/>
              </a:ext>
            </a:extLst>
          </p:cNvPr>
          <p:cNvSpPr>
            <a:spLocks/>
          </p:cNvSpPr>
          <p:nvPr/>
        </p:nvSpPr>
        <p:spPr bwMode="auto">
          <a:xfrm>
            <a:off x="6256027" y="1185863"/>
            <a:ext cx="2089150" cy="1631950"/>
          </a:xfrm>
          <a:custGeom>
            <a:avLst/>
            <a:gdLst>
              <a:gd name="T0" fmla="*/ 632 w 658"/>
              <a:gd name="T1" fmla="*/ 394 h 513"/>
              <a:gd name="T2" fmla="*/ 0 w 658"/>
              <a:gd name="T3" fmla="*/ 0 h 513"/>
              <a:gd name="T4" fmla="*/ 70 w 658"/>
              <a:gd name="T5" fmla="*/ 88 h 513"/>
              <a:gd name="T6" fmla="*/ 1 w 658"/>
              <a:gd name="T7" fmla="*/ 159 h 513"/>
              <a:gd name="T8" fmla="*/ 494 w 658"/>
              <a:gd name="T9" fmla="*/ 472 h 513"/>
              <a:gd name="T10" fmla="*/ 471 w 658"/>
              <a:gd name="T11" fmla="*/ 485 h 513"/>
              <a:gd name="T12" fmla="*/ 505 w 658"/>
              <a:gd name="T13" fmla="*/ 492 h 513"/>
              <a:gd name="T14" fmla="*/ 604 w 658"/>
              <a:gd name="T15" fmla="*/ 513 h 513"/>
              <a:gd name="T16" fmla="*/ 643 w 658"/>
              <a:gd name="T17" fmla="*/ 415 h 513"/>
              <a:gd name="T18" fmla="*/ 658 w 658"/>
              <a:gd name="T19" fmla="*/ 379 h 513"/>
              <a:gd name="T20" fmla="*/ 632 w 658"/>
              <a:gd name="T21" fmla="*/ 39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58" h="513">
                <a:moveTo>
                  <a:pt x="632" y="394"/>
                </a:moveTo>
                <a:cubicBezTo>
                  <a:pt x="504" y="171"/>
                  <a:pt x="270" y="17"/>
                  <a:pt x="0" y="0"/>
                </a:cubicBezTo>
                <a:cubicBezTo>
                  <a:pt x="70" y="88"/>
                  <a:pt x="70" y="88"/>
                  <a:pt x="70" y="88"/>
                </a:cubicBezTo>
                <a:cubicBezTo>
                  <a:pt x="1" y="159"/>
                  <a:pt x="1" y="159"/>
                  <a:pt x="1" y="159"/>
                </a:cubicBezTo>
                <a:cubicBezTo>
                  <a:pt x="212" y="176"/>
                  <a:pt x="394" y="298"/>
                  <a:pt x="494" y="472"/>
                </a:cubicBezTo>
                <a:cubicBezTo>
                  <a:pt x="471" y="485"/>
                  <a:pt x="471" y="485"/>
                  <a:pt x="471" y="485"/>
                </a:cubicBezTo>
                <a:cubicBezTo>
                  <a:pt x="505" y="492"/>
                  <a:pt x="505" y="492"/>
                  <a:pt x="505" y="492"/>
                </a:cubicBezTo>
                <a:cubicBezTo>
                  <a:pt x="604" y="513"/>
                  <a:pt x="604" y="513"/>
                  <a:pt x="604" y="513"/>
                </a:cubicBezTo>
                <a:cubicBezTo>
                  <a:pt x="643" y="415"/>
                  <a:pt x="643" y="415"/>
                  <a:pt x="643" y="415"/>
                </a:cubicBezTo>
                <a:cubicBezTo>
                  <a:pt x="658" y="379"/>
                  <a:pt x="658" y="379"/>
                  <a:pt x="658" y="379"/>
                </a:cubicBezTo>
                <a:lnTo>
                  <a:pt x="632" y="39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" name="Freeform 24">
            <a:extLst>
              <a:ext uri="{FF2B5EF4-FFF2-40B4-BE49-F238E27FC236}">
                <a16:creationId xmlns:a16="http://schemas.microsoft.com/office/drawing/2014/main" id="{D3313D0E-B987-45DB-9152-6B9DA7228FF3}"/>
              </a:ext>
            </a:extLst>
          </p:cNvPr>
          <p:cNvSpPr>
            <a:spLocks/>
          </p:cNvSpPr>
          <p:nvPr/>
        </p:nvSpPr>
        <p:spPr bwMode="auto">
          <a:xfrm>
            <a:off x="7748277" y="2574925"/>
            <a:ext cx="841375" cy="2474912"/>
          </a:xfrm>
          <a:custGeom>
            <a:avLst/>
            <a:gdLst>
              <a:gd name="T0" fmla="*/ 265 w 265"/>
              <a:gd name="T1" fmla="*/ 347 h 778"/>
              <a:gd name="T2" fmla="*/ 185 w 265"/>
              <a:gd name="T3" fmla="*/ 0 h 778"/>
              <a:gd name="T4" fmla="*/ 144 w 265"/>
              <a:gd name="T5" fmla="*/ 103 h 778"/>
              <a:gd name="T6" fmla="*/ 46 w 265"/>
              <a:gd name="T7" fmla="*/ 78 h 778"/>
              <a:gd name="T8" fmla="*/ 107 w 265"/>
              <a:gd name="T9" fmla="*/ 347 h 778"/>
              <a:gd name="T10" fmla="*/ 22 w 265"/>
              <a:gd name="T11" fmla="*/ 662 h 778"/>
              <a:gd name="T12" fmla="*/ 0 w 265"/>
              <a:gd name="T13" fmla="*/ 649 h 778"/>
              <a:gd name="T14" fmla="*/ 10 w 265"/>
              <a:gd name="T15" fmla="*/ 682 h 778"/>
              <a:gd name="T16" fmla="*/ 42 w 265"/>
              <a:gd name="T17" fmla="*/ 778 h 778"/>
              <a:gd name="T18" fmla="*/ 147 w 265"/>
              <a:gd name="T19" fmla="*/ 763 h 778"/>
              <a:gd name="T20" fmla="*/ 185 w 265"/>
              <a:gd name="T21" fmla="*/ 758 h 778"/>
              <a:gd name="T22" fmla="*/ 159 w 265"/>
              <a:gd name="T23" fmla="*/ 743 h 778"/>
              <a:gd name="T24" fmla="*/ 265 w 265"/>
              <a:gd name="T25" fmla="*/ 347 h 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5" h="778">
                <a:moveTo>
                  <a:pt x="265" y="347"/>
                </a:moveTo>
                <a:cubicBezTo>
                  <a:pt x="265" y="223"/>
                  <a:pt x="236" y="105"/>
                  <a:pt x="185" y="0"/>
                </a:cubicBezTo>
                <a:cubicBezTo>
                  <a:pt x="144" y="103"/>
                  <a:pt x="144" y="103"/>
                  <a:pt x="144" y="103"/>
                </a:cubicBezTo>
                <a:cubicBezTo>
                  <a:pt x="46" y="78"/>
                  <a:pt x="46" y="78"/>
                  <a:pt x="46" y="78"/>
                </a:cubicBezTo>
                <a:cubicBezTo>
                  <a:pt x="85" y="160"/>
                  <a:pt x="107" y="251"/>
                  <a:pt x="107" y="347"/>
                </a:cubicBezTo>
                <a:cubicBezTo>
                  <a:pt x="107" y="462"/>
                  <a:pt x="76" y="570"/>
                  <a:pt x="22" y="662"/>
                </a:cubicBezTo>
                <a:cubicBezTo>
                  <a:pt x="0" y="649"/>
                  <a:pt x="0" y="649"/>
                  <a:pt x="0" y="649"/>
                </a:cubicBezTo>
                <a:cubicBezTo>
                  <a:pt x="10" y="682"/>
                  <a:pt x="10" y="682"/>
                  <a:pt x="10" y="682"/>
                </a:cubicBezTo>
                <a:cubicBezTo>
                  <a:pt x="42" y="778"/>
                  <a:pt x="42" y="778"/>
                  <a:pt x="42" y="778"/>
                </a:cubicBezTo>
                <a:cubicBezTo>
                  <a:pt x="147" y="763"/>
                  <a:pt x="147" y="763"/>
                  <a:pt x="147" y="763"/>
                </a:cubicBezTo>
                <a:cubicBezTo>
                  <a:pt x="185" y="758"/>
                  <a:pt x="185" y="758"/>
                  <a:pt x="185" y="758"/>
                </a:cubicBezTo>
                <a:cubicBezTo>
                  <a:pt x="159" y="743"/>
                  <a:pt x="159" y="743"/>
                  <a:pt x="159" y="743"/>
                </a:cubicBezTo>
                <a:cubicBezTo>
                  <a:pt x="227" y="627"/>
                  <a:pt x="265" y="492"/>
                  <a:pt x="265" y="347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" name="Freeform 25">
            <a:extLst>
              <a:ext uri="{FF2B5EF4-FFF2-40B4-BE49-F238E27FC236}">
                <a16:creationId xmlns:a16="http://schemas.microsoft.com/office/drawing/2014/main" id="{E587B4C5-44E2-4E69-B0A8-B8CF075367D0}"/>
              </a:ext>
            </a:extLst>
          </p:cNvPr>
          <p:cNvSpPr>
            <a:spLocks/>
          </p:cNvSpPr>
          <p:nvPr/>
        </p:nvSpPr>
        <p:spPr bwMode="auto">
          <a:xfrm>
            <a:off x="5803590" y="4814888"/>
            <a:ext cx="2366963" cy="1455737"/>
          </a:xfrm>
          <a:custGeom>
            <a:avLst/>
            <a:gdLst>
              <a:gd name="T0" fmla="*/ 635 w 745"/>
              <a:gd name="T1" fmla="*/ 97 h 458"/>
              <a:gd name="T2" fmla="*/ 608 w 745"/>
              <a:gd name="T3" fmla="*/ 0 h 458"/>
              <a:gd name="T4" fmla="*/ 91 w 745"/>
              <a:gd name="T5" fmla="*/ 271 h 458"/>
              <a:gd name="T6" fmla="*/ 90 w 745"/>
              <a:gd name="T7" fmla="*/ 271 h 458"/>
              <a:gd name="T8" fmla="*/ 90 w 745"/>
              <a:gd name="T9" fmla="*/ 243 h 458"/>
              <a:gd name="T10" fmla="*/ 66 w 745"/>
              <a:gd name="T11" fmla="*/ 270 h 458"/>
              <a:gd name="T12" fmla="*/ 0 w 745"/>
              <a:gd name="T13" fmla="*/ 344 h 458"/>
              <a:gd name="T14" fmla="*/ 66 w 745"/>
              <a:gd name="T15" fmla="*/ 429 h 458"/>
              <a:gd name="T16" fmla="*/ 88 w 745"/>
              <a:gd name="T17" fmla="*/ 458 h 458"/>
              <a:gd name="T18" fmla="*/ 89 w 745"/>
              <a:gd name="T19" fmla="*/ 430 h 458"/>
              <a:gd name="T20" fmla="*/ 91 w 745"/>
              <a:gd name="T21" fmla="*/ 430 h 458"/>
              <a:gd name="T22" fmla="*/ 745 w 745"/>
              <a:gd name="T23" fmla="*/ 80 h 458"/>
              <a:gd name="T24" fmla="*/ 635 w 745"/>
              <a:gd name="T25" fmla="*/ 97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45" h="458">
                <a:moveTo>
                  <a:pt x="635" y="97"/>
                </a:moveTo>
                <a:cubicBezTo>
                  <a:pt x="608" y="0"/>
                  <a:pt x="608" y="0"/>
                  <a:pt x="608" y="0"/>
                </a:cubicBezTo>
                <a:cubicBezTo>
                  <a:pt x="495" y="164"/>
                  <a:pt x="306" y="271"/>
                  <a:pt x="91" y="271"/>
                </a:cubicBezTo>
                <a:cubicBezTo>
                  <a:pt x="91" y="271"/>
                  <a:pt x="90" y="271"/>
                  <a:pt x="90" y="271"/>
                </a:cubicBezTo>
                <a:cubicBezTo>
                  <a:pt x="90" y="243"/>
                  <a:pt x="90" y="243"/>
                  <a:pt x="90" y="243"/>
                </a:cubicBezTo>
                <a:cubicBezTo>
                  <a:pt x="66" y="270"/>
                  <a:pt x="66" y="270"/>
                  <a:pt x="66" y="270"/>
                </a:cubicBezTo>
                <a:cubicBezTo>
                  <a:pt x="0" y="344"/>
                  <a:pt x="0" y="344"/>
                  <a:pt x="0" y="344"/>
                </a:cubicBezTo>
                <a:cubicBezTo>
                  <a:pt x="66" y="429"/>
                  <a:pt x="66" y="429"/>
                  <a:pt x="66" y="429"/>
                </a:cubicBezTo>
                <a:cubicBezTo>
                  <a:pt x="88" y="458"/>
                  <a:pt x="88" y="458"/>
                  <a:pt x="88" y="458"/>
                </a:cubicBezTo>
                <a:cubicBezTo>
                  <a:pt x="89" y="430"/>
                  <a:pt x="89" y="430"/>
                  <a:pt x="89" y="430"/>
                </a:cubicBezTo>
                <a:cubicBezTo>
                  <a:pt x="89" y="430"/>
                  <a:pt x="90" y="430"/>
                  <a:pt x="91" y="430"/>
                </a:cubicBezTo>
                <a:cubicBezTo>
                  <a:pt x="364" y="430"/>
                  <a:pt x="604" y="291"/>
                  <a:pt x="745" y="80"/>
                </a:cubicBezTo>
                <a:lnTo>
                  <a:pt x="635" y="9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" name="Freeform 26">
            <a:extLst>
              <a:ext uri="{FF2B5EF4-FFF2-40B4-BE49-F238E27FC236}">
                <a16:creationId xmlns:a16="http://schemas.microsoft.com/office/drawing/2014/main" id="{8AFB24F1-1320-4134-BA8E-DD39596DDE3D}"/>
              </a:ext>
            </a:extLst>
          </p:cNvPr>
          <p:cNvSpPr>
            <a:spLocks/>
          </p:cNvSpPr>
          <p:nvPr/>
        </p:nvSpPr>
        <p:spPr bwMode="auto">
          <a:xfrm>
            <a:off x="3847790" y="4533900"/>
            <a:ext cx="2087563" cy="1641475"/>
          </a:xfrm>
          <a:custGeom>
            <a:avLst/>
            <a:gdLst>
              <a:gd name="T0" fmla="*/ 587 w 657"/>
              <a:gd name="T1" fmla="*/ 427 h 516"/>
              <a:gd name="T2" fmla="*/ 656 w 657"/>
              <a:gd name="T3" fmla="*/ 357 h 516"/>
              <a:gd name="T4" fmla="*/ 162 w 657"/>
              <a:gd name="T5" fmla="*/ 42 h 516"/>
              <a:gd name="T6" fmla="*/ 187 w 657"/>
              <a:gd name="T7" fmla="*/ 28 h 516"/>
              <a:gd name="T8" fmla="*/ 150 w 657"/>
              <a:gd name="T9" fmla="*/ 20 h 516"/>
              <a:gd name="T10" fmla="*/ 55 w 657"/>
              <a:gd name="T11" fmla="*/ 0 h 516"/>
              <a:gd name="T12" fmla="*/ 13 w 657"/>
              <a:gd name="T13" fmla="*/ 101 h 516"/>
              <a:gd name="T14" fmla="*/ 0 w 657"/>
              <a:gd name="T15" fmla="*/ 134 h 516"/>
              <a:gd name="T16" fmla="*/ 24 w 657"/>
              <a:gd name="T17" fmla="*/ 120 h 516"/>
              <a:gd name="T18" fmla="*/ 657 w 657"/>
              <a:gd name="T19" fmla="*/ 516 h 516"/>
              <a:gd name="T20" fmla="*/ 587 w 657"/>
              <a:gd name="T21" fmla="*/ 427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57" h="516">
                <a:moveTo>
                  <a:pt x="587" y="427"/>
                </a:moveTo>
                <a:cubicBezTo>
                  <a:pt x="656" y="357"/>
                  <a:pt x="656" y="357"/>
                  <a:pt x="656" y="357"/>
                </a:cubicBezTo>
                <a:cubicBezTo>
                  <a:pt x="444" y="340"/>
                  <a:pt x="262" y="218"/>
                  <a:pt x="162" y="42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50" y="20"/>
                  <a:pt x="150" y="20"/>
                  <a:pt x="150" y="20"/>
                </a:cubicBezTo>
                <a:cubicBezTo>
                  <a:pt x="55" y="0"/>
                  <a:pt x="55" y="0"/>
                  <a:pt x="55" y="0"/>
                </a:cubicBezTo>
                <a:cubicBezTo>
                  <a:pt x="13" y="101"/>
                  <a:pt x="13" y="101"/>
                  <a:pt x="13" y="101"/>
                </a:cubicBezTo>
                <a:cubicBezTo>
                  <a:pt x="0" y="134"/>
                  <a:pt x="0" y="134"/>
                  <a:pt x="0" y="134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151" y="344"/>
                  <a:pt x="385" y="499"/>
                  <a:pt x="657" y="516"/>
                </a:cubicBezTo>
                <a:lnTo>
                  <a:pt x="587" y="427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" name="Freeform 27">
            <a:extLst>
              <a:ext uri="{FF2B5EF4-FFF2-40B4-BE49-F238E27FC236}">
                <a16:creationId xmlns:a16="http://schemas.microsoft.com/office/drawing/2014/main" id="{BD41C8A5-E36D-4935-8D62-A2A23A581033}"/>
              </a:ext>
            </a:extLst>
          </p:cNvPr>
          <p:cNvSpPr>
            <a:spLocks/>
          </p:cNvSpPr>
          <p:nvPr/>
        </p:nvSpPr>
        <p:spPr bwMode="auto">
          <a:xfrm>
            <a:off x="3596965" y="2301875"/>
            <a:ext cx="860425" cy="2484437"/>
          </a:xfrm>
          <a:custGeom>
            <a:avLst/>
            <a:gdLst>
              <a:gd name="T0" fmla="*/ 271 w 271"/>
              <a:gd name="T1" fmla="*/ 129 h 781"/>
              <a:gd name="T2" fmla="*/ 259 w 271"/>
              <a:gd name="T3" fmla="*/ 93 h 781"/>
              <a:gd name="T4" fmla="*/ 229 w 271"/>
              <a:gd name="T5" fmla="*/ 0 h 781"/>
              <a:gd name="T6" fmla="*/ 121 w 271"/>
              <a:gd name="T7" fmla="*/ 15 h 781"/>
              <a:gd name="T8" fmla="*/ 86 w 271"/>
              <a:gd name="T9" fmla="*/ 20 h 781"/>
              <a:gd name="T10" fmla="*/ 109 w 271"/>
              <a:gd name="T11" fmla="*/ 34 h 781"/>
              <a:gd name="T12" fmla="*/ 0 w 271"/>
              <a:gd name="T13" fmla="*/ 433 h 781"/>
              <a:gd name="T14" fmla="*/ 81 w 271"/>
              <a:gd name="T15" fmla="*/ 781 h 781"/>
              <a:gd name="T16" fmla="*/ 124 w 271"/>
              <a:gd name="T17" fmla="*/ 674 h 781"/>
              <a:gd name="T18" fmla="*/ 217 w 271"/>
              <a:gd name="T19" fmla="*/ 699 h 781"/>
              <a:gd name="T20" fmla="*/ 159 w 271"/>
              <a:gd name="T21" fmla="*/ 433 h 781"/>
              <a:gd name="T22" fmla="*/ 246 w 271"/>
              <a:gd name="T23" fmla="*/ 115 h 781"/>
              <a:gd name="T24" fmla="*/ 271 w 271"/>
              <a:gd name="T25" fmla="*/ 129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71" h="781">
                <a:moveTo>
                  <a:pt x="271" y="129"/>
                </a:moveTo>
                <a:cubicBezTo>
                  <a:pt x="259" y="93"/>
                  <a:pt x="259" y="93"/>
                  <a:pt x="259" y="93"/>
                </a:cubicBezTo>
                <a:cubicBezTo>
                  <a:pt x="229" y="0"/>
                  <a:pt x="229" y="0"/>
                  <a:pt x="229" y="0"/>
                </a:cubicBezTo>
                <a:cubicBezTo>
                  <a:pt x="121" y="15"/>
                  <a:pt x="121" y="15"/>
                  <a:pt x="121" y="15"/>
                </a:cubicBezTo>
                <a:cubicBezTo>
                  <a:pt x="86" y="20"/>
                  <a:pt x="86" y="20"/>
                  <a:pt x="86" y="20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40" y="151"/>
                  <a:pt x="0" y="287"/>
                  <a:pt x="0" y="433"/>
                </a:cubicBezTo>
                <a:cubicBezTo>
                  <a:pt x="0" y="558"/>
                  <a:pt x="29" y="676"/>
                  <a:pt x="81" y="781"/>
                </a:cubicBezTo>
                <a:cubicBezTo>
                  <a:pt x="124" y="674"/>
                  <a:pt x="124" y="674"/>
                  <a:pt x="124" y="674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180" y="618"/>
                  <a:pt x="159" y="528"/>
                  <a:pt x="159" y="433"/>
                </a:cubicBezTo>
                <a:cubicBezTo>
                  <a:pt x="159" y="317"/>
                  <a:pt x="191" y="208"/>
                  <a:pt x="246" y="115"/>
                </a:cubicBezTo>
                <a:lnTo>
                  <a:pt x="271" y="12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8" name="Group 77"/>
          <p:cNvGrpSpPr/>
          <p:nvPr/>
        </p:nvGrpSpPr>
        <p:grpSpPr>
          <a:xfrm>
            <a:off x="4643715" y="3237006"/>
            <a:ext cx="2901395" cy="1205342"/>
            <a:chOff x="8577592" y="1301648"/>
            <a:chExt cx="2901395" cy="1205342"/>
          </a:xfrm>
        </p:grpSpPr>
        <p:sp>
          <p:nvSpPr>
            <p:cNvPr id="79" name="TextBox 78"/>
            <p:cNvSpPr txBox="1"/>
            <p:nvPr/>
          </p:nvSpPr>
          <p:spPr>
            <a:xfrm>
              <a:off x="8577592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046165" y="1301648"/>
              <a:ext cx="1964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Edit this text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7BB40A-F558-4A80-AB1C-91CE7756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9FF29-4E8A-4926-8153-78E2C55B9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514D18-F4FD-4447-8237-7A47F319B9F3}"/>
              </a:ext>
            </a:extLst>
          </p:cNvPr>
          <p:cNvSpPr txBox="1"/>
          <p:nvPr/>
        </p:nvSpPr>
        <p:spPr>
          <a:xfrm>
            <a:off x="7203706" y="161622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834E0-9E60-4BC8-BF25-4CB55AE0C012}"/>
              </a:ext>
            </a:extLst>
          </p:cNvPr>
          <p:cNvSpPr txBox="1"/>
          <p:nvPr/>
        </p:nvSpPr>
        <p:spPr>
          <a:xfrm>
            <a:off x="8158928" y="3575651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2B2AA2-875C-41E1-A231-C1AE24680CD5}"/>
              </a:ext>
            </a:extLst>
          </p:cNvPr>
          <p:cNvSpPr txBox="1"/>
          <p:nvPr/>
        </p:nvSpPr>
        <p:spPr>
          <a:xfrm>
            <a:off x="6901628" y="5445272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5E9378-AD8E-4C98-8D97-BE5850B69C8A}"/>
              </a:ext>
            </a:extLst>
          </p:cNvPr>
          <p:cNvSpPr txBox="1"/>
          <p:nvPr/>
        </p:nvSpPr>
        <p:spPr>
          <a:xfrm>
            <a:off x="4640120" y="5298315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9CF3D3-3A19-4CCB-A88C-431193369E66}"/>
              </a:ext>
            </a:extLst>
          </p:cNvPr>
          <p:cNvSpPr txBox="1"/>
          <p:nvPr/>
        </p:nvSpPr>
        <p:spPr>
          <a:xfrm>
            <a:off x="3709392" y="3200094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10133F-68FD-4808-B2AC-2A69709CE6B8}"/>
              </a:ext>
            </a:extLst>
          </p:cNvPr>
          <p:cNvSpPr txBox="1"/>
          <p:nvPr/>
        </p:nvSpPr>
        <p:spPr>
          <a:xfrm>
            <a:off x="4917706" y="1428444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800257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FADAD2B-B2B3-46DD-A4FC-386B848D5AC1}"/>
              </a:ext>
            </a:extLst>
          </p:cNvPr>
          <p:cNvSpPr>
            <a:spLocks/>
          </p:cNvSpPr>
          <p:nvPr/>
        </p:nvSpPr>
        <p:spPr bwMode="auto">
          <a:xfrm>
            <a:off x="6829204" y="4260850"/>
            <a:ext cx="1666875" cy="1743075"/>
          </a:xfrm>
          <a:custGeom>
            <a:avLst/>
            <a:gdLst>
              <a:gd name="connsiteX0" fmla="*/ 1174750 w 1666875"/>
              <a:gd name="connsiteY0" fmla="*/ 0 h 1743075"/>
              <a:gd name="connsiteX1" fmla="*/ 1349375 w 1666875"/>
              <a:gd name="connsiteY1" fmla="*/ 267211 h 1743075"/>
              <a:gd name="connsiteX2" fmla="*/ 1666875 w 1666875"/>
              <a:gd name="connsiteY2" fmla="*/ 111338 h 1743075"/>
              <a:gd name="connsiteX3" fmla="*/ 374650 w 1666875"/>
              <a:gd name="connsiteY3" fmla="*/ 1660525 h 1743075"/>
              <a:gd name="connsiteX4" fmla="*/ 415925 w 1666875"/>
              <a:gd name="connsiteY4" fmla="*/ 1743075 h 1743075"/>
              <a:gd name="connsiteX5" fmla="*/ 307975 w 1666875"/>
              <a:gd name="connsiteY5" fmla="*/ 1692275 h 1743075"/>
              <a:gd name="connsiteX6" fmla="*/ 0 w 1666875"/>
              <a:gd name="connsiteY6" fmla="*/ 1546225 h 1743075"/>
              <a:gd name="connsiteX7" fmla="*/ 85725 w 1666875"/>
              <a:gd name="connsiteY7" fmla="*/ 1239838 h 1743075"/>
              <a:gd name="connsiteX8" fmla="*/ 117475 w 1666875"/>
              <a:gd name="connsiteY8" fmla="*/ 1128713 h 1743075"/>
              <a:gd name="connsiteX9" fmla="*/ 152400 w 1666875"/>
              <a:gd name="connsiteY9" fmla="*/ 1208088 h 1743075"/>
              <a:gd name="connsiteX10" fmla="*/ 152678 w 1666875"/>
              <a:gd name="connsiteY10" fmla="*/ 1208654 h 1743075"/>
              <a:gd name="connsiteX11" fmla="*/ 330070 w 1666875"/>
              <a:gd name="connsiteY11" fmla="*/ 1108203 h 1743075"/>
              <a:gd name="connsiteX12" fmla="*/ 1174750 w 1666875"/>
              <a:gd name="connsiteY12" fmla="*/ 0 h 174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66875" h="1743075">
                <a:moveTo>
                  <a:pt x="1174750" y="0"/>
                </a:moveTo>
                <a:cubicBezTo>
                  <a:pt x="1174750" y="0"/>
                  <a:pt x="1174750" y="0"/>
                  <a:pt x="1349375" y="267211"/>
                </a:cubicBezTo>
                <a:cubicBezTo>
                  <a:pt x="1349375" y="267211"/>
                  <a:pt x="1349375" y="267211"/>
                  <a:pt x="1666875" y="111338"/>
                </a:cubicBezTo>
                <a:cubicBezTo>
                  <a:pt x="1470025" y="792090"/>
                  <a:pt x="996950" y="1351960"/>
                  <a:pt x="374650" y="1660525"/>
                </a:cubicBezTo>
                <a:lnTo>
                  <a:pt x="415925" y="1743075"/>
                </a:lnTo>
                <a:lnTo>
                  <a:pt x="307975" y="1692275"/>
                </a:lnTo>
                <a:lnTo>
                  <a:pt x="0" y="1546225"/>
                </a:lnTo>
                <a:lnTo>
                  <a:pt x="85725" y="1239838"/>
                </a:lnTo>
                <a:lnTo>
                  <a:pt x="117475" y="1128713"/>
                </a:lnTo>
                <a:lnTo>
                  <a:pt x="152400" y="1208088"/>
                </a:lnTo>
                <a:lnTo>
                  <a:pt x="152678" y="1208654"/>
                </a:lnTo>
                <a:lnTo>
                  <a:pt x="330070" y="1108203"/>
                </a:lnTo>
                <a:cubicBezTo>
                  <a:pt x="730945" y="853475"/>
                  <a:pt x="1033066" y="462052"/>
                  <a:pt x="1174750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8" name="Freeform 15">
            <a:extLst>
              <a:ext uri="{FF2B5EF4-FFF2-40B4-BE49-F238E27FC236}">
                <a16:creationId xmlns:a16="http://schemas.microsoft.com/office/drawing/2014/main" id="{B5432BEA-09FE-43C0-A2F9-501C95E3F272}"/>
              </a:ext>
            </a:extLst>
          </p:cNvPr>
          <p:cNvSpPr>
            <a:spLocks/>
          </p:cNvSpPr>
          <p:nvPr/>
        </p:nvSpPr>
        <p:spPr bwMode="auto">
          <a:xfrm>
            <a:off x="4208241" y="1090613"/>
            <a:ext cx="2179638" cy="1249362"/>
          </a:xfrm>
          <a:custGeom>
            <a:avLst/>
            <a:gdLst>
              <a:gd name="T0" fmla="*/ 620 w 686"/>
              <a:gd name="T1" fmla="*/ 29 h 393"/>
              <a:gd name="T2" fmla="*/ 597 w 686"/>
              <a:gd name="T3" fmla="*/ 0 h 393"/>
              <a:gd name="T4" fmla="*/ 597 w 686"/>
              <a:gd name="T5" fmla="*/ 28 h 393"/>
              <a:gd name="T6" fmla="*/ 594 w 686"/>
              <a:gd name="T7" fmla="*/ 28 h 393"/>
              <a:gd name="T8" fmla="*/ 0 w 686"/>
              <a:gd name="T9" fmla="*/ 299 h 393"/>
              <a:gd name="T10" fmla="*/ 115 w 686"/>
              <a:gd name="T11" fmla="*/ 297 h 393"/>
              <a:gd name="T12" fmla="*/ 129 w 686"/>
              <a:gd name="T13" fmla="*/ 393 h 393"/>
              <a:gd name="T14" fmla="*/ 594 w 686"/>
              <a:gd name="T15" fmla="*/ 187 h 393"/>
              <a:gd name="T16" fmla="*/ 596 w 686"/>
              <a:gd name="T17" fmla="*/ 187 h 393"/>
              <a:gd name="T18" fmla="*/ 596 w 686"/>
              <a:gd name="T19" fmla="*/ 214 h 393"/>
              <a:gd name="T20" fmla="*/ 620 w 686"/>
              <a:gd name="T21" fmla="*/ 188 h 393"/>
              <a:gd name="T22" fmla="*/ 686 w 686"/>
              <a:gd name="T23" fmla="*/ 113 h 393"/>
              <a:gd name="T24" fmla="*/ 620 w 686"/>
              <a:gd name="T25" fmla="*/ 29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6" h="393">
                <a:moveTo>
                  <a:pt x="620" y="29"/>
                </a:moveTo>
                <a:cubicBezTo>
                  <a:pt x="597" y="0"/>
                  <a:pt x="597" y="0"/>
                  <a:pt x="597" y="0"/>
                </a:cubicBezTo>
                <a:cubicBezTo>
                  <a:pt x="597" y="28"/>
                  <a:pt x="597" y="28"/>
                  <a:pt x="597" y="28"/>
                </a:cubicBezTo>
                <a:cubicBezTo>
                  <a:pt x="596" y="28"/>
                  <a:pt x="595" y="28"/>
                  <a:pt x="594" y="28"/>
                </a:cubicBezTo>
                <a:cubicBezTo>
                  <a:pt x="357" y="28"/>
                  <a:pt x="144" y="133"/>
                  <a:pt x="0" y="299"/>
                </a:cubicBezTo>
                <a:cubicBezTo>
                  <a:pt x="115" y="297"/>
                  <a:pt x="115" y="297"/>
                  <a:pt x="115" y="297"/>
                </a:cubicBezTo>
                <a:cubicBezTo>
                  <a:pt x="129" y="393"/>
                  <a:pt x="129" y="393"/>
                  <a:pt x="129" y="393"/>
                </a:cubicBezTo>
                <a:cubicBezTo>
                  <a:pt x="244" y="266"/>
                  <a:pt x="410" y="187"/>
                  <a:pt x="594" y="187"/>
                </a:cubicBezTo>
                <a:cubicBezTo>
                  <a:pt x="595" y="187"/>
                  <a:pt x="595" y="187"/>
                  <a:pt x="596" y="187"/>
                </a:cubicBezTo>
                <a:cubicBezTo>
                  <a:pt x="596" y="214"/>
                  <a:pt x="596" y="214"/>
                  <a:pt x="596" y="214"/>
                </a:cubicBezTo>
                <a:cubicBezTo>
                  <a:pt x="620" y="188"/>
                  <a:pt x="620" y="188"/>
                  <a:pt x="620" y="188"/>
                </a:cubicBezTo>
                <a:cubicBezTo>
                  <a:pt x="686" y="113"/>
                  <a:pt x="686" y="113"/>
                  <a:pt x="686" y="113"/>
                </a:cubicBezTo>
                <a:lnTo>
                  <a:pt x="620" y="29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Freeform 16">
            <a:extLst>
              <a:ext uri="{FF2B5EF4-FFF2-40B4-BE49-F238E27FC236}">
                <a16:creationId xmlns:a16="http://schemas.microsoft.com/office/drawing/2014/main" id="{31C110DF-6F68-4908-9E5D-95B9F7FCD7B6}"/>
              </a:ext>
            </a:extLst>
          </p:cNvPr>
          <p:cNvSpPr>
            <a:spLocks/>
          </p:cNvSpPr>
          <p:nvPr/>
        </p:nvSpPr>
        <p:spPr bwMode="auto">
          <a:xfrm>
            <a:off x="6254529" y="1185863"/>
            <a:ext cx="1866900" cy="1322387"/>
          </a:xfrm>
          <a:custGeom>
            <a:avLst/>
            <a:gdLst>
              <a:gd name="T0" fmla="*/ 564 w 588"/>
              <a:gd name="T1" fmla="*/ 294 h 416"/>
              <a:gd name="T2" fmla="*/ 0 w 588"/>
              <a:gd name="T3" fmla="*/ 0 h 416"/>
              <a:gd name="T4" fmla="*/ 71 w 588"/>
              <a:gd name="T5" fmla="*/ 88 h 416"/>
              <a:gd name="T6" fmla="*/ 2 w 588"/>
              <a:gd name="T7" fmla="*/ 159 h 416"/>
              <a:gd name="T8" fmla="*/ 440 w 588"/>
              <a:gd name="T9" fmla="*/ 393 h 416"/>
              <a:gd name="T10" fmla="*/ 420 w 588"/>
              <a:gd name="T11" fmla="*/ 409 h 416"/>
              <a:gd name="T12" fmla="*/ 454 w 588"/>
              <a:gd name="T13" fmla="*/ 411 h 416"/>
              <a:gd name="T14" fmla="*/ 555 w 588"/>
              <a:gd name="T15" fmla="*/ 416 h 416"/>
              <a:gd name="T16" fmla="*/ 579 w 588"/>
              <a:gd name="T17" fmla="*/ 313 h 416"/>
              <a:gd name="T18" fmla="*/ 588 w 588"/>
              <a:gd name="T19" fmla="*/ 275 h 416"/>
              <a:gd name="T20" fmla="*/ 564 w 588"/>
              <a:gd name="T21" fmla="*/ 294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8" h="416">
                <a:moveTo>
                  <a:pt x="564" y="294"/>
                </a:moveTo>
                <a:cubicBezTo>
                  <a:pt x="430" y="126"/>
                  <a:pt x="228" y="14"/>
                  <a:pt x="0" y="0"/>
                </a:cubicBezTo>
                <a:cubicBezTo>
                  <a:pt x="71" y="88"/>
                  <a:pt x="71" y="88"/>
                  <a:pt x="71" y="88"/>
                </a:cubicBezTo>
                <a:cubicBezTo>
                  <a:pt x="2" y="159"/>
                  <a:pt x="2" y="159"/>
                  <a:pt x="2" y="159"/>
                </a:cubicBezTo>
                <a:cubicBezTo>
                  <a:pt x="179" y="173"/>
                  <a:pt x="335" y="262"/>
                  <a:pt x="440" y="393"/>
                </a:cubicBezTo>
                <a:cubicBezTo>
                  <a:pt x="420" y="409"/>
                  <a:pt x="420" y="409"/>
                  <a:pt x="420" y="409"/>
                </a:cubicBezTo>
                <a:cubicBezTo>
                  <a:pt x="454" y="411"/>
                  <a:pt x="454" y="411"/>
                  <a:pt x="454" y="411"/>
                </a:cubicBezTo>
                <a:cubicBezTo>
                  <a:pt x="555" y="416"/>
                  <a:pt x="555" y="416"/>
                  <a:pt x="555" y="416"/>
                </a:cubicBezTo>
                <a:cubicBezTo>
                  <a:pt x="579" y="313"/>
                  <a:pt x="579" y="313"/>
                  <a:pt x="579" y="313"/>
                </a:cubicBezTo>
                <a:cubicBezTo>
                  <a:pt x="588" y="275"/>
                  <a:pt x="588" y="275"/>
                  <a:pt x="588" y="275"/>
                </a:cubicBezTo>
                <a:lnTo>
                  <a:pt x="564" y="29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" name="Freeform 17">
            <a:extLst>
              <a:ext uri="{FF2B5EF4-FFF2-40B4-BE49-F238E27FC236}">
                <a16:creationId xmlns:a16="http://schemas.microsoft.com/office/drawing/2014/main" id="{5B55773B-9F11-46AB-A637-694675DA75C6}"/>
              </a:ext>
            </a:extLst>
          </p:cNvPr>
          <p:cNvSpPr>
            <a:spLocks/>
          </p:cNvSpPr>
          <p:nvPr/>
        </p:nvSpPr>
        <p:spPr bwMode="auto">
          <a:xfrm>
            <a:off x="7743604" y="2244725"/>
            <a:ext cx="882650" cy="2197100"/>
          </a:xfrm>
          <a:custGeom>
            <a:avLst/>
            <a:gdLst>
              <a:gd name="T0" fmla="*/ 249 w 278"/>
              <a:gd name="T1" fmla="*/ 622 h 691"/>
              <a:gd name="T2" fmla="*/ 267 w 278"/>
              <a:gd name="T3" fmla="*/ 451 h 691"/>
              <a:gd name="T4" fmla="*/ 125 w 278"/>
              <a:gd name="T5" fmla="*/ 0 h 691"/>
              <a:gd name="T6" fmla="*/ 101 w 278"/>
              <a:gd name="T7" fmla="*/ 108 h 691"/>
              <a:gd name="T8" fmla="*/ 0 w 278"/>
              <a:gd name="T9" fmla="*/ 99 h 691"/>
              <a:gd name="T10" fmla="*/ 109 w 278"/>
              <a:gd name="T11" fmla="*/ 451 h 691"/>
              <a:gd name="T12" fmla="*/ 94 w 278"/>
              <a:gd name="T13" fmla="*/ 587 h 691"/>
              <a:gd name="T14" fmla="*/ 69 w 278"/>
              <a:gd name="T15" fmla="*/ 581 h 691"/>
              <a:gd name="T16" fmla="*/ 89 w 278"/>
              <a:gd name="T17" fmla="*/ 609 h 691"/>
              <a:gd name="T18" fmla="*/ 148 w 278"/>
              <a:gd name="T19" fmla="*/ 691 h 691"/>
              <a:gd name="T20" fmla="*/ 243 w 278"/>
              <a:gd name="T21" fmla="*/ 645 h 691"/>
              <a:gd name="T22" fmla="*/ 278 w 278"/>
              <a:gd name="T23" fmla="*/ 628 h 691"/>
              <a:gd name="T24" fmla="*/ 249 w 278"/>
              <a:gd name="T25" fmla="*/ 622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78" h="691">
                <a:moveTo>
                  <a:pt x="249" y="622"/>
                </a:moveTo>
                <a:cubicBezTo>
                  <a:pt x="261" y="567"/>
                  <a:pt x="267" y="510"/>
                  <a:pt x="267" y="451"/>
                </a:cubicBezTo>
                <a:cubicBezTo>
                  <a:pt x="267" y="283"/>
                  <a:pt x="215" y="128"/>
                  <a:pt x="125" y="0"/>
                </a:cubicBezTo>
                <a:cubicBezTo>
                  <a:pt x="101" y="108"/>
                  <a:pt x="101" y="108"/>
                  <a:pt x="101" y="108"/>
                </a:cubicBezTo>
                <a:cubicBezTo>
                  <a:pt x="0" y="99"/>
                  <a:pt x="0" y="99"/>
                  <a:pt x="0" y="99"/>
                </a:cubicBezTo>
                <a:cubicBezTo>
                  <a:pt x="69" y="199"/>
                  <a:pt x="109" y="321"/>
                  <a:pt x="109" y="451"/>
                </a:cubicBezTo>
                <a:cubicBezTo>
                  <a:pt x="109" y="498"/>
                  <a:pt x="104" y="543"/>
                  <a:pt x="94" y="587"/>
                </a:cubicBezTo>
                <a:cubicBezTo>
                  <a:pt x="69" y="581"/>
                  <a:pt x="69" y="581"/>
                  <a:pt x="69" y="581"/>
                </a:cubicBezTo>
                <a:cubicBezTo>
                  <a:pt x="89" y="609"/>
                  <a:pt x="89" y="609"/>
                  <a:pt x="89" y="609"/>
                </a:cubicBezTo>
                <a:cubicBezTo>
                  <a:pt x="148" y="691"/>
                  <a:pt x="148" y="691"/>
                  <a:pt x="148" y="691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78" y="628"/>
                  <a:pt x="278" y="628"/>
                  <a:pt x="278" y="628"/>
                </a:cubicBezTo>
                <a:lnTo>
                  <a:pt x="249" y="62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" name="Freeform 19">
            <a:extLst>
              <a:ext uri="{FF2B5EF4-FFF2-40B4-BE49-F238E27FC236}">
                <a16:creationId xmlns:a16="http://schemas.microsoft.com/office/drawing/2014/main" id="{F7F060B8-6516-4222-87B4-47633D248798}"/>
              </a:ext>
            </a:extLst>
          </p:cNvPr>
          <p:cNvSpPr>
            <a:spLocks/>
          </p:cNvSpPr>
          <p:nvPr/>
        </p:nvSpPr>
        <p:spPr bwMode="auto">
          <a:xfrm>
            <a:off x="4900391" y="5408613"/>
            <a:ext cx="2163763" cy="773112"/>
          </a:xfrm>
          <a:custGeom>
            <a:avLst/>
            <a:gdLst>
              <a:gd name="T0" fmla="*/ 579 w 681"/>
              <a:gd name="T1" fmla="*/ 134 h 243"/>
              <a:gd name="T2" fmla="*/ 610 w 681"/>
              <a:gd name="T3" fmla="*/ 39 h 243"/>
              <a:gd name="T4" fmla="*/ 376 w 681"/>
              <a:gd name="T5" fmla="*/ 84 h 243"/>
              <a:gd name="T6" fmla="*/ 112 w 681"/>
              <a:gd name="T7" fmla="*/ 26 h 243"/>
              <a:gd name="T8" fmla="*/ 124 w 681"/>
              <a:gd name="T9" fmla="*/ 0 h 243"/>
              <a:gd name="T10" fmla="*/ 90 w 681"/>
              <a:gd name="T11" fmla="*/ 15 h 243"/>
              <a:gd name="T12" fmla="*/ 0 w 681"/>
              <a:gd name="T13" fmla="*/ 54 h 243"/>
              <a:gd name="T14" fmla="*/ 24 w 681"/>
              <a:gd name="T15" fmla="*/ 160 h 243"/>
              <a:gd name="T16" fmla="*/ 32 w 681"/>
              <a:gd name="T17" fmla="*/ 194 h 243"/>
              <a:gd name="T18" fmla="*/ 44 w 681"/>
              <a:gd name="T19" fmla="*/ 169 h 243"/>
              <a:gd name="T20" fmla="*/ 376 w 681"/>
              <a:gd name="T21" fmla="*/ 243 h 243"/>
              <a:gd name="T22" fmla="*/ 681 w 681"/>
              <a:gd name="T23" fmla="*/ 181 h 243"/>
              <a:gd name="T24" fmla="*/ 579 w 681"/>
              <a:gd name="T25" fmla="*/ 134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1" h="243">
                <a:moveTo>
                  <a:pt x="579" y="134"/>
                </a:moveTo>
                <a:cubicBezTo>
                  <a:pt x="610" y="39"/>
                  <a:pt x="610" y="39"/>
                  <a:pt x="610" y="39"/>
                </a:cubicBezTo>
                <a:cubicBezTo>
                  <a:pt x="538" y="68"/>
                  <a:pt x="459" y="84"/>
                  <a:pt x="376" y="84"/>
                </a:cubicBezTo>
                <a:cubicBezTo>
                  <a:pt x="282" y="84"/>
                  <a:pt x="192" y="63"/>
                  <a:pt x="112" y="26"/>
                </a:cubicBezTo>
                <a:cubicBezTo>
                  <a:pt x="124" y="0"/>
                  <a:pt x="124" y="0"/>
                  <a:pt x="124" y="0"/>
                </a:cubicBezTo>
                <a:cubicBezTo>
                  <a:pt x="90" y="15"/>
                  <a:pt x="90" y="15"/>
                  <a:pt x="90" y="15"/>
                </a:cubicBezTo>
                <a:cubicBezTo>
                  <a:pt x="0" y="54"/>
                  <a:pt x="0" y="54"/>
                  <a:pt x="0" y="54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32" y="194"/>
                  <a:pt x="32" y="194"/>
                  <a:pt x="32" y="194"/>
                </a:cubicBezTo>
                <a:cubicBezTo>
                  <a:pt x="44" y="169"/>
                  <a:pt x="44" y="169"/>
                  <a:pt x="44" y="169"/>
                </a:cubicBezTo>
                <a:cubicBezTo>
                  <a:pt x="145" y="216"/>
                  <a:pt x="258" y="243"/>
                  <a:pt x="376" y="243"/>
                </a:cubicBezTo>
                <a:cubicBezTo>
                  <a:pt x="484" y="243"/>
                  <a:pt x="587" y="221"/>
                  <a:pt x="681" y="181"/>
                </a:cubicBezTo>
                <a:lnTo>
                  <a:pt x="579" y="134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" name="Freeform 20">
            <a:extLst>
              <a:ext uri="{FF2B5EF4-FFF2-40B4-BE49-F238E27FC236}">
                <a16:creationId xmlns:a16="http://schemas.microsoft.com/office/drawing/2014/main" id="{66C369D5-D8DD-4D94-90A6-9DECE14EE71A}"/>
              </a:ext>
            </a:extLst>
          </p:cNvPr>
          <p:cNvSpPr>
            <a:spLocks/>
          </p:cNvSpPr>
          <p:nvPr/>
        </p:nvSpPr>
        <p:spPr bwMode="auto">
          <a:xfrm>
            <a:off x="3585941" y="3930650"/>
            <a:ext cx="1527175" cy="1949450"/>
          </a:xfrm>
          <a:custGeom>
            <a:avLst/>
            <a:gdLst>
              <a:gd name="T0" fmla="*/ 481 w 481"/>
              <a:gd name="T1" fmla="*/ 468 h 613"/>
              <a:gd name="T2" fmla="*/ 180 w 481"/>
              <a:gd name="T3" fmla="*/ 71 h 613"/>
              <a:gd name="T4" fmla="*/ 209 w 481"/>
              <a:gd name="T5" fmla="*/ 64 h 613"/>
              <a:gd name="T6" fmla="*/ 175 w 481"/>
              <a:gd name="T7" fmla="*/ 46 h 613"/>
              <a:gd name="T8" fmla="*/ 89 w 481"/>
              <a:gd name="T9" fmla="*/ 0 h 613"/>
              <a:gd name="T10" fmla="*/ 21 w 481"/>
              <a:gd name="T11" fmla="*/ 87 h 613"/>
              <a:gd name="T12" fmla="*/ 0 w 481"/>
              <a:gd name="T13" fmla="*/ 114 h 613"/>
              <a:gd name="T14" fmla="*/ 26 w 481"/>
              <a:gd name="T15" fmla="*/ 108 h 613"/>
              <a:gd name="T16" fmla="*/ 416 w 481"/>
              <a:gd name="T17" fmla="*/ 613 h 613"/>
              <a:gd name="T18" fmla="*/ 389 w 481"/>
              <a:gd name="T19" fmla="*/ 502 h 613"/>
              <a:gd name="T20" fmla="*/ 481 w 481"/>
              <a:gd name="T21" fmla="*/ 468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81" h="613">
                <a:moveTo>
                  <a:pt x="481" y="468"/>
                </a:moveTo>
                <a:cubicBezTo>
                  <a:pt x="332" y="383"/>
                  <a:pt x="222" y="241"/>
                  <a:pt x="180" y="71"/>
                </a:cubicBezTo>
                <a:cubicBezTo>
                  <a:pt x="209" y="64"/>
                  <a:pt x="209" y="64"/>
                  <a:pt x="209" y="64"/>
                </a:cubicBezTo>
                <a:cubicBezTo>
                  <a:pt x="175" y="46"/>
                  <a:pt x="175" y="46"/>
                  <a:pt x="175" y="46"/>
                </a:cubicBezTo>
                <a:cubicBezTo>
                  <a:pt x="89" y="0"/>
                  <a:pt x="89" y="0"/>
                  <a:pt x="89" y="0"/>
                </a:cubicBezTo>
                <a:cubicBezTo>
                  <a:pt x="21" y="87"/>
                  <a:pt x="21" y="87"/>
                  <a:pt x="21" y="87"/>
                </a:cubicBezTo>
                <a:cubicBezTo>
                  <a:pt x="0" y="114"/>
                  <a:pt x="0" y="114"/>
                  <a:pt x="0" y="114"/>
                </a:cubicBezTo>
                <a:cubicBezTo>
                  <a:pt x="26" y="108"/>
                  <a:pt x="26" y="108"/>
                  <a:pt x="26" y="108"/>
                </a:cubicBezTo>
                <a:cubicBezTo>
                  <a:pt x="79" y="326"/>
                  <a:pt x="223" y="509"/>
                  <a:pt x="416" y="613"/>
                </a:cubicBezTo>
                <a:cubicBezTo>
                  <a:pt x="389" y="502"/>
                  <a:pt x="389" y="502"/>
                  <a:pt x="389" y="502"/>
                </a:cubicBezTo>
                <a:lnTo>
                  <a:pt x="481" y="468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" name="Freeform 21">
            <a:extLst>
              <a:ext uri="{FF2B5EF4-FFF2-40B4-BE49-F238E27FC236}">
                <a16:creationId xmlns:a16="http://schemas.microsoft.com/office/drawing/2014/main" id="{9C6B7334-F5A4-4D60-8982-FC429AAAFCF1}"/>
              </a:ext>
            </a:extLst>
          </p:cNvPr>
          <p:cNvSpPr>
            <a:spLocks/>
          </p:cNvSpPr>
          <p:nvPr/>
        </p:nvSpPr>
        <p:spPr bwMode="auto">
          <a:xfrm>
            <a:off x="3598641" y="2098675"/>
            <a:ext cx="987425" cy="2028825"/>
          </a:xfrm>
          <a:custGeom>
            <a:avLst/>
            <a:gdLst>
              <a:gd name="T0" fmla="*/ 311 w 311"/>
              <a:gd name="T1" fmla="*/ 133 h 638"/>
              <a:gd name="T2" fmla="*/ 304 w 311"/>
              <a:gd name="T3" fmla="*/ 96 h 638"/>
              <a:gd name="T4" fmla="*/ 286 w 311"/>
              <a:gd name="T5" fmla="*/ 0 h 638"/>
              <a:gd name="T6" fmla="*/ 176 w 311"/>
              <a:gd name="T7" fmla="*/ 1 h 638"/>
              <a:gd name="T8" fmla="*/ 141 w 311"/>
              <a:gd name="T9" fmla="*/ 2 h 638"/>
              <a:gd name="T10" fmla="*/ 163 w 311"/>
              <a:gd name="T11" fmla="*/ 18 h 638"/>
              <a:gd name="T12" fmla="*/ 0 w 311"/>
              <a:gd name="T13" fmla="*/ 497 h 638"/>
              <a:gd name="T14" fmla="*/ 13 w 311"/>
              <a:gd name="T15" fmla="*/ 638 h 638"/>
              <a:gd name="T16" fmla="*/ 83 w 311"/>
              <a:gd name="T17" fmla="*/ 547 h 638"/>
              <a:gd name="T18" fmla="*/ 166 w 311"/>
              <a:gd name="T19" fmla="*/ 596 h 638"/>
              <a:gd name="T20" fmla="*/ 159 w 311"/>
              <a:gd name="T21" fmla="*/ 497 h 638"/>
              <a:gd name="T22" fmla="*/ 288 w 311"/>
              <a:gd name="T23" fmla="*/ 115 h 638"/>
              <a:gd name="T24" fmla="*/ 311 w 311"/>
              <a:gd name="T25" fmla="*/ 133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11" h="638">
                <a:moveTo>
                  <a:pt x="311" y="133"/>
                </a:moveTo>
                <a:cubicBezTo>
                  <a:pt x="304" y="96"/>
                  <a:pt x="304" y="96"/>
                  <a:pt x="304" y="96"/>
                </a:cubicBezTo>
                <a:cubicBezTo>
                  <a:pt x="286" y="0"/>
                  <a:pt x="286" y="0"/>
                  <a:pt x="286" y="0"/>
                </a:cubicBezTo>
                <a:cubicBezTo>
                  <a:pt x="176" y="1"/>
                  <a:pt x="176" y="1"/>
                  <a:pt x="176" y="1"/>
                </a:cubicBezTo>
                <a:cubicBezTo>
                  <a:pt x="141" y="2"/>
                  <a:pt x="141" y="2"/>
                  <a:pt x="141" y="2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61" y="151"/>
                  <a:pt x="0" y="317"/>
                  <a:pt x="0" y="497"/>
                </a:cubicBezTo>
                <a:cubicBezTo>
                  <a:pt x="0" y="546"/>
                  <a:pt x="4" y="593"/>
                  <a:pt x="13" y="638"/>
                </a:cubicBezTo>
                <a:cubicBezTo>
                  <a:pt x="83" y="547"/>
                  <a:pt x="83" y="547"/>
                  <a:pt x="83" y="547"/>
                </a:cubicBezTo>
                <a:cubicBezTo>
                  <a:pt x="166" y="596"/>
                  <a:pt x="166" y="596"/>
                  <a:pt x="166" y="596"/>
                </a:cubicBezTo>
                <a:cubicBezTo>
                  <a:pt x="161" y="564"/>
                  <a:pt x="159" y="531"/>
                  <a:pt x="159" y="497"/>
                </a:cubicBezTo>
                <a:cubicBezTo>
                  <a:pt x="159" y="354"/>
                  <a:pt x="207" y="221"/>
                  <a:pt x="288" y="115"/>
                </a:cubicBezTo>
                <a:lnTo>
                  <a:pt x="311" y="13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8" name="Group 77"/>
          <p:cNvGrpSpPr/>
          <p:nvPr/>
        </p:nvGrpSpPr>
        <p:grpSpPr>
          <a:xfrm>
            <a:off x="4643715" y="3237006"/>
            <a:ext cx="2901395" cy="1205342"/>
            <a:chOff x="8577592" y="1301648"/>
            <a:chExt cx="2901395" cy="1205342"/>
          </a:xfrm>
        </p:grpSpPr>
        <p:sp>
          <p:nvSpPr>
            <p:cNvPr id="79" name="TextBox 78"/>
            <p:cNvSpPr txBox="1"/>
            <p:nvPr/>
          </p:nvSpPr>
          <p:spPr>
            <a:xfrm>
              <a:off x="8577592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046165" y="1301648"/>
              <a:ext cx="1964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Edit this text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7BB40A-F558-4A80-AB1C-91CE7756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9FF29-4E8A-4926-8153-78E2C55B9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514D18-F4FD-4447-8237-7A47F319B9F3}"/>
              </a:ext>
            </a:extLst>
          </p:cNvPr>
          <p:cNvSpPr txBox="1"/>
          <p:nvPr/>
        </p:nvSpPr>
        <p:spPr>
          <a:xfrm>
            <a:off x="7075466" y="1511081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231E53-4F4B-4218-A747-848C79E8A6C9}"/>
              </a:ext>
            </a:extLst>
          </p:cNvPr>
          <p:cNvSpPr txBox="1"/>
          <p:nvPr/>
        </p:nvSpPr>
        <p:spPr>
          <a:xfrm>
            <a:off x="8137537" y="3088175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FD54DB-9E16-4288-8C03-5FDC068448FD}"/>
              </a:ext>
            </a:extLst>
          </p:cNvPr>
          <p:cNvSpPr txBox="1"/>
          <p:nvPr/>
        </p:nvSpPr>
        <p:spPr>
          <a:xfrm>
            <a:off x="7560594" y="4949632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06E4A3-E46B-46EC-822C-D763753266E9}"/>
              </a:ext>
            </a:extLst>
          </p:cNvPr>
          <p:cNvSpPr txBox="1"/>
          <p:nvPr/>
        </p:nvSpPr>
        <p:spPr>
          <a:xfrm>
            <a:off x="5742679" y="5678975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D263650-47F0-42DD-B3B0-F6A053790016}"/>
              </a:ext>
            </a:extLst>
          </p:cNvPr>
          <p:cNvSpPr txBox="1"/>
          <p:nvPr/>
        </p:nvSpPr>
        <p:spPr>
          <a:xfrm>
            <a:off x="4066279" y="4721032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C04718-5437-413A-A0E9-5769D4A65278}"/>
              </a:ext>
            </a:extLst>
          </p:cNvPr>
          <p:cNvSpPr txBox="1"/>
          <p:nvPr/>
        </p:nvSpPr>
        <p:spPr>
          <a:xfrm>
            <a:off x="3794137" y="269628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AAD5B2-743E-4C61-858F-3F52D3E44FF5}"/>
              </a:ext>
            </a:extLst>
          </p:cNvPr>
          <p:cNvSpPr txBox="1"/>
          <p:nvPr/>
        </p:nvSpPr>
        <p:spPr>
          <a:xfrm>
            <a:off x="5056880" y="1357346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382614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3502784" y="1087196"/>
            <a:ext cx="5183256" cy="5183255"/>
            <a:chOff x="4578197" y="1125506"/>
            <a:chExt cx="5183256" cy="5183255"/>
          </a:xfrm>
        </p:grpSpPr>
        <p:grpSp>
          <p:nvGrpSpPr>
            <p:cNvPr id="16" name="Group 15"/>
            <p:cNvGrpSpPr/>
            <p:nvPr/>
          </p:nvGrpSpPr>
          <p:grpSpPr>
            <a:xfrm>
              <a:off x="4578197" y="1125506"/>
              <a:ext cx="5183256" cy="5183255"/>
              <a:chOff x="3060700" y="403226"/>
              <a:chExt cx="6059488" cy="6059487"/>
            </a:xfrm>
          </p:grpSpPr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6265863" y="523876"/>
                <a:ext cx="1955800" cy="1322388"/>
              </a:xfrm>
              <a:custGeom>
                <a:avLst/>
                <a:gdLst>
                  <a:gd name="T0" fmla="*/ 34 w 1232"/>
                  <a:gd name="T1" fmla="*/ 0 h 833"/>
                  <a:gd name="T2" fmla="*/ 59 w 1232"/>
                  <a:gd name="T3" fmla="*/ 0 h 833"/>
                  <a:gd name="T4" fmla="*/ 91 w 1232"/>
                  <a:gd name="T5" fmla="*/ 2 h 833"/>
                  <a:gd name="T6" fmla="*/ 129 w 1232"/>
                  <a:gd name="T7" fmla="*/ 6 h 833"/>
                  <a:gd name="T8" fmla="*/ 173 w 1232"/>
                  <a:gd name="T9" fmla="*/ 11 h 833"/>
                  <a:gd name="T10" fmla="*/ 222 w 1232"/>
                  <a:gd name="T11" fmla="*/ 19 h 833"/>
                  <a:gd name="T12" fmla="*/ 275 w 1232"/>
                  <a:gd name="T13" fmla="*/ 29 h 833"/>
                  <a:gd name="T14" fmla="*/ 334 w 1232"/>
                  <a:gd name="T15" fmla="*/ 43 h 833"/>
                  <a:gd name="T16" fmla="*/ 397 w 1232"/>
                  <a:gd name="T17" fmla="*/ 59 h 833"/>
                  <a:gd name="T18" fmla="*/ 464 w 1232"/>
                  <a:gd name="T19" fmla="*/ 81 h 833"/>
                  <a:gd name="T20" fmla="*/ 534 w 1232"/>
                  <a:gd name="T21" fmla="*/ 107 h 833"/>
                  <a:gd name="T22" fmla="*/ 609 w 1232"/>
                  <a:gd name="T23" fmla="*/ 137 h 833"/>
                  <a:gd name="T24" fmla="*/ 685 w 1232"/>
                  <a:gd name="T25" fmla="*/ 173 h 833"/>
                  <a:gd name="T26" fmla="*/ 764 w 1232"/>
                  <a:gd name="T27" fmla="*/ 213 h 833"/>
                  <a:gd name="T28" fmla="*/ 846 w 1232"/>
                  <a:gd name="T29" fmla="*/ 261 h 833"/>
                  <a:gd name="T30" fmla="*/ 929 w 1232"/>
                  <a:gd name="T31" fmla="*/ 314 h 833"/>
                  <a:gd name="T32" fmla="*/ 1014 w 1232"/>
                  <a:gd name="T33" fmla="*/ 375 h 833"/>
                  <a:gd name="T34" fmla="*/ 1100 w 1232"/>
                  <a:gd name="T35" fmla="*/ 443 h 833"/>
                  <a:gd name="T36" fmla="*/ 1187 w 1232"/>
                  <a:gd name="T37" fmla="*/ 519 h 833"/>
                  <a:gd name="T38" fmla="*/ 1232 w 1232"/>
                  <a:gd name="T39" fmla="*/ 475 h 833"/>
                  <a:gd name="T40" fmla="*/ 1195 w 1232"/>
                  <a:gd name="T41" fmla="*/ 810 h 833"/>
                  <a:gd name="T42" fmla="*/ 872 w 1232"/>
                  <a:gd name="T43" fmla="*/ 833 h 833"/>
                  <a:gd name="T44" fmla="*/ 921 w 1232"/>
                  <a:gd name="T45" fmla="*/ 782 h 833"/>
                  <a:gd name="T46" fmla="*/ 919 w 1232"/>
                  <a:gd name="T47" fmla="*/ 780 h 833"/>
                  <a:gd name="T48" fmla="*/ 912 w 1232"/>
                  <a:gd name="T49" fmla="*/ 774 h 833"/>
                  <a:gd name="T50" fmla="*/ 902 w 1232"/>
                  <a:gd name="T51" fmla="*/ 764 h 833"/>
                  <a:gd name="T52" fmla="*/ 887 w 1232"/>
                  <a:gd name="T53" fmla="*/ 750 h 833"/>
                  <a:gd name="T54" fmla="*/ 867 w 1232"/>
                  <a:gd name="T55" fmla="*/ 732 h 833"/>
                  <a:gd name="T56" fmla="*/ 844 w 1232"/>
                  <a:gd name="T57" fmla="*/ 713 h 833"/>
                  <a:gd name="T58" fmla="*/ 816 w 1232"/>
                  <a:gd name="T59" fmla="*/ 691 h 833"/>
                  <a:gd name="T60" fmla="*/ 786 w 1232"/>
                  <a:gd name="T61" fmla="*/ 667 h 833"/>
                  <a:gd name="T62" fmla="*/ 751 w 1232"/>
                  <a:gd name="T63" fmla="*/ 642 h 833"/>
                  <a:gd name="T64" fmla="*/ 712 w 1232"/>
                  <a:gd name="T65" fmla="*/ 616 h 833"/>
                  <a:gd name="T66" fmla="*/ 670 w 1232"/>
                  <a:gd name="T67" fmla="*/ 589 h 833"/>
                  <a:gd name="T68" fmla="*/ 625 w 1232"/>
                  <a:gd name="T69" fmla="*/ 562 h 833"/>
                  <a:gd name="T70" fmla="*/ 576 w 1232"/>
                  <a:gd name="T71" fmla="*/ 535 h 833"/>
                  <a:gd name="T72" fmla="*/ 524 w 1232"/>
                  <a:gd name="T73" fmla="*/ 509 h 833"/>
                  <a:gd name="T74" fmla="*/ 470 w 1232"/>
                  <a:gd name="T75" fmla="*/ 483 h 833"/>
                  <a:gd name="T76" fmla="*/ 412 w 1232"/>
                  <a:gd name="T77" fmla="*/ 459 h 833"/>
                  <a:gd name="T78" fmla="*/ 350 w 1232"/>
                  <a:gd name="T79" fmla="*/ 437 h 833"/>
                  <a:gd name="T80" fmla="*/ 286 w 1232"/>
                  <a:gd name="T81" fmla="*/ 417 h 833"/>
                  <a:gd name="T82" fmla="*/ 220 w 1232"/>
                  <a:gd name="T83" fmla="*/ 399 h 833"/>
                  <a:gd name="T84" fmla="*/ 152 w 1232"/>
                  <a:gd name="T85" fmla="*/ 385 h 833"/>
                  <a:gd name="T86" fmla="*/ 80 w 1232"/>
                  <a:gd name="T87" fmla="*/ 373 h 833"/>
                  <a:gd name="T88" fmla="*/ 6 w 1232"/>
                  <a:gd name="T89" fmla="*/ 365 h 833"/>
                  <a:gd name="T90" fmla="*/ 157 w 1232"/>
                  <a:gd name="T91" fmla="*/ 201 h 833"/>
                  <a:gd name="T92" fmla="*/ 0 w 1232"/>
                  <a:gd name="T93" fmla="*/ 0 h 833"/>
                  <a:gd name="T94" fmla="*/ 4 w 1232"/>
                  <a:gd name="T95" fmla="*/ 0 h 833"/>
                  <a:gd name="T96" fmla="*/ 15 w 1232"/>
                  <a:gd name="T97" fmla="*/ 0 h 833"/>
                  <a:gd name="T98" fmla="*/ 34 w 1232"/>
                  <a:gd name="T99" fmla="*/ 0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32" h="833">
                    <a:moveTo>
                      <a:pt x="34" y="0"/>
                    </a:moveTo>
                    <a:lnTo>
                      <a:pt x="59" y="0"/>
                    </a:lnTo>
                    <a:lnTo>
                      <a:pt x="91" y="2"/>
                    </a:lnTo>
                    <a:lnTo>
                      <a:pt x="129" y="6"/>
                    </a:lnTo>
                    <a:lnTo>
                      <a:pt x="173" y="11"/>
                    </a:lnTo>
                    <a:lnTo>
                      <a:pt x="222" y="19"/>
                    </a:lnTo>
                    <a:lnTo>
                      <a:pt x="275" y="29"/>
                    </a:lnTo>
                    <a:lnTo>
                      <a:pt x="334" y="43"/>
                    </a:lnTo>
                    <a:lnTo>
                      <a:pt x="397" y="59"/>
                    </a:lnTo>
                    <a:lnTo>
                      <a:pt x="464" y="81"/>
                    </a:lnTo>
                    <a:lnTo>
                      <a:pt x="534" y="107"/>
                    </a:lnTo>
                    <a:lnTo>
                      <a:pt x="609" y="137"/>
                    </a:lnTo>
                    <a:lnTo>
                      <a:pt x="685" y="173"/>
                    </a:lnTo>
                    <a:lnTo>
                      <a:pt x="764" y="213"/>
                    </a:lnTo>
                    <a:lnTo>
                      <a:pt x="846" y="261"/>
                    </a:lnTo>
                    <a:lnTo>
                      <a:pt x="929" y="314"/>
                    </a:lnTo>
                    <a:lnTo>
                      <a:pt x="1014" y="375"/>
                    </a:lnTo>
                    <a:lnTo>
                      <a:pt x="1100" y="443"/>
                    </a:lnTo>
                    <a:lnTo>
                      <a:pt x="1187" y="519"/>
                    </a:lnTo>
                    <a:lnTo>
                      <a:pt x="1232" y="475"/>
                    </a:lnTo>
                    <a:lnTo>
                      <a:pt x="1195" y="810"/>
                    </a:lnTo>
                    <a:lnTo>
                      <a:pt x="872" y="833"/>
                    </a:lnTo>
                    <a:lnTo>
                      <a:pt x="921" y="782"/>
                    </a:lnTo>
                    <a:lnTo>
                      <a:pt x="919" y="780"/>
                    </a:lnTo>
                    <a:lnTo>
                      <a:pt x="912" y="774"/>
                    </a:lnTo>
                    <a:lnTo>
                      <a:pt x="902" y="764"/>
                    </a:lnTo>
                    <a:lnTo>
                      <a:pt x="887" y="750"/>
                    </a:lnTo>
                    <a:lnTo>
                      <a:pt x="867" y="732"/>
                    </a:lnTo>
                    <a:lnTo>
                      <a:pt x="844" y="713"/>
                    </a:lnTo>
                    <a:lnTo>
                      <a:pt x="816" y="691"/>
                    </a:lnTo>
                    <a:lnTo>
                      <a:pt x="786" y="667"/>
                    </a:lnTo>
                    <a:lnTo>
                      <a:pt x="751" y="642"/>
                    </a:lnTo>
                    <a:lnTo>
                      <a:pt x="712" y="616"/>
                    </a:lnTo>
                    <a:lnTo>
                      <a:pt x="670" y="589"/>
                    </a:lnTo>
                    <a:lnTo>
                      <a:pt x="625" y="562"/>
                    </a:lnTo>
                    <a:lnTo>
                      <a:pt x="576" y="535"/>
                    </a:lnTo>
                    <a:lnTo>
                      <a:pt x="524" y="509"/>
                    </a:lnTo>
                    <a:lnTo>
                      <a:pt x="470" y="483"/>
                    </a:lnTo>
                    <a:lnTo>
                      <a:pt x="412" y="459"/>
                    </a:lnTo>
                    <a:lnTo>
                      <a:pt x="350" y="437"/>
                    </a:lnTo>
                    <a:lnTo>
                      <a:pt x="286" y="417"/>
                    </a:lnTo>
                    <a:lnTo>
                      <a:pt x="220" y="399"/>
                    </a:lnTo>
                    <a:lnTo>
                      <a:pt x="152" y="385"/>
                    </a:lnTo>
                    <a:lnTo>
                      <a:pt x="80" y="373"/>
                    </a:lnTo>
                    <a:lnTo>
                      <a:pt x="6" y="365"/>
                    </a:lnTo>
                    <a:lnTo>
                      <a:pt x="157" y="201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15" y="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7864475" y="1497013"/>
                <a:ext cx="1255713" cy="2247900"/>
              </a:xfrm>
              <a:custGeom>
                <a:avLst/>
                <a:gdLst>
                  <a:gd name="T0" fmla="*/ 254 w 791"/>
                  <a:gd name="T1" fmla="*/ 0 h 1416"/>
                  <a:gd name="T2" fmla="*/ 256 w 791"/>
                  <a:gd name="T3" fmla="*/ 1 h 1416"/>
                  <a:gd name="T4" fmla="*/ 263 w 791"/>
                  <a:gd name="T5" fmla="*/ 8 h 1416"/>
                  <a:gd name="T6" fmla="*/ 274 w 791"/>
                  <a:gd name="T7" fmla="*/ 17 h 1416"/>
                  <a:gd name="T8" fmla="*/ 286 w 791"/>
                  <a:gd name="T9" fmla="*/ 31 h 1416"/>
                  <a:gd name="T10" fmla="*/ 304 w 791"/>
                  <a:gd name="T11" fmla="*/ 50 h 1416"/>
                  <a:gd name="T12" fmla="*/ 323 w 791"/>
                  <a:gd name="T13" fmla="*/ 72 h 1416"/>
                  <a:gd name="T14" fmla="*/ 345 w 791"/>
                  <a:gd name="T15" fmla="*/ 98 h 1416"/>
                  <a:gd name="T16" fmla="*/ 369 w 791"/>
                  <a:gd name="T17" fmla="*/ 129 h 1416"/>
                  <a:gd name="T18" fmla="*/ 394 w 791"/>
                  <a:gd name="T19" fmla="*/ 163 h 1416"/>
                  <a:gd name="T20" fmla="*/ 421 w 791"/>
                  <a:gd name="T21" fmla="*/ 203 h 1416"/>
                  <a:gd name="T22" fmla="*/ 448 w 791"/>
                  <a:gd name="T23" fmla="*/ 246 h 1416"/>
                  <a:gd name="T24" fmla="*/ 477 w 791"/>
                  <a:gd name="T25" fmla="*/ 293 h 1416"/>
                  <a:gd name="T26" fmla="*/ 505 w 791"/>
                  <a:gd name="T27" fmla="*/ 344 h 1416"/>
                  <a:gd name="T28" fmla="*/ 534 w 791"/>
                  <a:gd name="T29" fmla="*/ 401 h 1416"/>
                  <a:gd name="T30" fmla="*/ 562 w 791"/>
                  <a:gd name="T31" fmla="*/ 461 h 1416"/>
                  <a:gd name="T32" fmla="*/ 589 w 791"/>
                  <a:gd name="T33" fmla="*/ 525 h 1416"/>
                  <a:gd name="T34" fmla="*/ 614 w 791"/>
                  <a:gd name="T35" fmla="*/ 594 h 1416"/>
                  <a:gd name="T36" fmla="*/ 638 w 791"/>
                  <a:gd name="T37" fmla="*/ 668 h 1416"/>
                  <a:gd name="T38" fmla="*/ 660 w 791"/>
                  <a:gd name="T39" fmla="*/ 746 h 1416"/>
                  <a:gd name="T40" fmla="*/ 680 w 791"/>
                  <a:gd name="T41" fmla="*/ 828 h 1416"/>
                  <a:gd name="T42" fmla="*/ 698 w 791"/>
                  <a:gd name="T43" fmla="*/ 915 h 1416"/>
                  <a:gd name="T44" fmla="*/ 711 w 791"/>
                  <a:gd name="T45" fmla="*/ 1007 h 1416"/>
                  <a:gd name="T46" fmla="*/ 722 w 791"/>
                  <a:gd name="T47" fmla="*/ 1103 h 1416"/>
                  <a:gd name="T48" fmla="*/ 729 w 791"/>
                  <a:gd name="T49" fmla="*/ 1204 h 1416"/>
                  <a:gd name="T50" fmla="*/ 791 w 791"/>
                  <a:gd name="T51" fmla="*/ 1205 h 1416"/>
                  <a:gd name="T52" fmla="*/ 528 w 791"/>
                  <a:gd name="T53" fmla="*/ 1416 h 1416"/>
                  <a:gd name="T54" fmla="*/ 284 w 791"/>
                  <a:gd name="T55" fmla="*/ 1205 h 1416"/>
                  <a:gd name="T56" fmla="*/ 355 w 791"/>
                  <a:gd name="T57" fmla="*/ 1204 h 1416"/>
                  <a:gd name="T58" fmla="*/ 355 w 791"/>
                  <a:gd name="T59" fmla="*/ 1199 h 1416"/>
                  <a:gd name="T60" fmla="*/ 355 w 791"/>
                  <a:gd name="T61" fmla="*/ 1187 h 1416"/>
                  <a:gd name="T62" fmla="*/ 353 w 791"/>
                  <a:gd name="T63" fmla="*/ 1167 h 1416"/>
                  <a:gd name="T64" fmla="*/ 352 w 791"/>
                  <a:gd name="T65" fmla="*/ 1140 h 1416"/>
                  <a:gd name="T66" fmla="*/ 349 w 791"/>
                  <a:gd name="T67" fmla="*/ 1106 h 1416"/>
                  <a:gd name="T68" fmla="*/ 345 w 791"/>
                  <a:gd name="T69" fmla="*/ 1067 h 1416"/>
                  <a:gd name="T70" fmla="*/ 338 w 791"/>
                  <a:gd name="T71" fmla="*/ 1022 h 1416"/>
                  <a:gd name="T72" fmla="*/ 330 w 791"/>
                  <a:gd name="T73" fmla="*/ 972 h 1416"/>
                  <a:gd name="T74" fmla="*/ 320 w 791"/>
                  <a:gd name="T75" fmla="*/ 918 h 1416"/>
                  <a:gd name="T76" fmla="*/ 306 w 791"/>
                  <a:gd name="T77" fmla="*/ 861 h 1416"/>
                  <a:gd name="T78" fmla="*/ 289 w 791"/>
                  <a:gd name="T79" fmla="*/ 799 h 1416"/>
                  <a:gd name="T80" fmla="*/ 269 w 791"/>
                  <a:gd name="T81" fmla="*/ 736 h 1416"/>
                  <a:gd name="T82" fmla="*/ 245 w 791"/>
                  <a:gd name="T83" fmla="*/ 670 h 1416"/>
                  <a:gd name="T84" fmla="*/ 217 w 791"/>
                  <a:gd name="T85" fmla="*/ 602 h 1416"/>
                  <a:gd name="T86" fmla="*/ 183 w 791"/>
                  <a:gd name="T87" fmla="*/ 534 h 1416"/>
                  <a:gd name="T88" fmla="*/ 146 w 791"/>
                  <a:gd name="T89" fmla="*/ 466 h 1416"/>
                  <a:gd name="T90" fmla="*/ 103 w 791"/>
                  <a:gd name="T91" fmla="*/ 397 h 1416"/>
                  <a:gd name="T92" fmla="*/ 55 w 791"/>
                  <a:gd name="T93" fmla="*/ 329 h 1416"/>
                  <a:gd name="T94" fmla="*/ 0 w 791"/>
                  <a:gd name="T95" fmla="*/ 263 h 1416"/>
                  <a:gd name="T96" fmla="*/ 223 w 791"/>
                  <a:gd name="T97" fmla="*/ 251 h 1416"/>
                  <a:gd name="T98" fmla="*/ 254 w 791"/>
                  <a:gd name="T99" fmla="*/ 0 h 1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91" h="1416">
                    <a:moveTo>
                      <a:pt x="254" y="0"/>
                    </a:moveTo>
                    <a:lnTo>
                      <a:pt x="256" y="1"/>
                    </a:lnTo>
                    <a:lnTo>
                      <a:pt x="263" y="8"/>
                    </a:lnTo>
                    <a:lnTo>
                      <a:pt x="274" y="17"/>
                    </a:lnTo>
                    <a:lnTo>
                      <a:pt x="286" y="31"/>
                    </a:lnTo>
                    <a:lnTo>
                      <a:pt x="304" y="50"/>
                    </a:lnTo>
                    <a:lnTo>
                      <a:pt x="323" y="72"/>
                    </a:lnTo>
                    <a:lnTo>
                      <a:pt x="345" y="98"/>
                    </a:lnTo>
                    <a:lnTo>
                      <a:pt x="369" y="129"/>
                    </a:lnTo>
                    <a:lnTo>
                      <a:pt x="394" y="163"/>
                    </a:lnTo>
                    <a:lnTo>
                      <a:pt x="421" y="203"/>
                    </a:lnTo>
                    <a:lnTo>
                      <a:pt x="448" y="246"/>
                    </a:lnTo>
                    <a:lnTo>
                      <a:pt x="477" y="293"/>
                    </a:lnTo>
                    <a:lnTo>
                      <a:pt x="505" y="344"/>
                    </a:lnTo>
                    <a:lnTo>
                      <a:pt x="534" y="401"/>
                    </a:lnTo>
                    <a:lnTo>
                      <a:pt x="562" y="461"/>
                    </a:lnTo>
                    <a:lnTo>
                      <a:pt x="589" y="525"/>
                    </a:lnTo>
                    <a:lnTo>
                      <a:pt x="614" y="594"/>
                    </a:lnTo>
                    <a:lnTo>
                      <a:pt x="638" y="668"/>
                    </a:lnTo>
                    <a:lnTo>
                      <a:pt x="660" y="746"/>
                    </a:lnTo>
                    <a:lnTo>
                      <a:pt x="680" y="828"/>
                    </a:lnTo>
                    <a:lnTo>
                      <a:pt x="698" y="915"/>
                    </a:lnTo>
                    <a:lnTo>
                      <a:pt x="711" y="1007"/>
                    </a:lnTo>
                    <a:lnTo>
                      <a:pt x="722" y="1103"/>
                    </a:lnTo>
                    <a:lnTo>
                      <a:pt x="729" y="1204"/>
                    </a:lnTo>
                    <a:lnTo>
                      <a:pt x="791" y="1205"/>
                    </a:lnTo>
                    <a:lnTo>
                      <a:pt x="528" y="1416"/>
                    </a:lnTo>
                    <a:lnTo>
                      <a:pt x="284" y="1205"/>
                    </a:lnTo>
                    <a:lnTo>
                      <a:pt x="355" y="1204"/>
                    </a:lnTo>
                    <a:lnTo>
                      <a:pt x="355" y="1199"/>
                    </a:lnTo>
                    <a:lnTo>
                      <a:pt x="355" y="1187"/>
                    </a:lnTo>
                    <a:lnTo>
                      <a:pt x="353" y="1167"/>
                    </a:lnTo>
                    <a:lnTo>
                      <a:pt x="352" y="1140"/>
                    </a:lnTo>
                    <a:lnTo>
                      <a:pt x="349" y="1106"/>
                    </a:lnTo>
                    <a:lnTo>
                      <a:pt x="345" y="1067"/>
                    </a:lnTo>
                    <a:lnTo>
                      <a:pt x="338" y="1022"/>
                    </a:lnTo>
                    <a:lnTo>
                      <a:pt x="330" y="972"/>
                    </a:lnTo>
                    <a:lnTo>
                      <a:pt x="320" y="918"/>
                    </a:lnTo>
                    <a:lnTo>
                      <a:pt x="306" y="861"/>
                    </a:lnTo>
                    <a:lnTo>
                      <a:pt x="289" y="799"/>
                    </a:lnTo>
                    <a:lnTo>
                      <a:pt x="269" y="736"/>
                    </a:lnTo>
                    <a:lnTo>
                      <a:pt x="245" y="670"/>
                    </a:lnTo>
                    <a:lnTo>
                      <a:pt x="217" y="602"/>
                    </a:lnTo>
                    <a:lnTo>
                      <a:pt x="183" y="534"/>
                    </a:lnTo>
                    <a:lnTo>
                      <a:pt x="146" y="466"/>
                    </a:lnTo>
                    <a:lnTo>
                      <a:pt x="103" y="397"/>
                    </a:lnTo>
                    <a:lnTo>
                      <a:pt x="55" y="329"/>
                    </a:lnTo>
                    <a:lnTo>
                      <a:pt x="0" y="263"/>
                    </a:lnTo>
                    <a:lnTo>
                      <a:pt x="223" y="251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7680325" y="3602038"/>
                <a:ext cx="1320800" cy="1955800"/>
              </a:xfrm>
              <a:custGeom>
                <a:avLst/>
                <a:gdLst>
                  <a:gd name="T0" fmla="*/ 831 w 832"/>
                  <a:gd name="T1" fmla="*/ 0 h 1232"/>
                  <a:gd name="T2" fmla="*/ 831 w 832"/>
                  <a:gd name="T3" fmla="*/ 4 h 1232"/>
                  <a:gd name="T4" fmla="*/ 832 w 832"/>
                  <a:gd name="T5" fmla="*/ 16 h 1232"/>
                  <a:gd name="T6" fmla="*/ 832 w 832"/>
                  <a:gd name="T7" fmla="*/ 34 h 1232"/>
                  <a:gd name="T8" fmla="*/ 831 w 832"/>
                  <a:gd name="T9" fmla="*/ 60 h 1232"/>
                  <a:gd name="T10" fmla="*/ 830 w 832"/>
                  <a:gd name="T11" fmla="*/ 91 h 1232"/>
                  <a:gd name="T12" fmla="*/ 826 w 832"/>
                  <a:gd name="T13" fmla="*/ 129 h 1232"/>
                  <a:gd name="T14" fmla="*/ 820 w 832"/>
                  <a:gd name="T15" fmla="*/ 172 h 1232"/>
                  <a:gd name="T16" fmla="*/ 814 w 832"/>
                  <a:gd name="T17" fmla="*/ 222 h 1232"/>
                  <a:gd name="T18" fmla="*/ 803 w 832"/>
                  <a:gd name="T19" fmla="*/ 275 h 1232"/>
                  <a:gd name="T20" fmla="*/ 789 w 832"/>
                  <a:gd name="T21" fmla="*/ 334 h 1232"/>
                  <a:gd name="T22" fmla="*/ 773 w 832"/>
                  <a:gd name="T23" fmla="*/ 397 h 1232"/>
                  <a:gd name="T24" fmla="*/ 752 w 832"/>
                  <a:gd name="T25" fmla="*/ 464 h 1232"/>
                  <a:gd name="T26" fmla="*/ 727 w 832"/>
                  <a:gd name="T27" fmla="*/ 535 h 1232"/>
                  <a:gd name="T28" fmla="*/ 697 w 832"/>
                  <a:gd name="T29" fmla="*/ 609 h 1232"/>
                  <a:gd name="T30" fmla="*/ 661 w 832"/>
                  <a:gd name="T31" fmla="*/ 685 h 1232"/>
                  <a:gd name="T32" fmla="*/ 620 w 832"/>
                  <a:gd name="T33" fmla="*/ 764 h 1232"/>
                  <a:gd name="T34" fmla="*/ 573 w 832"/>
                  <a:gd name="T35" fmla="*/ 846 h 1232"/>
                  <a:gd name="T36" fmla="*/ 519 w 832"/>
                  <a:gd name="T37" fmla="*/ 930 h 1232"/>
                  <a:gd name="T38" fmla="*/ 459 w 832"/>
                  <a:gd name="T39" fmla="*/ 1014 h 1232"/>
                  <a:gd name="T40" fmla="*/ 391 w 832"/>
                  <a:gd name="T41" fmla="*/ 1101 h 1232"/>
                  <a:gd name="T42" fmla="*/ 315 w 832"/>
                  <a:gd name="T43" fmla="*/ 1188 h 1232"/>
                  <a:gd name="T44" fmla="*/ 358 w 832"/>
                  <a:gd name="T45" fmla="*/ 1232 h 1232"/>
                  <a:gd name="T46" fmla="*/ 23 w 832"/>
                  <a:gd name="T47" fmla="*/ 1196 h 1232"/>
                  <a:gd name="T48" fmla="*/ 0 w 832"/>
                  <a:gd name="T49" fmla="*/ 874 h 1232"/>
                  <a:gd name="T50" fmla="*/ 51 w 832"/>
                  <a:gd name="T51" fmla="*/ 923 h 1232"/>
                  <a:gd name="T52" fmla="*/ 54 w 832"/>
                  <a:gd name="T53" fmla="*/ 920 h 1232"/>
                  <a:gd name="T54" fmla="*/ 59 w 832"/>
                  <a:gd name="T55" fmla="*/ 913 h 1232"/>
                  <a:gd name="T56" fmla="*/ 70 w 832"/>
                  <a:gd name="T57" fmla="*/ 903 h 1232"/>
                  <a:gd name="T58" fmla="*/ 84 w 832"/>
                  <a:gd name="T59" fmla="*/ 888 h 1232"/>
                  <a:gd name="T60" fmla="*/ 101 w 832"/>
                  <a:gd name="T61" fmla="*/ 868 h 1232"/>
                  <a:gd name="T62" fmla="*/ 121 w 832"/>
                  <a:gd name="T63" fmla="*/ 845 h 1232"/>
                  <a:gd name="T64" fmla="*/ 143 w 832"/>
                  <a:gd name="T65" fmla="*/ 817 h 1232"/>
                  <a:gd name="T66" fmla="*/ 166 w 832"/>
                  <a:gd name="T67" fmla="*/ 786 h 1232"/>
                  <a:gd name="T68" fmla="*/ 191 w 832"/>
                  <a:gd name="T69" fmla="*/ 751 h 1232"/>
                  <a:gd name="T70" fmla="*/ 217 w 832"/>
                  <a:gd name="T71" fmla="*/ 713 h 1232"/>
                  <a:gd name="T72" fmla="*/ 244 w 832"/>
                  <a:gd name="T73" fmla="*/ 671 h 1232"/>
                  <a:gd name="T74" fmla="*/ 270 w 832"/>
                  <a:gd name="T75" fmla="*/ 626 h 1232"/>
                  <a:gd name="T76" fmla="*/ 298 w 832"/>
                  <a:gd name="T77" fmla="*/ 577 h 1232"/>
                  <a:gd name="T78" fmla="*/ 323 w 832"/>
                  <a:gd name="T79" fmla="*/ 525 h 1232"/>
                  <a:gd name="T80" fmla="*/ 349 w 832"/>
                  <a:gd name="T81" fmla="*/ 471 h 1232"/>
                  <a:gd name="T82" fmla="*/ 373 w 832"/>
                  <a:gd name="T83" fmla="*/ 413 h 1232"/>
                  <a:gd name="T84" fmla="*/ 395 w 832"/>
                  <a:gd name="T85" fmla="*/ 352 h 1232"/>
                  <a:gd name="T86" fmla="*/ 415 w 832"/>
                  <a:gd name="T87" fmla="*/ 288 h 1232"/>
                  <a:gd name="T88" fmla="*/ 432 w 832"/>
                  <a:gd name="T89" fmla="*/ 222 h 1232"/>
                  <a:gd name="T90" fmla="*/ 447 w 832"/>
                  <a:gd name="T91" fmla="*/ 152 h 1232"/>
                  <a:gd name="T92" fmla="*/ 458 w 832"/>
                  <a:gd name="T93" fmla="*/ 80 h 1232"/>
                  <a:gd name="T94" fmla="*/ 466 w 832"/>
                  <a:gd name="T95" fmla="*/ 6 h 1232"/>
                  <a:gd name="T96" fmla="*/ 630 w 832"/>
                  <a:gd name="T97" fmla="*/ 157 h 1232"/>
                  <a:gd name="T98" fmla="*/ 831 w 832"/>
                  <a:gd name="T99" fmla="*/ 0 h 1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2" h="1232">
                    <a:moveTo>
                      <a:pt x="831" y="0"/>
                    </a:moveTo>
                    <a:lnTo>
                      <a:pt x="831" y="4"/>
                    </a:lnTo>
                    <a:lnTo>
                      <a:pt x="832" y="16"/>
                    </a:lnTo>
                    <a:lnTo>
                      <a:pt x="832" y="34"/>
                    </a:lnTo>
                    <a:lnTo>
                      <a:pt x="831" y="60"/>
                    </a:lnTo>
                    <a:lnTo>
                      <a:pt x="830" y="91"/>
                    </a:lnTo>
                    <a:lnTo>
                      <a:pt x="826" y="129"/>
                    </a:lnTo>
                    <a:lnTo>
                      <a:pt x="820" y="172"/>
                    </a:lnTo>
                    <a:lnTo>
                      <a:pt x="814" y="222"/>
                    </a:lnTo>
                    <a:lnTo>
                      <a:pt x="803" y="275"/>
                    </a:lnTo>
                    <a:lnTo>
                      <a:pt x="789" y="334"/>
                    </a:lnTo>
                    <a:lnTo>
                      <a:pt x="773" y="397"/>
                    </a:lnTo>
                    <a:lnTo>
                      <a:pt x="752" y="464"/>
                    </a:lnTo>
                    <a:lnTo>
                      <a:pt x="727" y="535"/>
                    </a:lnTo>
                    <a:lnTo>
                      <a:pt x="697" y="609"/>
                    </a:lnTo>
                    <a:lnTo>
                      <a:pt x="661" y="685"/>
                    </a:lnTo>
                    <a:lnTo>
                      <a:pt x="620" y="764"/>
                    </a:lnTo>
                    <a:lnTo>
                      <a:pt x="573" y="846"/>
                    </a:lnTo>
                    <a:lnTo>
                      <a:pt x="519" y="930"/>
                    </a:lnTo>
                    <a:lnTo>
                      <a:pt x="459" y="1014"/>
                    </a:lnTo>
                    <a:lnTo>
                      <a:pt x="391" y="1101"/>
                    </a:lnTo>
                    <a:lnTo>
                      <a:pt x="315" y="1188"/>
                    </a:lnTo>
                    <a:lnTo>
                      <a:pt x="358" y="1232"/>
                    </a:lnTo>
                    <a:lnTo>
                      <a:pt x="23" y="1196"/>
                    </a:lnTo>
                    <a:lnTo>
                      <a:pt x="0" y="874"/>
                    </a:lnTo>
                    <a:lnTo>
                      <a:pt x="51" y="923"/>
                    </a:lnTo>
                    <a:lnTo>
                      <a:pt x="54" y="920"/>
                    </a:lnTo>
                    <a:lnTo>
                      <a:pt x="59" y="913"/>
                    </a:lnTo>
                    <a:lnTo>
                      <a:pt x="70" y="903"/>
                    </a:lnTo>
                    <a:lnTo>
                      <a:pt x="84" y="888"/>
                    </a:lnTo>
                    <a:lnTo>
                      <a:pt x="101" y="868"/>
                    </a:lnTo>
                    <a:lnTo>
                      <a:pt x="121" y="845"/>
                    </a:lnTo>
                    <a:lnTo>
                      <a:pt x="143" y="817"/>
                    </a:lnTo>
                    <a:lnTo>
                      <a:pt x="166" y="786"/>
                    </a:lnTo>
                    <a:lnTo>
                      <a:pt x="191" y="751"/>
                    </a:lnTo>
                    <a:lnTo>
                      <a:pt x="217" y="713"/>
                    </a:lnTo>
                    <a:lnTo>
                      <a:pt x="244" y="671"/>
                    </a:lnTo>
                    <a:lnTo>
                      <a:pt x="270" y="626"/>
                    </a:lnTo>
                    <a:lnTo>
                      <a:pt x="298" y="577"/>
                    </a:lnTo>
                    <a:lnTo>
                      <a:pt x="323" y="525"/>
                    </a:lnTo>
                    <a:lnTo>
                      <a:pt x="349" y="471"/>
                    </a:lnTo>
                    <a:lnTo>
                      <a:pt x="373" y="413"/>
                    </a:lnTo>
                    <a:lnTo>
                      <a:pt x="395" y="352"/>
                    </a:lnTo>
                    <a:lnTo>
                      <a:pt x="415" y="288"/>
                    </a:lnTo>
                    <a:lnTo>
                      <a:pt x="432" y="222"/>
                    </a:lnTo>
                    <a:lnTo>
                      <a:pt x="447" y="152"/>
                    </a:lnTo>
                    <a:lnTo>
                      <a:pt x="458" y="80"/>
                    </a:lnTo>
                    <a:lnTo>
                      <a:pt x="466" y="6"/>
                    </a:lnTo>
                    <a:lnTo>
                      <a:pt x="630" y="157"/>
                    </a:lnTo>
                    <a:lnTo>
                      <a:pt x="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5745163" y="5224463"/>
                <a:ext cx="2255838" cy="1238250"/>
              </a:xfrm>
              <a:custGeom>
                <a:avLst/>
                <a:gdLst>
                  <a:gd name="T0" fmla="*/ 1161 w 1421"/>
                  <a:gd name="T1" fmla="*/ 0 h 780"/>
                  <a:gd name="T2" fmla="*/ 1169 w 1421"/>
                  <a:gd name="T3" fmla="*/ 224 h 780"/>
                  <a:gd name="T4" fmla="*/ 1421 w 1421"/>
                  <a:gd name="T5" fmla="*/ 258 h 780"/>
                  <a:gd name="T6" fmla="*/ 1419 w 1421"/>
                  <a:gd name="T7" fmla="*/ 260 h 780"/>
                  <a:gd name="T8" fmla="*/ 1413 w 1421"/>
                  <a:gd name="T9" fmla="*/ 267 h 780"/>
                  <a:gd name="T10" fmla="*/ 1402 w 1421"/>
                  <a:gd name="T11" fmla="*/ 276 h 780"/>
                  <a:gd name="T12" fmla="*/ 1388 w 1421"/>
                  <a:gd name="T13" fmla="*/ 290 h 780"/>
                  <a:gd name="T14" fmla="*/ 1370 w 1421"/>
                  <a:gd name="T15" fmla="*/ 306 h 780"/>
                  <a:gd name="T16" fmla="*/ 1348 w 1421"/>
                  <a:gd name="T17" fmla="*/ 326 h 780"/>
                  <a:gd name="T18" fmla="*/ 1321 w 1421"/>
                  <a:gd name="T19" fmla="*/ 347 h 780"/>
                  <a:gd name="T20" fmla="*/ 1290 w 1421"/>
                  <a:gd name="T21" fmla="*/ 371 h 780"/>
                  <a:gd name="T22" fmla="*/ 1255 w 1421"/>
                  <a:gd name="T23" fmla="*/ 395 h 780"/>
                  <a:gd name="T24" fmla="*/ 1216 w 1421"/>
                  <a:gd name="T25" fmla="*/ 422 h 780"/>
                  <a:gd name="T26" fmla="*/ 1173 w 1421"/>
                  <a:gd name="T27" fmla="*/ 450 h 780"/>
                  <a:gd name="T28" fmla="*/ 1125 w 1421"/>
                  <a:gd name="T29" fmla="*/ 476 h 780"/>
                  <a:gd name="T30" fmla="*/ 1073 w 1421"/>
                  <a:gd name="T31" fmla="*/ 504 h 780"/>
                  <a:gd name="T32" fmla="*/ 1016 w 1421"/>
                  <a:gd name="T33" fmla="*/ 532 h 780"/>
                  <a:gd name="T34" fmla="*/ 956 w 1421"/>
                  <a:gd name="T35" fmla="*/ 560 h 780"/>
                  <a:gd name="T36" fmla="*/ 891 w 1421"/>
                  <a:gd name="T37" fmla="*/ 585 h 780"/>
                  <a:gd name="T38" fmla="*/ 822 w 1421"/>
                  <a:gd name="T39" fmla="*/ 611 h 780"/>
                  <a:gd name="T40" fmla="*/ 748 w 1421"/>
                  <a:gd name="T41" fmla="*/ 634 h 780"/>
                  <a:gd name="T42" fmla="*/ 669 w 1421"/>
                  <a:gd name="T43" fmla="*/ 655 h 780"/>
                  <a:gd name="T44" fmla="*/ 587 w 1421"/>
                  <a:gd name="T45" fmla="*/ 673 h 780"/>
                  <a:gd name="T46" fmla="*/ 500 w 1421"/>
                  <a:gd name="T47" fmla="*/ 690 h 780"/>
                  <a:gd name="T48" fmla="*/ 408 w 1421"/>
                  <a:gd name="T49" fmla="*/ 702 h 780"/>
                  <a:gd name="T50" fmla="*/ 311 w 1421"/>
                  <a:gd name="T51" fmla="*/ 712 h 780"/>
                  <a:gd name="T52" fmla="*/ 210 w 1421"/>
                  <a:gd name="T53" fmla="*/ 717 h 780"/>
                  <a:gd name="T54" fmla="*/ 209 w 1421"/>
                  <a:gd name="T55" fmla="*/ 780 h 780"/>
                  <a:gd name="T56" fmla="*/ 0 w 1421"/>
                  <a:gd name="T57" fmla="*/ 515 h 780"/>
                  <a:gd name="T58" fmla="*/ 215 w 1421"/>
                  <a:gd name="T59" fmla="*/ 273 h 780"/>
                  <a:gd name="T60" fmla="*/ 216 w 1421"/>
                  <a:gd name="T61" fmla="*/ 343 h 780"/>
                  <a:gd name="T62" fmla="*/ 219 w 1421"/>
                  <a:gd name="T63" fmla="*/ 343 h 780"/>
                  <a:gd name="T64" fmla="*/ 232 w 1421"/>
                  <a:gd name="T65" fmla="*/ 343 h 780"/>
                  <a:gd name="T66" fmla="*/ 252 w 1421"/>
                  <a:gd name="T67" fmla="*/ 343 h 780"/>
                  <a:gd name="T68" fmla="*/ 280 w 1421"/>
                  <a:gd name="T69" fmla="*/ 342 h 780"/>
                  <a:gd name="T70" fmla="*/ 313 w 1421"/>
                  <a:gd name="T71" fmla="*/ 340 h 780"/>
                  <a:gd name="T72" fmla="*/ 353 w 1421"/>
                  <a:gd name="T73" fmla="*/ 335 h 780"/>
                  <a:gd name="T74" fmla="*/ 398 w 1421"/>
                  <a:gd name="T75" fmla="*/ 330 h 780"/>
                  <a:gd name="T76" fmla="*/ 448 w 1421"/>
                  <a:gd name="T77" fmla="*/ 322 h 780"/>
                  <a:gd name="T78" fmla="*/ 502 w 1421"/>
                  <a:gd name="T79" fmla="*/ 312 h 780"/>
                  <a:gd name="T80" fmla="*/ 560 w 1421"/>
                  <a:gd name="T81" fmla="*/ 299 h 780"/>
                  <a:gd name="T82" fmla="*/ 620 w 1421"/>
                  <a:gd name="T83" fmla="*/ 283 h 780"/>
                  <a:gd name="T84" fmla="*/ 685 w 1421"/>
                  <a:gd name="T85" fmla="*/ 263 h 780"/>
                  <a:gd name="T86" fmla="*/ 751 w 1421"/>
                  <a:gd name="T87" fmla="*/ 240 h 780"/>
                  <a:gd name="T88" fmla="*/ 818 w 1421"/>
                  <a:gd name="T89" fmla="*/ 212 h 780"/>
                  <a:gd name="T90" fmla="*/ 887 w 1421"/>
                  <a:gd name="T91" fmla="*/ 180 h 780"/>
                  <a:gd name="T92" fmla="*/ 956 w 1421"/>
                  <a:gd name="T93" fmla="*/ 144 h 780"/>
                  <a:gd name="T94" fmla="*/ 1025 w 1421"/>
                  <a:gd name="T95" fmla="*/ 101 h 780"/>
                  <a:gd name="T96" fmla="*/ 1094 w 1421"/>
                  <a:gd name="T97" fmla="*/ 54 h 780"/>
                  <a:gd name="T98" fmla="*/ 1161 w 1421"/>
                  <a:gd name="T99" fmla="*/ 0 h 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21" h="780">
                    <a:moveTo>
                      <a:pt x="1161" y="0"/>
                    </a:moveTo>
                    <a:lnTo>
                      <a:pt x="1169" y="224"/>
                    </a:lnTo>
                    <a:lnTo>
                      <a:pt x="1421" y="258"/>
                    </a:lnTo>
                    <a:lnTo>
                      <a:pt x="1419" y="260"/>
                    </a:lnTo>
                    <a:lnTo>
                      <a:pt x="1413" y="267"/>
                    </a:lnTo>
                    <a:lnTo>
                      <a:pt x="1402" y="276"/>
                    </a:lnTo>
                    <a:lnTo>
                      <a:pt x="1388" y="290"/>
                    </a:lnTo>
                    <a:lnTo>
                      <a:pt x="1370" y="306"/>
                    </a:lnTo>
                    <a:lnTo>
                      <a:pt x="1348" y="326"/>
                    </a:lnTo>
                    <a:lnTo>
                      <a:pt x="1321" y="347"/>
                    </a:lnTo>
                    <a:lnTo>
                      <a:pt x="1290" y="371"/>
                    </a:lnTo>
                    <a:lnTo>
                      <a:pt x="1255" y="395"/>
                    </a:lnTo>
                    <a:lnTo>
                      <a:pt x="1216" y="422"/>
                    </a:lnTo>
                    <a:lnTo>
                      <a:pt x="1173" y="450"/>
                    </a:lnTo>
                    <a:lnTo>
                      <a:pt x="1125" y="476"/>
                    </a:lnTo>
                    <a:lnTo>
                      <a:pt x="1073" y="504"/>
                    </a:lnTo>
                    <a:lnTo>
                      <a:pt x="1016" y="532"/>
                    </a:lnTo>
                    <a:lnTo>
                      <a:pt x="956" y="560"/>
                    </a:lnTo>
                    <a:lnTo>
                      <a:pt x="891" y="585"/>
                    </a:lnTo>
                    <a:lnTo>
                      <a:pt x="822" y="611"/>
                    </a:lnTo>
                    <a:lnTo>
                      <a:pt x="748" y="634"/>
                    </a:lnTo>
                    <a:lnTo>
                      <a:pt x="669" y="655"/>
                    </a:lnTo>
                    <a:lnTo>
                      <a:pt x="587" y="673"/>
                    </a:lnTo>
                    <a:lnTo>
                      <a:pt x="500" y="690"/>
                    </a:lnTo>
                    <a:lnTo>
                      <a:pt x="408" y="702"/>
                    </a:lnTo>
                    <a:lnTo>
                      <a:pt x="311" y="712"/>
                    </a:lnTo>
                    <a:lnTo>
                      <a:pt x="210" y="717"/>
                    </a:lnTo>
                    <a:lnTo>
                      <a:pt x="209" y="780"/>
                    </a:lnTo>
                    <a:lnTo>
                      <a:pt x="0" y="515"/>
                    </a:lnTo>
                    <a:lnTo>
                      <a:pt x="215" y="273"/>
                    </a:lnTo>
                    <a:lnTo>
                      <a:pt x="216" y="343"/>
                    </a:lnTo>
                    <a:lnTo>
                      <a:pt x="219" y="343"/>
                    </a:lnTo>
                    <a:lnTo>
                      <a:pt x="232" y="343"/>
                    </a:lnTo>
                    <a:lnTo>
                      <a:pt x="252" y="343"/>
                    </a:lnTo>
                    <a:lnTo>
                      <a:pt x="280" y="342"/>
                    </a:lnTo>
                    <a:lnTo>
                      <a:pt x="313" y="340"/>
                    </a:lnTo>
                    <a:lnTo>
                      <a:pt x="353" y="335"/>
                    </a:lnTo>
                    <a:lnTo>
                      <a:pt x="398" y="330"/>
                    </a:lnTo>
                    <a:lnTo>
                      <a:pt x="448" y="322"/>
                    </a:lnTo>
                    <a:lnTo>
                      <a:pt x="502" y="312"/>
                    </a:lnTo>
                    <a:lnTo>
                      <a:pt x="560" y="299"/>
                    </a:lnTo>
                    <a:lnTo>
                      <a:pt x="620" y="283"/>
                    </a:lnTo>
                    <a:lnTo>
                      <a:pt x="685" y="263"/>
                    </a:lnTo>
                    <a:lnTo>
                      <a:pt x="751" y="240"/>
                    </a:lnTo>
                    <a:lnTo>
                      <a:pt x="818" y="212"/>
                    </a:lnTo>
                    <a:lnTo>
                      <a:pt x="887" y="180"/>
                    </a:lnTo>
                    <a:lnTo>
                      <a:pt x="956" y="144"/>
                    </a:lnTo>
                    <a:lnTo>
                      <a:pt x="1025" y="101"/>
                    </a:lnTo>
                    <a:lnTo>
                      <a:pt x="1094" y="54"/>
                    </a:lnTo>
                    <a:lnTo>
                      <a:pt x="11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3949700" y="5011738"/>
                <a:ext cx="1949450" cy="1330325"/>
              </a:xfrm>
              <a:custGeom>
                <a:avLst/>
                <a:gdLst>
                  <a:gd name="T0" fmla="*/ 361 w 1228"/>
                  <a:gd name="T1" fmla="*/ 0 h 838"/>
                  <a:gd name="T2" fmla="*/ 311 w 1228"/>
                  <a:gd name="T3" fmla="*/ 50 h 838"/>
                  <a:gd name="T4" fmla="*/ 314 w 1228"/>
                  <a:gd name="T5" fmla="*/ 52 h 838"/>
                  <a:gd name="T6" fmla="*/ 320 w 1228"/>
                  <a:gd name="T7" fmla="*/ 59 h 838"/>
                  <a:gd name="T8" fmla="*/ 331 w 1228"/>
                  <a:gd name="T9" fmla="*/ 69 h 838"/>
                  <a:gd name="T10" fmla="*/ 346 w 1228"/>
                  <a:gd name="T11" fmla="*/ 83 h 838"/>
                  <a:gd name="T12" fmla="*/ 366 w 1228"/>
                  <a:gd name="T13" fmla="*/ 101 h 838"/>
                  <a:gd name="T14" fmla="*/ 389 w 1228"/>
                  <a:gd name="T15" fmla="*/ 120 h 838"/>
                  <a:gd name="T16" fmla="*/ 415 w 1228"/>
                  <a:gd name="T17" fmla="*/ 142 h 838"/>
                  <a:gd name="T18" fmla="*/ 447 w 1228"/>
                  <a:gd name="T19" fmla="*/ 166 h 838"/>
                  <a:gd name="T20" fmla="*/ 482 w 1228"/>
                  <a:gd name="T21" fmla="*/ 191 h 838"/>
                  <a:gd name="T22" fmla="*/ 520 w 1228"/>
                  <a:gd name="T23" fmla="*/ 218 h 838"/>
                  <a:gd name="T24" fmla="*/ 561 w 1228"/>
                  <a:gd name="T25" fmla="*/ 244 h 838"/>
                  <a:gd name="T26" fmla="*/ 607 w 1228"/>
                  <a:gd name="T27" fmla="*/ 272 h 838"/>
                  <a:gd name="T28" fmla="*/ 655 w 1228"/>
                  <a:gd name="T29" fmla="*/ 299 h 838"/>
                  <a:gd name="T30" fmla="*/ 706 w 1228"/>
                  <a:gd name="T31" fmla="*/ 325 h 838"/>
                  <a:gd name="T32" fmla="*/ 762 w 1228"/>
                  <a:gd name="T33" fmla="*/ 352 h 838"/>
                  <a:gd name="T34" fmla="*/ 820 w 1228"/>
                  <a:gd name="T35" fmla="*/ 376 h 838"/>
                  <a:gd name="T36" fmla="*/ 880 w 1228"/>
                  <a:gd name="T37" fmla="*/ 398 h 838"/>
                  <a:gd name="T38" fmla="*/ 944 w 1228"/>
                  <a:gd name="T39" fmla="*/ 419 h 838"/>
                  <a:gd name="T40" fmla="*/ 1010 w 1228"/>
                  <a:gd name="T41" fmla="*/ 437 h 838"/>
                  <a:gd name="T42" fmla="*/ 1079 w 1228"/>
                  <a:gd name="T43" fmla="*/ 452 h 838"/>
                  <a:gd name="T44" fmla="*/ 1150 w 1228"/>
                  <a:gd name="T45" fmla="*/ 463 h 838"/>
                  <a:gd name="T46" fmla="*/ 1224 w 1228"/>
                  <a:gd name="T47" fmla="*/ 471 h 838"/>
                  <a:gd name="T48" fmla="*/ 1074 w 1228"/>
                  <a:gd name="T49" fmla="*/ 636 h 838"/>
                  <a:gd name="T50" fmla="*/ 1228 w 1228"/>
                  <a:gd name="T51" fmla="*/ 838 h 838"/>
                  <a:gd name="T52" fmla="*/ 1224 w 1228"/>
                  <a:gd name="T53" fmla="*/ 838 h 838"/>
                  <a:gd name="T54" fmla="*/ 1213 w 1228"/>
                  <a:gd name="T55" fmla="*/ 838 h 838"/>
                  <a:gd name="T56" fmla="*/ 1194 w 1228"/>
                  <a:gd name="T57" fmla="*/ 838 h 838"/>
                  <a:gd name="T58" fmla="*/ 1170 w 1228"/>
                  <a:gd name="T59" fmla="*/ 836 h 838"/>
                  <a:gd name="T60" fmla="*/ 1137 w 1228"/>
                  <a:gd name="T61" fmla="*/ 835 h 838"/>
                  <a:gd name="T62" fmla="*/ 1099 w 1228"/>
                  <a:gd name="T63" fmla="*/ 831 h 838"/>
                  <a:gd name="T64" fmla="*/ 1056 w 1228"/>
                  <a:gd name="T65" fmla="*/ 826 h 838"/>
                  <a:gd name="T66" fmla="*/ 1007 w 1228"/>
                  <a:gd name="T67" fmla="*/ 818 h 838"/>
                  <a:gd name="T68" fmla="*/ 953 w 1228"/>
                  <a:gd name="T69" fmla="*/ 807 h 838"/>
                  <a:gd name="T70" fmla="*/ 895 w 1228"/>
                  <a:gd name="T71" fmla="*/ 794 h 838"/>
                  <a:gd name="T72" fmla="*/ 831 w 1228"/>
                  <a:gd name="T73" fmla="*/ 776 h 838"/>
                  <a:gd name="T74" fmla="*/ 765 w 1228"/>
                  <a:gd name="T75" fmla="*/ 754 h 838"/>
                  <a:gd name="T76" fmla="*/ 695 w 1228"/>
                  <a:gd name="T77" fmla="*/ 729 h 838"/>
                  <a:gd name="T78" fmla="*/ 621 w 1228"/>
                  <a:gd name="T79" fmla="*/ 697 h 838"/>
                  <a:gd name="T80" fmla="*/ 544 w 1228"/>
                  <a:gd name="T81" fmla="*/ 661 h 838"/>
                  <a:gd name="T82" fmla="*/ 465 w 1228"/>
                  <a:gd name="T83" fmla="*/ 620 h 838"/>
                  <a:gd name="T84" fmla="*/ 384 w 1228"/>
                  <a:gd name="T85" fmla="*/ 572 h 838"/>
                  <a:gd name="T86" fmla="*/ 301 w 1228"/>
                  <a:gd name="T87" fmla="*/ 518 h 838"/>
                  <a:gd name="T88" fmla="*/ 216 w 1228"/>
                  <a:gd name="T89" fmla="*/ 456 h 838"/>
                  <a:gd name="T90" fmla="*/ 130 w 1228"/>
                  <a:gd name="T91" fmla="*/ 388 h 838"/>
                  <a:gd name="T92" fmla="*/ 45 w 1228"/>
                  <a:gd name="T93" fmla="*/ 313 h 838"/>
                  <a:gd name="T94" fmla="*/ 0 w 1228"/>
                  <a:gd name="T95" fmla="*/ 356 h 838"/>
                  <a:gd name="T96" fmla="*/ 38 w 1228"/>
                  <a:gd name="T97" fmla="*/ 21 h 838"/>
                  <a:gd name="T98" fmla="*/ 361 w 1228"/>
                  <a:gd name="T99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28" h="838">
                    <a:moveTo>
                      <a:pt x="361" y="0"/>
                    </a:moveTo>
                    <a:lnTo>
                      <a:pt x="311" y="50"/>
                    </a:lnTo>
                    <a:lnTo>
                      <a:pt x="314" y="52"/>
                    </a:lnTo>
                    <a:lnTo>
                      <a:pt x="320" y="59"/>
                    </a:lnTo>
                    <a:lnTo>
                      <a:pt x="331" y="69"/>
                    </a:lnTo>
                    <a:lnTo>
                      <a:pt x="346" y="83"/>
                    </a:lnTo>
                    <a:lnTo>
                      <a:pt x="366" y="101"/>
                    </a:lnTo>
                    <a:lnTo>
                      <a:pt x="389" y="120"/>
                    </a:lnTo>
                    <a:lnTo>
                      <a:pt x="415" y="142"/>
                    </a:lnTo>
                    <a:lnTo>
                      <a:pt x="447" y="166"/>
                    </a:lnTo>
                    <a:lnTo>
                      <a:pt x="482" y="191"/>
                    </a:lnTo>
                    <a:lnTo>
                      <a:pt x="520" y="218"/>
                    </a:lnTo>
                    <a:lnTo>
                      <a:pt x="561" y="244"/>
                    </a:lnTo>
                    <a:lnTo>
                      <a:pt x="607" y="272"/>
                    </a:lnTo>
                    <a:lnTo>
                      <a:pt x="655" y="299"/>
                    </a:lnTo>
                    <a:lnTo>
                      <a:pt x="706" y="325"/>
                    </a:lnTo>
                    <a:lnTo>
                      <a:pt x="762" y="352"/>
                    </a:lnTo>
                    <a:lnTo>
                      <a:pt x="820" y="376"/>
                    </a:lnTo>
                    <a:lnTo>
                      <a:pt x="880" y="398"/>
                    </a:lnTo>
                    <a:lnTo>
                      <a:pt x="944" y="419"/>
                    </a:lnTo>
                    <a:lnTo>
                      <a:pt x="1010" y="437"/>
                    </a:lnTo>
                    <a:lnTo>
                      <a:pt x="1079" y="452"/>
                    </a:lnTo>
                    <a:lnTo>
                      <a:pt x="1150" y="463"/>
                    </a:lnTo>
                    <a:lnTo>
                      <a:pt x="1224" y="471"/>
                    </a:lnTo>
                    <a:lnTo>
                      <a:pt x="1074" y="636"/>
                    </a:lnTo>
                    <a:lnTo>
                      <a:pt x="1228" y="838"/>
                    </a:lnTo>
                    <a:lnTo>
                      <a:pt x="1224" y="838"/>
                    </a:lnTo>
                    <a:lnTo>
                      <a:pt x="1213" y="838"/>
                    </a:lnTo>
                    <a:lnTo>
                      <a:pt x="1194" y="838"/>
                    </a:lnTo>
                    <a:lnTo>
                      <a:pt x="1170" y="836"/>
                    </a:lnTo>
                    <a:lnTo>
                      <a:pt x="1137" y="835"/>
                    </a:lnTo>
                    <a:lnTo>
                      <a:pt x="1099" y="831"/>
                    </a:lnTo>
                    <a:lnTo>
                      <a:pt x="1056" y="826"/>
                    </a:lnTo>
                    <a:lnTo>
                      <a:pt x="1007" y="818"/>
                    </a:lnTo>
                    <a:lnTo>
                      <a:pt x="953" y="807"/>
                    </a:lnTo>
                    <a:lnTo>
                      <a:pt x="895" y="794"/>
                    </a:lnTo>
                    <a:lnTo>
                      <a:pt x="831" y="776"/>
                    </a:lnTo>
                    <a:lnTo>
                      <a:pt x="765" y="754"/>
                    </a:lnTo>
                    <a:lnTo>
                      <a:pt x="695" y="729"/>
                    </a:lnTo>
                    <a:lnTo>
                      <a:pt x="621" y="697"/>
                    </a:lnTo>
                    <a:lnTo>
                      <a:pt x="544" y="661"/>
                    </a:lnTo>
                    <a:lnTo>
                      <a:pt x="465" y="620"/>
                    </a:lnTo>
                    <a:lnTo>
                      <a:pt x="384" y="572"/>
                    </a:lnTo>
                    <a:lnTo>
                      <a:pt x="301" y="518"/>
                    </a:lnTo>
                    <a:lnTo>
                      <a:pt x="216" y="456"/>
                    </a:lnTo>
                    <a:lnTo>
                      <a:pt x="130" y="388"/>
                    </a:lnTo>
                    <a:lnTo>
                      <a:pt x="45" y="313"/>
                    </a:lnTo>
                    <a:lnTo>
                      <a:pt x="0" y="356"/>
                    </a:lnTo>
                    <a:lnTo>
                      <a:pt x="38" y="21"/>
                    </a:lnTo>
                    <a:lnTo>
                      <a:pt x="36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3060700" y="3109913"/>
                <a:ext cx="1249363" cy="2251075"/>
              </a:xfrm>
              <a:custGeom>
                <a:avLst/>
                <a:gdLst>
                  <a:gd name="T0" fmla="*/ 263 w 787"/>
                  <a:gd name="T1" fmla="*/ 0 h 1418"/>
                  <a:gd name="T2" fmla="*/ 507 w 787"/>
                  <a:gd name="T3" fmla="*/ 212 h 1418"/>
                  <a:gd name="T4" fmla="*/ 437 w 787"/>
                  <a:gd name="T5" fmla="*/ 213 h 1418"/>
                  <a:gd name="T6" fmla="*/ 437 w 787"/>
                  <a:gd name="T7" fmla="*/ 218 h 1418"/>
                  <a:gd name="T8" fmla="*/ 437 w 787"/>
                  <a:gd name="T9" fmla="*/ 231 h 1418"/>
                  <a:gd name="T10" fmla="*/ 437 w 787"/>
                  <a:gd name="T11" fmla="*/ 250 h 1418"/>
                  <a:gd name="T12" fmla="*/ 439 w 787"/>
                  <a:gd name="T13" fmla="*/ 277 h 1418"/>
                  <a:gd name="T14" fmla="*/ 441 w 787"/>
                  <a:gd name="T15" fmla="*/ 310 h 1418"/>
                  <a:gd name="T16" fmla="*/ 446 w 787"/>
                  <a:gd name="T17" fmla="*/ 350 h 1418"/>
                  <a:gd name="T18" fmla="*/ 452 w 787"/>
                  <a:gd name="T19" fmla="*/ 395 h 1418"/>
                  <a:gd name="T20" fmla="*/ 460 w 787"/>
                  <a:gd name="T21" fmla="*/ 445 h 1418"/>
                  <a:gd name="T22" fmla="*/ 470 w 787"/>
                  <a:gd name="T23" fmla="*/ 499 h 1418"/>
                  <a:gd name="T24" fmla="*/ 484 w 787"/>
                  <a:gd name="T25" fmla="*/ 557 h 1418"/>
                  <a:gd name="T26" fmla="*/ 500 w 787"/>
                  <a:gd name="T27" fmla="*/ 619 h 1418"/>
                  <a:gd name="T28" fmla="*/ 520 w 787"/>
                  <a:gd name="T29" fmla="*/ 682 h 1418"/>
                  <a:gd name="T30" fmla="*/ 545 w 787"/>
                  <a:gd name="T31" fmla="*/ 747 h 1418"/>
                  <a:gd name="T32" fmla="*/ 572 w 787"/>
                  <a:gd name="T33" fmla="*/ 814 h 1418"/>
                  <a:gd name="T34" fmla="*/ 605 w 787"/>
                  <a:gd name="T35" fmla="*/ 884 h 1418"/>
                  <a:gd name="T36" fmla="*/ 643 w 787"/>
                  <a:gd name="T37" fmla="*/ 952 h 1418"/>
                  <a:gd name="T38" fmla="*/ 685 w 787"/>
                  <a:gd name="T39" fmla="*/ 1021 h 1418"/>
                  <a:gd name="T40" fmla="*/ 733 w 787"/>
                  <a:gd name="T41" fmla="*/ 1089 h 1418"/>
                  <a:gd name="T42" fmla="*/ 787 w 787"/>
                  <a:gd name="T43" fmla="*/ 1156 h 1418"/>
                  <a:gd name="T44" fmla="*/ 564 w 787"/>
                  <a:gd name="T45" fmla="*/ 1165 h 1418"/>
                  <a:gd name="T46" fmla="*/ 532 w 787"/>
                  <a:gd name="T47" fmla="*/ 1418 h 1418"/>
                  <a:gd name="T48" fmla="*/ 529 w 787"/>
                  <a:gd name="T49" fmla="*/ 1416 h 1418"/>
                  <a:gd name="T50" fmla="*/ 524 w 787"/>
                  <a:gd name="T51" fmla="*/ 1410 h 1418"/>
                  <a:gd name="T52" fmla="*/ 513 w 787"/>
                  <a:gd name="T53" fmla="*/ 1400 h 1418"/>
                  <a:gd name="T54" fmla="*/ 499 w 787"/>
                  <a:gd name="T55" fmla="*/ 1386 h 1418"/>
                  <a:gd name="T56" fmla="*/ 483 w 787"/>
                  <a:gd name="T57" fmla="*/ 1367 h 1418"/>
                  <a:gd name="T58" fmla="*/ 463 w 787"/>
                  <a:gd name="T59" fmla="*/ 1345 h 1418"/>
                  <a:gd name="T60" fmla="*/ 441 w 787"/>
                  <a:gd name="T61" fmla="*/ 1318 h 1418"/>
                  <a:gd name="T62" fmla="*/ 418 w 787"/>
                  <a:gd name="T63" fmla="*/ 1288 h 1418"/>
                  <a:gd name="T64" fmla="*/ 393 w 787"/>
                  <a:gd name="T65" fmla="*/ 1254 h 1418"/>
                  <a:gd name="T66" fmla="*/ 366 w 787"/>
                  <a:gd name="T67" fmla="*/ 1214 h 1418"/>
                  <a:gd name="T68" fmla="*/ 338 w 787"/>
                  <a:gd name="T69" fmla="*/ 1171 h 1418"/>
                  <a:gd name="T70" fmla="*/ 310 w 787"/>
                  <a:gd name="T71" fmla="*/ 1124 h 1418"/>
                  <a:gd name="T72" fmla="*/ 283 w 787"/>
                  <a:gd name="T73" fmla="*/ 1072 h 1418"/>
                  <a:gd name="T74" fmla="*/ 254 w 787"/>
                  <a:gd name="T75" fmla="*/ 1016 h 1418"/>
                  <a:gd name="T76" fmla="*/ 226 w 787"/>
                  <a:gd name="T77" fmla="*/ 956 h 1418"/>
                  <a:gd name="T78" fmla="*/ 199 w 787"/>
                  <a:gd name="T79" fmla="*/ 891 h 1418"/>
                  <a:gd name="T80" fmla="*/ 175 w 787"/>
                  <a:gd name="T81" fmla="*/ 821 h 1418"/>
                  <a:gd name="T82" fmla="*/ 151 w 787"/>
                  <a:gd name="T83" fmla="*/ 748 h 1418"/>
                  <a:gd name="T84" fmla="*/ 129 w 787"/>
                  <a:gd name="T85" fmla="*/ 670 h 1418"/>
                  <a:gd name="T86" fmla="*/ 109 w 787"/>
                  <a:gd name="T87" fmla="*/ 587 h 1418"/>
                  <a:gd name="T88" fmla="*/ 93 w 787"/>
                  <a:gd name="T89" fmla="*/ 500 h 1418"/>
                  <a:gd name="T90" fmla="*/ 79 w 787"/>
                  <a:gd name="T91" fmla="*/ 409 h 1418"/>
                  <a:gd name="T92" fmla="*/ 68 w 787"/>
                  <a:gd name="T93" fmla="*/ 313 h 1418"/>
                  <a:gd name="T94" fmla="*/ 63 w 787"/>
                  <a:gd name="T95" fmla="*/ 212 h 1418"/>
                  <a:gd name="T96" fmla="*/ 0 w 787"/>
                  <a:gd name="T97" fmla="*/ 210 h 1418"/>
                  <a:gd name="T98" fmla="*/ 263 w 787"/>
                  <a:gd name="T99" fmla="*/ 0 h 1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87" h="1418">
                    <a:moveTo>
                      <a:pt x="263" y="0"/>
                    </a:moveTo>
                    <a:lnTo>
                      <a:pt x="507" y="212"/>
                    </a:lnTo>
                    <a:lnTo>
                      <a:pt x="437" y="213"/>
                    </a:lnTo>
                    <a:lnTo>
                      <a:pt x="437" y="218"/>
                    </a:lnTo>
                    <a:lnTo>
                      <a:pt x="437" y="231"/>
                    </a:lnTo>
                    <a:lnTo>
                      <a:pt x="437" y="250"/>
                    </a:lnTo>
                    <a:lnTo>
                      <a:pt x="439" y="277"/>
                    </a:lnTo>
                    <a:lnTo>
                      <a:pt x="441" y="310"/>
                    </a:lnTo>
                    <a:lnTo>
                      <a:pt x="446" y="350"/>
                    </a:lnTo>
                    <a:lnTo>
                      <a:pt x="452" y="395"/>
                    </a:lnTo>
                    <a:lnTo>
                      <a:pt x="460" y="445"/>
                    </a:lnTo>
                    <a:lnTo>
                      <a:pt x="470" y="499"/>
                    </a:lnTo>
                    <a:lnTo>
                      <a:pt x="484" y="557"/>
                    </a:lnTo>
                    <a:lnTo>
                      <a:pt x="500" y="619"/>
                    </a:lnTo>
                    <a:lnTo>
                      <a:pt x="520" y="682"/>
                    </a:lnTo>
                    <a:lnTo>
                      <a:pt x="545" y="747"/>
                    </a:lnTo>
                    <a:lnTo>
                      <a:pt x="572" y="814"/>
                    </a:lnTo>
                    <a:lnTo>
                      <a:pt x="605" y="884"/>
                    </a:lnTo>
                    <a:lnTo>
                      <a:pt x="643" y="952"/>
                    </a:lnTo>
                    <a:lnTo>
                      <a:pt x="685" y="1021"/>
                    </a:lnTo>
                    <a:lnTo>
                      <a:pt x="733" y="1089"/>
                    </a:lnTo>
                    <a:lnTo>
                      <a:pt x="787" y="1156"/>
                    </a:lnTo>
                    <a:lnTo>
                      <a:pt x="564" y="1165"/>
                    </a:lnTo>
                    <a:lnTo>
                      <a:pt x="532" y="1418"/>
                    </a:lnTo>
                    <a:lnTo>
                      <a:pt x="529" y="1416"/>
                    </a:lnTo>
                    <a:lnTo>
                      <a:pt x="524" y="1410"/>
                    </a:lnTo>
                    <a:lnTo>
                      <a:pt x="513" y="1400"/>
                    </a:lnTo>
                    <a:lnTo>
                      <a:pt x="499" y="1386"/>
                    </a:lnTo>
                    <a:lnTo>
                      <a:pt x="483" y="1367"/>
                    </a:lnTo>
                    <a:lnTo>
                      <a:pt x="463" y="1345"/>
                    </a:lnTo>
                    <a:lnTo>
                      <a:pt x="441" y="1318"/>
                    </a:lnTo>
                    <a:lnTo>
                      <a:pt x="418" y="1288"/>
                    </a:lnTo>
                    <a:lnTo>
                      <a:pt x="393" y="1254"/>
                    </a:lnTo>
                    <a:lnTo>
                      <a:pt x="366" y="1214"/>
                    </a:lnTo>
                    <a:lnTo>
                      <a:pt x="338" y="1171"/>
                    </a:lnTo>
                    <a:lnTo>
                      <a:pt x="310" y="1124"/>
                    </a:lnTo>
                    <a:lnTo>
                      <a:pt x="283" y="1072"/>
                    </a:lnTo>
                    <a:lnTo>
                      <a:pt x="254" y="1016"/>
                    </a:lnTo>
                    <a:lnTo>
                      <a:pt x="226" y="956"/>
                    </a:lnTo>
                    <a:lnTo>
                      <a:pt x="199" y="891"/>
                    </a:lnTo>
                    <a:lnTo>
                      <a:pt x="175" y="821"/>
                    </a:lnTo>
                    <a:lnTo>
                      <a:pt x="151" y="748"/>
                    </a:lnTo>
                    <a:lnTo>
                      <a:pt x="129" y="670"/>
                    </a:lnTo>
                    <a:lnTo>
                      <a:pt x="109" y="587"/>
                    </a:lnTo>
                    <a:lnTo>
                      <a:pt x="93" y="500"/>
                    </a:lnTo>
                    <a:lnTo>
                      <a:pt x="79" y="409"/>
                    </a:lnTo>
                    <a:lnTo>
                      <a:pt x="68" y="313"/>
                    </a:lnTo>
                    <a:lnTo>
                      <a:pt x="63" y="212"/>
                    </a:lnTo>
                    <a:lnTo>
                      <a:pt x="0" y="210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3179763" y="1304926"/>
                <a:ext cx="1322388" cy="1955800"/>
              </a:xfrm>
              <a:custGeom>
                <a:avLst/>
                <a:gdLst>
                  <a:gd name="T0" fmla="*/ 475 w 833"/>
                  <a:gd name="T1" fmla="*/ 0 h 1232"/>
                  <a:gd name="T2" fmla="*/ 810 w 833"/>
                  <a:gd name="T3" fmla="*/ 36 h 1232"/>
                  <a:gd name="T4" fmla="*/ 833 w 833"/>
                  <a:gd name="T5" fmla="*/ 360 h 1232"/>
                  <a:gd name="T6" fmla="*/ 782 w 833"/>
                  <a:gd name="T7" fmla="*/ 310 h 1232"/>
                  <a:gd name="T8" fmla="*/ 780 w 833"/>
                  <a:gd name="T9" fmla="*/ 312 h 1232"/>
                  <a:gd name="T10" fmla="*/ 773 w 833"/>
                  <a:gd name="T11" fmla="*/ 319 h 1232"/>
                  <a:gd name="T12" fmla="*/ 763 w 833"/>
                  <a:gd name="T13" fmla="*/ 329 h 1232"/>
                  <a:gd name="T14" fmla="*/ 749 w 833"/>
                  <a:gd name="T15" fmla="*/ 346 h 1232"/>
                  <a:gd name="T16" fmla="*/ 732 w 833"/>
                  <a:gd name="T17" fmla="*/ 364 h 1232"/>
                  <a:gd name="T18" fmla="*/ 713 w 833"/>
                  <a:gd name="T19" fmla="*/ 387 h 1232"/>
                  <a:gd name="T20" fmla="*/ 691 w 833"/>
                  <a:gd name="T21" fmla="*/ 415 h 1232"/>
                  <a:gd name="T22" fmla="*/ 668 w 833"/>
                  <a:gd name="T23" fmla="*/ 447 h 1232"/>
                  <a:gd name="T24" fmla="*/ 642 w 833"/>
                  <a:gd name="T25" fmla="*/ 481 h 1232"/>
                  <a:gd name="T26" fmla="*/ 615 w 833"/>
                  <a:gd name="T27" fmla="*/ 519 h 1232"/>
                  <a:gd name="T28" fmla="*/ 589 w 833"/>
                  <a:gd name="T29" fmla="*/ 561 h 1232"/>
                  <a:gd name="T30" fmla="*/ 562 w 833"/>
                  <a:gd name="T31" fmla="*/ 606 h 1232"/>
                  <a:gd name="T32" fmla="*/ 536 w 833"/>
                  <a:gd name="T33" fmla="*/ 655 h 1232"/>
                  <a:gd name="T34" fmla="*/ 509 w 833"/>
                  <a:gd name="T35" fmla="*/ 707 h 1232"/>
                  <a:gd name="T36" fmla="*/ 483 w 833"/>
                  <a:gd name="T37" fmla="*/ 762 h 1232"/>
                  <a:gd name="T38" fmla="*/ 459 w 833"/>
                  <a:gd name="T39" fmla="*/ 820 h 1232"/>
                  <a:gd name="T40" fmla="*/ 437 w 833"/>
                  <a:gd name="T41" fmla="*/ 881 h 1232"/>
                  <a:gd name="T42" fmla="*/ 417 w 833"/>
                  <a:gd name="T43" fmla="*/ 945 h 1232"/>
                  <a:gd name="T44" fmla="*/ 400 w 833"/>
                  <a:gd name="T45" fmla="*/ 1011 h 1232"/>
                  <a:gd name="T46" fmla="*/ 385 w 833"/>
                  <a:gd name="T47" fmla="*/ 1080 h 1232"/>
                  <a:gd name="T48" fmla="*/ 375 w 833"/>
                  <a:gd name="T49" fmla="*/ 1152 h 1232"/>
                  <a:gd name="T50" fmla="*/ 366 w 833"/>
                  <a:gd name="T51" fmla="*/ 1226 h 1232"/>
                  <a:gd name="T52" fmla="*/ 202 w 833"/>
                  <a:gd name="T53" fmla="*/ 1076 h 1232"/>
                  <a:gd name="T54" fmla="*/ 1 w 833"/>
                  <a:gd name="T55" fmla="*/ 1232 h 1232"/>
                  <a:gd name="T56" fmla="*/ 1 w 833"/>
                  <a:gd name="T57" fmla="*/ 1229 h 1232"/>
                  <a:gd name="T58" fmla="*/ 0 w 833"/>
                  <a:gd name="T59" fmla="*/ 1217 h 1232"/>
                  <a:gd name="T60" fmla="*/ 0 w 833"/>
                  <a:gd name="T61" fmla="*/ 1198 h 1232"/>
                  <a:gd name="T62" fmla="*/ 1 w 833"/>
                  <a:gd name="T63" fmla="*/ 1173 h 1232"/>
                  <a:gd name="T64" fmla="*/ 3 w 833"/>
                  <a:gd name="T65" fmla="*/ 1142 h 1232"/>
                  <a:gd name="T66" fmla="*/ 6 w 833"/>
                  <a:gd name="T67" fmla="*/ 1103 h 1232"/>
                  <a:gd name="T68" fmla="*/ 12 w 833"/>
                  <a:gd name="T69" fmla="*/ 1059 h 1232"/>
                  <a:gd name="T70" fmla="*/ 19 w 833"/>
                  <a:gd name="T71" fmla="*/ 1011 h 1232"/>
                  <a:gd name="T72" fmla="*/ 29 w 833"/>
                  <a:gd name="T73" fmla="*/ 956 h 1232"/>
                  <a:gd name="T74" fmla="*/ 43 w 833"/>
                  <a:gd name="T75" fmla="*/ 898 h 1232"/>
                  <a:gd name="T76" fmla="*/ 61 w 833"/>
                  <a:gd name="T77" fmla="*/ 836 h 1232"/>
                  <a:gd name="T78" fmla="*/ 81 w 833"/>
                  <a:gd name="T79" fmla="*/ 769 h 1232"/>
                  <a:gd name="T80" fmla="*/ 107 w 833"/>
                  <a:gd name="T81" fmla="*/ 698 h 1232"/>
                  <a:gd name="T82" fmla="*/ 137 w 833"/>
                  <a:gd name="T83" fmla="*/ 624 h 1232"/>
                  <a:gd name="T84" fmla="*/ 173 w 833"/>
                  <a:gd name="T85" fmla="*/ 547 h 1232"/>
                  <a:gd name="T86" fmla="*/ 213 w 833"/>
                  <a:gd name="T87" fmla="*/ 467 h 1232"/>
                  <a:gd name="T88" fmla="*/ 261 w 833"/>
                  <a:gd name="T89" fmla="*/ 386 h 1232"/>
                  <a:gd name="T90" fmla="*/ 314 w 833"/>
                  <a:gd name="T91" fmla="*/ 303 h 1232"/>
                  <a:gd name="T92" fmla="*/ 375 w 833"/>
                  <a:gd name="T93" fmla="*/ 218 h 1232"/>
                  <a:gd name="T94" fmla="*/ 443 w 833"/>
                  <a:gd name="T95" fmla="*/ 131 h 1232"/>
                  <a:gd name="T96" fmla="*/ 518 w 833"/>
                  <a:gd name="T97" fmla="*/ 44 h 1232"/>
                  <a:gd name="T98" fmla="*/ 475 w 833"/>
                  <a:gd name="T99" fmla="*/ 0 h 1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3" h="1232">
                    <a:moveTo>
                      <a:pt x="475" y="0"/>
                    </a:moveTo>
                    <a:lnTo>
                      <a:pt x="810" y="36"/>
                    </a:lnTo>
                    <a:lnTo>
                      <a:pt x="833" y="360"/>
                    </a:lnTo>
                    <a:lnTo>
                      <a:pt x="782" y="310"/>
                    </a:lnTo>
                    <a:lnTo>
                      <a:pt x="780" y="312"/>
                    </a:lnTo>
                    <a:lnTo>
                      <a:pt x="773" y="319"/>
                    </a:lnTo>
                    <a:lnTo>
                      <a:pt x="763" y="329"/>
                    </a:lnTo>
                    <a:lnTo>
                      <a:pt x="749" y="346"/>
                    </a:lnTo>
                    <a:lnTo>
                      <a:pt x="732" y="364"/>
                    </a:lnTo>
                    <a:lnTo>
                      <a:pt x="713" y="387"/>
                    </a:lnTo>
                    <a:lnTo>
                      <a:pt x="691" y="415"/>
                    </a:lnTo>
                    <a:lnTo>
                      <a:pt x="668" y="447"/>
                    </a:lnTo>
                    <a:lnTo>
                      <a:pt x="642" y="481"/>
                    </a:lnTo>
                    <a:lnTo>
                      <a:pt x="615" y="519"/>
                    </a:lnTo>
                    <a:lnTo>
                      <a:pt x="589" y="561"/>
                    </a:lnTo>
                    <a:lnTo>
                      <a:pt x="562" y="606"/>
                    </a:lnTo>
                    <a:lnTo>
                      <a:pt x="536" y="655"/>
                    </a:lnTo>
                    <a:lnTo>
                      <a:pt x="509" y="707"/>
                    </a:lnTo>
                    <a:lnTo>
                      <a:pt x="483" y="762"/>
                    </a:lnTo>
                    <a:lnTo>
                      <a:pt x="459" y="820"/>
                    </a:lnTo>
                    <a:lnTo>
                      <a:pt x="437" y="881"/>
                    </a:lnTo>
                    <a:lnTo>
                      <a:pt x="417" y="945"/>
                    </a:lnTo>
                    <a:lnTo>
                      <a:pt x="400" y="1011"/>
                    </a:lnTo>
                    <a:lnTo>
                      <a:pt x="385" y="1080"/>
                    </a:lnTo>
                    <a:lnTo>
                      <a:pt x="375" y="1152"/>
                    </a:lnTo>
                    <a:lnTo>
                      <a:pt x="366" y="1226"/>
                    </a:lnTo>
                    <a:lnTo>
                      <a:pt x="202" y="1076"/>
                    </a:lnTo>
                    <a:lnTo>
                      <a:pt x="1" y="1232"/>
                    </a:lnTo>
                    <a:lnTo>
                      <a:pt x="1" y="1229"/>
                    </a:lnTo>
                    <a:lnTo>
                      <a:pt x="0" y="1217"/>
                    </a:lnTo>
                    <a:lnTo>
                      <a:pt x="0" y="1198"/>
                    </a:lnTo>
                    <a:lnTo>
                      <a:pt x="1" y="1173"/>
                    </a:lnTo>
                    <a:lnTo>
                      <a:pt x="3" y="1142"/>
                    </a:lnTo>
                    <a:lnTo>
                      <a:pt x="6" y="1103"/>
                    </a:lnTo>
                    <a:lnTo>
                      <a:pt x="12" y="1059"/>
                    </a:lnTo>
                    <a:lnTo>
                      <a:pt x="19" y="1011"/>
                    </a:lnTo>
                    <a:lnTo>
                      <a:pt x="29" y="956"/>
                    </a:lnTo>
                    <a:lnTo>
                      <a:pt x="43" y="898"/>
                    </a:lnTo>
                    <a:lnTo>
                      <a:pt x="61" y="836"/>
                    </a:lnTo>
                    <a:lnTo>
                      <a:pt x="81" y="769"/>
                    </a:lnTo>
                    <a:lnTo>
                      <a:pt x="107" y="698"/>
                    </a:lnTo>
                    <a:lnTo>
                      <a:pt x="137" y="624"/>
                    </a:lnTo>
                    <a:lnTo>
                      <a:pt x="173" y="547"/>
                    </a:lnTo>
                    <a:lnTo>
                      <a:pt x="213" y="467"/>
                    </a:lnTo>
                    <a:lnTo>
                      <a:pt x="261" y="386"/>
                    </a:lnTo>
                    <a:lnTo>
                      <a:pt x="314" y="303"/>
                    </a:lnTo>
                    <a:lnTo>
                      <a:pt x="375" y="218"/>
                    </a:lnTo>
                    <a:lnTo>
                      <a:pt x="443" y="131"/>
                    </a:lnTo>
                    <a:lnTo>
                      <a:pt x="518" y="44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4167188" y="403226"/>
                <a:ext cx="2251075" cy="1246188"/>
              </a:xfrm>
              <a:custGeom>
                <a:avLst/>
                <a:gdLst>
                  <a:gd name="T0" fmla="*/ 1209 w 1418"/>
                  <a:gd name="T1" fmla="*/ 0 h 785"/>
                  <a:gd name="T2" fmla="*/ 1418 w 1418"/>
                  <a:gd name="T3" fmla="*/ 264 h 785"/>
                  <a:gd name="T4" fmla="*/ 1205 w 1418"/>
                  <a:gd name="T5" fmla="*/ 507 h 785"/>
                  <a:gd name="T6" fmla="*/ 1204 w 1418"/>
                  <a:gd name="T7" fmla="*/ 436 h 785"/>
                  <a:gd name="T8" fmla="*/ 1201 w 1418"/>
                  <a:gd name="T9" fmla="*/ 436 h 785"/>
                  <a:gd name="T10" fmla="*/ 1188 w 1418"/>
                  <a:gd name="T11" fmla="*/ 436 h 785"/>
                  <a:gd name="T12" fmla="*/ 1168 w 1418"/>
                  <a:gd name="T13" fmla="*/ 438 h 785"/>
                  <a:gd name="T14" fmla="*/ 1140 w 1418"/>
                  <a:gd name="T15" fmla="*/ 439 h 785"/>
                  <a:gd name="T16" fmla="*/ 1107 w 1418"/>
                  <a:gd name="T17" fmla="*/ 441 h 785"/>
                  <a:gd name="T18" fmla="*/ 1067 w 1418"/>
                  <a:gd name="T19" fmla="*/ 446 h 785"/>
                  <a:gd name="T20" fmla="*/ 1022 w 1418"/>
                  <a:gd name="T21" fmla="*/ 451 h 785"/>
                  <a:gd name="T22" fmla="*/ 972 w 1418"/>
                  <a:gd name="T23" fmla="*/ 460 h 785"/>
                  <a:gd name="T24" fmla="*/ 919 w 1418"/>
                  <a:gd name="T25" fmla="*/ 470 h 785"/>
                  <a:gd name="T26" fmla="*/ 861 w 1418"/>
                  <a:gd name="T27" fmla="*/ 483 h 785"/>
                  <a:gd name="T28" fmla="*/ 800 w 1418"/>
                  <a:gd name="T29" fmla="*/ 499 h 785"/>
                  <a:gd name="T30" fmla="*/ 736 w 1418"/>
                  <a:gd name="T31" fmla="*/ 520 h 785"/>
                  <a:gd name="T32" fmla="*/ 670 w 1418"/>
                  <a:gd name="T33" fmla="*/ 543 h 785"/>
                  <a:gd name="T34" fmla="*/ 603 w 1418"/>
                  <a:gd name="T35" fmla="*/ 571 h 785"/>
                  <a:gd name="T36" fmla="*/ 535 w 1418"/>
                  <a:gd name="T37" fmla="*/ 603 h 785"/>
                  <a:gd name="T38" fmla="*/ 465 w 1418"/>
                  <a:gd name="T39" fmla="*/ 640 h 785"/>
                  <a:gd name="T40" fmla="*/ 397 w 1418"/>
                  <a:gd name="T41" fmla="*/ 683 h 785"/>
                  <a:gd name="T42" fmla="*/ 328 w 1418"/>
                  <a:gd name="T43" fmla="*/ 731 h 785"/>
                  <a:gd name="T44" fmla="*/ 261 w 1418"/>
                  <a:gd name="T45" fmla="*/ 785 h 785"/>
                  <a:gd name="T46" fmla="*/ 252 w 1418"/>
                  <a:gd name="T47" fmla="*/ 563 h 785"/>
                  <a:gd name="T48" fmla="*/ 0 w 1418"/>
                  <a:gd name="T49" fmla="*/ 529 h 785"/>
                  <a:gd name="T50" fmla="*/ 2 w 1418"/>
                  <a:gd name="T51" fmla="*/ 527 h 785"/>
                  <a:gd name="T52" fmla="*/ 7 w 1418"/>
                  <a:gd name="T53" fmla="*/ 521 h 785"/>
                  <a:gd name="T54" fmla="*/ 18 w 1418"/>
                  <a:gd name="T55" fmla="*/ 511 h 785"/>
                  <a:gd name="T56" fmla="*/ 32 w 1418"/>
                  <a:gd name="T57" fmla="*/ 497 h 785"/>
                  <a:gd name="T58" fmla="*/ 50 w 1418"/>
                  <a:gd name="T59" fmla="*/ 480 h 785"/>
                  <a:gd name="T60" fmla="*/ 72 w 1418"/>
                  <a:gd name="T61" fmla="*/ 461 h 785"/>
                  <a:gd name="T62" fmla="*/ 99 w 1418"/>
                  <a:gd name="T63" fmla="*/ 440 h 785"/>
                  <a:gd name="T64" fmla="*/ 130 w 1418"/>
                  <a:gd name="T65" fmla="*/ 416 h 785"/>
                  <a:gd name="T66" fmla="*/ 165 w 1418"/>
                  <a:gd name="T67" fmla="*/ 390 h 785"/>
                  <a:gd name="T68" fmla="*/ 203 w 1418"/>
                  <a:gd name="T69" fmla="*/ 363 h 785"/>
                  <a:gd name="T70" fmla="*/ 247 w 1418"/>
                  <a:gd name="T71" fmla="*/ 337 h 785"/>
                  <a:gd name="T72" fmla="*/ 295 w 1418"/>
                  <a:gd name="T73" fmla="*/ 309 h 785"/>
                  <a:gd name="T74" fmla="*/ 346 w 1418"/>
                  <a:gd name="T75" fmla="*/ 280 h 785"/>
                  <a:gd name="T76" fmla="*/ 402 w 1418"/>
                  <a:gd name="T77" fmla="*/ 252 h 785"/>
                  <a:gd name="T78" fmla="*/ 463 w 1418"/>
                  <a:gd name="T79" fmla="*/ 224 h 785"/>
                  <a:gd name="T80" fmla="*/ 528 w 1418"/>
                  <a:gd name="T81" fmla="*/ 198 h 785"/>
                  <a:gd name="T82" fmla="*/ 597 w 1418"/>
                  <a:gd name="T83" fmla="*/ 173 h 785"/>
                  <a:gd name="T84" fmla="*/ 671 w 1418"/>
                  <a:gd name="T85" fmla="*/ 149 h 785"/>
                  <a:gd name="T86" fmla="*/ 749 w 1418"/>
                  <a:gd name="T87" fmla="*/ 128 h 785"/>
                  <a:gd name="T88" fmla="*/ 831 w 1418"/>
                  <a:gd name="T89" fmla="*/ 109 h 785"/>
                  <a:gd name="T90" fmla="*/ 919 w 1418"/>
                  <a:gd name="T91" fmla="*/ 92 h 785"/>
                  <a:gd name="T92" fmla="*/ 1011 w 1418"/>
                  <a:gd name="T93" fmla="*/ 78 h 785"/>
                  <a:gd name="T94" fmla="*/ 1107 w 1418"/>
                  <a:gd name="T95" fmla="*/ 68 h 785"/>
                  <a:gd name="T96" fmla="*/ 1208 w 1418"/>
                  <a:gd name="T97" fmla="*/ 62 h 785"/>
                  <a:gd name="T98" fmla="*/ 1209 w 1418"/>
                  <a:gd name="T99" fmla="*/ 0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18" h="785">
                    <a:moveTo>
                      <a:pt x="1209" y="0"/>
                    </a:moveTo>
                    <a:lnTo>
                      <a:pt x="1418" y="264"/>
                    </a:lnTo>
                    <a:lnTo>
                      <a:pt x="1205" y="507"/>
                    </a:lnTo>
                    <a:lnTo>
                      <a:pt x="1204" y="436"/>
                    </a:lnTo>
                    <a:lnTo>
                      <a:pt x="1201" y="436"/>
                    </a:lnTo>
                    <a:lnTo>
                      <a:pt x="1188" y="436"/>
                    </a:lnTo>
                    <a:lnTo>
                      <a:pt x="1168" y="438"/>
                    </a:lnTo>
                    <a:lnTo>
                      <a:pt x="1140" y="439"/>
                    </a:lnTo>
                    <a:lnTo>
                      <a:pt x="1107" y="441"/>
                    </a:lnTo>
                    <a:lnTo>
                      <a:pt x="1067" y="446"/>
                    </a:lnTo>
                    <a:lnTo>
                      <a:pt x="1022" y="451"/>
                    </a:lnTo>
                    <a:lnTo>
                      <a:pt x="972" y="460"/>
                    </a:lnTo>
                    <a:lnTo>
                      <a:pt x="919" y="470"/>
                    </a:lnTo>
                    <a:lnTo>
                      <a:pt x="861" y="483"/>
                    </a:lnTo>
                    <a:lnTo>
                      <a:pt x="800" y="499"/>
                    </a:lnTo>
                    <a:lnTo>
                      <a:pt x="736" y="520"/>
                    </a:lnTo>
                    <a:lnTo>
                      <a:pt x="670" y="543"/>
                    </a:lnTo>
                    <a:lnTo>
                      <a:pt x="603" y="571"/>
                    </a:lnTo>
                    <a:lnTo>
                      <a:pt x="535" y="603"/>
                    </a:lnTo>
                    <a:lnTo>
                      <a:pt x="465" y="640"/>
                    </a:lnTo>
                    <a:lnTo>
                      <a:pt x="397" y="683"/>
                    </a:lnTo>
                    <a:lnTo>
                      <a:pt x="328" y="731"/>
                    </a:lnTo>
                    <a:lnTo>
                      <a:pt x="261" y="785"/>
                    </a:lnTo>
                    <a:lnTo>
                      <a:pt x="252" y="563"/>
                    </a:lnTo>
                    <a:lnTo>
                      <a:pt x="0" y="529"/>
                    </a:lnTo>
                    <a:lnTo>
                      <a:pt x="2" y="527"/>
                    </a:lnTo>
                    <a:lnTo>
                      <a:pt x="7" y="521"/>
                    </a:lnTo>
                    <a:lnTo>
                      <a:pt x="18" y="511"/>
                    </a:lnTo>
                    <a:lnTo>
                      <a:pt x="32" y="497"/>
                    </a:lnTo>
                    <a:lnTo>
                      <a:pt x="50" y="480"/>
                    </a:lnTo>
                    <a:lnTo>
                      <a:pt x="72" y="461"/>
                    </a:lnTo>
                    <a:lnTo>
                      <a:pt x="99" y="440"/>
                    </a:lnTo>
                    <a:lnTo>
                      <a:pt x="130" y="416"/>
                    </a:lnTo>
                    <a:lnTo>
                      <a:pt x="165" y="390"/>
                    </a:lnTo>
                    <a:lnTo>
                      <a:pt x="203" y="363"/>
                    </a:lnTo>
                    <a:lnTo>
                      <a:pt x="247" y="337"/>
                    </a:lnTo>
                    <a:lnTo>
                      <a:pt x="295" y="309"/>
                    </a:lnTo>
                    <a:lnTo>
                      <a:pt x="346" y="280"/>
                    </a:lnTo>
                    <a:lnTo>
                      <a:pt x="402" y="252"/>
                    </a:lnTo>
                    <a:lnTo>
                      <a:pt x="463" y="224"/>
                    </a:lnTo>
                    <a:lnTo>
                      <a:pt x="528" y="198"/>
                    </a:lnTo>
                    <a:lnTo>
                      <a:pt x="597" y="173"/>
                    </a:lnTo>
                    <a:lnTo>
                      <a:pt x="671" y="149"/>
                    </a:lnTo>
                    <a:lnTo>
                      <a:pt x="749" y="128"/>
                    </a:lnTo>
                    <a:lnTo>
                      <a:pt x="831" y="109"/>
                    </a:lnTo>
                    <a:lnTo>
                      <a:pt x="919" y="92"/>
                    </a:lnTo>
                    <a:lnTo>
                      <a:pt x="1011" y="78"/>
                    </a:lnTo>
                    <a:lnTo>
                      <a:pt x="1107" y="68"/>
                    </a:lnTo>
                    <a:lnTo>
                      <a:pt x="1208" y="62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7986290" y="1459541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061111" y="2646657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2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029026" y="4443373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3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633363" y="5614447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4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964984" y="5470068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842036" y="4170657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6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018499" y="2438110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7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333952" y="1331205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8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643715" y="3237006"/>
            <a:ext cx="2901395" cy="1205342"/>
            <a:chOff x="8577592" y="1301648"/>
            <a:chExt cx="2901395" cy="1205342"/>
          </a:xfrm>
        </p:grpSpPr>
        <p:sp>
          <p:nvSpPr>
            <p:cNvPr id="79" name="TextBox 78"/>
            <p:cNvSpPr txBox="1"/>
            <p:nvPr/>
          </p:nvSpPr>
          <p:spPr>
            <a:xfrm>
              <a:off x="8577592" y="1799104"/>
              <a:ext cx="29013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046165" y="1301648"/>
              <a:ext cx="1964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</a:rPr>
                <a:t>Edit this text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7BB40A-F558-4A80-AB1C-91CE7756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9FF29-4E8A-4926-8153-78E2C55B9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6397970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6535544" y="4437622"/>
            <a:ext cx="477940" cy="1031460"/>
            <a:chOff x="2746375" y="620713"/>
            <a:chExt cx="2790825" cy="6022975"/>
          </a:xfrm>
          <a:solidFill>
            <a:schemeClr val="accent2"/>
          </a:solidFill>
        </p:grpSpPr>
        <p:sp>
          <p:nvSpPr>
            <p:cNvPr id="29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0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59586" y="4437622"/>
            <a:ext cx="477940" cy="1031460"/>
            <a:chOff x="2746375" y="620713"/>
            <a:chExt cx="2790825" cy="6022975"/>
          </a:xfrm>
          <a:solidFill>
            <a:schemeClr val="accent2"/>
          </a:solidFill>
        </p:grpSpPr>
        <p:sp>
          <p:nvSpPr>
            <p:cNvPr id="47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8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583628" y="4437622"/>
            <a:ext cx="477940" cy="1031460"/>
            <a:chOff x="2746375" y="620713"/>
            <a:chExt cx="2790825" cy="6022975"/>
          </a:xfrm>
          <a:solidFill>
            <a:schemeClr val="accent2"/>
          </a:solidFill>
        </p:grpSpPr>
        <p:sp>
          <p:nvSpPr>
            <p:cNvPr id="53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4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8107671" y="4437622"/>
            <a:ext cx="477940" cy="1031460"/>
            <a:chOff x="2746375" y="620713"/>
            <a:chExt cx="2790825" cy="6022975"/>
          </a:xfrm>
          <a:solidFill>
            <a:schemeClr val="accent2"/>
          </a:solidFill>
        </p:grpSpPr>
        <p:sp>
          <p:nvSpPr>
            <p:cNvPr id="59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0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6797565" y="3421622"/>
            <a:ext cx="477940" cy="1031460"/>
            <a:chOff x="2746375" y="620713"/>
            <a:chExt cx="2790825" cy="6022975"/>
          </a:xfrm>
          <a:solidFill>
            <a:schemeClr val="accent2"/>
          </a:solidFill>
        </p:grpSpPr>
        <p:sp>
          <p:nvSpPr>
            <p:cNvPr id="68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9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321607" y="3421622"/>
            <a:ext cx="477940" cy="1031460"/>
            <a:chOff x="2746375" y="620713"/>
            <a:chExt cx="2790825" cy="6022975"/>
          </a:xfrm>
          <a:solidFill>
            <a:schemeClr val="accent2"/>
          </a:solidFill>
        </p:grpSpPr>
        <p:sp>
          <p:nvSpPr>
            <p:cNvPr id="81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7845649" y="3421622"/>
            <a:ext cx="477940" cy="1031460"/>
            <a:chOff x="2746375" y="620713"/>
            <a:chExt cx="2790825" cy="6022975"/>
          </a:xfrm>
          <a:solidFill>
            <a:schemeClr val="bg1">
              <a:lumMod val="85000"/>
            </a:schemeClr>
          </a:solidFill>
        </p:grpSpPr>
        <p:sp>
          <p:nvSpPr>
            <p:cNvPr id="84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5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7059586" y="2405622"/>
            <a:ext cx="477940" cy="1031460"/>
            <a:chOff x="2746375" y="620713"/>
            <a:chExt cx="2790825" cy="6022975"/>
          </a:xfrm>
          <a:solidFill>
            <a:schemeClr val="bg1">
              <a:lumMod val="85000"/>
            </a:schemeClr>
          </a:solidFill>
        </p:grpSpPr>
        <p:sp>
          <p:nvSpPr>
            <p:cNvPr id="96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7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7583628" y="2405622"/>
            <a:ext cx="477940" cy="1031460"/>
            <a:chOff x="2746375" y="620713"/>
            <a:chExt cx="2790825" cy="6022975"/>
          </a:xfrm>
          <a:solidFill>
            <a:schemeClr val="bg1">
              <a:lumMod val="85000"/>
            </a:schemeClr>
          </a:solidFill>
        </p:grpSpPr>
        <p:sp>
          <p:nvSpPr>
            <p:cNvPr id="99" name="Freeform 17"/>
            <p:cNvSpPr>
              <a:spLocks/>
            </p:cNvSpPr>
            <p:nvPr/>
          </p:nvSpPr>
          <p:spPr bwMode="auto">
            <a:xfrm>
              <a:off x="2746375" y="1747838"/>
              <a:ext cx="2790825" cy="4895850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0" name="Freeform 18"/>
            <p:cNvSpPr>
              <a:spLocks/>
            </p:cNvSpPr>
            <p:nvPr/>
          </p:nvSpPr>
          <p:spPr bwMode="auto">
            <a:xfrm>
              <a:off x="3648075" y="620713"/>
              <a:ext cx="990600" cy="987425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321607" y="1389622"/>
            <a:ext cx="477940" cy="1031460"/>
            <a:chOff x="7365060" y="1465974"/>
            <a:chExt cx="477940" cy="1031460"/>
          </a:xfrm>
          <a:solidFill>
            <a:schemeClr val="bg1">
              <a:lumMod val="85000"/>
            </a:schemeClr>
          </a:solidFill>
        </p:grpSpPr>
        <p:sp>
          <p:nvSpPr>
            <p:cNvPr id="102" name="Freeform 17"/>
            <p:cNvSpPr>
              <a:spLocks/>
            </p:cNvSpPr>
            <p:nvPr/>
          </p:nvSpPr>
          <p:spPr bwMode="auto">
            <a:xfrm>
              <a:off x="7365060" y="1658999"/>
              <a:ext cx="477940" cy="838435"/>
            </a:xfrm>
            <a:custGeom>
              <a:avLst/>
              <a:gdLst>
                <a:gd name="T0" fmla="*/ 1174 w 1758"/>
                <a:gd name="T1" fmla="*/ 4 h 3084"/>
                <a:gd name="T2" fmla="*/ 1305 w 1758"/>
                <a:gd name="T3" fmla="*/ 57 h 3084"/>
                <a:gd name="T4" fmla="*/ 1417 w 1758"/>
                <a:gd name="T5" fmla="*/ 163 h 3084"/>
                <a:gd name="T6" fmla="*/ 1484 w 1758"/>
                <a:gd name="T7" fmla="*/ 288 h 3084"/>
                <a:gd name="T8" fmla="*/ 1598 w 1758"/>
                <a:gd name="T9" fmla="*/ 687 h 3084"/>
                <a:gd name="T10" fmla="*/ 1672 w 1758"/>
                <a:gd name="T11" fmla="*/ 939 h 3084"/>
                <a:gd name="T12" fmla="*/ 1718 w 1758"/>
                <a:gd name="T13" fmla="*/ 1099 h 3084"/>
                <a:gd name="T14" fmla="*/ 1741 w 1758"/>
                <a:gd name="T15" fmla="*/ 1182 h 3084"/>
                <a:gd name="T16" fmla="*/ 1758 w 1758"/>
                <a:gd name="T17" fmla="*/ 1238 h 3084"/>
                <a:gd name="T18" fmla="*/ 1735 w 1758"/>
                <a:gd name="T19" fmla="*/ 1316 h 3084"/>
                <a:gd name="T20" fmla="*/ 1670 w 1758"/>
                <a:gd name="T21" fmla="*/ 1358 h 3084"/>
                <a:gd name="T22" fmla="*/ 1583 w 1758"/>
                <a:gd name="T23" fmla="*/ 1357 h 3084"/>
                <a:gd name="T24" fmla="*/ 1528 w 1758"/>
                <a:gd name="T25" fmla="*/ 1304 h 3084"/>
                <a:gd name="T26" fmla="*/ 1509 w 1758"/>
                <a:gd name="T27" fmla="*/ 1244 h 3084"/>
                <a:gd name="T28" fmla="*/ 1482 w 1758"/>
                <a:gd name="T29" fmla="*/ 1150 h 3084"/>
                <a:gd name="T30" fmla="*/ 1413 w 1758"/>
                <a:gd name="T31" fmla="*/ 916 h 3084"/>
                <a:gd name="T32" fmla="*/ 1339 w 1758"/>
                <a:gd name="T33" fmla="*/ 679 h 3084"/>
                <a:gd name="T34" fmla="*/ 1265 w 1758"/>
                <a:gd name="T35" fmla="*/ 422 h 3084"/>
                <a:gd name="T36" fmla="*/ 1213 w 1758"/>
                <a:gd name="T37" fmla="*/ 1854 h 3084"/>
                <a:gd name="T38" fmla="*/ 1207 w 1758"/>
                <a:gd name="T39" fmla="*/ 2988 h 3084"/>
                <a:gd name="T40" fmla="*/ 1169 w 1758"/>
                <a:gd name="T41" fmla="*/ 3043 h 3084"/>
                <a:gd name="T42" fmla="*/ 1094 w 1758"/>
                <a:gd name="T43" fmla="*/ 3081 h 3084"/>
                <a:gd name="T44" fmla="*/ 1005 w 1758"/>
                <a:gd name="T45" fmla="*/ 3074 h 3084"/>
                <a:gd name="T46" fmla="*/ 941 w 1758"/>
                <a:gd name="T47" fmla="*/ 3023 h 3084"/>
                <a:gd name="T48" fmla="*/ 921 w 1758"/>
                <a:gd name="T49" fmla="*/ 2941 h 3084"/>
                <a:gd name="T50" fmla="*/ 846 w 1758"/>
                <a:gd name="T51" fmla="*/ 2941 h 3084"/>
                <a:gd name="T52" fmla="*/ 825 w 1758"/>
                <a:gd name="T53" fmla="*/ 3023 h 3084"/>
                <a:gd name="T54" fmla="*/ 761 w 1758"/>
                <a:gd name="T55" fmla="*/ 3074 h 3084"/>
                <a:gd name="T56" fmla="*/ 673 w 1758"/>
                <a:gd name="T57" fmla="*/ 3081 h 3084"/>
                <a:gd name="T58" fmla="*/ 596 w 1758"/>
                <a:gd name="T59" fmla="*/ 3043 h 3084"/>
                <a:gd name="T60" fmla="*/ 557 w 1758"/>
                <a:gd name="T61" fmla="*/ 2988 h 3084"/>
                <a:gd name="T62" fmla="*/ 551 w 1758"/>
                <a:gd name="T63" fmla="*/ 1854 h 3084"/>
                <a:gd name="T64" fmla="*/ 495 w 1758"/>
                <a:gd name="T65" fmla="*/ 425 h 3084"/>
                <a:gd name="T66" fmla="*/ 419 w 1758"/>
                <a:gd name="T67" fmla="*/ 679 h 3084"/>
                <a:gd name="T68" fmla="*/ 350 w 1758"/>
                <a:gd name="T69" fmla="*/ 916 h 3084"/>
                <a:gd name="T70" fmla="*/ 279 w 1758"/>
                <a:gd name="T71" fmla="*/ 1150 h 3084"/>
                <a:gd name="T72" fmla="*/ 249 w 1758"/>
                <a:gd name="T73" fmla="*/ 1244 h 3084"/>
                <a:gd name="T74" fmla="*/ 230 w 1758"/>
                <a:gd name="T75" fmla="*/ 1304 h 3084"/>
                <a:gd name="T76" fmla="*/ 175 w 1758"/>
                <a:gd name="T77" fmla="*/ 1357 h 3084"/>
                <a:gd name="T78" fmla="*/ 87 w 1758"/>
                <a:gd name="T79" fmla="*/ 1358 h 3084"/>
                <a:gd name="T80" fmla="*/ 22 w 1758"/>
                <a:gd name="T81" fmla="*/ 1315 h 3084"/>
                <a:gd name="T82" fmla="*/ 0 w 1758"/>
                <a:gd name="T83" fmla="*/ 1246 h 3084"/>
                <a:gd name="T84" fmla="*/ 9 w 1758"/>
                <a:gd name="T85" fmla="*/ 1206 h 3084"/>
                <a:gd name="T86" fmla="*/ 23 w 1758"/>
                <a:gd name="T87" fmla="*/ 1160 h 3084"/>
                <a:gd name="T88" fmla="*/ 52 w 1758"/>
                <a:gd name="T89" fmla="*/ 1050 h 3084"/>
                <a:gd name="T90" fmla="*/ 102 w 1758"/>
                <a:gd name="T91" fmla="*/ 875 h 3084"/>
                <a:gd name="T92" fmla="*/ 189 w 1758"/>
                <a:gd name="T93" fmla="*/ 587 h 3084"/>
                <a:gd name="T94" fmla="*/ 281 w 1758"/>
                <a:gd name="T95" fmla="*/ 288 h 3084"/>
                <a:gd name="T96" fmla="*/ 344 w 1758"/>
                <a:gd name="T97" fmla="*/ 163 h 3084"/>
                <a:gd name="T98" fmla="*/ 456 w 1758"/>
                <a:gd name="T99" fmla="*/ 57 h 3084"/>
                <a:gd name="T100" fmla="*/ 586 w 1758"/>
                <a:gd name="T101" fmla="*/ 4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58" h="3084">
                  <a:moveTo>
                    <a:pt x="630" y="0"/>
                  </a:moveTo>
                  <a:lnTo>
                    <a:pt x="1128" y="0"/>
                  </a:lnTo>
                  <a:lnTo>
                    <a:pt x="1174" y="4"/>
                  </a:lnTo>
                  <a:lnTo>
                    <a:pt x="1218" y="15"/>
                  </a:lnTo>
                  <a:lnTo>
                    <a:pt x="1263" y="31"/>
                  </a:lnTo>
                  <a:lnTo>
                    <a:pt x="1305" y="57"/>
                  </a:lnTo>
                  <a:lnTo>
                    <a:pt x="1346" y="89"/>
                  </a:lnTo>
                  <a:lnTo>
                    <a:pt x="1383" y="124"/>
                  </a:lnTo>
                  <a:lnTo>
                    <a:pt x="1417" y="163"/>
                  </a:lnTo>
                  <a:lnTo>
                    <a:pt x="1444" y="202"/>
                  </a:lnTo>
                  <a:lnTo>
                    <a:pt x="1467" y="245"/>
                  </a:lnTo>
                  <a:lnTo>
                    <a:pt x="1484" y="288"/>
                  </a:lnTo>
                  <a:lnTo>
                    <a:pt x="1527" y="434"/>
                  </a:lnTo>
                  <a:lnTo>
                    <a:pt x="1570" y="587"/>
                  </a:lnTo>
                  <a:lnTo>
                    <a:pt x="1598" y="687"/>
                  </a:lnTo>
                  <a:lnTo>
                    <a:pt x="1626" y="784"/>
                  </a:lnTo>
                  <a:lnTo>
                    <a:pt x="1653" y="875"/>
                  </a:lnTo>
                  <a:lnTo>
                    <a:pt x="1672" y="939"/>
                  </a:lnTo>
                  <a:lnTo>
                    <a:pt x="1689" y="998"/>
                  </a:lnTo>
                  <a:lnTo>
                    <a:pt x="1704" y="1050"/>
                  </a:lnTo>
                  <a:lnTo>
                    <a:pt x="1718" y="1099"/>
                  </a:lnTo>
                  <a:lnTo>
                    <a:pt x="1727" y="1133"/>
                  </a:lnTo>
                  <a:lnTo>
                    <a:pt x="1735" y="1160"/>
                  </a:lnTo>
                  <a:lnTo>
                    <a:pt x="1741" y="1182"/>
                  </a:lnTo>
                  <a:lnTo>
                    <a:pt x="1747" y="1197"/>
                  </a:lnTo>
                  <a:lnTo>
                    <a:pt x="1750" y="1206"/>
                  </a:lnTo>
                  <a:lnTo>
                    <a:pt x="1758" y="1238"/>
                  </a:lnTo>
                  <a:lnTo>
                    <a:pt x="1755" y="1269"/>
                  </a:lnTo>
                  <a:lnTo>
                    <a:pt x="1748" y="1294"/>
                  </a:lnTo>
                  <a:lnTo>
                    <a:pt x="1735" y="1316"/>
                  </a:lnTo>
                  <a:lnTo>
                    <a:pt x="1718" y="1334"/>
                  </a:lnTo>
                  <a:lnTo>
                    <a:pt x="1695" y="1348"/>
                  </a:lnTo>
                  <a:lnTo>
                    <a:pt x="1670" y="1358"/>
                  </a:lnTo>
                  <a:lnTo>
                    <a:pt x="1639" y="1367"/>
                  </a:lnTo>
                  <a:lnTo>
                    <a:pt x="1608" y="1365"/>
                  </a:lnTo>
                  <a:lnTo>
                    <a:pt x="1583" y="1357"/>
                  </a:lnTo>
                  <a:lnTo>
                    <a:pt x="1560" y="1345"/>
                  </a:lnTo>
                  <a:lnTo>
                    <a:pt x="1542" y="1327"/>
                  </a:lnTo>
                  <a:lnTo>
                    <a:pt x="1528" y="1304"/>
                  </a:lnTo>
                  <a:lnTo>
                    <a:pt x="1518" y="1278"/>
                  </a:lnTo>
                  <a:lnTo>
                    <a:pt x="1514" y="1265"/>
                  </a:lnTo>
                  <a:lnTo>
                    <a:pt x="1509" y="1244"/>
                  </a:lnTo>
                  <a:lnTo>
                    <a:pt x="1501" y="1219"/>
                  </a:lnTo>
                  <a:lnTo>
                    <a:pt x="1492" y="1187"/>
                  </a:lnTo>
                  <a:lnTo>
                    <a:pt x="1482" y="1150"/>
                  </a:lnTo>
                  <a:lnTo>
                    <a:pt x="1470" y="1106"/>
                  </a:lnTo>
                  <a:lnTo>
                    <a:pt x="1442" y="1012"/>
                  </a:lnTo>
                  <a:lnTo>
                    <a:pt x="1413" y="916"/>
                  </a:lnTo>
                  <a:lnTo>
                    <a:pt x="1382" y="815"/>
                  </a:lnTo>
                  <a:lnTo>
                    <a:pt x="1362" y="750"/>
                  </a:lnTo>
                  <a:lnTo>
                    <a:pt x="1339" y="679"/>
                  </a:lnTo>
                  <a:lnTo>
                    <a:pt x="1316" y="601"/>
                  </a:lnTo>
                  <a:lnTo>
                    <a:pt x="1291" y="516"/>
                  </a:lnTo>
                  <a:lnTo>
                    <a:pt x="1265" y="422"/>
                  </a:lnTo>
                  <a:lnTo>
                    <a:pt x="1192" y="422"/>
                  </a:lnTo>
                  <a:lnTo>
                    <a:pt x="1614" y="1854"/>
                  </a:lnTo>
                  <a:lnTo>
                    <a:pt x="1213" y="1854"/>
                  </a:lnTo>
                  <a:lnTo>
                    <a:pt x="1213" y="2941"/>
                  </a:lnTo>
                  <a:lnTo>
                    <a:pt x="1212" y="2965"/>
                  </a:lnTo>
                  <a:lnTo>
                    <a:pt x="1207" y="2988"/>
                  </a:lnTo>
                  <a:lnTo>
                    <a:pt x="1199" y="3009"/>
                  </a:lnTo>
                  <a:lnTo>
                    <a:pt x="1187" y="3028"/>
                  </a:lnTo>
                  <a:lnTo>
                    <a:pt x="1169" y="3043"/>
                  </a:lnTo>
                  <a:lnTo>
                    <a:pt x="1147" y="3062"/>
                  </a:lnTo>
                  <a:lnTo>
                    <a:pt x="1121" y="3074"/>
                  </a:lnTo>
                  <a:lnTo>
                    <a:pt x="1094" y="3081"/>
                  </a:lnTo>
                  <a:lnTo>
                    <a:pt x="1064" y="3084"/>
                  </a:lnTo>
                  <a:lnTo>
                    <a:pt x="1033" y="3081"/>
                  </a:lnTo>
                  <a:lnTo>
                    <a:pt x="1005" y="3074"/>
                  </a:lnTo>
                  <a:lnTo>
                    <a:pt x="981" y="3062"/>
                  </a:lnTo>
                  <a:lnTo>
                    <a:pt x="958" y="3043"/>
                  </a:lnTo>
                  <a:lnTo>
                    <a:pt x="941" y="3023"/>
                  </a:lnTo>
                  <a:lnTo>
                    <a:pt x="930" y="2998"/>
                  </a:lnTo>
                  <a:lnTo>
                    <a:pt x="923" y="2972"/>
                  </a:lnTo>
                  <a:lnTo>
                    <a:pt x="921" y="2941"/>
                  </a:lnTo>
                  <a:lnTo>
                    <a:pt x="921" y="1854"/>
                  </a:lnTo>
                  <a:lnTo>
                    <a:pt x="846" y="1854"/>
                  </a:lnTo>
                  <a:lnTo>
                    <a:pt x="846" y="2941"/>
                  </a:lnTo>
                  <a:lnTo>
                    <a:pt x="844" y="2972"/>
                  </a:lnTo>
                  <a:lnTo>
                    <a:pt x="836" y="2998"/>
                  </a:lnTo>
                  <a:lnTo>
                    <a:pt x="825" y="3023"/>
                  </a:lnTo>
                  <a:lnTo>
                    <a:pt x="807" y="3043"/>
                  </a:lnTo>
                  <a:lnTo>
                    <a:pt x="785" y="3062"/>
                  </a:lnTo>
                  <a:lnTo>
                    <a:pt x="761" y="3074"/>
                  </a:lnTo>
                  <a:lnTo>
                    <a:pt x="734" y="3081"/>
                  </a:lnTo>
                  <a:lnTo>
                    <a:pt x="703" y="3084"/>
                  </a:lnTo>
                  <a:lnTo>
                    <a:pt x="673" y="3081"/>
                  </a:lnTo>
                  <a:lnTo>
                    <a:pt x="644" y="3074"/>
                  </a:lnTo>
                  <a:lnTo>
                    <a:pt x="619" y="3062"/>
                  </a:lnTo>
                  <a:lnTo>
                    <a:pt x="596" y="3043"/>
                  </a:lnTo>
                  <a:lnTo>
                    <a:pt x="579" y="3028"/>
                  </a:lnTo>
                  <a:lnTo>
                    <a:pt x="566" y="3009"/>
                  </a:lnTo>
                  <a:lnTo>
                    <a:pt x="557" y="2988"/>
                  </a:lnTo>
                  <a:lnTo>
                    <a:pt x="554" y="2965"/>
                  </a:lnTo>
                  <a:lnTo>
                    <a:pt x="551" y="2941"/>
                  </a:lnTo>
                  <a:lnTo>
                    <a:pt x="551" y="1854"/>
                  </a:lnTo>
                  <a:lnTo>
                    <a:pt x="143" y="1854"/>
                  </a:lnTo>
                  <a:lnTo>
                    <a:pt x="568" y="425"/>
                  </a:lnTo>
                  <a:lnTo>
                    <a:pt x="495" y="425"/>
                  </a:lnTo>
                  <a:lnTo>
                    <a:pt x="468" y="516"/>
                  </a:lnTo>
                  <a:lnTo>
                    <a:pt x="442" y="601"/>
                  </a:lnTo>
                  <a:lnTo>
                    <a:pt x="419" y="679"/>
                  </a:lnTo>
                  <a:lnTo>
                    <a:pt x="399" y="750"/>
                  </a:lnTo>
                  <a:lnTo>
                    <a:pt x="378" y="815"/>
                  </a:lnTo>
                  <a:lnTo>
                    <a:pt x="350" y="916"/>
                  </a:lnTo>
                  <a:lnTo>
                    <a:pt x="321" y="1012"/>
                  </a:lnTo>
                  <a:lnTo>
                    <a:pt x="293" y="1106"/>
                  </a:lnTo>
                  <a:lnTo>
                    <a:pt x="279" y="1150"/>
                  </a:lnTo>
                  <a:lnTo>
                    <a:pt x="267" y="1187"/>
                  </a:lnTo>
                  <a:lnTo>
                    <a:pt x="257" y="1219"/>
                  </a:lnTo>
                  <a:lnTo>
                    <a:pt x="249" y="1244"/>
                  </a:lnTo>
                  <a:lnTo>
                    <a:pt x="244" y="1265"/>
                  </a:lnTo>
                  <a:lnTo>
                    <a:pt x="240" y="1278"/>
                  </a:lnTo>
                  <a:lnTo>
                    <a:pt x="230" y="1304"/>
                  </a:lnTo>
                  <a:lnTo>
                    <a:pt x="215" y="1327"/>
                  </a:lnTo>
                  <a:lnTo>
                    <a:pt x="197" y="1345"/>
                  </a:lnTo>
                  <a:lnTo>
                    <a:pt x="175" y="1357"/>
                  </a:lnTo>
                  <a:lnTo>
                    <a:pt x="148" y="1365"/>
                  </a:lnTo>
                  <a:lnTo>
                    <a:pt x="119" y="1367"/>
                  </a:lnTo>
                  <a:lnTo>
                    <a:pt x="87" y="1358"/>
                  </a:lnTo>
                  <a:lnTo>
                    <a:pt x="60" y="1347"/>
                  </a:lnTo>
                  <a:lnTo>
                    <a:pt x="38" y="1331"/>
                  </a:lnTo>
                  <a:lnTo>
                    <a:pt x="22" y="1315"/>
                  </a:lnTo>
                  <a:lnTo>
                    <a:pt x="10" y="1294"/>
                  </a:lnTo>
                  <a:lnTo>
                    <a:pt x="3" y="1271"/>
                  </a:lnTo>
                  <a:lnTo>
                    <a:pt x="0" y="1246"/>
                  </a:lnTo>
                  <a:lnTo>
                    <a:pt x="1" y="1232"/>
                  </a:lnTo>
                  <a:lnTo>
                    <a:pt x="3" y="1219"/>
                  </a:lnTo>
                  <a:lnTo>
                    <a:pt x="9" y="1206"/>
                  </a:lnTo>
                  <a:lnTo>
                    <a:pt x="12" y="1197"/>
                  </a:lnTo>
                  <a:lnTo>
                    <a:pt x="17" y="1182"/>
                  </a:lnTo>
                  <a:lnTo>
                    <a:pt x="23" y="1160"/>
                  </a:lnTo>
                  <a:lnTo>
                    <a:pt x="31" y="1133"/>
                  </a:lnTo>
                  <a:lnTo>
                    <a:pt x="40" y="1099"/>
                  </a:lnTo>
                  <a:lnTo>
                    <a:pt x="52" y="1050"/>
                  </a:lnTo>
                  <a:lnTo>
                    <a:pt x="68" y="998"/>
                  </a:lnTo>
                  <a:lnTo>
                    <a:pt x="84" y="939"/>
                  </a:lnTo>
                  <a:lnTo>
                    <a:pt x="102" y="875"/>
                  </a:lnTo>
                  <a:lnTo>
                    <a:pt x="130" y="784"/>
                  </a:lnTo>
                  <a:lnTo>
                    <a:pt x="159" y="687"/>
                  </a:lnTo>
                  <a:lnTo>
                    <a:pt x="189" y="587"/>
                  </a:lnTo>
                  <a:lnTo>
                    <a:pt x="219" y="485"/>
                  </a:lnTo>
                  <a:lnTo>
                    <a:pt x="249" y="385"/>
                  </a:lnTo>
                  <a:lnTo>
                    <a:pt x="281" y="288"/>
                  </a:lnTo>
                  <a:lnTo>
                    <a:pt x="297" y="245"/>
                  </a:lnTo>
                  <a:lnTo>
                    <a:pt x="317" y="202"/>
                  </a:lnTo>
                  <a:lnTo>
                    <a:pt x="344" y="163"/>
                  </a:lnTo>
                  <a:lnTo>
                    <a:pt x="377" y="124"/>
                  </a:lnTo>
                  <a:lnTo>
                    <a:pt x="416" y="89"/>
                  </a:lnTo>
                  <a:lnTo>
                    <a:pt x="456" y="57"/>
                  </a:lnTo>
                  <a:lnTo>
                    <a:pt x="499" y="31"/>
                  </a:lnTo>
                  <a:lnTo>
                    <a:pt x="542" y="15"/>
                  </a:lnTo>
                  <a:lnTo>
                    <a:pt x="586" y="4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3" name="Freeform 18"/>
            <p:cNvSpPr>
              <a:spLocks/>
            </p:cNvSpPr>
            <p:nvPr/>
          </p:nvSpPr>
          <p:spPr bwMode="auto">
            <a:xfrm>
              <a:off x="7519480" y="1465974"/>
              <a:ext cx="169644" cy="169101"/>
            </a:xfrm>
            <a:custGeom>
              <a:avLst/>
              <a:gdLst>
                <a:gd name="T0" fmla="*/ 319 w 624"/>
                <a:gd name="T1" fmla="*/ 0 h 622"/>
                <a:gd name="T2" fmla="*/ 360 w 624"/>
                <a:gd name="T3" fmla="*/ 2 h 622"/>
                <a:gd name="T4" fmla="*/ 400 w 624"/>
                <a:gd name="T5" fmla="*/ 10 h 622"/>
                <a:gd name="T6" fmla="*/ 437 w 624"/>
                <a:gd name="T7" fmla="*/ 23 h 622"/>
                <a:gd name="T8" fmla="*/ 471 w 624"/>
                <a:gd name="T9" fmla="*/ 41 h 622"/>
                <a:gd name="T10" fmla="*/ 503 w 624"/>
                <a:gd name="T11" fmla="*/ 64 h 622"/>
                <a:gd name="T12" fmla="*/ 534 w 624"/>
                <a:gd name="T13" fmla="*/ 92 h 622"/>
                <a:gd name="T14" fmla="*/ 561 w 624"/>
                <a:gd name="T15" fmla="*/ 124 h 622"/>
                <a:gd name="T16" fmla="*/ 584 w 624"/>
                <a:gd name="T17" fmla="*/ 157 h 622"/>
                <a:gd name="T18" fmla="*/ 601 w 624"/>
                <a:gd name="T19" fmla="*/ 193 h 622"/>
                <a:gd name="T20" fmla="*/ 613 w 624"/>
                <a:gd name="T21" fmla="*/ 230 h 622"/>
                <a:gd name="T22" fmla="*/ 621 w 624"/>
                <a:gd name="T23" fmla="*/ 269 h 622"/>
                <a:gd name="T24" fmla="*/ 624 w 624"/>
                <a:gd name="T25" fmla="*/ 312 h 622"/>
                <a:gd name="T26" fmla="*/ 621 w 624"/>
                <a:gd name="T27" fmla="*/ 355 h 622"/>
                <a:gd name="T28" fmla="*/ 613 w 624"/>
                <a:gd name="T29" fmla="*/ 396 h 622"/>
                <a:gd name="T30" fmla="*/ 601 w 624"/>
                <a:gd name="T31" fmla="*/ 434 h 622"/>
                <a:gd name="T32" fmla="*/ 584 w 624"/>
                <a:gd name="T33" fmla="*/ 470 h 622"/>
                <a:gd name="T34" fmla="*/ 561 w 624"/>
                <a:gd name="T35" fmla="*/ 503 h 622"/>
                <a:gd name="T36" fmla="*/ 534 w 624"/>
                <a:gd name="T37" fmla="*/ 534 h 622"/>
                <a:gd name="T38" fmla="*/ 503 w 624"/>
                <a:gd name="T39" fmla="*/ 561 h 622"/>
                <a:gd name="T40" fmla="*/ 471 w 624"/>
                <a:gd name="T41" fmla="*/ 583 h 622"/>
                <a:gd name="T42" fmla="*/ 437 w 624"/>
                <a:gd name="T43" fmla="*/ 601 h 622"/>
                <a:gd name="T44" fmla="*/ 400 w 624"/>
                <a:gd name="T45" fmla="*/ 612 h 622"/>
                <a:gd name="T46" fmla="*/ 360 w 624"/>
                <a:gd name="T47" fmla="*/ 620 h 622"/>
                <a:gd name="T48" fmla="*/ 319 w 624"/>
                <a:gd name="T49" fmla="*/ 622 h 622"/>
                <a:gd name="T50" fmla="*/ 275 w 624"/>
                <a:gd name="T51" fmla="*/ 620 h 622"/>
                <a:gd name="T52" fmla="*/ 234 w 624"/>
                <a:gd name="T53" fmla="*/ 612 h 622"/>
                <a:gd name="T54" fmla="*/ 194 w 624"/>
                <a:gd name="T55" fmla="*/ 601 h 622"/>
                <a:gd name="T56" fmla="*/ 158 w 624"/>
                <a:gd name="T57" fmla="*/ 583 h 622"/>
                <a:gd name="T58" fmla="*/ 124 w 624"/>
                <a:gd name="T59" fmla="*/ 561 h 622"/>
                <a:gd name="T60" fmla="*/ 90 w 624"/>
                <a:gd name="T61" fmla="*/ 534 h 622"/>
                <a:gd name="T62" fmla="*/ 62 w 624"/>
                <a:gd name="T63" fmla="*/ 503 h 622"/>
                <a:gd name="T64" fmla="*/ 41 w 624"/>
                <a:gd name="T65" fmla="*/ 470 h 622"/>
                <a:gd name="T66" fmla="*/ 23 w 624"/>
                <a:gd name="T67" fmla="*/ 434 h 622"/>
                <a:gd name="T68" fmla="*/ 10 w 624"/>
                <a:gd name="T69" fmla="*/ 396 h 622"/>
                <a:gd name="T70" fmla="*/ 2 w 624"/>
                <a:gd name="T71" fmla="*/ 355 h 622"/>
                <a:gd name="T72" fmla="*/ 0 w 624"/>
                <a:gd name="T73" fmla="*/ 312 h 622"/>
                <a:gd name="T74" fmla="*/ 2 w 624"/>
                <a:gd name="T75" fmla="*/ 269 h 622"/>
                <a:gd name="T76" fmla="*/ 10 w 624"/>
                <a:gd name="T77" fmla="*/ 230 h 622"/>
                <a:gd name="T78" fmla="*/ 23 w 624"/>
                <a:gd name="T79" fmla="*/ 193 h 622"/>
                <a:gd name="T80" fmla="*/ 39 w 624"/>
                <a:gd name="T81" fmla="*/ 157 h 622"/>
                <a:gd name="T82" fmla="*/ 62 w 624"/>
                <a:gd name="T83" fmla="*/ 124 h 622"/>
                <a:gd name="T84" fmla="*/ 89 w 624"/>
                <a:gd name="T85" fmla="*/ 92 h 622"/>
                <a:gd name="T86" fmla="*/ 122 w 624"/>
                <a:gd name="T87" fmla="*/ 64 h 622"/>
                <a:gd name="T88" fmla="*/ 157 w 624"/>
                <a:gd name="T89" fmla="*/ 41 h 622"/>
                <a:gd name="T90" fmla="*/ 194 w 624"/>
                <a:gd name="T91" fmla="*/ 23 h 622"/>
                <a:gd name="T92" fmla="*/ 232 w 624"/>
                <a:gd name="T93" fmla="*/ 10 h 622"/>
                <a:gd name="T94" fmla="*/ 275 w 624"/>
                <a:gd name="T95" fmla="*/ 2 h 622"/>
                <a:gd name="T96" fmla="*/ 319 w 624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4" h="622">
                  <a:moveTo>
                    <a:pt x="319" y="0"/>
                  </a:moveTo>
                  <a:lnTo>
                    <a:pt x="360" y="2"/>
                  </a:lnTo>
                  <a:lnTo>
                    <a:pt x="400" y="10"/>
                  </a:lnTo>
                  <a:lnTo>
                    <a:pt x="437" y="23"/>
                  </a:lnTo>
                  <a:lnTo>
                    <a:pt x="471" y="41"/>
                  </a:lnTo>
                  <a:lnTo>
                    <a:pt x="503" y="64"/>
                  </a:lnTo>
                  <a:lnTo>
                    <a:pt x="534" y="92"/>
                  </a:lnTo>
                  <a:lnTo>
                    <a:pt x="561" y="124"/>
                  </a:lnTo>
                  <a:lnTo>
                    <a:pt x="584" y="157"/>
                  </a:lnTo>
                  <a:lnTo>
                    <a:pt x="601" y="193"/>
                  </a:lnTo>
                  <a:lnTo>
                    <a:pt x="613" y="230"/>
                  </a:lnTo>
                  <a:lnTo>
                    <a:pt x="621" y="269"/>
                  </a:lnTo>
                  <a:lnTo>
                    <a:pt x="624" y="312"/>
                  </a:lnTo>
                  <a:lnTo>
                    <a:pt x="621" y="355"/>
                  </a:lnTo>
                  <a:lnTo>
                    <a:pt x="613" y="396"/>
                  </a:lnTo>
                  <a:lnTo>
                    <a:pt x="601" y="434"/>
                  </a:lnTo>
                  <a:lnTo>
                    <a:pt x="584" y="470"/>
                  </a:lnTo>
                  <a:lnTo>
                    <a:pt x="561" y="503"/>
                  </a:lnTo>
                  <a:lnTo>
                    <a:pt x="534" y="534"/>
                  </a:lnTo>
                  <a:lnTo>
                    <a:pt x="503" y="561"/>
                  </a:lnTo>
                  <a:lnTo>
                    <a:pt x="471" y="583"/>
                  </a:lnTo>
                  <a:lnTo>
                    <a:pt x="437" y="601"/>
                  </a:lnTo>
                  <a:lnTo>
                    <a:pt x="400" y="612"/>
                  </a:lnTo>
                  <a:lnTo>
                    <a:pt x="360" y="620"/>
                  </a:lnTo>
                  <a:lnTo>
                    <a:pt x="319" y="622"/>
                  </a:lnTo>
                  <a:lnTo>
                    <a:pt x="275" y="620"/>
                  </a:lnTo>
                  <a:lnTo>
                    <a:pt x="234" y="612"/>
                  </a:lnTo>
                  <a:lnTo>
                    <a:pt x="194" y="601"/>
                  </a:lnTo>
                  <a:lnTo>
                    <a:pt x="158" y="583"/>
                  </a:lnTo>
                  <a:lnTo>
                    <a:pt x="124" y="561"/>
                  </a:lnTo>
                  <a:lnTo>
                    <a:pt x="90" y="534"/>
                  </a:lnTo>
                  <a:lnTo>
                    <a:pt x="62" y="503"/>
                  </a:lnTo>
                  <a:lnTo>
                    <a:pt x="41" y="470"/>
                  </a:lnTo>
                  <a:lnTo>
                    <a:pt x="23" y="434"/>
                  </a:lnTo>
                  <a:lnTo>
                    <a:pt x="10" y="396"/>
                  </a:lnTo>
                  <a:lnTo>
                    <a:pt x="2" y="355"/>
                  </a:lnTo>
                  <a:lnTo>
                    <a:pt x="0" y="312"/>
                  </a:lnTo>
                  <a:lnTo>
                    <a:pt x="2" y="269"/>
                  </a:lnTo>
                  <a:lnTo>
                    <a:pt x="10" y="230"/>
                  </a:lnTo>
                  <a:lnTo>
                    <a:pt x="23" y="193"/>
                  </a:lnTo>
                  <a:lnTo>
                    <a:pt x="39" y="157"/>
                  </a:lnTo>
                  <a:lnTo>
                    <a:pt x="62" y="124"/>
                  </a:lnTo>
                  <a:lnTo>
                    <a:pt x="89" y="92"/>
                  </a:lnTo>
                  <a:lnTo>
                    <a:pt x="122" y="64"/>
                  </a:lnTo>
                  <a:lnTo>
                    <a:pt x="157" y="41"/>
                  </a:lnTo>
                  <a:lnTo>
                    <a:pt x="194" y="23"/>
                  </a:lnTo>
                  <a:lnTo>
                    <a:pt x="232" y="10"/>
                  </a:lnTo>
                  <a:lnTo>
                    <a:pt x="275" y="2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516308" y="4437622"/>
            <a:ext cx="406440" cy="1031460"/>
            <a:chOff x="7069138" y="620713"/>
            <a:chExt cx="2373313" cy="6022975"/>
          </a:xfrm>
          <a:solidFill>
            <a:schemeClr val="accent5"/>
          </a:solidFill>
        </p:grpSpPr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4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040350" y="4437622"/>
            <a:ext cx="406440" cy="1031460"/>
            <a:chOff x="7069138" y="620713"/>
            <a:chExt cx="2373313" cy="6022975"/>
          </a:xfrm>
          <a:solidFill>
            <a:schemeClr val="accent5"/>
          </a:solidFill>
        </p:grpSpPr>
        <p:sp>
          <p:nvSpPr>
            <p:cNvPr id="50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1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564392" y="4437622"/>
            <a:ext cx="406440" cy="1031460"/>
            <a:chOff x="7069138" y="620713"/>
            <a:chExt cx="2373313" cy="6022975"/>
          </a:xfrm>
          <a:solidFill>
            <a:schemeClr val="accent5"/>
          </a:solidFill>
        </p:grpSpPr>
        <p:sp>
          <p:nvSpPr>
            <p:cNvPr id="56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7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088435" y="4437622"/>
            <a:ext cx="406440" cy="1031460"/>
            <a:chOff x="7069138" y="620713"/>
            <a:chExt cx="2373313" cy="6022975"/>
          </a:xfrm>
          <a:solidFill>
            <a:schemeClr val="accent5"/>
          </a:solidFill>
        </p:grpSpPr>
        <p:sp>
          <p:nvSpPr>
            <p:cNvPr id="62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3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3778329" y="3426970"/>
            <a:ext cx="406440" cy="1031460"/>
            <a:chOff x="7069138" y="620713"/>
            <a:chExt cx="2373313" cy="6022975"/>
          </a:xfrm>
          <a:solidFill>
            <a:schemeClr val="accent5"/>
          </a:solidFill>
        </p:grpSpPr>
        <p:sp>
          <p:nvSpPr>
            <p:cNvPr id="87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8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4302371" y="3426970"/>
            <a:ext cx="406440" cy="1031460"/>
            <a:chOff x="7069138" y="620713"/>
            <a:chExt cx="2373313" cy="6022975"/>
          </a:xfrm>
          <a:solidFill>
            <a:schemeClr val="bg1">
              <a:lumMod val="85000"/>
            </a:schemeClr>
          </a:solidFill>
        </p:grpSpPr>
        <p:sp>
          <p:nvSpPr>
            <p:cNvPr id="90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1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4826413" y="3426970"/>
            <a:ext cx="406440" cy="1031460"/>
            <a:chOff x="7069138" y="620713"/>
            <a:chExt cx="2373313" cy="6022975"/>
          </a:xfrm>
          <a:solidFill>
            <a:schemeClr val="bg1">
              <a:lumMod val="85000"/>
            </a:schemeClr>
          </a:solidFill>
        </p:grpSpPr>
        <p:sp>
          <p:nvSpPr>
            <p:cNvPr id="93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4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4040350" y="2416317"/>
            <a:ext cx="406440" cy="1031460"/>
            <a:chOff x="7069138" y="620713"/>
            <a:chExt cx="2373313" cy="6022975"/>
          </a:xfrm>
          <a:solidFill>
            <a:schemeClr val="bg1">
              <a:lumMod val="85000"/>
            </a:schemeClr>
          </a:solidFill>
        </p:grpSpPr>
        <p:sp>
          <p:nvSpPr>
            <p:cNvPr id="112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13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4564392" y="2416317"/>
            <a:ext cx="406440" cy="1031460"/>
            <a:chOff x="7069138" y="620713"/>
            <a:chExt cx="2373313" cy="6022975"/>
          </a:xfrm>
          <a:solidFill>
            <a:schemeClr val="bg1">
              <a:lumMod val="85000"/>
            </a:schemeClr>
          </a:solidFill>
        </p:grpSpPr>
        <p:sp>
          <p:nvSpPr>
            <p:cNvPr id="110" name="Freeform 19"/>
            <p:cNvSpPr>
              <a:spLocks/>
            </p:cNvSpPr>
            <p:nvPr/>
          </p:nvSpPr>
          <p:spPr bwMode="auto">
            <a:xfrm>
              <a:off x="7069138" y="1735138"/>
              <a:ext cx="2373313" cy="490855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11" name="Freeform 20"/>
            <p:cNvSpPr>
              <a:spLocks/>
            </p:cNvSpPr>
            <p:nvPr/>
          </p:nvSpPr>
          <p:spPr bwMode="auto">
            <a:xfrm>
              <a:off x="7767638" y="620713"/>
              <a:ext cx="984250" cy="987425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302371" y="1405664"/>
            <a:ext cx="406440" cy="1031460"/>
            <a:chOff x="4345824" y="1482016"/>
            <a:chExt cx="406440" cy="1031460"/>
          </a:xfrm>
          <a:solidFill>
            <a:schemeClr val="bg1">
              <a:lumMod val="85000"/>
            </a:schemeClr>
          </a:solidFill>
        </p:grpSpPr>
        <p:sp>
          <p:nvSpPr>
            <p:cNvPr id="119" name="Freeform 19"/>
            <p:cNvSpPr>
              <a:spLocks/>
            </p:cNvSpPr>
            <p:nvPr/>
          </p:nvSpPr>
          <p:spPr bwMode="auto">
            <a:xfrm>
              <a:off x="4345824" y="1672866"/>
              <a:ext cx="406440" cy="840610"/>
            </a:xfrm>
            <a:custGeom>
              <a:avLst/>
              <a:gdLst>
                <a:gd name="T0" fmla="*/ 1095 w 1495"/>
                <a:gd name="T1" fmla="*/ 0 h 3092"/>
                <a:gd name="T2" fmla="*/ 1201 w 1495"/>
                <a:gd name="T3" fmla="*/ 14 h 3092"/>
                <a:gd name="T4" fmla="*/ 1296 w 1495"/>
                <a:gd name="T5" fmla="*/ 53 h 3092"/>
                <a:gd name="T6" fmla="*/ 1377 w 1495"/>
                <a:gd name="T7" fmla="*/ 118 h 3092"/>
                <a:gd name="T8" fmla="*/ 1444 w 1495"/>
                <a:gd name="T9" fmla="*/ 204 h 3092"/>
                <a:gd name="T10" fmla="*/ 1482 w 1495"/>
                <a:gd name="T11" fmla="*/ 299 h 3092"/>
                <a:gd name="T12" fmla="*/ 1495 w 1495"/>
                <a:gd name="T13" fmla="*/ 401 h 3092"/>
                <a:gd name="T14" fmla="*/ 1492 w 1495"/>
                <a:gd name="T15" fmla="*/ 1402 h 3092"/>
                <a:gd name="T16" fmla="*/ 1473 w 1495"/>
                <a:gd name="T17" fmla="*/ 1451 h 3092"/>
                <a:gd name="T18" fmla="*/ 1439 w 1495"/>
                <a:gd name="T19" fmla="*/ 1488 h 3092"/>
                <a:gd name="T20" fmla="*/ 1390 w 1495"/>
                <a:gd name="T21" fmla="*/ 1507 h 3092"/>
                <a:gd name="T22" fmla="*/ 1333 w 1495"/>
                <a:gd name="T23" fmla="*/ 1507 h 3092"/>
                <a:gd name="T24" fmla="*/ 1283 w 1495"/>
                <a:gd name="T25" fmla="*/ 1488 h 3092"/>
                <a:gd name="T26" fmla="*/ 1243 w 1495"/>
                <a:gd name="T27" fmla="*/ 1451 h 3092"/>
                <a:gd name="T28" fmla="*/ 1225 w 1495"/>
                <a:gd name="T29" fmla="*/ 1402 h 3092"/>
                <a:gd name="T30" fmla="*/ 1224 w 1495"/>
                <a:gd name="T31" fmla="*/ 503 h 3092"/>
                <a:gd name="T32" fmla="*/ 1151 w 1495"/>
                <a:gd name="T33" fmla="*/ 2917 h 3092"/>
                <a:gd name="T34" fmla="*/ 1138 w 1495"/>
                <a:gd name="T35" fmla="*/ 2983 h 3092"/>
                <a:gd name="T36" fmla="*/ 1100 w 1495"/>
                <a:gd name="T37" fmla="*/ 3040 h 3092"/>
                <a:gd name="T38" fmla="*/ 1042 w 1495"/>
                <a:gd name="T39" fmla="*/ 3079 h 3092"/>
                <a:gd name="T40" fmla="*/ 977 w 1495"/>
                <a:gd name="T41" fmla="*/ 3092 h 3092"/>
                <a:gd name="T42" fmla="*/ 916 w 1495"/>
                <a:gd name="T43" fmla="*/ 3084 h 3092"/>
                <a:gd name="T44" fmla="*/ 865 w 1495"/>
                <a:gd name="T45" fmla="*/ 3060 h 3092"/>
                <a:gd name="T46" fmla="*/ 820 w 1495"/>
                <a:gd name="T47" fmla="*/ 3013 h 3092"/>
                <a:gd name="T48" fmla="*/ 793 w 1495"/>
                <a:gd name="T49" fmla="*/ 2951 h 3092"/>
                <a:gd name="T50" fmla="*/ 789 w 1495"/>
                <a:gd name="T51" fmla="*/ 1518 h 3092"/>
                <a:gd name="T52" fmla="*/ 711 w 1495"/>
                <a:gd name="T53" fmla="*/ 2917 h 3092"/>
                <a:gd name="T54" fmla="*/ 704 w 1495"/>
                <a:gd name="T55" fmla="*/ 2971 h 3092"/>
                <a:gd name="T56" fmla="*/ 678 w 1495"/>
                <a:gd name="T57" fmla="*/ 3019 h 3092"/>
                <a:gd name="T58" fmla="*/ 636 w 1495"/>
                <a:gd name="T59" fmla="*/ 3060 h 3092"/>
                <a:gd name="T60" fmla="*/ 587 w 1495"/>
                <a:gd name="T61" fmla="*/ 3084 h 3092"/>
                <a:gd name="T62" fmla="*/ 528 w 1495"/>
                <a:gd name="T63" fmla="*/ 3092 h 3092"/>
                <a:gd name="T64" fmla="*/ 473 w 1495"/>
                <a:gd name="T65" fmla="*/ 3084 h 3092"/>
                <a:gd name="T66" fmla="*/ 424 w 1495"/>
                <a:gd name="T67" fmla="*/ 3060 h 3092"/>
                <a:gd name="T68" fmla="*/ 380 w 1495"/>
                <a:gd name="T69" fmla="*/ 3019 h 3092"/>
                <a:gd name="T70" fmla="*/ 352 w 1495"/>
                <a:gd name="T71" fmla="*/ 2971 h 3092"/>
                <a:gd name="T72" fmla="*/ 343 w 1495"/>
                <a:gd name="T73" fmla="*/ 2917 h 3092"/>
                <a:gd name="T74" fmla="*/ 271 w 1495"/>
                <a:gd name="T75" fmla="*/ 503 h 3092"/>
                <a:gd name="T76" fmla="*/ 269 w 1495"/>
                <a:gd name="T77" fmla="*/ 1402 h 3092"/>
                <a:gd name="T78" fmla="*/ 252 w 1495"/>
                <a:gd name="T79" fmla="*/ 1451 h 3092"/>
                <a:gd name="T80" fmla="*/ 215 w 1495"/>
                <a:gd name="T81" fmla="*/ 1488 h 3092"/>
                <a:gd name="T82" fmla="*/ 167 w 1495"/>
                <a:gd name="T83" fmla="*/ 1507 h 3092"/>
                <a:gd name="T84" fmla="*/ 109 w 1495"/>
                <a:gd name="T85" fmla="*/ 1507 h 3092"/>
                <a:gd name="T86" fmla="*/ 62 w 1495"/>
                <a:gd name="T87" fmla="*/ 1488 h 3092"/>
                <a:gd name="T88" fmla="*/ 22 w 1495"/>
                <a:gd name="T89" fmla="*/ 1451 h 3092"/>
                <a:gd name="T90" fmla="*/ 2 w 1495"/>
                <a:gd name="T91" fmla="*/ 1402 h 3092"/>
                <a:gd name="T92" fmla="*/ 0 w 1495"/>
                <a:gd name="T93" fmla="*/ 401 h 3092"/>
                <a:gd name="T94" fmla="*/ 13 w 1495"/>
                <a:gd name="T95" fmla="*/ 299 h 3092"/>
                <a:gd name="T96" fmla="*/ 53 w 1495"/>
                <a:gd name="T97" fmla="*/ 204 h 3092"/>
                <a:gd name="T98" fmla="*/ 119 w 1495"/>
                <a:gd name="T99" fmla="*/ 117 h 3092"/>
                <a:gd name="T100" fmla="*/ 204 w 1495"/>
                <a:gd name="T101" fmla="*/ 52 h 3092"/>
                <a:gd name="T102" fmla="*/ 297 w 1495"/>
                <a:gd name="T103" fmla="*/ 12 h 3092"/>
                <a:gd name="T104" fmla="*/ 401 w 1495"/>
                <a:gd name="T105" fmla="*/ 0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5" h="3092">
                  <a:moveTo>
                    <a:pt x="401" y="0"/>
                  </a:moveTo>
                  <a:lnTo>
                    <a:pt x="1095" y="0"/>
                  </a:lnTo>
                  <a:lnTo>
                    <a:pt x="1150" y="3"/>
                  </a:lnTo>
                  <a:lnTo>
                    <a:pt x="1201" y="14"/>
                  </a:lnTo>
                  <a:lnTo>
                    <a:pt x="1250" y="30"/>
                  </a:lnTo>
                  <a:lnTo>
                    <a:pt x="1296" y="53"/>
                  </a:lnTo>
                  <a:lnTo>
                    <a:pt x="1338" y="83"/>
                  </a:lnTo>
                  <a:lnTo>
                    <a:pt x="1377" y="118"/>
                  </a:lnTo>
                  <a:lnTo>
                    <a:pt x="1413" y="161"/>
                  </a:lnTo>
                  <a:lnTo>
                    <a:pt x="1444" y="204"/>
                  </a:lnTo>
                  <a:lnTo>
                    <a:pt x="1466" y="250"/>
                  </a:lnTo>
                  <a:lnTo>
                    <a:pt x="1482" y="299"/>
                  </a:lnTo>
                  <a:lnTo>
                    <a:pt x="1491" y="349"/>
                  </a:lnTo>
                  <a:lnTo>
                    <a:pt x="1495" y="401"/>
                  </a:lnTo>
                  <a:lnTo>
                    <a:pt x="1495" y="1375"/>
                  </a:lnTo>
                  <a:lnTo>
                    <a:pt x="1492" y="1402"/>
                  </a:lnTo>
                  <a:lnTo>
                    <a:pt x="1485" y="1428"/>
                  </a:lnTo>
                  <a:lnTo>
                    <a:pt x="1473" y="1451"/>
                  </a:lnTo>
                  <a:lnTo>
                    <a:pt x="1459" y="1471"/>
                  </a:lnTo>
                  <a:lnTo>
                    <a:pt x="1439" y="1488"/>
                  </a:lnTo>
                  <a:lnTo>
                    <a:pt x="1416" y="1500"/>
                  </a:lnTo>
                  <a:lnTo>
                    <a:pt x="1390" y="1507"/>
                  </a:lnTo>
                  <a:lnTo>
                    <a:pt x="1359" y="1509"/>
                  </a:lnTo>
                  <a:lnTo>
                    <a:pt x="1333" y="1507"/>
                  </a:lnTo>
                  <a:lnTo>
                    <a:pt x="1307" y="1500"/>
                  </a:lnTo>
                  <a:lnTo>
                    <a:pt x="1283" y="1488"/>
                  </a:lnTo>
                  <a:lnTo>
                    <a:pt x="1260" y="1471"/>
                  </a:lnTo>
                  <a:lnTo>
                    <a:pt x="1243" y="1451"/>
                  </a:lnTo>
                  <a:lnTo>
                    <a:pt x="1233" y="1428"/>
                  </a:lnTo>
                  <a:lnTo>
                    <a:pt x="1225" y="1402"/>
                  </a:lnTo>
                  <a:lnTo>
                    <a:pt x="1224" y="1375"/>
                  </a:lnTo>
                  <a:lnTo>
                    <a:pt x="1224" y="503"/>
                  </a:lnTo>
                  <a:lnTo>
                    <a:pt x="1151" y="503"/>
                  </a:lnTo>
                  <a:lnTo>
                    <a:pt x="1151" y="2917"/>
                  </a:lnTo>
                  <a:lnTo>
                    <a:pt x="1147" y="2951"/>
                  </a:lnTo>
                  <a:lnTo>
                    <a:pt x="1138" y="2983"/>
                  </a:lnTo>
                  <a:lnTo>
                    <a:pt x="1122" y="3013"/>
                  </a:lnTo>
                  <a:lnTo>
                    <a:pt x="1100" y="3040"/>
                  </a:lnTo>
                  <a:lnTo>
                    <a:pt x="1072" y="3064"/>
                  </a:lnTo>
                  <a:lnTo>
                    <a:pt x="1042" y="3079"/>
                  </a:lnTo>
                  <a:lnTo>
                    <a:pt x="1010" y="3089"/>
                  </a:lnTo>
                  <a:lnTo>
                    <a:pt x="977" y="3092"/>
                  </a:lnTo>
                  <a:lnTo>
                    <a:pt x="945" y="3091"/>
                  </a:lnTo>
                  <a:lnTo>
                    <a:pt x="916" y="3084"/>
                  </a:lnTo>
                  <a:lnTo>
                    <a:pt x="889" y="3074"/>
                  </a:lnTo>
                  <a:lnTo>
                    <a:pt x="865" y="3060"/>
                  </a:lnTo>
                  <a:lnTo>
                    <a:pt x="843" y="3040"/>
                  </a:lnTo>
                  <a:lnTo>
                    <a:pt x="820" y="3013"/>
                  </a:lnTo>
                  <a:lnTo>
                    <a:pt x="803" y="2983"/>
                  </a:lnTo>
                  <a:lnTo>
                    <a:pt x="793" y="2951"/>
                  </a:lnTo>
                  <a:lnTo>
                    <a:pt x="789" y="2917"/>
                  </a:lnTo>
                  <a:lnTo>
                    <a:pt x="789" y="1518"/>
                  </a:lnTo>
                  <a:lnTo>
                    <a:pt x="711" y="1518"/>
                  </a:lnTo>
                  <a:lnTo>
                    <a:pt x="711" y="2917"/>
                  </a:lnTo>
                  <a:lnTo>
                    <a:pt x="709" y="2944"/>
                  </a:lnTo>
                  <a:lnTo>
                    <a:pt x="704" y="2971"/>
                  </a:lnTo>
                  <a:lnTo>
                    <a:pt x="692" y="2996"/>
                  </a:lnTo>
                  <a:lnTo>
                    <a:pt x="678" y="3019"/>
                  </a:lnTo>
                  <a:lnTo>
                    <a:pt x="658" y="3040"/>
                  </a:lnTo>
                  <a:lnTo>
                    <a:pt x="636" y="3060"/>
                  </a:lnTo>
                  <a:lnTo>
                    <a:pt x="613" y="3074"/>
                  </a:lnTo>
                  <a:lnTo>
                    <a:pt x="587" y="3084"/>
                  </a:lnTo>
                  <a:lnTo>
                    <a:pt x="559" y="3091"/>
                  </a:lnTo>
                  <a:lnTo>
                    <a:pt x="528" y="3092"/>
                  </a:lnTo>
                  <a:lnTo>
                    <a:pt x="500" y="3091"/>
                  </a:lnTo>
                  <a:lnTo>
                    <a:pt x="473" y="3084"/>
                  </a:lnTo>
                  <a:lnTo>
                    <a:pt x="448" y="3074"/>
                  </a:lnTo>
                  <a:lnTo>
                    <a:pt x="424" y="3060"/>
                  </a:lnTo>
                  <a:lnTo>
                    <a:pt x="401" y="3040"/>
                  </a:lnTo>
                  <a:lnTo>
                    <a:pt x="380" y="3019"/>
                  </a:lnTo>
                  <a:lnTo>
                    <a:pt x="363" y="2996"/>
                  </a:lnTo>
                  <a:lnTo>
                    <a:pt x="352" y="2971"/>
                  </a:lnTo>
                  <a:lnTo>
                    <a:pt x="344" y="2944"/>
                  </a:lnTo>
                  <a:lnTo>
                    <a:pt x="343" y="2917"/>
                  </a:lnTo>
                  <a:lnTo>
                    <a:pt x="343" y="503"/>
                  </a:lnTo>
                  <a:lnTo>
                    <a:pt x="271" y="503"/>
                  </a:lnTo>
                  <a:lnTo>
                    <a:pt x="271" y="1375"/>
                  </a:lnTo>
                  <a:lnTo>
                    <a:pt x="269" y="1402"/>
                  </a:lnTo>
                  <a:lnTo>
                    <a:pt x="262" y="1428"/>
                  </a:lnTo>
                  <a:lnTo>
                    <a:pt x="252" y="1451"/>
                  </a:lnTo>
                  <a:lnTo>
                    <a:pt x="237" y="1471"/>
                  </a:lnTo>
                  <a:lnTo>
                    <a:pt x="215" y="1488"/>
                  </a:lnTo>
                  <a:lnTo>
                    <a:pt x="192" y="1500"/>
                  </a:lnTo>
                  <a:lnTo>
                    <a:pt x="167" y="1507"/>
                  </a:lnTo>
                  <a:lnTo>
                    <a:pt x="136" y="1509"/>
                  </a:lnTo>
                  <a:lnTo>
                    <a:pt x="109" y="1507"/>
                  </a:lnTo>
                  <a:lnTo>
                    <a:pt x="85" y="1500"/>
                  </a:lnTo>
                  <a:lnTo>
                    <a:pt x="62" y="1488"/>
                  </a:lnTo>
                  <a:lnTo>
                    <a:pt x="40" y="1471"/>
                  </a:lnTo>
                  <a:lnTo>
                    <a:pt x="22" y="1451"/>
                  </a:lnTo>
                  <a:lnTo>
                    <a:pt x="9" y="1428"/>
                  </a:lnTo>
                  <a:lnTo>
                    <a:pt x="2" y="1402"/>
                  </a:lnTo>
                  <a:lnTo>
                    <a:pt x="0" y="1375"/>
                  </a:lnTo>
                  <a:lnTo>
                    <a:pt x="0" y="401"/>
                  </a:lnTo>
                  <a:lnTo>
                    <a:pt x="3" y="349"/>
                  </a:lnTo>
                  <a:lnTo>
                    <a:pt x="13" y="299"/>
                  </a:lnTo>
                  <a:lnTo>
                    <a:pt x="30" y="250"/>
                  </a:lnTo>
                  <a:lnTo>
                    <a:pt x="53" y="204"/>
                  </a:lnTo>
                  <a:lnTo>
                    <a:pt x="83" y="159"/>
                  </a:lnTo>
                  <a:lnTo>
                    <a:pt x="119" y="117"/>
                  </a:lnTo>
                  <a:lnTo>
                    <a:pt x="160" y="81"/>
                  </a:lnTo>
                  <a:lnTo>
                    <a:pt x="204" y="52"/>
                  </a:lnTo>
                  <a:lnTo>
                    <a:pt x="248" y="29"/>
                  </a:lnTo>
                  <a:lnTo>
                    <a:pt x="297" y="12"/>
                  </a:lnTo>
                  <a:lnTo>
                    <a:pt x="34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20" name="Freeform 20"/>
            <p:cNvSpPr>
              <a:spLocks/>
            </p:cNvSpPr>
            <p:nvPr/>
          </p:nvSpPr>
          <p:spPr bwMode="auto">
            <a:xfrm>
              <a:off x="4465445" y="1482016"/>
              <a:ext cx="168557" cy="169101"/>
            </a:xfrm>
            <a:custGeom>
              <a:avLst/>
              <a:gdLst>
                <a:gd name="T0" fmla="*/ 308 w 620"/>
                <a:gd name="T1" fmla="*/ 0 h 622"/>
                <a:gd name="T2" fmla="*/ 351 w 620"/>
                <a:gd name="T3" fmla="*/ 2 h 622"/>
                <a:gd name="T4" fmla="*/ 390 w 620"/>
                <a:gd name="T5" fmla="*/ 10 h 622"/>
                <a:gd name="T6" fmla="*/ 429 w 620"/>
                <a:gd name="T7" fmla="*/ 23 h 622"/>
                <a:gd name="T8" fmla="*/ 464 w 620"/>
                <a:gd name="T9" fmla="*/ 41 h 622"/>
                <a:gd name="T10" fmla="*/ 498 w 620"/>
                <a:gd name="T11" fmla="*/ 64 h 622"/>
                <a:gd name="T12" fmla="*/ 530 w 620"/>
                <a:gd name="T13" fmla="*/ 92 h 622"/>
                <a:gd name="T14" fmla="*/ 558 w 620"/>
                <a:gd name="T15" fmla="*/ 124 h 622"/>
                <a:gd name="T16" fmla="*/ 581 w 620"/>
                <a:gd name="T17" fmla="*/ 157 h 622"/>
                <a:gd name="T18" fmla="*/ 599 w 620"/>
                <a:gd name="T19" fmla="*/ 193 h 622"/>
                <a:gd name="T20" fmla="*/ 611 w 620"/>
                <a:gd name="T21" fmla="*/ 230 h 622"/>
                <a:gd name="T22" fmla="*/ 619 w 620"/>
                <a:gd name="T23" fmla="*/ 269 h 622"/>
                <a:gd name="T24" fmla="*/ 620 w 620"/>
                <a:gd name="T25" fmla="*/ 312 h 622"/>
                <a:gd name="T26" fmla="*/ 619 w 620"/>
                <a:gd name="T27" fmla="*/ 355 h 622"/>
                <a:gd name="T28" fmla="*/ 611 w 620"/>
                <a:gd name="T29" fmla="*/ 396 h 622"/>
                <a:gd name="T30" fmla="*/ 599 w 620"/>
                <a:gd name="T31" fmla="*/ 434 h 622"/>
                <a:gd name="T32" fmla="*/ 581 w 620"/>
                <a:gd name="T33" fmla="*/ 470 h 622"/>
                <a:gd name="T34" fmla="*/ 558 w 620"/>
                <a:gd name="T35" fmla="*/ 503 h 622"/>
                <a:gd name="T36" fmla="*/ 530 w 620"/>
                <a:gd name="T37" fmla="*/ 534 h 622"/>
                <a:gd name="T38" fmla="*/ 499 w 620"/>
                <a:gd name="T39" fmla="*/ 561 h 622"/>
                <a:gd name="T40" fmla="*/ 464 w 620"/>
                <a:gd name="T41" fmla="*/ 583 h 622"/>
                <a:gd name="T42" fmla="*/ 429 w 620"/>
                <a:gd name="T43" fmla="*/ 601 h 622"/>
                <a:gd name="T44" fmla="*/ 391 w 620"/>
                <a:gd name="T45" fmla="*/ 612 h 622"/>
                <a:gd name="T46" fmla="*/ 351 w 620"/>
                <a:gd name="T47" fmla="*/ 620 h 622"/>
                <a:gd name="T48" fmla="*/ 308 w 620"/>
                <a:gd name="T49" fmla="*/ 622 h 622"/>
                <a:gd name="T50" fmla="*/ 266 w 620"/>
                <a:gd name="T51" fmla="*/ 620 h 622"/>
                <a:gd name="T52" fmla="*/ 225 w 620"/>
                <a:gd name="T53" fmla="*/ 612 h 622"/>
                <a:gd name="T54" fmla="*/ 187 w 620"/>
                <a:gd name="T55" fmla="*/ 601 h 622"/>
                <a:gd name="T56" fmla="*/ 151 w 620"/>
                <a:gd name="T57" fmla="*/ 583 h 622"/>
                <a:gd name="T58" fmla="*/ 118 w 620"/>
                <a:gd name="T59" fmla="*/ 561 h 622"/>
                <a:gd name="T60" fmla="*/ 88 w 620"/>
                <a:gd name="T61" fmla="*/ 534 h 622"/>
                <a:gd name="T62" fmla="*/ 60 w 620"/>
                <a:gd name="T63" fmla="*/ 503 h 622"/>
                <a:gd name="T64" fmla="*/ 39 w 620"/>
                <a:gd name="T65" fmla="*/ 470 h 622"/>
                <a:gd name="T66" fmla="*/ 21 w 620"/>
                <a:gd name="T67" fmla="*/ 434 h 622"/>
                <a:gd name="T68" fmla="*/ 9 w 620"/>
                <a:gd name="T69" fmla="*/ 396 h 622"/>
                <a:gd name="T70" fmla="*/ 1 w 620"/>
                <a:gd name="T71" fmla="*/ 355 h 622"/>
                <a:gd name="T72" fmla="*/ 0 w 620"/>
                <a:gd name="T73" fmla="*/ 312 h 622"/>
                <a:gd name="T74" fmla="*/ 1 w 620"/>
                <a:gd name="T75" fmla="*/ 269 h 622"/>
                <a:gd name="T76" fmla="*/ 9 w 620"/>
                <a:gd name="T77" fmla="*/ 230 h 622"/>
                <a:gd name="T78" fmla="*/ 21 w 620"/>
                <a:gd name="T79" fmla="*/ 193 h 622"/>
                <a:gd name="T80" fmla="*/ 39 w 620"/>
                <a:gd name="T81" fmla="*/ 157 h 622"/>
                <a:gd name="T82" fmla="*/ 60 w 620"/>
                <a:gd name="T83" fmla="*/ 124 h 622"/>
                <a:gd name="T84" fmla="*/ 88 w 620"/>
                <a:gd name="T85" fmla="*/ 92 h 622"/>
                <a:gd name="T86" fmla="*/ 118 w 620"/>
                <a:gd name="T87" fmla="*/ 64 h 622"/>
                <a:gd name="T88" fmla="*/ 151 w 620"/>
                <a:gd name="T89" fmla="*/ 41 h 622"/>
                <a:gd name="T90" fmla="*/ 187 w 620"/>
                <a:gd name="T91" fmla="*/ 23 h 622"/>
                <a:gd name="T92" fmla="*/ 225 w 620"/>
                <a:gd name="T93" fmla="*/ 10 h 622"/>
                <a:gd name="T94" fmla="*/ 266 w 620"/>
                <a:gd name="T95" fmla="*/ 2 h 622"/>
                <a:gd name="T96" fmla="*/ 308 w 620"/>
                <a:gd name="T97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20" h="622">
                  <a:moveTo>
                    <a:pt x="308" y="0"/>
                  </a:moveTo>
                  <a:lnTo>
                    <a:pt x="351" y="2"/>
                  </a:lnTo>
                  <a:lnTo>
                    <a:pt x="390" y="10"/>
                  </a:lnTo>
                  <a:lnTo>
                    <a:pt x="429" y="23"/>
                  </a:lnTo>
                  <a:lnTo>
                    <a:pt x="464" y="41"/>
                  </a:lnTo>
                  <a:lnTo>
                    <a:pt x="498" y="64"/>
                  </a:lnTo>
                  <a:lnTo>
                    <a:pt x="530" y="92"/>
                  </a:lnTo>
                  <a:lnTo>
                    <a:pt x="558" y="124"/>
                  </a:lnTo>
                  <a:lnTo>
                    <a:pt x="581" y="157"/>
                  </a:lnTo>
                  <a:lnTo>
                    <a:pt x="599" y="193"/>
                  </a:lnTo>
                  <a:lnTo>
                    <a:pt x="611" y="230"/>
                  </a:lnTo>
                  <a:lnTo>
                    <a:pt x="619" y="269"/>
                  </a:lnTo>
                  <a:lnTo>
                    <a:pt x="620" y="312"/>
                  </a:lnTo>
                  <a:lnTo>
                    <a:pt x="619" y="355"/>
                  </a:lnTo>
                  <a:lnTo>
                    <a:pt x="611" y="396"/>
                  </a:lnTo>
                  <a:lnTo>
                    <a:pt x="599" y="434"/>
                  </a:lnTo>
                  <a:lnTo>
                    <a:pt x="581" y="470"/>
                  </a:lnTo>
                  <a:lnTo>
                    <a:pt x="558" y="503"/>
                  </a:lnTo>
                  <a:lnTo>
                    <a:pt x="530" y="534"/>
                  </a:lnTo>
                  <a:lnTo>
                    <a:pt x="499" y="561"/>
                  </a:lnTo>
                  <a:lnTo>
                    <a:pt x="464" y="583"/>
                  </a:lnTo>
                  <a:lnTo>
                    <a:pt x="429" y="601"/>
                  </a:lnTo>
                  <a:lnTo>
                    <a:pt x="391" y="612"/>
                  </a:lnTo>
                  <a:lnTo>
                    <a:pt x="351" y="620"/>
                  </a:lnTo>
                  <a:lnTo>
                    <a:pt x="308" y="622"/>
                  </a:lnTo>
                  <a:lnTo>
                    <a:pt x="266" y="620"/>
                  </a:lnTo>
                  <a:lnTo>
                    <a:pt x="225" y="612"/>
                  </a:lnTo>
                  <a:lnTo>
                    <a:pt x="187" y="601"/>
                  </a:lnTo>
                  <a:lnTo>
                    <a:pt x="151" y="583"/>
                  </a:lnTo>
                  <a:lnTo>
                    <a:pt x="118" y="561"/>
                  </a:lnTo>
                  <a:lnTo>
                    <a:pt x="88" y="534"/>
                  </a:lnTo>
                  <a:lnTo>
                    <a:pt x="60" y="503"/>
                  </a:lnTo>
                  <a:lnTo>
                    <a:pt x="39" y="470"/>
                  </a:lnTo>
                  <a:lnTo>
                    <a:pt x="21" y="434"/>
                  </a:lnTo>
                  <a:lnTo>
                    <a:pt x="9" y="396"/>
                  </a:lnTo>
                  <a:lnTo>
                    <a:pt x="1" y="355"/>
                  </a:lnTo>
                  <a:lnTo>
                    <a:pt x="0" y="312"/>
                  </a:lnTo>
                  <a:lnTo>
                    <a:pt x="1" y="269"/>
                  </a:lnTo>
                  <a:lnTo>
                    <a:pt x="9" y="230"/>
                  </a:lnTo>
                  <a:lnTo>
                    <a:pt x="21" y="193"/>
                  </a:lnTo>
                  <a:lnTo>
                    <a:pt x="39" y="157"/>
                  </a:lnTo>
                  <a:lnTo>
                    <a:pt x="60" y="124"/>
                  </a:lnTo>
                  <a:lnTo>
                    <a:pt x="88" y="92"/>
                  </a:lnTo>
                  <a:lnTo>
                    <a:pt x="118" y="64"/>
                  </a:lnTo>
                  <a:lnTo>
                    <a:pt x="151" y="41"/>
                  </a:lnTo>
                  <a:lnTo>
                    <a:pt x="187" y="23"/>
                  </a:lnTo>
                  <a:lnTo>
                    <a:pt x="225" y="10"/>
                  </a:lnTo>
                  <a:lnTo>
                    <a:pt x="266" y="2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cxnSp>
        <p:nvCxnSpPr>
          <p:cNvPr id="41" name="Straight Connector 40"/>
          <p:cNvCxnSpPr/>
          <p:nvPr/>
        </p:nvCxnSpPr>
        <p:spPr>
          <a:xfrm>
            <a:off x="6050959" y="1214778"/>
            <a:ext cx="0" cy="442844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858989" y="1924500"/>
            <a:ext cx="253787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chemeClr val="accent5"/>
                </a:solidFill>
                <a:latin typeface="Open Sans" panose="020B0606030504020204" pitchFamily="34" charset="0"/>
              </a:rPr>
              <a:t>5</a:t>
            </a:r>
            <a:r>
              <a:rPr lang="en-US" sz="88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</a:rPr>
              <a:t>/10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91961" y="1924500"/>
            <a:ext cx="2537875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8800" dirty="0">
                <a:solidFill>
                  <a:schemeClr val="accent2"/>
                </a:solidFill>
                <a:latin typeface="Open Sans" panose="020B0606030504020204" pitchFamily="34" charset="0"/>
              </a:rPr>
              <a:t>6</a:t>
            </a:r>
            <a:r>
              <a:rPr lang="en-US" sz="880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</a:rPr>
              <a:t>/10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8989" y="3370089"/>
            <a:ext cx="2191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9138812" y="3370089"/>
            <a:ext cx="2191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689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3956542" y="2280063"/>
            <a:ext cx="4729662" cy="3377881"/>
            <a:chOff x="3184457" y="1954305"/>
            <a:chExt cx="5202628" cy="3715669"/>
          </a:xfrm>
        </p:grpSpPr>
        <p:grpSp>
          <p:nvGrpSpPr>
            <p:cNvPr id="9" name="Group 8"/>
            <p:cNvGrpSpPr/>
            <p:nvPr/>
          </p:nvGrpSpPr>
          <p:grpSpPr>
            <a:xfrm>
              <a:off x="3184457" y="2512770"/>
              <a:ext cx="5202628" cy="2601392"/>
              <a:chOff x="4255553" y="1596540"/>
              <a:chExt cx="3359411" cy="1679755"/>
            </a:xfrm>
          </p:grpSpPr>
          <p:sp>
            <p:nvSpPr>
              <p:cNvPr id="8" name="Arc 7"/>
              <p:cNvSpPr/>
              <p:nvPr/>
            </p:nvSpPr>
            <p:spPr>
              <a:xfrm>
                <a:off x="4255553" y="1596540"/>
                <a:ext cx="1679755" cy="1679755"/>
              </a:xfrm>
              <a:prstGeom prst="arc">
                <a:avLst>
                  <a:gd name="adj1" fmla="val 21478224"/>
                  <a:gd name="adj2" fmla="val 16025259"/>
                </a:avLst>
              </a:prstGeom>
              <a:ln w="28575">
                <a:solidFill>
                  <a:schemeClr val="bg1">
                    <a:lumMod val="75000"/>
                  </a:schemeClr>
                </a:solidFill>
                <a:headEnd type="none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74" name="Arc 73"/>
              <p:cNvSpPr/>
              <p:nvPr/>
            </p:nvSpPr>
            <p:spPr>
              <a:xfrm>
                <a:off x="5935209" y="1596540"/>
                <a:ext cx="1679755" cy="1679755"/>
              </a:xfrm>
              <a:prstGeom prst="arc">
                <a:avLst>
                  <a:gd name="adj1" fmla="val 10907700"/>
                  <a:gd name="adj2" fmla="val 5486541"/>
                </a:avLst>
              </a:prstGeom>
              <a:ln w="28575">
                <a:solidFill>
                  <a:schemeClr val="bg1">
                    <a:lumMod val="75000"/>
                  </a:schemeClr>
                </a:solidFill>
                <a:headEnd type="none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10" name="Oval 9"/>
            <p:cNvSpPr/>
            <p:nvPr/>
          </p:nvSpPr>
          <p:spPr>
            <a:xfrm>
              <a:off x="4602637" y="1954305"/>
              <a:ext cx="1111624" cy="111162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5808180" y="4558350"/>
              <a:ext cx="1111624" cy="111162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6" name="Freeform 6"/>
            <p:cNvSpPr>
              <a:spLocks noEditPoints="1"/>
            </p:cNvSpPr>
            <p:nvPr/>
          </p:nvSpPr>
          <p:spPr bwMode="auto">
            <a:xfrm>
              <a:off x="6182782" y="4933044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4960423" y="2349491"/>
              <a:ext cx="396052" cy="321252"/>
            </a:xfrm>
            <a:custGeom>
              <a:avLst/>
              <a:gdLst>
                <a:gd name="T0" fmla="*/ 3416 w 4309"/>
                <a:gd name="T1" fmla="*/ 684 h 3497"/>
                <a:gd name="T2" fmla="*/ 3359 w 4309"/>
                <a:gd name="T3" fmla="*/ 983 h 3497"/>
                <a:gd name="T4" fmla="*/ 3264 w 4309"/>
                <a:gd name="T5" fmla="*/ 1288 h 3497"/>
                <a:gd name="T6" fmla="*/ 3147 w 4309"/>
                <a:gd name="T7" fmla="*/ 1541 h 3497"/>
                <a:gd name="T8" fmla="*/ 3358 w 4309"/>
                <a:gd name="T9" fmla="*/ 1509 h 3497"/>
                <a:gd name="T10" fmla="*/ 3541 w 4309"/>
                <a:gd name="T11" fmla="*/ 1430 h 3497"/>
                <a:gd name="T12" fmla="*/ 3698 w 4309"/>
                <a:gd name="T13" fmla="*/ 1303 h 3497"/>
                <a:gd name="T14" fmla="*/ 3824 w 4309"/>
                <a:gd name="T15" fmla="*/ 1135 h 3497"/>
                <a:gd name="T16" fmla="*/ 3912 w 4309"/>
                <a:gd name="T17" fmla="*/ 948 h 3497"/>
                <a:gd name="T18" fmla="*/ 3970 w 4309"/>
                <a:gd name="T19" fmla="*/ 762 h 3497"/>
                <a:gd name="T20" fmla="*/ 4004 w 4309"/>
                <a:gd name="T21" fmla="*/ 593 h 3497"/>
                <a:gd name="T22" fmla="*/ 3437 w 4309"/>
                <a:gd name="T23" fmla="*/ 498 h 3497"/>
                <a:gd name="T24" fmla="*/ 305 w 4309"/>
                <a:gd name="T25" fmla="*/ 593 h 3497"/>
                <a:gd name="T26" fmla="*/ 339 w 4309"/>
                <a:gd name="T27" fmla="*/ 762 h 3497"/>
                <a:gd name="T28" fmla="*/ 397 w 4309"/>
                <a:gd name="T29" fmla="*/ 948 h 3497"/>
                <a:gd name="T30" fmla="*/ 486 w 4309"/>
                <a:gd name="T31" fmla="*/ 1135 h 3497"/>
                <a:gd name="T32" fmla="*/ 611 w 4309"/>
                <a:gd name="T33" fmla="*/ 1303 h 3497"/>
                <a:gd name="T34" fmla="*/ 768 w 4309"/>
                <a:gd name="T35" fmla="*/ 1430 h 3497"/>
                <a:gd name="T36" fmla="*/ 951 w 4309"/>
                <a:gd name="T37" fmla="*/ 1509 h 3497"/>
                <a:gd name="T38" fmla="*/ 1162 w 4309"/>
                <a:gd name="T39" fmla="*/ 1541 h 3497"/>
                <a:gd name="T40" fmla="*/ 1045 w 4309"/>
                <a:gd name="T41" fmla="*/ 1288 h 3497"/>
                <a:gd name="T42" fmla="*/ 950 w 4309"/>
                <a:gd name="T43" fmla="*/ 983 h 3497"/>
                <a:gd name="T44" fmla="*/ 893 w 4309"/>
                <a:gd name="T45" fmla="*/ 684 h 3497"/>
                <a:gd name="T46" fmla="*/ 292 w 4309"/>
                <a:gd name="T47" fmla="*/ 498 h 3497"/>
                <a:gd name="T48" fmla="*/ 3452 w 4309"/>
                <a:gd name="T49" fmla="*/ 0 h 3497"/>
                <a:gd name="T50" fmla="*/ 3453 w 4309"/>
                <a:gd name="T51" fmla="*/ 35 h 3497"/>
                <a:gd name="T52" fmla="*/ 3454 w 4309"/>
                <a:gd name="T53" fmla="*/ 127 h 3497"/>
                <a:gd name="T54" fmla="*/ 4309 w 4309"/>
                <a:gd name="T55" fmla="*/ 217 h 3497"/>
                <a:gd name="T56" fmla="*/ 4309 w 4309"/>
                <a:gd name="T57" fmla="*/ 384 h 3497"/>
                <a:gd name="T58" fmla="*/ 4303 w 4309"/>
                <a:gd name="T59" fmla="*/ 479 h 3497"/>
                <a:gd name="T60" fmla="*/ 4285 w 4309"/>
                <a:gd name="T61" fmla="*/ 629 h 3497"/>
                <a:gd name="T62" fmla="*/ 4247 w 4309"/>
                <a:gd name="T63" fmla="*/ 816 h 3497"/>
                <a:gd name="T64" fmla="*/ 4185 w 4309"/>
                <a:gd name="T65" fmla="*/ 1025 h 3497"/>
                <a:gd name="T66" fmla="*/ 4087 w 4309"/>
                <a:gd name="T67" fmla="*/ 1239 h 3497"/>
                <a:gd name="T68" fmla="*/ 3952 w 4309"/>
                <a:gd name="T69" fmla="*/ 1442 h 3497"/>
                <a:gd name="T70" fmla="*/ 3768 w 4309"/>
                <a:gd name="T71" fmla="*/ 1617 h 3497"/>
                <a:gd name="T72" fmla="*/ 3547 w 4309"/>
                <a:gd name="T73" fmla="*/ 1742 h 3497"/>
                <a:gd name="T74" fmla="*/ 3293 w 4309"/>
                <a:gd name="T75" fmla="*/ 1809 h 3497"/>
                <a:gd name="T76" fmla="*/ 3043 w 4309"/>
                <a:gd name="T77" fmla="*/ 1821 h 3497"/>
                <a:gd name="T78" fmla="*/ 2847 w 4309"/>
                <a:gd name="T79" fmla="*/ 1971 h 3497"/>
                <a:gd name="T80" fmla="*/ 2640 w 4309"/>
                <a:gd name="T81" fmla="*/ 2155 h 3497"/>
                <a:gd name="T82" fmla="*/ 2411 w 4309"/>
                <a:gd name="T83" fmla="*/ 2274 h 3497"/>
                <a:gd name="T84" fmla="*/ 3033 w 4309"/>
                <a:gd name="T85" fmla="*/ 3280 h 3497"/>
                <a:gd name="T86" fmla="*/ 1070 w 4309"/>
                <a:gd name="T87" fmla="*/ 3497 h 3497"/>
                <a:gd name="T88" fmla="*/ 1276 w 4309"/>
                <a:gd name="T89" fmla="*/ 2892 h 3497"/>
                <a:gd name="T90" fmla="*/ 1819 w 4309"/>
                <a:gd name="T91" fmla="*/ 2242 h 3497"/>
                <a:gd name="T92" fmla="*/ 1598 w 4309"/>
                <a:gd name="T93" fmla="*/ 2101 h 3497"/>
                <a:gd name="T94" fmla="*/ 1396 w 4309"/>
                <a:gd name="T95" fmla="*/ 1898 h 3497"/>
                <a:gd name="T96" fmla="*/ 1201 w 4309"/>
                <a:gd name="T97" fmla="*/ 1823 h 3497"/>
                <a:gd name="T98" fmla="*/ 928 w 4309"/>
                <a:gd name="T99" fmla="*/ 1794 h 3497"/>
                <a:gd name="T100" fmla="*/ 685 w 4309"/>
                <a:gd name="T101" fmla="*/ 1707 h 3497"/>
                <a:gd name="T102" fmla="*/ 474 w 4309"/>
                <a:gd name="T103" fmla="*/ 1563 h 3497"/>
                <a:gd name="T104" fmla="*/ 307 w 4309"/>
                <a:gd name="T105" fmla="*/ 1376 h 3497"/>
                <a:gd name="T106" fmla="*/ 185 w 4309"/>
                <a:gd name="T107" fmla="*/ 1168 h 3497"/>
                <a:gd name="T108" fmla="*/ 100 w 4309"/>
                <a:gd name="T109" fmla="*/ 954 h 3497"/>
                <a:gd name="T110" fmla="*/ 46 w 4309"/>
                <a:gd name="T111" fmla="*/ 751 h 3497"/>
                <a:gd name="T112" fmla="*/ 16 w 4309"/>
                <a:gd name="T113" fmla="*/ 574 h 3497"/>
                <a:gd name="T114" fmla="*/ 3 w 4309"/>
                <a:gd name="T115" fmla="*/ 441 h 3497"/>
                <a:gd name="T116" fmla="*/ 0 w 4309"/>
                <a:gd name="T117" fmla="*/ 367 h 3497"/>
                <a:gd name="T118" fmla="*/ 855 w 4309"/>
                <a:gd name="T119" fmla="*/ 217 h 3497"/>
                <a:gd name="T120" fmla="*/ 855 w 4309"/>
                <a:gd name="T121" fmla="*/ 90 h 3497"/>
                <a:gd name="T122" fmla="*/ 856 w 4309"/>
                <a:gd name="T123" fmla="*/ 16 h 3497"/>
                <a:gd name="T124" fmla="*/ 2148 w 4309"/>
                <a:gd name="T125" fmla="*/ 0 h 3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09" h="3497">
                  <a:moveTo>
                    <a:pt x="3437" y="498"/>
                  </a:moveTo>
                  <a:lnTo>
                    <a:pt x="3428" y="589"/>
                  </a:lnTo>
                  <a:lnTo>
                    <a:pt x="3416" y="684"/>
                  </a:lnTo>
                  <a:lnTo>
                    <a:pt x="3401" y="782"/>
                  </a:lnTo>
                  <a:lnTo>
                    <a:pt x="3382" y="882"/>
                  </a:lnTo>
                  <a:lnTo>
                    <a:pt x="3359" y="983"/>
                  </a:lnTo>
                  <a:lnTo>
                    <a:pt x="3333" y="1086"/>
                  </a:lnTo>
                  <a:lnTo>
                    <a:pt x="3301" y="1188"/>
                  </a:lnTo>
                  <a:lnTo>
                    <a:pt x="3264" y="1288"/>
                  </a:lnTo>
                  <a:lnTo>
                    <a:pt x="3223" y="1386"/>
                  </a:lnTo>
                  <a:lnTo>
                    <a:pt x="3185" y="1464"/>
                  </a:lnTo>
                  <a:lnTo>
                    <a:pt x="3147" y="1541"/>
                  </a:lnTo>
                  <a:lnTo>
                    <a:pt x="3219" y="1535"/>
                  </a:lnTo>
                  <a:lnTo>
                    <a:pt x="3291" y="1523"/>
                  </a:lnTo>
                  <a:lnTo>
                    <a:pt x="3358" y="1509"/>
                  </a:lnTo>
                  <a:lnTo>
                    <a:pt x="3421" y="1488"/>
                  </a:lnTo>
                  <a:lnTo>
                    <a:pt x="3483" y="1462"/>
                  </a:lnTo>
                  <a:lnTo>
                    <a:pt x="3541" y="1430"/>
                  </a:lnTo>
                  <a:lnTo>
                    <a:pt x="3595" y="1394"/>
                  </a:lnTo>
                  <a:lnTo>
                    <a:pt x="3647" y="1352"/>
                  </a:lnTo>
                  <a:lnTo>
                    <a:pt x="3698" y="1303"/>
                  </a:lnTo>
                  <a:lnTo>
                    <a:pt x="3744" y="1251"/>
                  </a:lnTo>
                  <a:lnTo>
                    <a:pt x="3787" y="1194"/>
                  </a:lnTo>
                  <a:lnTo>
                    <a:pt x="3824" y="1135"/>
                  </a:lnTo>
                  <a:lnTo>
                    <a:pt x="3857" y="1074"/>
                  </a:lnTo>
                  <a:lnTo>
                    <a:pt x="3887" y="1011"/>
                  </a:lnTo>
                  <a:lnTo>
                    <a:pt x="3912" y="948"/>
                  </a:lnTo>
                  <a:lnTo>
                    <a:pt x="3934" y="886"/>
                  </a:lnTo>
                  <a:lnTo>
                    <a:pt x="3954" y="823"/>
                  </a:lnTo>
                  <a:lnTo>
                    <a:pt x="3970" y="762"/>
                  </a:lnTo>
                  <a:lnTo>
                    <a:pt x="3985" y="703"/>
                  </a:lnTo>
                  <a:lnTo>
                    <a:pt x="3995" y="646"/>
                  </a:lnTo>
                  <a:lnTo>
                    <a:pt x="4004" y="593"/>
                  </a:lnTo>
                  <a:lnTo>
                    <a:pt x="4012" y="543"/>
                  </a:lnTo>
                  <a:lnTo>
                    <a:pt x="4018" y="498"/>
                  </a:lnTo>
                  <a:lnTo>
                    <a:pt x="3437" y="498"/>
                  </a:lnTo>
                  <a:close/>
                  <a:moveTo>
                    <a:pt x="292" y="498"/>
                  </a:moveTo>
                  <a:lnTo>
                    <a:pt x="297" y="543"/>
                  </a:lnTo>
                  <a:lnTo>
                    <a:pt x="305" y="593"/>
                  </a:lnTo>
                  <a:lnTo>
                    <a:pt x="314" y="646"/>
                  </a:lnTo>
                  <a:lnTo>
                    <a:pt x="325" y="703"/>
                  </a:lnTo>
                  <a:lnTo>
                    <a:pt x="339" y="762"/>
                  </a:lnTo>
                  <a:lnTo>
                    <a:pt x="355" y="823"/>
                  </a:lnTo>
                  <a:lnTo>
                    <a:pt x="375" y="886"/>
                  </a:lnTo>
                  <a:lnTo>
                    <a:pt x="397" y="948"/>
                  </a:lnTo>
                  <a:lnTo>
                    <a:pt x="424" y="1011"/>
                  </a:lnTo>
                  <a:lnTo>
                    <a:pt x="453" y="1074"/>
                  </a:lnTo>
                  <a:lnTo>
                    <a:pt x="486" y="1135"/>
                  </a:lnTo>
                  <a:lnTo>
                    <a:pt x="522" y="1194"/>
                  </a:lnTo>
                  <a:lnTo>
                    <a:pt x="565" y="1251"/>
                  </a:lnTo>
                  <a:lnTo>
                    <a:pt x="611" y="1303"/>
                  </a:lnTo>
                  <a:lnTo>
                    <a:pt x="662" y="1352"/>
                  </a:lnTo>
                  <a:lnTo>
                    <a:pt x="714" y="1394"/>
                  </a:lnTo>
                  <a:lnTo>
                    <a:pt x="768" y="1430"/>
                  </a:lnTo>
                  <a:lnTo>
                    <a:pt x="826" y="1462"/>
                  </a:lnTo>
                  <a:lnTo>
                    <a:pt x="888" y="1488"/>
                  </a:lnTo>
                  <a:lnTo>
                    <a:pt x="951" y="1509"/>
                  </a:lnTo>
                  <a:lnTo>
                    <a:pt x="1019" y="1523"/>
                  </a:lnTo>
                  <a:lnTo>
                    <a:pt x="1090" y="1535"/>
                  </a:lnTo>
                  <a:lnTo>
                    <a:pt x="1162" y="1541"/>
                  </a:lnTo>
                  <a:lnTo>
                    <a:pt x="1124" y="1464"/>
                  </a:lnTo>
                  <a:lnTo>
                    <a:pt x="1086" y="1386"/>
                  </a:lnTo>
                  <a:lnTo>
                    <a:pt x="1045" y="1288"/>
                  </a:lnTo>
                  <a:lnTo>
                    <a:pt x="1008" y="1188"/>
                  </a:lnTo>
                  <a:lnTo>
                    <a:pt x="976" y="1086"/>
                  </a:lnTo>
                  <a:lnTo>
                    <a:pt x="950" y="983"/>
                  </a:lnTo>
                  <a:lnTo>
                    <a:pt x="928" y="882"/>
                  </a:lnTo>
                  <a:lnTo>
                    <a:pt x="909" y="782"/>
                  </a:lnTo>
                  <a:lnTo>
                    <a:pt x="893" y="684"/>
                  </a:lnTo>
                  <a:lnTo>
                    <a:pt x="881" y="589"/>
                  </a:lnTo>
                  <a:lnTo>
                    <a:pt x="872" y="498"/>
                  </a:lnTo>
                  <a:lnTo>
                    <a:pt x="292" y="498"/>
                  </a:lnTo>
                  <a:close/>
                  <a:moveTo>
                    <a:pt x="2148" y="0"/>
                  </a:moveTo>
                  <a:lnTo>
                    <a:pt x="2161" y="0"/>
                  </a:lnTo>
                  <a:lnTo>
                    <a:pt x="3452" y="0"/>
                  </a:lnTo>
                  <a:lnTo>
                    <a:pt x="3452" y="4"/>
                  </a:lnTo>
                  <a:lnTo>
                    <a:pt x="3453" y="16"/>
                  </a:lnTo>
                  <a:lnTo>
                    <a:pt x="3453" y="35"/>
                  </a:lnTo>
                  <a:lnTo>
                    <a:pt x="3454" y="60"/>
                  </a:lnTo>
                  <a:lnTo>
                    <a:pt x="3454" y="90"/>
                  </a:lnTo>
                  <a:lnTo>
                    <a:pt x="3454" y="127"/>
                  </a:lnTo>
                  <a:lnTo>
                    <a:pt x="3454" y="169"/>
                  </a:lnTo>
                  <a:lnTo>
                    <a:pt x="3454" y="217"/>
                  </a:lnTo>
                  <a:lnTo>
                    <a:pt x="4309" y="217"/>
                  </a:lnTo>
                  <a:lnTo>
                    <a:pt x="4309" y="358"/>
                  </a:lnTo>
                  <a:lnTo>
                    <a:pt x="4309" y="367"/>
                  </a:lnTo>
                  <a:lnTo>
                    <a:pt x="4309" y="384"/>
                  </a:lnTo>
                  <a:lnTo>
                    <a:pt x="4308" y="409"/>
                  </a:lnTo>
                  <a:lnTo>
                    <a:pt x="4305" y="441"/>
                  </a:lnTo>
                  <a:lnTo>
                    <a:pt x="4303" y="479"/>
                  </a:lnTo>
                  <a:lnTo>
                    <a:pt x="4299" y="524"/>
                  </a:lnTo>
                  <a:lnTo>
                    <a:pt x="4293" y="574"/>
                  </a:lnTo>
                  <a:lnTo>
                    <a:pt x="4285" y="629"/>
                  </a:lnTo>
                  <a:lnTo>
                    <a:pt x="4275" y="688"/>
                  </a:lnTo>
                  <a:lnTo>
                    <a:pt x="4263" y="751"/>
                  </a:lnTo>
                  <a:lnTo>
                    <a:pt x="4247" y="816"/>
                  </a:lnTo>
                  <a:lnTo>
                    <a:pt x="4230" y="885"/>
                  </a:lnTo>
                  <a:lnTo>
                    <a:pt x="4209" y="954"/>
                  </a:lnTo>
                  <a:lnTo>
                    <a:pt x="4185" y="1025"/>
                  </a:lnTo>
                  <a:lnTo>
                    <a:pt x="4156" y="1097"/>
                  </a:lnTo>
                  <a:lnTo>
                    <a:pt x="4124" y="1168"/>
                  </a:lnTo>
                  <a:lnTo>
                    <a:pt x="4087" y="1239"/>
                  </a:lnTo>
                  <a:lnTo>
                    <a:pt x="4048" y="1309"/>
                  </a:lnTo>
                  <a:lnTo>
                    <a:pt x="4002" y="1376"/>
                  </a:lnTo>
                  <a:lnTo>
                    <a:pt x="3952" y="1442"/>
                  </a:lnTo>
                  <a:lnTo>
                    <a:pt x="3896" y="1504"/>
                  </a:lnTo>
                  <a:lnTo>
                    <a:pt x="3835" y="1563"/>
                  </a:lnTo>
                  <a:lnTo>
                    <a:pt x="3768" y="1617"/>
                  </a:lnTo>
                  <a:lnTo>
                    <a:pt x="3698" y="1666"/>
                  </a:lnTo>
                  <a:lnTo>
                    <a:pt x="3623" y="1707"/>
                  </a:lnTo>
                  <a:lnTo>
                    <a:pt x="3547" y="1742"/>
                  </a:lnTo>
                  <a:lnTo>
                    <a:pt x="3466" y="1771"/>
                  </a:lnTo>
                  <a:lnTo>
                    <a:pt x="3382" y="1794"/>
                  </a:lnTo>
                  <a:lnTo>
                    <a:pt x="3293" y="1809"/>
                  </a:lnTo>
                  <a:lnTo>
                    <a:pt x="3202" y="1820"/>
                  </a:lnTo>
                  <a:lnTo>
                    <a:pt x="3108" y="1823"/>
                  </a:lnTo>
                  <a:lnTo>
                    <a:pt x="3043" y="1821"/>
                  </a:lnTo>
                  <a:lnTo>
                    <a:pt x="2975" y="1817"/>
                  </a:lnTo>
                  <a:lnTo>
                    <a:pt x="2913" y="1898"/>
                  </a:lnTo>
                  <a:lnTo>
                    <a:pt x="2847" y="1971"/>
                  </a:lnTo>
                  <a:lnTo>
                    <a:pt x="2781" y="2039"/>
                  </a:lnTo>
                  <a:lnTo>
                    <a:pt x="2711" y="2101"/>
                  </a:lnTo>
                  <a:lnTo>
                    <a:pt x="2640" y="2155"/>
                  </a:lnTo>
                  <a:lnTo>
                    <a:pt x="2565" y="2201"/>
                  </a:lnTo>
                  <a:lnTo>
                    <a:pt x="2490" y="2242"/>
                  </a:lnTo>
                  <a:lnTo>
                    <a:pt x="2411" y="2274"/>
                  </a:lnTo>
                  <a:lnTo>
                    <a:pt x="2411" y="2892"/>
                  </a:lnTo>
                  <a:lnTo>
                    <a:pt x="3033" y="2892"/>
                  </a:lnTo>
                  <a:lnTo>
                    <a:pt x="3033" y="3280"/>
                  </a:lnTo>
                  <a:lnTo>
                    <a:pt x="3239" y="3280"/>
                  </a:lnTo>
                  <a:lnTo>
                    <a:pt x="3239" y="3497"/>
                  </a:lnTo>
                  <a:lnTo>
                    <a:pt x="1070" y="3497"/>
                  </a:lnTo>
                  <a:lnTo>
                    <a:pt x="1070" y="3280"/>
                  </a:lnTo>
                  <a:lnTo>
                    <a:pt x="1276" y="3280"/>
                  </a:lnTo>
                  <a:lnTo>
                    <a:pt x="1276" y="2892"/>
                  </a:lnTo>
                  <a:lnTo>
                    <a:pt x="1899" y="2892"/>
                  </a:lnTo>
                  <a:lnTo>
                    <a:pt x="1899" y="2274"/>
                  </a:lnTo>
                  <a:lnTo>
                    <a:pt x="1819" y="2242"/>
                  </a:lnTo>
                  <a:lnTo>
                    <a:pt x="1743" y="2201"/>
                  </a:lnTo>
                  <a:lnTo>
                    <a:pt x="1669" y="2155"/>
                  </a:lnTo>
                  <a:lnTo>
                    <a:pt x="1598" y="2101"/>
                  </a:lnTo>
                  <a:lnTo>
                    <a:pt x="1528" y="2039"/>
                  </a:lnTo>
                  <a:lnTo>
                    <a:pt x="1462" y="1971"/>
                  </a:lnTo>
                  <a:lnTo>
                    <a:pt x="1396" y="1898"/>
                  </a:lnTo>
                  <a:lnTo>
                    <a:pt x="1334" y="1817"/>
                  </a:lnTo>
                  <a:lnTo>
                    <a:pt x="1267" y="1821"/>
                  </a:lnTo>
                  <a:lnTo>
                    <a:pt x="1201" y="1823"/>
                  </a:lnTo>
                  <a:lnTo>
                    <a:pt x="1107" y="1820"/>
                  </a:lnTo>
                  <a:lnTo>
                    <a:pt x="1016" y="1809"/>
                  </a:lnTo>
                  <a:lnTo>
                    <a:pt x="928" y="1794"/>
                  </a:lnTo>
                  <a:lnTo>
                    <a:pt x="843" y="1771"/>
                  </a:lnTo>
                  <a:lnTo>
                    <a:pt x="763" y="1742"/>
                  </a:lnTo>
                  <a:lnTo>
                    <a:pt x="685" y="1707"/>
                  </a:lnTo>
                  <a:lnTo>
                    <a:pt x="611" y="1666"/>
                  </a:lnTo>
                  <a:lnTo>
                    <a:pt x="541" y="1617"/>
                  </a:lnTo>
                  <a:lnTo>
                    <a:pt x="474" y="1563"/>
                  </a:lnTo>
                  <a:lnTo>
                    <a:pt x="413" y="1504"/>
                  </a:lnTo>
                  <a:lnTo>
                    <a:pt x="358" y="1442"/>
                  </a:lnTo>
                  <a:lnTo>
                    <a:pt x="307" y="1376"/>
                  </a:lnTo>
                  <a:lnTo>
                    <a:pt x="261" y="1309"/>
                  </a:lnTo>
                  <a:lnTo>
                    <a:pt x="222" y="1239"/>
                  </a:lnTo>
                  <a:lnTo>
                    <a:pt x="185" y="1168"/>
                  </a:lnTo>
                  <a:lnTo>
                    <a:pt x="153" y="1097"/>
                  </a:lnTo>
                  <a:lnTo>
                    <a:pt x="124" y="1025"/>
                  </a:lnTo>
                  <a:lnTo>
                    <a:pt x="100" y="954"/>
                  </a:lnTo>
                  <a:lnTo>
                    <a:pt x="79" y="885"/>
                  </a:lnTo>
                  <a:lnTo>
                    <a:pt x="61" y="816"/>
                  </a:lnTo>
                  <a:lnTo>
                    <a:pt x="46" y="751"/>
                  </a:lnTo>
                  <a:lnTo>
                    <a:pt x="34" y="688"/>
                  </a:lnTo>
                  <a:lnTo>
                    <a:pt x="24" y="629"/>
                  </a:lnTo>
                  <a:lnTo>
                    <a:pt x="16" y="574"/>
                  </a:lnTo>
                  <a:lnTo>
                    <a:pt x="11" y="524"/>
                  </a:lnTo>
                  <a:lnTo>
                    <a:pt x="7" y="479"/>
                  </a:lnTo>
                  <a:lnTo>
                    <a:pt x="3" y="441"/>
                  </a:lnTo>
                  <a:lnTo>
                    <a:pt x="1" y="409"/>
                  </a:lnTo>
                  <a:lnTo>
                    <a:pt x="0" y="384"/>
                  </a:lnTo>
                  <a:lnTo>
                    <a:pt x="0" y="367"/>
                  </a:lnTo>
                  <a:lnTo>
                    <a:pt x="0" y="358"/>
                  </a:lnTo>
                  <a:lnTo>
                    <a:pt x="0" y="217"/>
                  </a:lnTo>
                  <a:lnTo>
                    <a:pt x="855" y="217"/>
                  </a:lnTo>
                  <a:lnTo>
                    <a:pt x="855" y="169"/>
                  </a:lnTo>
                  <a:lnTo>
                    <a:pt x="855" y="127"/>
                  </a:lnTo>
                  <a:lnTo>
                    <a:pt x="855" y="90"/>
                  </a:lnTo>
                  <a:lnTo>
                    <a:pt x="855" y="60"/>
                  </a:lnTo>
                  <a:lnTo>
                    <a:pt x="856" y="35"/>
                  </a:lnTo>
                  <a:lnTo>
                    <a:pt x="856" y="16"/>
                  </a:lnTo>
                  <a:lnTo>
                    <a:pt x="858" y="4"/>
                  </a:lnTo>
                  <a:lnTo>
                    <a:pt x="858" y="0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399549" y="3600766"/>
              <a:ext cx="2191024" cy="7786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Edit </a:t>
              </a:r>
              <a:r>
                <a:rPr lang="es-US" sz="2000" dirty="0" err="1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text</a:t>
              </a:r>
              <a:b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</a:br>
              <a:r>
                <a:rPr lang="es-US" sz="2000" dirty="0" err="1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here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992847" y="3334829"/>
              <a:ext cx="2191024" cy="7786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Edit </a:t>
              </a:r>
              <a:r>
                <a:rPr lang="es-US" sz="2000" dirty="0" err="1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text</a:t>
              </a:r>
              <a:br>
                <a:rPr lang="es-US" sz="2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</a:br>
              <a:r>
                <a:rPr lang="es-US" sz="2000" dirty="0" err="1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here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61574" y="2194865"/>
            <a:ext cx="3148041" cy="1095765"/>
            <a:chOff x="8730108" y="1301648"/>
            <a:chExt cx="3462845" cy="1205342"/>
          </a:xfrm>
        </p:grpSpPr>
        <p:sp>
          <p:nvSpPr>
            <p:cNvPr id="108" name="TextBox 107"/>
            <p:cNvSpPr txBox="1"/>
            <p:nvPr/>
          </p:nvSpPr>
          <p:spPr>
            <a:xfrm>
              <a:off x="9065573" y="1799104"/>
              <a:ext cx="31273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730108" y="1301648"/>
              <a:ext cx="3462845" cy="440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8825643" y="4562179"/>
            <a:ext cx="3148041" cy="1095765"/>
            <a:chOff x="8906349" y="1301648"/>
            <a:chExt cx="3462845" cy="1205342"/>
          </a:xfrm>
        </p:grpSpPr>
        <p:sp>
          <p:nvSpPr>
            <p:cNvPr id="115" name="TextBox 114"/>
            <p:cNvSpPr txBox="1"/>
            <p:nvPr/>
          </p:nvSpPr>
          <p:spPr>
            <a:xfrm>
              <a:off x="8906349" y="1799104"/>
              <a:ext cx="31273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8906349" y="1301648"/>
              <a:ext cx="3462845" cy="440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1DC3970-F7C1-4E7D-8F45-05B10E07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INFOGRAPHIC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5A88E1-27D7-425F-A2F5-BD92CBAB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897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502242" y="4650640"/>
            <a:ext cx="91623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392972" y="4541370"/>
            <a:ext cx="218540" cy="2185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454419" y="4541370"/>
            <a:ext cx="218540" cy="2185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15866" y="4541370"/>
            <a:ext cx="218540" cy="2185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577313" y="4541370"/>
            <a:ext cx="218540" cy="2185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cxnSp>
        <p:nvCxnSpPr>
          <p:cNvPr id="6" name="Straight Connector 5"/>
          <p:cNvCxnSpPr>
            <a:stCxn id="22" idx="0"/>
          </p:cNvCxnSpPr>
          <p:nvPr/>
        </p:nvCxnSpPr>
        <p:spPr>
          <a:xfrm flipV="1">
            <a:off x="4563689" y="1901950"/>
            <a:ext cx="0" cy="26394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7616172" y="1901950"/>
            <a:ext cx="0" cy="26394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1573627" y="1894032"/>
            <a:ext cx="1009219" cy="909427"/>
            <a:chOff x="3803650" y="2044701"/>
            <a:chExt cx="1701800" cy="1533525"/>
          </a:xfrm>
          <a:solidFill>
            <a:schemeClr val="accent5"/>
          </a:solidFill>
        </p:grpSpPr>
        <p:sp>
          <p:nvSpPr>
            <p:cNvPr id="19" name="Freeform 6"/>
            <p:cNvSpPr>
              <a:spLocks/>
            </p:cNvSpPr>
            <p:nvPr/>
          </p:nvSpPr>
          <p:spPr bwMode="auto">
            <a:xfrm>
              <a:off x="3803650" y="2854326"/>
              <a:ext cx="1701800" cy="723900"/>
            </a:xfrm>
            <a:custGeom>
              <a:avLst/>
              <a:gdLst>
                <a:gd name="T0" fmla="*/ 0 w 4289"/>
                <a:gd name="T1" fmla="*/ 0 h 1826"/>
                <a:gd name="T2" fmla="*/ 1803 w 4289"/>
                <a:gd name="T3" fmla="*/ 409 h 1826"/>
                <a:gd name="T4" fmla="*/ 1803 w 4289"/>
                <a:gd name="T5" fmla="*/ 751 h 1826"/>
                <a:gd name="T6" fmla="*/ 1807 w 4289"/>
                <a:gd name="T7" fmla="*/ 777 h 1826"/>
                <a:gd name="T8" fmla="*/ 1816 w 4289"/>
                <a:gd name="T9" fmla="*/ 800 h 1826"/>
                <a:gd name="T10" fmla="*/ 1832 w 4289"/>
                <a:gd name="T11" fmla="*/ 820 h 1826"/>
                <a:gd name="T12" fmla="*/ 1851 w 4289"/>
                <a:gd name="T13" fmla="*/ 835 h 1826"/>
                <a:gd name="T14" fmla="*/ 1875 w 4289"/>
                <a:gd name="T15" fmla="*/ 846 h 1826"/>
                <a:gd name="T16" fmla="*/ 1901 w 4289"/>
                <a:gd name="T17" fmla="*/ 848 h 1826"/>
                <a:gd name="T18" fmla="*/ 2389 w 4289"/>
                <a:gd name="T19" fmla="*/ 848 h 1826"/>
                <a:gd name="T20" fmla="*/ 2415 w 4289"/>
                <a:gd name="T21" fmla="*/ 846 h 1826"/>
                <a:gd name="T22" fmla="*/ 2438 w 4289"/>
                <a:gd name="T23" fmla="*/ 835 h 1826"/>
                <a:gd name="T24" fmla="*/ 2458 w 4289"/>
                <a:gd name="T25" fmla="*/ 820 h 1826"/>
                <a:gd name="T26" fmla="*/ 2472 w 4289"/>
                <a:gd name="T27" fmla="*/ 800 h 1826"/>
                <a:gd name="T28" fmla="*/ 2482 w 4289"/>
                <a:gd name="T29" fmla="*/ 777 h 1826"/>
                <a:gd name="T30" fmla="*/ 2486 w 4289"/>
                <a:gd name="T31" fmla="*/ 751 h 1826"/>
                <a:gd name="T32" fmla="*/ 2486 w 4289"/>
                <a:gd name="T33" fmla="*/ 409 h 1826"/>
                <a:gd name="T34" fmla="*/ 4289 w 4289"/>
                <a:gd name="T35" fmla="*/ 3 h 1826"/>
                <a:gd name="T36" fmla="*/ 4289 w 4289"/>
                <a:gd name="T37" fmla="*/ 1631 h 1826"/>
                <a:gd name="T38" fmla="*/ 4285 w 4289"/>
                <a:gd name="T39" fmla="*/ 1670 h 1826"/>
                <a:gd name="T40" fmla="*/ 4274 w 4289"/>
                <a:gd name="T41" fmla="*/ 1706 h 1826"/>
                <a:gd name="T42" fmla="*/ 4256 w 4289"/>
                <a:gd name="T43" fmla="*/ 1740 h 1826"/>
                <a:gd name="T44" fmla="*/ 4232 w 4289"/>
                <a:gd name="T45" fmla="*/ 1768 h 1826"/>
                <a:gd name="T46" fmla="*/ 4204 w 4289"/>
                <a:gd name="T47" fmla="*/ 1792 h 1826"/>
                <a:gd name="T48" fmla="*/ 4170 w 4289"/>
                <a:gd name="T49" fmla="*/ 1810 h 1826"/>
                <a:gd name="T50" fmla="*/ 4133 w 4289"/>
                <a:gd name="T51" fmla="*/ 1822 h 1826"/>
                <a:gd name="T52" fmla="*/ 4094 w 4289"/>
                <a:gd name="T53" fmla="*/ 1826 h 1826"/>
                <a:gd name="T54" fmla="*/ 195 w 4289"/>
                <a:gd name="T55" fmla="*/ 1826 h 1826"/>
                <a:gd name="T56" fmla="*/ 156 w 4289"/>
                <a:gd name="T57" fmla="*/ 1822 h 1826"/>
                <a:gd name="T58" fmla="*/ 120 w 4289"/>
                <a:gd name="T59" fmla="*/ 1810 h 1826"/>
                <a:gd name="T60" fmla="*/ 86 w 4289"/>
                <a:gd name="T61" fmla="*/ 1792 h 1826"/>
                <a:gd name="T62" fmla="*/ 57 w 4289"/>
                <a:gd name="T63" fmla="*/ 1768 h 1826"/>
                <a:gd name="T64" fmla="*/ 34 w 4289"/>
                <a:gd name="T65" fmla="*/ 1740 h 1826"/>
                <a:gd name="T66" fmla="*/ 16 w 4289"/>
                <a:gd name="T67" fmla="*/ 1706 h 1826"/>
                <a:gd name="T68" fmla="*/ 4 w 4289"/>
                <a:gd name="T69" fmla="*/ 1670 h 1826"/>
                <a:gd name="T70" fmla="*/ 0 w 4289"/>
                <a:gd name="T71" fmla="*/ 1631 h 1826"/>
                <a:gd name="T72" fmla="*/ 0 w 4289"/>
                <a:gd name="T73" fmla="*/ 0 h 1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89" h="1826">
                  <a:moveTo>
                    <a:pt x="0" y="0"/>
                  </a:moveTo>
                  <a:lnTo>
                    <a:pt x="1803" y="409"/>
                  </a:lnTo>
                  <a:lnTo>
                    <a:pt x="1803" y="751"/>
                  </a:lnTo>
                  <a:lnTo>
                    <a:pt x="1807" y="777"/>
                  </a:lnTo>
                  <a:lnTo>
                    <a:pt x="1816" y="800"/>
                  </a:lnTo>
                  <a:lnTo>
                    <a:pt x="1832" y="820"/>
                  </a:lnTo>
                  <a:lnTo>
                    <a:pt x="1851" y="835"/>
                  </a:lnTo>
                  <a:lnTo>
                    <a:pt x="1875" y="846"/>
                  </a:lnTo>
                  <a:lnTo>
                    <a:pt x="1901" y="848"/>
                  </a:lnTo>
                  <a:lnTo>
                    <a:pt x="2389" y="848"/>
                  </a:lnTo>
                  <a:lnTo>
                    <a:pt x="2415" y="846"/>
                  </a:lnTo>
                  <a:lnTo>
                    <a:pt x="2438" y="835"/>
                  </a:lnTo>
                  <a:lnTo>
                    <a:pt x="2458" y="820"/>
                  </a:lnTo>
                  <a:lnTo>
                    <a:pt x="2472" y="800"/>
                  </a:lnTo>
                  <a:lnTo>
                    <a:pt x="2482" y="777"/>
                  </a:lnTo>
                  <a:lnTo>
                    <a:pt x="2486" y="751"/>
                  </a:lnTo>
                  <a:lnTo>
                    <a:pt x="2486" y="409"/>
                  </a:lnTo>
                  <a:lnTo>
                    <a:pt x="4289" y="3"/>
                  </a:lnTo>
                  <a:lnTo>
                    <a:pt x="4289" y="1631"/>
                  </a:lnTo>
                  <a:lnTo>
                    <a:pt x="4285" y="1670"/>
                  </a:lnTo>
                  <a:lnTo>
                    <a:pt x="4274" y="1706"/>
                  </a:lnTo>
                  <a:lnTo>
                    <a:pt x="4256" y="1740"/>
                  </a:lnTo>
                  <a:lnTo>
                    <a:pt x="4232" y="1768"/>
                  </a:lnTo>
                  <a:lnTo>
                    <a:pt x="4204" y="1792"/>
                  </a:lnTo>
                  <a:lnTo>
                    <a:pt x="4170" y="1810"/>
                  </a:lnTo>
                  <a:lnTo>
                    <a:pt x="4133" y="1822"/>
                  </a:lnTo>
                  <a:lnTo>
                    <a:pt x="4094" y="1826"/>
                  </a:lnTo>
                  <a:lnTo>
                    <a:pt x="195" y="1826"/>
                  </a:lnTo>
                  <a:lnTo>
                    <a:pt x="156" y="1822"/>
                  </a:lnTo>
                  <a:lnTo>
                    <a:pt x="120" y="1810"/>
                  </a:lnTo>
                  <a:lnTo>
                    <a:pt x="86" y="1792"/>
                  </a:lnTo>
                  <a:lnTo>
                    <a:pt x="57" y="1768"/>
                  </a:lnTo>
                  <a:lnTo>
                    <a:pt x="34" y="1740"/>
                  </a:lnTo>
                  <a:lnTo>
                    <a:pt x="16" y="1706"/>
                  </a:lnTo>
                  <a:lnTo>
                    <a:pt x="4" y="1670"/>
                  </a:lnTo>
                  <a:lnTo>
                    <a:pt x="0" y="16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3803650" y="2419351"/>
              <a:ext cx="1701800" cy="498475"/>
            </a:xfrm>
            <a:custGeom>
              <a:avLst/>
              <a:gdLst>
                <a:gd name="T0" fmla="*/ 195 w 4289"/>
                <a:gd name="T1" fmla="*/ 0 h 1255"/>
                <a:gd name="T2" fmla="*/ 4094 w 4289"/>
                <a:gd name="T3" fmla="*/ 0 h 1255"/>
                <a:gd name="T4" fmla="*/ 4133 w 4289"/>
                <a:gd name="T5" fmla="*/ 3 h 1255"/>
                <a:gd name="T6" fmla="*/ 4170 w 4289"/>
                <a:gd name="T7" fmla="*/ 15 h 1255"/>
                <a:gd name="T8" fmla="*/ 4204 w 4289"/>
                <a:gd name="T9" fmla="*/ 33 h 1255"/>
                <a:gd name="T10" fmla="*/ 4232 w 4289"/>
                <a:gd name="T11" fmla="*/ 57 h 1255"/>
                <a:gd name="T12" fmla="*/ 4256 w 4289"/>
                <a:gd name="T13" fmla="*/ 85 h 1255"/>
                <a:gd name="T14" fmla="*/ 4274 w 4289"/>
                <a:gd name="T15" fmla="*/ 119 h 1255"/>
                <a:gd name="T16" fmla="*/ 4285 w 4289"/>
                <a:gd name="T17" fmla="*/ 155 h 1255"/>
                <a:gd name="T18" fmla="*/ 4289 w 4289"/>
                <a:gd name="T19" fmla="*/ 194 h 1255"/>
                <a:gd name="T20" fmla="*/ 4289 w 4289"/>
                <a:gd name="T21" fmla="*/ 848 h 1255"/>
                <a:gd name="T22" fmla="*/ 2486 w 4289"/>
                <a:gd name="T23" fmla="*/ 1255 h 1255"/>
                <a:gd name="T24" fmla="*/ 2486 w 4289"/>
                <a:gd name="T25" fmla="*/ 1068 h 1255"/>
                <a:gd name="T26" fmla="*/ 2482 w 4289"/>
                <a:gd name="T27" fmla="*/ 1042 h 1255"/>
                <a:gd name="T28" fmla="*/ 2472 w 4289"/>
                <a:gd name="T29" fmla="*/ 1018 h 1255"/>
                <a:gd name="T30" fmla="*/ 2458 w 4289"/>
                <a:gd name="T31" fmla="*/ 999 h 1255"/>
                <a:gd name="T32" fmla="*/ 2438 w 4289"/>
                <a:gd name="T33" fmla="*/ 983 h 1255"/>
                <a:gd name="T34" fmla="*/ 2415 w 4289"/>
                <a:gd name="T35" fmla="*/ 974 h 1255"/>
                <a:gd name="T36" fmla="*/ 2389 w 4289"/>
                <a:gd name="T37" fmla="*/ 970 h 1255"/>
                <a:gd name="T38" fmla="*/ 1901 w 4289"/>
                <a:gd name="T39" fmla="*/ 970 h 1255"/>
                <a:gd name="T40" fmla="*/ 1875 w 4289"/>
                <a:gd name="T41" fmla="*/ 974 h 1255"/>
                <a:gd name="T42" fmla="*/ 1851 w 4289"/>
                <a:gd name="T43" fmla="*/ 983 h 1255"/>
                <a:gd name="T44" fmla="*/ 1832 w 4289"/>
                <a:gd name="T45" fmla="*/ 999 h 1255"/>
                <a:gd name="T46" fmla="*/ 1816 w 4289"/>
                <a:gd name="T47" fmla="*/ 1018 h 1255"/>
                <a:gd name="T48" fmla="*/ 1807 w 4289"/>
                <a:gd name="T49" fmla="*/ 1042 h 1255"/>
                <a:gd name="T50" fmla="*/ 1803 w 4289"/>
                <a:gd name="T51" fmla="*/ 1068 h 1255"/>
                <a:gd name="T52" fmla="*/ 1803 w 4289"/>
                <a:gd name="T53" fmla="*/ 1255 h 1255"/>
                <a:gd name="T54" fmla="*/ 0 w 4289"/>
                <a:gd name="T55" fmla="*/ 845 h 1255"/>
                <a:gd name="T56" fmla="*/ 0 w 4289"/>
                <a:gd name="T57" fmla="*/ 194 h 1255"/>
                <a:gd name="T58" fmla="*/ 4 w 4289"/>
                <a:gd name="T59" fmla="*/ 155 h 1255"/>
                <a:gd name="T60" fmla="*/ 16 w 4289"/>
                <a:gd name="T61" fmla="*/ 119 h 1255"/>
                <a:gd name="T62" fmla="*/ 34 w 4289"/>
                <a:gd name="T63" fmla="*/ 85 h 1255"/>
                <a:gd name="T64" fmla="*/ 57 w 4289"/>
                <a:gd name="T65" fmla="*/ 57 h 1255"/>
                <a:gd name="T66" fmla="*/ 86 w 4289"/>
                <a:gd name="T67" fmla="*/ 33 h 1255"/>
                <a:gd name="T68" fmla="*/ 120 w 4289"/>
                <a:gd name="T69" fmla="*/ 15 h 1255"/>
                <a:gd name="T70" fmla="*/ 156 w 4289"/>
                <a:gd name="T71" fmla="*/ 3 h 1255"/>
                <a:gd name="T72" fmla="*/ 195 w 4289"/>
                <a:gd name="T73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89" h="1255">
                  <a:moveTo>
                    <a:pt x="195" y="0"/>
                  </a:moveTo>
                  <a:lnTo>
                    <a:pt x="4094" y="0"/>
                  </a:lnTo>
                  <a:lnTo>
                    <a:pt x="4133" y="3"/>
                  </a:lnTo>
                  <a:lnTo>
                    <a:pt x="4170" y="15"/>
                  </a:lnTo>
                  <a:lnTo>
                    <a:pt x="4204" y="33"/>
                  </a:lnTo>
                  <a:lnTo>
                    <a:pt x="4232" y="57"/>
                  </a:lnTo>
                  <a:lnTo>
                    <a:pt x="4256" y="85"/>
                  </a:lnTo>
                  <a:lnTo>
                    <a:pt x="4274" y="119"/>
                  </a:lnTo>
                  <a:lnTo>
                    <a:pt x="4285" y="155"/>
                  </a:lnTo>
                  <a:lnTo>
                    <a:pt x="4289" y="194"/>
                  </a:lnTo>
                  <a:lnTo>
                    <a:pt x="4289" y="848"/>
                  </a:lnTo>
                  <a:lnTo>
                    <a:pt x="2486" y="1255"/>
                  </a:lnTo>
                  <a:lnTo>
                    <a:pt x="2486" y="1068"/>
                  </a:lnTo>
                  <a:lnTo>
                    <a:pt x="2482" y="1042"/>
                  </a:lnTo>
                  <a:lnTo>
                    <a:pt x="2472" y="1018"/>
                  </a:lnTo>
                  <a:lnTo>
                    <a:pt x="2458" y="999"/>
                  </a:lnTo>
                  <a:lnTo>
                    <a:pt x="2438" y="983"/>
                  </a:lnTo>
                  <a:lnTo>
                    <a:pt x="2415" y="974"/>
                  </a:lnTo>
                  <a:lnTo>
                    <a:pt x="2389" y="970"/>
                  </a:lnTo>
                  <a:lnTo>
                    <a:pt x="1901" y="970"/>
                  </a:lnTo>
                  <a:lnTo>
                    <a:pt x="1875" y="974"/>
                  </a:lnTo>
                  <a:lnTo>
                    <a:pt x="1851" y="983"/>
                  </a:lnTo>
                  <a:lnTo>
                    <a:pt x="1832" y="999"/>
                  </a:lnTo>
                  <a:lnTo>
                    <a:pt x="1816" y="1018"/>
                  </a:lnTo>
                  <a:lnTo>
                    <a:pt x="1807" y="1042"/>
                  </a:lnTo>
                  <a:lnTo>
                    <a:pt x="1803" y="1068"/>
                  </a:lnTo>
                  <a:lnTo>
                    <a:pt x="1803" y="1255"/>
                  </a:lnTo>
                  <a:lnTo>
                    <a:pt x="0" y="845"/>
                  </a:lnTo>
                  <a:lnTo>
                    <a:pt x="0" y="194"/>
                  </a:lnTo>
                  <a:lnTo>
                    <a:pt x="4" y="155"/>
                  </a:lnTo>
                  <a:lnTo>
                    <a:pt x="16" y="119"/>
                  </a:lnTo>
                  <a:lnTo>
                    <a:pt x="34" y="85"/>
                  </a:lnTo>
                  <a:lnTo>
                    <a:pt x="57" y="57"/>
                  </a:lnTo>
                  <a:lnTo>
                    <a:pt x="86" y="33"/>
                  </a:lnTo>
                  <a:lnTo>
                    <a:pt x="120" y="15"/>
                  </a:lnTo>
                  <a:lnTo>
                    <a:pt x="156" y="3"/>
                  </a:lnTo>
                  <a:lnTo>
                    <a:pt x="1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4265613" y="2044701"/>
              <a:ext cx="779463" cy="296863"/>
            </a:xfrm>
            <a:custGeom>
              <a:avLst/>
              <a:gdLst>
                <a:gd name="T0" fmla="*/ 493 w 1963"/>
                <a:gd name="T1" fmla="*/ 0 h 750"/>
                <a:gd name="T2" fmla="*/ 1470 w 1963"/>
                <a:gd name="T3" fmla="*/ 0 h 750"/>
                <a:gd name="T4" fmla="*/ 1531 w 1963"/>
                <a:gd name="T5" fmla="*/ 4 h 750"/>
                <a:gd name="T6" fmla="*/ 1591 w 1963"/>
                <a:gd name="T7" fmla="*/ 15 h 750"/>
                <a:gd name="T8" fmla="*/ 1648 w 1963"/>
                <a:gd name="T9" fmla="*/ 34 h 750"/>
                <a:gd name="T10" fmla="*/ 1702 w 1963"/>
                <a:gd name="T11" fmla="*/ 58 h 750"/>
                <a:gd name="T12" fmla="*/ 1751 w 1963"/>
                <a:gd name="T13" fmla="*/ 88 h 750"/>
                <a:gd name="T14" fmla="*/ 1797 w 1963"/>
                <a:gd name="T15" fmla="*/ 125 h 750"/>
                <a:gd name="T16" fmla="*/ 1838 w 1963"/>
                <a:gd name="T17" fmla="*/ 166 h 750"/>
                <a:gd name="T18" fmla="*/ 1875 w 1963"/>
                <a:gd name="T19" fmla="*/ 212 h 750"/>
                <a:gd name="T20" fmla="*/ 1905 w 1963"/>
                <a:gd name="T21" fmla="*/ 261 h 750"/>
                <a:gd name="T22" fmla="*/ 1929 w 1963"/>
                <a:gd name="T23" fmla="*/ 314 h 750"/>
                <a:gd name="T24" fmla="*/ 1948 w 1963"/>
                <a:gd name="T25" fmla="*/ 372 h 750"/>
                <a:gd name="T26" fmla="*/ 1959 w 1963"/>
                <a:gd name="T27" fmla="*/ 431 h 750"/>
                <a:gd name="T28" fmla="*/ 1963 w 1963"/>
                <a:gd name="T29" fmla="*/ 492 h 750"/>
                <a:gd name="T30" fmla="*/ 1963 w 1963"/>
                <a:gd name="T31" fmla="*/ 750 h 750"/>
                <a:gd name="T32" fmla="*/ 1734 w 1963"/>
                <a:gd name="T33" fmla="*/ 750 h 750"/>
                <a:gd name="T34" fmla="*/ 1734 w 1963"/>
                <a:gd name="T35" fmla="*/ 492 h 750"/>
                <a:gd name="T36" fmla="*/ 1730 w 1963"/>
                <a:gd name="T37" fmla="*/ 449 h 750"/>
                <a:gd name="T38" fmla="*/ 1720 w 1963"/>
                <a:gd name="T39" fmla="*/ 409 h 750"/>
                <a:gd name="T40" fmla="*/ 1704 w 1963"/>
                <a:gd name="T41" fmla="*/ 372 h 750"/>
                <a:gd name="T42" fmla="*/ 1682 w 1963"/>
                <a:gd name="T43" fmla="*/ 338 h 750"/>
                <a:gd name="T44" fmla="*/ 1656 w 1963"/>
                <a:gd name="T45" fmla="*/ 307 h 750"/>
                <a:gd name="T46" fmla="*/ 1625 w 1963"/>
                <a:gd name="T47" fmla="*/ 281 h 750"/>
                <a:gd name="T48" fmla="*/ 1591 w 1963"/>
                <a:gd name="T49" fmla="*/ 258 h 750"/>
                <a:gd name="T50" fmla="*/ 1553 w 1963"/>
                <a:gd name="T51" fmla="*/ 243 h 750"/>
                <a:gd name="T52" fmla="*/ 1512 w 1963"/>
                <a:gd name="T53" fmla="*/ 232 h 750"/>
                <a:gd name="T54" fmla="*/ 1470 w 1963"/>
                <a:gd name="T55" fmla="*/ 229 h 750"/>
                <a:gd name="T56" fmla="*/ 493 w 1963"/>
                <a:gd name="T57" fmla="*/ 229 h 750"/>
                <a:gd name="T58" fmla="*/ 450 w 1963"/>
                <a:gd name="T59" fmla="*/ 232 h 750"/>
                <a:gd name="T60" fmla="*/ 410 w 1963"/>
                <a:gd name="T61" fmla="*/ 243 h 750"/>
                <a:gd name="T62" fmla="*/ 372 w 1963"/>
                <a:gd name="T63" fmla="*/ 258 h 750"/>
                <a:gd name="T64" fmla="*/ 337 w 1963"/>
                <a:gd name="T65" fmla="*/ 281 h 750"/>
                <a:gd name="T66" fmla="*/ 307 w 1963"/>
                <a:gd name="T67" fmla="*/ 307 h 750"/>
                <a:gd name="T68" fmla="*/ 280 w 1963"/>
                <a:gd name="T69" fmla="*/ 338 h 750"/>
                <a:gd name="T70" fmla="*/ 259 w 1963"/>
                <a:gd name="T71" fmla="*/ 372 h 750"/>
                <a:gd name="T72" fmla="*/ 243 w 1963"/>
                <a:gd name="T73" fmla="*/ 409 h 750"/>
                <a:gd name="T74" fmla="*/ 233 w 1963"/>
                <a:gd name="T75" fmla="*/ 449 h 750"/>
                <a:gd name="T76" fmla="*/ 229 w 1963"/>
                <a:gd name="T77" fmla="*/ 492 h 750"/>
                <a:gd name="T78" fmla="*/ 229 w 1963"/>
                <a:gd name="T79" fmla="*/ 750 h 750"/>
                <a:gd name="T80" fmla="*/ 0 w 1963"/>
                <a:gd name="T81" fmla="*/ 750 h 750"/>
                <a:gd name="T82" fmla="*/ 0 w 1963"/>
                <a:gd name="T83" fmla="*/ 492 h 750"/>
                <a:gd name="T84" fmla="*/ 4 w 1963"/>
                <a:gd name="T85" fmla="*/ 431 h 750"/>
                <a:gd name="T86" fmla="*/ 16 w 1963"/>
                <a:gd name="T87" fmla="*/ 372 h 750"/>
                <a:gd name="T88" fmla="*/ 34 w 1963"/>
                <a:gd name="T89" fmla="*/ 314 h 750"/>
                <a:gd name="T90" fmla="*/ 57 w 1963"/>
                <a:gd name="T91" fmla="*/ 261 h 750"/>
                <a:gd name="T92" fmla="*/ 89 w 1963"/>
                <a:gd name="T93" fmla="*/ 212 h 750"/>
                <a:gd name="T94" fmla="*/ 125 w 1963"/>
                <a:gd name="T95" fmla="*/ 166 h 750"/>
                <a:gd name="T96" fmla="*/ 165 w 1963"/>
                <a:gd name="T97" fmla="*/ 125 h 750"/>
                <a:gd name="T98" fmla="*/ 212 w 1963"/>
                <a:gd name="T99" fmla="*/ 88 h 750"/>
                <a:gd name="T100" fmla="*/ 262 w 1963"/>
                <a:gd name="T101" fmla="*/ 58 h 750"/>
                <a:gd name="T102" fmla="*/ 315 w 1963"/>
                <a:gd name="T103" fmla="*/ 34 h 750"/>
                <a:gd name="T104" fmla="*/ 372 w 1963"/>
                <a:gd name="T105" fmla="*/ 15 h 750"/>
                <a:gd name="T106" fmla="*/ 432 w 1963"/>
                <a:gd name="T107" fmla="*/ 4 h 750"/>
                <a:gd name="T108" fmla="*/ 493 w 1963"/>
                <a:gd name="T10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63" h="750">
                  <a:moveTo>
                    <a:pt x="493" y="0"/>
                  </a:moveTo>
                  <a:lnTo>
                    <a:pt x="1470" y="0"/>
                  </a:lnTo>
                  <a:lnTo>
                    <a:pt x="1531" y="4"/>
                  </a:lnTo>
                  <a:lnTo>
                    <a:pt x="1591" y="15"/>
                  </a:lnTo>
                  <a:lnTo>
                    <a:pt x="1648" y="34"/>
                  </a:lnTo>
                  <a:lnTo>
                    <a:pt x="1702" y="58"/>
                  </a:lnTo>
                  <a:lnTo>
                    <a:pt x="1751" y="88"/>
                  </a:lnTo>
                  <a:lnTo>
                    <a:pt x="1797" y="125"/>
                  </a:lnTo>
                  <a:lnTo>
                    <a:pt x="1838" y="166"/>
                  </a:lnTo>
                  <a:lnTo>
                    <a:pt x="1875" y="212"/>
                  </a:lnTo>
                  <a:lnTo>
                    <a:pt x="1905" y="261"/>
                  </a:lnTo>
                  <a:lnTo>
                    <a:pt x="1929" y="314"/>
                  </a:lnTo>
                  <a:lnTo>
                    <a:pt x="1948" y="372"/>
                  </a:lnTo>
                  <a:lnTo>
                    <a:pt x="1959" y="431"/>
                  </a:lnTo>
                  <a:lnTo>
                    <a:pt x="1963" y="492"/>
                  </a:lnTo>
                  <a:lnTo>
                    <a:pt x="1963" y="750"/>
                  </a:lnTo>
                  <a:lnTo>
                    <a:pt x="1734" y="750"/>
                  </a:lnTo>
                  <a:lnTo>
                    <a:pt x="1734" y="492"/>
                  </a:lnTo>
                  <a:lnTo>
                    <a:pt x="1730" y="449"/>
                  </a:lnTo>
                  <a:lnTo>
                    <a:pt x="1720" y="409"/>
                  </a:lnTo>
                  <a:lnTo>
                    <a:pt x="1704" y="372"/>
                  </a:lnTo>
                  <a:lnTo>
                    <a:pt x="1682" y="338"/>
                  </a:lnTo>
                  <a:lnTo>
                    <a:pt x="1656" y="307"/>
                  </a:lnTo>
                  <a:lnTo>
                    <a:pt x="1625" y="281"/>
                  </a:lnTo>
                  <a:lnTo>
                    <a:pt x="1591" y="258"/>
                  </a:lnTo>
                  <a:lnTo>
                    <a:pt x="1553" y="243"/>
                  </a:lnTo>
                  <a:lnTo>
                    <a:pt x="1512" y="232"/>
                  </a:lnTo>
                  <a:lnTo>
                    <a:pt x="1470" y="229"/>
                  </a:lnTo>
                  <a:lnTo>
                    <a:pt x="493" y="229"/>
                  </a:lnTo>
                  <a:lnTo>
                    <a:pt x="450" y="232"/>
                  </a:lnTo>
                  <a:lnTo>
                    <a:pt x="410" y="243"/>
                  </a:lnTo>
                  <a:lnTo>
                    <a:pt x="372" y="258"/>
                  </a:lnTo>
                  <a:lnTo>
                    <a:pt x="337" y="281"/>
                  </a:lnTo>
                  <a:lnTo>
                    <a:pt x="307" y="307"/>
                  </a:lnTo>
                  <a:lnTo>
                    <a:pt x="280" y="338"/>
                  </a:lnTo>
                  <a:lnTo>
                    <a:pt x="259" y="372"/>
                  </a:lnTo>
                  <a:lnTo>
                    <a:pt x="243" y="409"/>
                  </a:lnTo>
                  <a:lnTo>
                    <a:pt x="233" y="449"/>
                  </a:lnTo>
                  <a:lnTo>
                    <a:pt x="229" y="492"/>
                  </a:lnTo>
                  <a:lnTo>
                    <a:pt x="229" y="750"/>
                  </a:lnTo>
                  <a:lnTo>
                    <a:pt x="0" y="750"/>
                  </a:lnTo>
                  <a:lnTo>
                    <a:pt x="0" y="492"/>
                  </a:lnTo>
                  <a:lnTo>
                    <a:pt x="4" y="431"/>
                  </a:lnTo>
                  <a:lnTo>
                    <a:pt x="16" y="372"/>
                  </a:lnTo>
                  <a:lnTo>
                    <a:pt x="34" y="314"/>
                  </a:lnTo>
                  <a:lnTo>
                    <a:pt x="57" y="261"/>
                  </a:lnTo>
                  <a:lnTo>
                    <a:pt x="89" y="212"/>
                  </a:lnTo>
                  <a:lnTo>
                    <a:pt x="125" y="166"/>
                  </a:lnTo>
                  <a:lnTo>
                    <a:pt x="165" y="125"/>
                  </a:lnTo>
                  <a:lnTo>
                    <a:pt x="212" y="88"/>
                  </a:lnTo>
                  <a:lnTo>
                    <a:pt x="262" y="58"/>
                  </a:lnTo>
                  <a:lnTo>
                    <a:pt x="315" y="34"/>
                  </a:lnTo>
                  <a:lnTo>
                    <a:pt x="372" y="15"/>
                  </a:lnTo>
                  <a:lnTo>
                    <a:pt x="432" y="4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4872774" y="1822282"/>
            <a:ext cx="878801" cy="943082"/>
            <a:chOff x="8770938" y="1406525"/>
            <a:chExt cx="1584326" cy="1700213"/>
          </a:xfrm>
          <a:solidFill>
            <a:schemeClr val="accent5"/>
          </a:solidFill>
        </p:grpSpPr>
        <p:sp>
          <p:nvSpPr>
            <p:cNvPr id="72" name="Freeform 21"/>
            <p:cNvSpPr>
              <a:spLocks/>
            </p:cNvSpPr>
            <p:nvPr/>
          </p:nvSpPr>
          <p:spPr bwMode="auto">
            <a:xfrm>
              <a:off x="8939213" y="1577975"/>
              <a:ext cx="261938" cy="285750"/>
            </a:xfrm>
            <a:custGeom>
              <a:avLst/>
              <a:gdLst>
                <a:gd name="T0" fmla="*/ 329 w 658"/>
                <a:gd name="T1" fmla="*/ 0 h 723"/>
                <a:gd name="T2" fmla="*/ 378 w 658"/>
                <a:gd name="T3" fmla="*/ 3 h 723"/>
                <a:gd name="T4" fmla="*/ 424 w 658"/>
                <a:gd name="T5" fmla="*/ 13 h 723"/>
                <a:gd name="T6" fmla="*/ 468 w 658"/>
                <a:gd name="T7" fmla="*/ 30 h 723"/>
                <a:gd name="T8" fmla="*/ 509 w 658"/>
                <a:gd name="T9" fmla="*/ 52 h 723"/>
                <a:gd name="T10" fmla="*/ 545 w 658"/>
                <a:gd name="T11" fmla="*/ 81 h 723"/>
                <a:gd name="T12" fmla="*/ 578 w 658"/>
                <a:gd name="T13" fmla="*/ 113 h 723"/>
                <a:gd name="T14" fmla="*/ 606 w 658"/>
                <a:gd name="T15" fmla="*/ 150 h 723"/>
                <a:gd name="T16" fmla="*/ 628 w 658"/>
                <a:gd name="T17" fmla="*/ 190 h 723"/>
                <a:gd name="T18" fmla="*/ 645 w 658"/>
                <a:gd name="T19" fmla="*/ 235 h 723"/>
                <a:gd name="T20" fmla="*/ 656 w 658"/>
                <a:gd name="T21" fmla="*/ 280 h 723"/>
                <a:gd name="T22" fmla="*/ 658 w 658"/>
                <a:gd name="T23" fmla="*/ 330 h 723"/>
                <a:gd name="T24" fmla="*/ 656 w 658"/>
                <a:gd name="T25" fmla="*/ 375 h 723"/>
                <a:gd name="T26" fmla="*/ 647 w 658"/>
                <a:gd name="T27" fmla="*/ 422 h 723"/>
                <a:gd name="T28" fmla="*/ 634 w 658"/>
                <a:gd name="T29" fmla="*/ 468 h 723"/>
                <a:gd name="T30" fmla="*/ 614 w 658"/>
                <a:gd name="T31" fmla="*/ 512 h 723"/>
                <a:gd name="T32" fmla="*/ 591 w 658"/>
                <a:gd name="T33" fmla="*/ 555 h 723"/>
                <a:gd name="T34" fmla="*/ 562 w 658"/>
                <a:gd name="T35" fmla="*/ 594 h 723"/>
                <a:gd name="T36" fmla="*/ 531 w 658"/>
                <a:gd name="T37" fmla="*/ 631 h 723"/>
                <a:gd name="T38" fmla="*/ 496 w 658"/>
                <a:gd name="T39" fmla="*/ 662 h 723"/>
                <a:gd name="T40" fmla="*/ 458 w 658"/>
                <a:gd name="T41" fmla="*/ 687 h 723"/>
                <a:gd name="T42" fmla="*/ 417 w 658"/>
                <a:gd name="T43" fmla="*/ 706 h 723"/>
                <a:gd name="T44" fmla="*/ 374 w 658"/>
                <a:gd name="T45" fmla="*/ 720 h 723"/>
                <a:gd name="T46" fmla="*/ 329 w 658"/>
                <a:gd name="T47" fmla="*/ 723 h 723"/>
                <a:gd name="T48" fmla="*/ 285 w 658"/>
                <a:gd name="T49" fmla="*/ 720 h 723"/>
                <a:gd name="T50" fmla="*/ 242 w 658"/>
                <a:gd name="T51" fmla="*/ 706 h 723"/>
                <a:gd name="T52" fmla="*/ 201 w 658"/>
                <a:gd name="T53" fmla="*/ 687 h 723"/>
                <a:gd name="T54" fmla="*/ 162 w 658"/>
                <a:gd name="T55" fmla="*/ 662 h 723"/>
                <a:gd name="T56" fmla="*/ 127 w 658"/>
                <a:gd name="T57" fmla="*/ 631 h 723"/>
                <a:gd name="T58" fmla="*/ 96 w 658"/>
                <a:gd name="T59" fmla="*/ 594 h 723"/>
                <a:gd name="T60" fmla="*/ 69 w 658"/>
                <a:gd name="T61" fmla="*/ 555 h 723"/>
                <a:gd name="T62" fmla="*/ 45 w 658"/>
                <a:gd name="T63" fmla="*/ 512 h 723"/>
                <a:gd name="T64" fmla="*/ 26 w 658"/>
                <a:gd name="T65" fmla="*/ 468 h 723"/>
                <a:gd name="T66" fmla="*/ 11 w 658"/>
                <a:gd name="T67" fmla="*/ 422 h 723"/>
                <a:gd name="T68" fmla="*/ 2 w 658"/>
                <a:gd name="T69" fmla="*/ 375 h 723"/>
                <a:gd name="T70" fmla="*/ 0 w 658"/>
                <a:gd name="T71" fmla="*/ 330 h 723"/>
                <a:gd name="T72" fmla="*/ 4 w 658"/>
                <a:gd name="T73" fmla="*/ 282 h 723"/>
                <a:gd name="T74" fmla="*/ 14 w 658"/>
                <a:gd name="T75" fmla="*/ 235 h 723"/>
                <a:gd name="T76" fmla="*/ 31 w 658"/>
                <a:gd name="T77" fmla="*/ 190 h 723"/>
                <a:gd name="T78" fmla="*/ 53 w 658"/>
                <a:gd name="T79" fmla="*/ 150 h 723"/>
                <a:gd name="T80" fmla="*/ 80 w 658"/>
                <a:gd name="T81" fmla="*/ 113 h 723"/>
                <a:gd name="T82" fmla="*/ 113 w 658"/>
                <a:gd name="T83" fmla="*/ 81 h 723"/>
                <a:gd name="T84" fmla="*/ 149 w 658"/>
                <a:gd name="T85" fmla="*/ 52 h 723"/>
                <a:gd name="T86" fmla="*/ 190 w 658"/>
                <a:gd name="T87" fmla="*/ 30 h 723"/>
                <a:gd name="T88" fmla="*/ 234 w 658"/>
                <a:gd name="T89" fmla="*/ 13 h 723"/>
                <a:gd name="T90" fmla="*/ 281 w 658"/>
                <a:gd name="T91" fmla="*/ 3 h 723"/>
                <a:gd name="T92" fmla="*/ 329 w 658"/>
                <a:gd name="T93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58" h="723">
                  <a:moveTo>
                    <a:pt x="329" y="0"/>
                  </a:moveTo>
                  <a:lnTo>
                    <a:pt x="378" y="3"/>
                  </a:lnTo>
                  <a:lnTo>
                    <a:pt x="424" y="13"/>
                  </a:lnTo>
                  <a:lnTo>
                    <a:pt x="468" y="30"/>
                  </a:lnTo>
                  <a:lnTo>
                    <a:pt x="509" y="52"/>
                  </a:lnTo>
                  <a:lnTo>
                    <a:pt x="545" y="81"/>
                  </a:lnTo>
                  <a:lnTo>
                    <a:pt x="578" y="113"/>
                  </a:lnTo>
                  <a:lnTo>
                    <a:pt x="606" y="150"/>
                  </a:lnTo>
                  <a:lnTo>
                    <a:pt x="628" y="190"/>
                  </a:lnTo>
                  <a:lnTo>
                    <a:pt x="645" y="235"/>
                  </a:lnTo>
                  <a:lnTo>
                    <a:pt x="656" y="280"/>
                  </a:lnTo>
                  <a:lnTo>
                    <a:pt x="658" y="330"/>
                  </a:lnTo>
                  <a:lnTo>
                    <a:pt x="656" y="375"/>
                  </a:lnTo>
                  <a:lnTo>
                    <a:pt x="647" y="422"/>
                  </a:lnTo>
                  <a:lnTo>
                    <a:pt x="634" y="468"/>
                  </a:lnTo>
                  <a:lnTo>
                    <a:pt x="614" y="512"/>
                  </a:lnTo>
                  <a:lnTo>
                    <a:pt x="591" y="555"/>
                  </a:lnTo>
                  <a:lnTo>
                    <a:pt x="562" y="594"/>
                  </a:lnTo>
                  <a:lnTo>
                    <a:pt x="531" y="631"/>
                  </a:lnTo>
                  <a:lnTo>
                    <a:pt x="496" y="662"/>
                  </a:lnTo>
                  <a:lnTo>
                    <a:pt x="458" y="687"/>
                  </a:lnTo>
                  <a:lnTo>
                    <a:pt x="417" y="706"/>
                  </a:lnTo>
                  <a:lnTo>
                    <a:pt x="374" y="720"/>
                  </a:lnTo>
                  <a:lnTo>
                    <a:pt x="329" y="723"/>
                  </a:lnTo>
                  <a:lnTo>
                    <a:pt x="285" y="720"/>
                  </a:lnTo>
                  <a:lnTo>
                    <a:pt x="242" y="706"/>
                  </a:lnTo>
                  <a:lnTo>
                    <a:pt x="201" y="687"/>
                  </a:lnTo>
                  <a:lnTo>
                    <a:pt x="162" y="662"/>
                  </a:lnTo>
                  <a:lnTo>
                    <a:pt x="127" y="631"/>
                  </a:lnTo>
                  <a:lnTo>
                    <a:pt x="96" y="594"/>
                  </a:lnTo>
                  <a:lnTo>
                    <a:pt x="69" y="555"/>
                  </a:lnTo>
                  <a:lnTo>
                    <a:pt x="45" y="512"/>
                  </a:lnTo>
                  <a:lnTo>
                    <a:pt x="26" y="468"/>
                  </a:lnTo>
                  <a:lnTo>
                    <a:pt x="11" y="422"/>
                  </a:lnTo>
                  <a:lnTo>
                    <a:pt x="2" y="375"/>
                  </a:lnTo>
                  <a:lnTo>
                    <a:pt x="0" y="330"/>
                  </a:lnTo>
                  <a:lnTo>
                    <a:pt x="4" y="282"/>
                  </a:lnTo>
                  <a:lnTo>
                    <a:pt x="14" y="235"/>
                  </a:lnTo>
                  <a:lnTo>
                    <a:pt x="31" y="190"/>
                  </a:lnTo>
                  <a:lnTo>
                    <a:pt x="53" y="150"/>
                  </a:lnTo>
                  <a:lnTo>
                    <a:pt x="80" y="113"/>
                  </a:lnTo>
                  <a:lnTo>
                    <a:pt x="113" y="81"/>
                  </a:lnTo>
                  <a:lnTo>
                    <a:pt x="149" y="52"/>
                  </a:lnTo>
                  <a:lnTo>
                    <a:pt x="190" y="30"/>
                  </a:lnTo>
                  <a:lnTo>
                    <a:pt x="234" y="13"/>
                  </a:lnTo>
                  <a:lnTo>
                    <a:pt x="281" y="3"/>
                  </a:lnTo>
                  <a:lnTo>
                    <a:pt x="3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3" name="Freeform 22"/>
            <p:cNvSpPr>
              <a:spLocks/>
            </p:cNvSpPr>
            <p:nvPr/>
          </p:nvSpPr>
          <p:spPr bwMode="auto">
            <a:xfrm>
              <a:off x="9923463" y="1577975"/>
              <a:ext cx="261938" cy="285750"/>
            </a:xfrm>
            <a:custGeom>
              <a:avLst/>
              <a:gdLst>
                <a:gd name="T0" fmla="*/ 329 w 660"/>
                <a:gd name="T1" fmla="*/ 0 h 723"/>
                <a:gd name="T2" fmla="*/ 379 w 660"/>
                <a:gd name="T3" fmla="*/ 3 h 723"/>
                <a:gd name="T4" fmla="*/ 424 w 660"/>
                <a:gd name="T5" fmla="*/ 13 h 723"/>
                <a:gd name="T6" fmla="*/ 469 w 660"/>
                <a:gd name="T7" fmla="*/ 30 h 723"/>
                <a:gd name="T8" fmla="*/ 509 w 660"/>
                <a:gd name="T9" fmla="*/ 52 h 723"/>
                <a:gd name="T10" fmla="*/ 546 w 660"/>
                <a:gd name="T11" fmla="*/ 81 h 723"/>
                <a:gd name="T12" fmla="*/ 578 w 660"/>
                <a:gd name="T13" fmla="*/ 113 h 723"/>
                <a:gd name="T14" fmla="*/ 607 w 660"/>
                <a:gd name="T15" fmla="*/ 150 h 723"/>
                <a:gd name="T16" fmla="*/ 629 w 660"/>
                <a:gd name="T17" fmla="*/ 190 h 723"/>
                <a:gd name="T18" fmla="*/ 646 w 660"/>
                <a:gd name="T19" fmla="*/ 235 h 723"/>
                <a:gd name="T20" fmla="*/ 656 w 660"/>
                <a:gd name="T21" fmla="*/ 280 h 723"/>
                <a:gd name="T22" fmla="*/ 660 w 660"/>
                <a:gd name="T23" fmla="*/ 330 h 723"/>
                <a:gd name="T24" fmla="*/ 656 w 660"/>
                <a:gd name="T25" fmla="*/ 375 h 723"/>
                <a:gd name="T26" fmla="*/ 647 w 660"/>
                <a:gd name="T27" fmla="*/ 422 h 723"/>
                <a:gd name="T28" fmla="*/ 634 w 660"/>
                <a:gd name="T29" fmla="*/ 468 h 723"/>
                <a:gd name="T30" fmla="*/ 615 w 660"/>
                <a:gd name="T31" fmla="*/ 512 h 723"/>
                <a:gd name="T32" fmla="*/ 591 w 660"/>
                <a:gd name="T33" fmla="*/ 555 h 723"/>
                <a:gd name="T34" fmla="*/ 562 w 660"/>
                <a:gd name="T35" fmla="*/ 594 h 723"/>
                <a:gd name="T36" fmla="*/ 531 w 660"/>
                <a:gd name="T37" fmla="*/ 631 h 723"/>
                <a:gd name="T38" fmla="*/ 496 w 660"/>
                <a:gd name="T39" fmla="*/ 662 h 723"/>
                <a:gd name="T40" fmla="*/ 458 w 660"/>
                <a:gd name="T41" fmla="*/ 687 h 723"/>
                <a:gd name="T42" fmla="*/ 418 w 660"/>
                <a:gd name="T43" fmla="*/ 706 h 723"/>
                <a:gd name="T44" fmla="*/ 375 w 660"/>
                <a:gd name="T45" fmla="*/ 720 h 723"/>
                <a:gd name="T46" fmla="*/ 329 w 660"/>
                <a:gd name="T47" fmla="*/ 723 h 723"/>
                <a:gd name="T48" fmla="*/ 285 w 660"/>
                <a:gd name="T49" fmla="*/ 720 h 723"/>
                <a:gd name="T50" fmla="*/ 242 w 660"/>
                <a:gd name="T51" fmla="*/ 706 h 723"/>
                <a:gd name="T52" fmla="*/ 202 w 660"/>
                <a:gd name="T53" fmla="*/ 687 h 723"/>
                <a:gd name="T54" fmla="*/ 164 w 660"/>
                <a:gd name="T55" fmla="*/ 662 h 723"/>
                <a:gd name="T56" fmla="*/ 129 w 660"/>
                <a:gd name="T57" fmla="*/ 631 h 723"/>
                <a:gd name="T58" fmla="*/ 96 w 660"/>
                <a:gd name="T59" fmla="*/ 594 h 723"/>
                <a:gd name="T60" fmla="*/ 69 w 660"/>
                <a:gd name="T61" fmla="*/ 555 h 723"/>
                <a:gd name="T62" fmla="*/ 46 w 660"/>
                <a:gd name="T63" fmla="*/ 512 h 723"/>
                <a:gd name="T64" fmla="*/ 26 w 660"/>
                <a:gd name="T65" fmla="*/ 468 h 723"/>
                <a:gd name="T66" fmla="*/ 12 w 660"/>
                <a:gd name="T67" fmla="*/ 422 h 723"/>
                <a:gd name="T68" fmla="*/ 3 w 660"/>
                <a:gd name="T69" fmla="*/ 375 h 723"/>
                <a:gd name="T70" fmla="*/ 0 w 660"/>
                <a:gd name="T71" fmla="*/ 330 h 723"/>
                <a:gd name="T72" fmla="*/ 4 w 660"/>
                <a:gd name="T73" fmla="*/ 282 h 723"/>
                <a:gd name="T74" fmla="*/ 14 w 660"/>
                <a:gd name="T75" fmla="*/ 235 h 723"/>
                <a:gd name="T76" fmla="*/ 31 w 660"/>
                <a:gd name="T77" fmla="*/ 190 h 723"/>
                <a:gd name="T78" fmla="*/ 54 w 660"/>
                <a:gd name="T79" fmla="*/ 150 h 723"/>
                <a:gd name="T80" fmla="*/ 81 w 660"/>
                <a:gd name="T81" fmla="*/ 113 h 723"/>
                <a:gd name="T82" fmla="*/ 113 w 660"/>
                <a:gd name="T83" fmla="*/ 81 h 723"/>
                <a:gd name="T84" fmla="*/ 150 w 660"/>
                <a:gd name="T85" fmla="*/ 52 h 723"/>
                <a:gd name="T86" fmla="*/ 192 w 660"/>
                <a:gd name="T87" fmla="*/ 30 h 723"/>
                <a:gd name="T88" fmla="*/ 234 w 660"/>
                <a:gd name="T89" fmla="*/ 13 h 723"/>
                <a:gd name="T90" fmla="*/ 281 w 660"/>
                <a:gd name="T91" fmla="*/ 3 h 723"/>
                <a:gd name="T92" fmla="*/ 329 w 660"/>
                <a:gd name="T93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60" h="723">
                  <a:moveTo>
                    <a:pt x="329" y="0"/>
                  </a:moveTo>
                  <a:lnTo>
                    <a:pt x="379" y="3"/>
                  </a:lnTo>
                  <a:lnTo>
                    <a:pt x="424" y="13"/>
                  </a:lnTo>
                  <a:lnTo>
                    <a:pt x="469" y="30"/>
                  </a:lnTo>
                  <a:lnTo>
                    <a:pt x="509" y="52"/>
                  </a:lnTo>
                  <a:lnTo>
                    <a:pt x="546" y="81"/>
                  </a:lnTo>
                  <a:lnTo>
                    <a:pt x="578" y="113"/>
                  </a:lnTo>
                  <a:lnTo>
                    <a:pt x="607" y="150"/>
                  </a:lnTo>
                  <a:lnTo>
                    <a:pt x="629" y="190"/>
                  </a:lnTo>
                  <a:lnTo>
                    <a:pt x="646" y="235"/>
                  </a:lnTo>
                  <a:lnTo>
                    <a:pt x="656" y="280"/>
                  </a:lnTo>
                  <a:lnTo>
                    <a:pt x="660" y="330"/>
                  </a:lnTo>
                  <a:lnTo>
                    <a:pt x="656" y="375"/>
                  </a:lnTo>
                  <a:lnTo>
                    <a:pt x="647" y="422"/>
                  </a:lnTo>
                  <a:lnTo>
                    <a:pt x="634" y="468"/>
                  </a:lnTo>
                  <a:lnTo>
                    <a:pt x="615" y="512"/>
                  </a:lnTo>
                  <a:lnTo>
                    <a:pt x="591" y="555"/>
                  </a:lnTo>
                  <a:lnTo>
                    <a:pt x="562" y="594"/>
                  </a:lnTo>
                  <a:lnTo>
                    <a:pt x="531" y="631"/>
                  </a:lnTo>
                  <a:lnTo>
                    <a:pt x="496" y="662"/>
                  </a:lnTo>
                  <a:lnTo>
                    <a:pt x="458" y="687"/>
                  </a:lnTo>
                  <a:lnTo>
                    <a:pt x="418" y="706"/>
                  </a:lnTo>
                  <a:lnTo>
                    <a:pt x="375" y="720"/>
                  </a:lnTo>
                  <a:lnTo>
                    <a:pt x="329" y="723"/>
                  </a:lnTo>
                  <a:lnTo>
                    <a:pt x="285" y="720"/>
                  </a:lnTo>
                  <a:lnTo>
                    <a:pt x="242" y="706"/>
                  </a:lnTo>
                  <a:lnTo>
                    <a:pt x="202" y="687"/>
                  </a:lnTo>
                  <a:lnTo>
                    <a:pt x="164" y="662"/>
                  </a:lnTo>
                  <a:lnTo>
                    <a:pt x="129" y="631"/>
                  </a:lnTo>
                  <a:lnTo>
                    <a:pt x="96" y="594"/>
                  </a:lnTo>
                  <a:lnTo>
                    <a:pt x="69" y="555"/>
                  </a:lnTo>
                  <a:lnTo>
                    <a:pt x="46" y="512"/>
                  </a:lnTo>
                  <a:lnTo>
                    <a:pt x="26" y="468"/>
                  </a:lnTo>
                  <a:lnTo>
                    <a:pt x="12" y="422"/>
                  </a:lnTo>
                  <a:lnTo>
                    <a:pt x="3" y="375"/>
                  </a:lnTo>
                  <a:lnTo>
                    <a:pt x="0" y="330"/>
                  </a:lnTo>
                  <a:lnTo>
                    <a:pt x="4" y="282"/>
                  </a:lnTo>
                  <a:lnTo>
                    <a:pt x="14" y="235"/>
                  </a:lnTo>
                  <a:lnTo>
                    <a:pt x="31" y="190"/>
                  </a:lnTo>
                  <a:lnTo>
                    <a:pt x="54" y="150"/>
                  </a:lnTo>
                  <a:lnTo>
                    <a:pt x="81" y="113"/>
                  </a:lnTo>
                  <a:lnTo>
                    <a:pt x="113" y="81"/>
                  </a:lnTo>
                  <a:lnTo>
                    <a:pt x="150" y="52"/>
                  </a:lnTo>
                  <a:lnTo>
                    <a:pt x="192" y="30"/>
                  </a:lnTo>
                  <a:lnTo>
                    <a:pt x="234" y="13"/>
                  </a:lnTo>
                  <a:lnTo>
                    <a:pt x="281" y="3"/>
                  </a:lnTo>
                  <a:lnTo>
                    <a:pt x="3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5" name="Freeform 23"/>
            <p:cNvSpPr>
              <a:spLocks/>
            </p:cNvSpPr>
            <p:nvPr/>
          </p:nvSpPr>
          <p:spPr bwMode="auto">
            <a:xfrm>
              <a:off x="8770938" y="1874838"/>
              <a:ext cx="485775" cy="1062037"/>
            </a:xfrm>
            <a:custGeom>
              <a:avLst/>
              <a:gdLst>
                <a:gd name="T0" fmla="*/ 829 w 1224"/>
                <a:gd name="T1" fmla="*/ 2 h 2674"/>
                <a:gd name="T2" fmla="*/ 977 w 1224"/>
                <a:gd name="T3" fmla="*/ 21 h 2674"/>
                <a:gd name="T4" fmla="*/ 920 w 1224"/>
                <a:gd name="T5" fmla="*/ 1195 h 2674"/>
                <a:gd name="T6" fmla="*/ 924 w 1224"/>
                <a:gd name="T7" fmla="*/ 1288 h 2674"/>
                <a:gd name="T8" fmla="*/ 957 w 1224"/>
                <a:gd name="T9" fmla="*/ 1372 h 2674"/>
                <a:gd name="T10" fmla="*/ 1010 w 1224"/>
                <a:gd name="T11" fmla="*/ 1440 h 2674"/>
                <a:gd name="T12" fmla="*/ 1073 w 1224"/>
                <a:gd name="T13" fmla="*/ 1486 h 2674"/>
                <a:gd name="T14" fmla="*/ 1144 w 1224"/>
                <a:gd name="T15" fmla="*/ 1512 h 2674"/>
                <a:gd name="T16" fmla="*/ 1224 w 1224"/>
                <a:gd name="T17" fmla="*/ 2536 h 2674"/>
                <a:gd name="T18" fmla="*/ 1204 w 1224"/>
                <a:gd name="T19" fmla="*/ 2594 h 2674"/>
                <a:gd name="T20" fmla="*/ 1166 w 1224"/>
                <a:gd name="T21" fmla="*/ 2639 h 2674"/>
                <a:gd name="T22" fmla="*/ 1112 w 1224"/>
                <a:gd name="T23" fmla="*/ 2668 h 2674"/>
                <a:gd name="T24" fmla="*/ 1069 w 1224"/>
                <a:gd name="T25" fmla="*/ 2674 h 2674"/>
                <a:gd name="T26" fmla="*/ 1004 w 1224"/>
                <a:gd name="T27" fmla="*/ 2660 h 2674"/>
                <a:gd name="T28" fmla="*/ 951 w 1224"/>
                <a:gd name="T29" fmla="*/ 2621 h 2674"/>
                <a:gd name="T30" fmla="*/ 919 w 1224"/>
                <a:gd name="T31" fmla="*/ 2564 h 2674"/>
                <a:gd name="T32" fmla="*/ 819 w 1224"/>
                <a:gd name="T33" fmla="*/ 1362 h 2674"/>
                <a:gd name="T34" fmla="*/ 755 w 1224"/>
                <a:gd name="T35" fmla="*/ 1376 h 2674"/>
                <a:gd name="T36" fmla="*/ 692 w 1224"/>
                <a:gd name="T37" fmla="*/ 1362 h 2674"/>
                <a:gd name="T38" fmla="*/ 592 w 1224"/>
                <a:gd name="T39" fmla="*/ 2564 h 2674"/>
                <a:gd name="T40" fmla="*/ 560 w 1224"/>
                <a:gd name="T41" fmla="*/ 2621 h 2674"/>
                <a:gd name="T42" fmla="*/ 508 w 1224"/>
                <a:gd name="T43" fmla="*/ 2660 h 2674"/>
                <a:gd name="T44" fmla="*/ 443 w 1224"/>
                <a:gd name="T45" fmla="*/ 2674 h 2674"/>
                <a:gd name="T46" fmla="*/ 398 w 1224"/>
                <a:gd name="T47" fmla="*/ 2668 h 2674"/>
                <a:gd name="T48" fmla="*/ 345 w 1224"/>
                <a:gd name="T49" fmla="*/ 2639 h 2674"/>
                <a:gd name="T50" fmla="*/ 306 w 1224"/>
                <a:gd name="T51" fmla="*/ 2594 h 2674"/>
                <a:gd name="T52" fmla="*/ 288 w 1224"/>
                <a:gd name="T53" fmla="*/ 2536 h 2674"/>
                <a:gd name="T54" fmla="*/ 390 w 1224"/>
                <a:gd name="T55" fmla="*/ 1213 h 2674"/>
                <a:gd name="T56" fmla="*/ 354 w 1224"/>
                <a:gd name="T57" fmla="*/ 332 h 2674"/>
                <a:gd name="T58" fmla="*/ 253 w 1224"/>
                <a:gd name="T59" fmla="*/ 1216 h 2674"/>
                <a:gd name="T60" fmla="*/ 225 w 1224"/>
                <a:gd name="T61" fmla="*/ 1263 h 2674"/>
                <a:gd name="T62" fmla="*/ 182 w 1224"/>
                <a:gd name="T63" fmla="*/ 1293 h 2674"/>
                <a:gd name="T64" fmla="*/ 130 w 1224"/>
                <a:gd name="T65" fmla="*/ 1305 h 2674"/>
                <a:gd name="T66" fmla="*/ 86 w 1224"/>
                <a:gd name="T67" fmla="*/ 1297 h 2674"/>
                <a:gd name="T68" fmla="*/ 38 w 1224"/>
                <a:gd name="T69" fmla="*/ 1267 h 2674"/>
                <a:gd name="T70" fmla="*/ 7 w 1224"/>
                <a:gd name="T71" fmla="*/ 1219 h 2674"/>
                <a:gd name="T72" fmla="*/ 0 w 1224"/>
                <a:gd name="T73" fmla="*/ 1160 h 2674"/>
                <a:gd name="T74" fmla="*/ 105 w 1224"/>
                <a:gd name="T75" fmla="*/ 215 h 2674"/>
                <a:gd name="T76" fmla="*/ 109 w 1224"/>
                <a:gd name="T77" fmla="*/ 206 h 2674"/>
                <a:gd name="T78" fmla="*/ 113 w 1224"/>
                <a:gd name="T79" fmla="*/ 188 h 2674"/>
                <a:gd name="T80" fmla="*/ 126 w 1224"/>
                <a:gd name="T81" fmla="*/ 163 h 2674"/>
                <a:gd name="T82" fmla="*/ 141 w 1224"/>
                <a:gd name="T83" fmla="*/ 146 h 2674"/>
                <a:gd name="T84" fmla="*/ 148 w 1224"/>
                <a:gd name="T85" fmla="*/ 137 h 2674"/>
                <a:gd name="T86" fmla="*/ 182 w 1224"/>
                <a:gd name="T87" fmla="*/ 116 h 2674"/>
                <a:gd name="T88" fmla="*/ 187 w 1224"/>
                <a:gd name="T89" fmla="*/ 113 h 2674"/>
                <a:gd name="T90" fmla="*/ 190 w 1224"/>
                <a:gd name="T91" fmla="*/ 111 h 2674"/>
                <a:gd name="T92" fmla="*/ 193 w 1224"/>
                <a:gd name="T93" fmla="*/ 111 h 2674"/>
                <a:gd name="T94" fmla="*/ 215 w 1224"/>
                <a:gd name="T95" fmla="*/ 103 h 2674"/>
                <a:gd name="T96" fmla="*/ 267 w 1224"/>
                <a:gd name="T97" fmla="*/ 86 h 2674"/>
                <a:gd name="T98" fmla="*/ 342 w 1224"/>
                <a:gd name="T99" fmla="*/ 64 h 2674"/>
                <a:gd name="T100" fmla="*/ 435 w 1224"/>
                <a:gd name="T101" fmla="*/ 42 h 2674"/>
                <a:gd name="T102" fmla="*/ 538 w 1224"/>
                <a:gd name="T103" fmla="*/ 21 h 2674"/>
                <a:gd name="T104" fmla="*/ 646 w 1224"/>
                <a:gd name="T105" fmla="*/ 5 h 2674"/>
                <a:gd name="T106" fmla="*/ 755 w 1224"/>
                <a:gd name="T107" fmla="*/ 0 h 2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4" h="2674">
                  <a:moveTo>
                    <a:pt x="755" y="0"/>
                  </a:moveTo>
                  <a:lnTo>
                    <a:pt x="829" y="2"/>
                  </a:lnTo>
                  <a:lnTo>
                    <a:pt x="905" y="10"/>
                  </a:lnTo>
                  <a:lnTo>
                    <a:pt x="977" y="21"/>
                  </a:lnTo>
                  <a:lnTo>
                    <a:pt x="1049" y="35"/>
                  </a:lnTo>
                  <a:lnTo>
                    <a:pt x="920" y="1195"/>
                  </a:lnTo>
                  <a:lnTo>
                    <a:pt x="919" y="1242"/>
                  </a:lnTo>
                  <a:lnTo>
                    <a:pt x="924" y="1288"/>
                  </a:lnTo>
                  <a:lnTo>
                    <a:pt x="937" y="1331"/>
                  </a:lnTo>
                  <a:lnTo>
                    <a:pt x="957" y="1372"/>
                  </a:lnTo>
                  <a:lnTo>
                    <a:pt x="983" y="1411"/>
                  </a:lnTo>
                  <a:lnTo>
                    <a:pt x="1010" y="1440"/>
                  </a:lnTo>
                  <a:lnTo>
                    <a:pt x="1040" y="1465"/>
                  </a:lnTo>
                  <a:lnTo>
                    <a:pt x="1073" y="1486"/>
                  </a:lnTo>
                  <a:lnTo>
                    <a:pt x="1108" y="1501"/>
                  </a:lnTo>
                  <a:lnTo>
                    <a:pt x="1144" y="1512"/>
                  </a:lnTo>
                  <a:lnTo>
                    <a:pt x="1224" y="2505"/>
                  </a:lnTo>
                  <a:lnTo>
                    <a:pt x="1224" y="2536"/>
                  </a:lnTo>
                  <a:lnTo>
                    <a:pt x="1217" y="2566"/>
                  </a:lnTo>
                  <a:lnTo>
                    <a:pt x="1204" y="2594"/>
                  </a:lnTo>
                  <a:lnTo>
                    <a:pt x="1187" y="2618"/>
                  </a:lnTo>
                  <a:lnTo>
                    <a:pt x="1166" y="2639"/>
                  </a:lnTo>
                  <a:lnTo>
                    <a:pt x="1140" y="2656"/>
                  </a:lnTo>
                  <a:lnTo>
                    <a:pt x="1112" y="2668"/>
                  </a:lnTo>
                  <a:lnTo>
                    <a:pt x="1080" y="2673"/>
                  </a:lnTo>
                  <a:lnTo>
                    <a:pt x="1069" y="2674"/>
                  </a:lnTo>
                  <a:lnTo>
                    <a:pt x="1035" y="2671"/>
                  </a:lnTo>
                  <a:lnTo>
                    <a:pt x="1004" y="2660"/>
                  </a:lnTo>
                  <a:lnTo>
                    <a:pt x="975" y="2643"/>
                  </a:lnTo>
                  <a:lnTo>
                    <a:pt x="951" y="2621"/>
                  </a:lnTo>
                  <a:lnTo>
                    <a:pt x="932" y="2594"/>
                  </a:lnTo>
                  <a:lnTo>
                    <a:pt x="919" y="2564"/>
                  </a:lnTo>
                  <a:lnTo>
                    <a:pt x="912" y="2530"/>
                  </a:lnTo>
                  <a:lnTo>
                    <a:pt x="819" y="1362"/>
                  </a:lnTo>
                  <a:lnTo>
                    <a:pt x="787" y="1372"/>
                  </a:lnTo>
                  <a:lnTo>
                    <a:pt x="755" y="1376"/>
                  </a:lnTo>
                  <a:lnTo>
                    <a:pt x="722" y="1372"/>
                  </a:lnTo>
                  <a:lnTo>
                    <a:pt x="692" y="1362"/>
                  </a:lnTo>
                  <a:lnTo>
                    <a:pt x="599" y="2530"/>
                  </a:lnTo>
                  <a:lnTo>
                    <a:pt x="592" y="2564"/>
                  </a:lnTo>
                  <a:lnTo>
                    <a:pt x="579" y="2594"/>
                  </a:lnTo>
                  <a:lnTo>
                    <a:pt x="560" y="2621"/>
                  </a:lnTo>
                  <a:lnTo>
                    <a:pt x="536" y="2643"/>
                  </a:lnTo>
                  <a:lnTo>
                    <a:pt x="508" y="2660"/>
                  </a:lnTo>
                  <a:lnTo>
                    <a:pt x="476" y="2671"/>
                  </a:lnTo>
                  <a:lnTo>
                    <a:pt x="443" y="2674"/>
                  </a:lnTo>
                  <a:lnTo>
                    <a:pt x="430" y="2673"/>
                  </a:lnTo>
                  <a:lnTo>
                    <a:pt x="398" y="2668"/>
                  </a:lnTo>
                  <a:lnTo>
                    <a:pt x="370" y="2656"/>
                  </a:lnTo>
                  <a:lnTo>
                    <a:pt x="345" y="2639"/>
                  </a:lnTo>
                  <a:lnTo>
                    <a:pt x="323" y="2618"/>
                  </a:lnTo>
                  <a:lnTo>
                    <a:pt x="306" y="2594"/>
                  </a:lnTo>
                  <a:lnTo>
                    <a:pt x="294" y="2566"/>
                  </a:lnTo>
                  <a:lnTo>
                    <a:pt x="288" y="2536"/>
                  </a:lnTo>
                  <a:lnTo>
                    <a:pt x="286" y="2505"/>
                  </a:lnTo>
                  <a:lnTo>
                    <a:pt x="390" y="1213"/>
                  </a:lnTo>
                  <a:lnTo>
                    <a:pt x="390" y="322"/>
                  </a:lnTo>
                  <a:lnTo>
                    <a:pt x="354" y="332"/>
                  </a:lnTo>
                  <a:lnTo>
                    <a:pt x="259" y="1189"/>
                  </a:lnTo>
                  <a:lnTo>
                    <a:pt x="253" y="1216"/>
                  </a:lnTo>
                  <a:lnTo>
                    <a:pt x="242" y="1241"/>
                  </a:lnTo>
                  <a:lnTo>
                    <a:pt x="225" y="1263"/>
                  </a:lnTo>
                  <a:lnTo>
                    <a:pt x="206" y="1280"/>
                  </a:lnTo>
                  <a:lnTo>
                    <a:pt x="182" y="1293"/>
                  </a:lnTo>
                  <a:lnTo>
                    <a:pt x="157" y="1302"/>
                  </a:lnTo>
                  <a:lnTo>
                    <a:pt x="130" y="1305"/>
                  </a:lnTo>
                  <a:lnTo>
                    <a:pt x="115" y="1305"/>
                  </a:lnTo>
                  <a:lnTo>
                    <a:pt x="86" y="1297"/>
                  </a:lnTo>
                  <a:lnTo>
                    <a:pt x="60" y="1284"/>
                  </a:lnTo>
                  <a:lnTo>
                    <a:pt x="38" y="1267"/>
                  </a:lnTo>
                  <a:lnTo>
                    <a:pt x="20" y="1245"/>
                  </a:lnTo>
                  <a:lnTo>
                    <a:pt x="7" y="1219"/>
                  </a:lnTo>
                  <a:lnTo>
                    <a:pt x="0" y="1190"/>
                  </a:lnTo>
                  <a:lnTo>
                    <a:pt x="0" y="1160"/>
                  </a:lnTo>
                  <a:lnTo>
                    <a:pt x="104" y="220"/>
                  </a:lnTo>
                  <a:lnTo>
                    <a:pt x="105" y="215"/>
                  </a:lnTo>
                  <a:lnTo>
                    <a:pt x="107" y="210"/>
                  </a:lnTo>
                  <a:lnTo>
                    <a:pt x="109" y="206"/>
                  </a:lnTo>
                  <a:lnTo>
                    <a:pt x="111" y="201"/>
                  </a:lnTo>
                  <a:lnTo>
                    <a:pt x="113" y="188"/>
                  </a:lnTo>
                  <a:lnTo>
                    <a:pt x="118" y="176"/>
                  </a:lnTo>
                  <a:lnTo>
                    <a:pt x="126" y="163"/>
                  </a:lnTo>
                  <a:lnTo>
                    <a:pt x="137" y="151"/>
                  </a:lnTo>
                  <a:lnTo>
                    <a:pt x="141" y="146"/>
                  </a:lnTo>
                  <a:lnTo>
                    <a:pt x="143" y="141"/>
                  </a:lnTo>
                  <a:lnTo>
                    <a:pt x="148" y="137"/>
                  </a:lnTo>
                  <a:lnTo>
                    <a:pt x="164" y="125"/>
                  </a:lnTo>
                  <a:lnTo>
                    <a:pt x="182" y="116"/>
                  </a:lnTo>
                  <a:lnTo>
                    <a:pt x="185" y="115"/>
                  </a:lnTo>
                  <a:lnTo>
                    <a:pt x="187" y="113"/>
                  </a:lnTo>
                  <a:lnTo>
                    <a:pt x="190" y="112"/>
                  </a:lnTo>
                  <a:lnTo>
                    <a:pt x="190" y="111"/>
                  </a:lnTo>
                  <a:lnTo>
                    <a:pt x="191" y="111"/>
                  </a:lnTo>
                  <a:lnTo>
                    <a:pt x="193" y="111"/>
                  </a:lnTo>
                  <a:lnTo>
                    <a:pt x="199" y="108"/>
                  </a:lnTo>
                  <a:lnTo>
                    <a:pt x="215" y="103"/>
                  </a:lnTo>
                  <a:lnTo>
                    <a:pt x="238" y="95"/>
                  </a:lnTo>
                  <a:lnTo>
                    <a:pt x="267" y="86"/>
                  </a:lnTo>
                  <a:lnTo>
                    <a:pt x="302" y="75"/>
                  </a:lnTo>
                  <a:lnTo>
                    <a:pt x="342" y="64"/>
                  </a:lnTo>
                  <a:lnTo>
                    <a:pt x="387" y="52"/>
                  </a:lnTo>
                  <a:lnTo>
                    <a:pt x="435" y="42"/>
                  </a:lnTo>
                  <a:lnTo>
                    <a:pt x="484" y="30"/>
                  </a:lnTo>
                  <a:lnTo>
                    <a:pt x="538" y="21"/>
                  </a:lnTo>
                  <a:lnTo>
                    <a:pt x="591" y="12"/>
                  </a:lnTo>
                  <a:lnTo>
                    <a:pt x="646" y="5"/>
                  </a:lnTo>
                  <a:lnTo>
                    <a:pt x="702" y="1"/>
                  </a:lnTo>
                  <a:lnTo>
                    <a:pt x="7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6" name="Freeform 24"/>
            <p:cNvSpPr>
              <a:spLocks/>
            </p:cNvSpPr>
            <p:nvPr/>
          </p:nvSpPr>
          <p:spPr bwMode="auto">
            <a:xfrm>
              <a:off x="9867901" y="1874838"/>
              <a:ext cx="487363" cy="1062037"/>
            </a:xfrm>
            <a:custGeom>
              <a:avLst/>
              <a:gdLst>
                <a:gd name="T0" fmla="*/ 521 w 1225"/>
                <a:gd name="T1" fmla="*/ 1 h 2673"/>
                <a:gd name="T2" fmla="*/ 623 w 1225"/>
                <a:gd name="T3" fmla="*/ 10 h 2673"/>
                <a:gd name="T4" fmla="*/ 725 w 1225"/>
                <a:gd name="T5" fmla="*/ 27 h 2673"/>
                <a:gd name="T6" fmla="*/ 820 w 1225"/>
                <a:gd name="T7" fmla="*/ 48 h 2673"/>
                <a:gd name="T8" fmla="*/ 903 w 1225"/>
                <a:gd name="T9" fmla="*/ 70 h 2673"/>
                <a:gd name="T10" fmla="*/ 970 w 1225"/>
                <a:gd name="T11" fmla="*/ 90 h 2673"/>
                <a:gd name="T12" fmla="*/ 1015 w 1225"/>
                <a:gd name="T13" fmla="*/ 104 h 2673"/>
                <a:gd name="T14" fmla="*/ 1035 w 1225"/>
                <a:gd name="T15" fmla="*/ 112 h 2673"/>
                <a:gd name="T16" fmla="*/ 1042 w 1225"/>
                <a:gd name="T17" fmla="*/ 116 h 2673"/>
                <a:gd name="T18" fmla="*/ 1050 w 1225"/>
                <a:gd name="T19" fmla="*/ 121 h 2673"/>
                <a:gd name="T20" fmla="*/ 1075 w 1225"/>
                <a:gd name="T21" fmla="*/ 135 h 2673"/>
                <a:gd name="T22" fmla="*/ 1085 w 1225"/>
                <a:gd name="T23" fmla="*/ 148 h 2673"/>
                <a:gd name="T24" fmla="*/ 1096 w 1225"/>
                <a:gd name="T25" fmla="*/ 161 h 2673"/>
                <a:gd name="T26" fmla="*/ 1105 w 1225"/>
                <a:gd name="T27" fmla="*/ 174 h 2673"/>
                <a:gd name="T28" fmla="*/ 1114 w 1225"/>
                <a:gd name="T29" fmla="*/ 202 h 2673"/>
                <a:gd name="T30" fmla="*/ 1118 w 1225"/>
                <a:gd name="T31" fmla="*/ 214 h 2673"/>
                <a:gd name="T32" fmla="*/ 1225 w 1225"/>
                <a:gd name="T33" fmla="*/ 1160 h 2673"/>
                <a:gd name="T34" fmla="*/ 1217 w 1225"/>
                <a:gd name="T35" fmla="*/ 1219 h 2673"/>
                <a:gd name="T36" fmla="*/ 1187 w 1225"/>
                <a:gd name="T37" fmla="*/ 1267 h 2673"/>
                <a:gd name="T38" fmla="*/ 1139 w 1225"/>
                <a:gd name="T39" fmla="*/ 1297 h 2673"/>
                <a:gd name="T40" fmla="*/ 1102 w 1225"/>
                <a:gd name="T41" fmla="*/ 1305 h 2673"/>
                <a:gd name="T42" fmla="*/ 1067 w 1225"/>
                <a:gd name="T43" fmla="*/ 1302 h 2673"/>
                <a:gd name="T44" fmla="*/ 1019 w 1225"/>
                <a:gd name="T45" fmla="*/ 1280 h 2673"/>
                <a:gd name="T46" fmla="*/ 983 w 1225"/>
                <a:gd name="T47" fmla="*/ 1241 h 2673"/>
                <a:gd name="T48" fmla="*/ 966 w 1225"/>
                <a:gd name="T49" fmla="*/ 1189 h 2673"/>
                <a:gd name="T50" fmla="*/ 834 w 1225"/>
                <a:gd name="T51" fmla="*/ 322 h 2673"/>
                <a:gd name="T52" fmla="*/ 937 w 1225"/>
                <a:gd name="T53" fmla="*/ 2505 h 2673"/>
                <a:gd name="T54" fmla="*/ 931 w 1225"/>
                <a:gd name="T55" fmla="*/ 2566 h 2673"/>
                <a:gd name="T56" fmla="*/ 901 w 1225"/>
                <a:gd name="T57" fmla="*/ 2618 h 2673"/>
                <a:gd name="T58" fmla="*/ 854 w 1225"/>
                <a:gd name="T59" fmla="*/ 2656 h 2673"/>
                <a:gd name="T60" fmla="*/ 794 w 1225"/>
                <a:gd name="T61" fmla="*/ 2673 h 2673"/>
                <a:gd name="T62" fmla="*/ 748 w 1225"/>
                <a:gd name="T63" fmla="*/ 2671 h 2673"/>
                <a:gd name="T64" fmla="*/ 688 w 1225"/>
                <a:gd name="T65" fmla="*/ 2643 h 2673"/>
                <a:gd name="T66" fmla="*/ 645 w 1225"/>
                <a:gd name="T67" fmla="*/ 2594 h 2673"/>
                <a:gd name="T68" fmla="*/ 626 w 1225"/>
                <a:gd name="T69" fmla="*/ 2530 h 2673"/>
                <a:gd name="T70" fmla="*/ 502 w 1225"/>
                <a:gd name="T71" fmla="*/ 1372 h 2673"/>
                <a:gd name="T72" fmla="*/ 436 w 1225"/>
                <a:gd name="T73" fmla="*/ 1372 h 2673"/>
                <a:gd name="T74" fmla="*/ 312 w 1225"/>
                <a:gd name="T75" fmla="*/ 2530 h 2673"/>
                <a:gd name="T76" fmla="*/ 293 w 1225"/>
                <a:gd name="T77" fmla="*/ 2594 h 2673"/>
                <a:gd name="T78" fmla="*/ 250 w 1225"/>
                <a:gd name="T79" fmla="*/ 2643 h 2673"/>
                <a:gd name="T80" fmla="*/ 190 w 1225"/>
                <a:gd name="T81" fmla="*/ 2671 h 2673"/>
                <a:gd name="T82" fmla="*/ 143 w 1225"/>
                <a:gd name="T83" fmla="*/ 2673 h 2673"/>
                <a:gd name="T84" fmla="*/ 83 w 1225"/>
                <a:gd name="T85" fmla="*/ 2656 h 2673"/>
                <a:gd name="T86" fmla="*/ 36 w 1225"/>
                <a:gd name="T87" fmla="*/ 2618 h 2673"/>
                <a:gd name="T88" fmla="*/ 8 w 1225"/>
                <a:gd name="T89" fmla="*/ 2566 h 2673"/>
                <a:gd name="T90" fmla="*/ 0 w 1225"/>
                <a:gd name="T91" fmla="*/ 2505 h 2673"/>
                <a:gd name="T92" fmla="*/ 117 w 1225"/>
                <a:gd name="T93" fmla="*/ 1501 h 2673"/>
                <a:gd name="T94" fmla="*/ 185 w 1225"/>
                <a:gd name="T95" fmla="*/ 1465 h 2673"/>
                <a:gd name="T96" fmla="*/ 242 w 1225"/>
                <a:gd name="T97" fmla="*/ 1411 h 2673"/>
                <a:gd name="T98" fmla="*/ 288 w 1225"/>
                <a:gd name="T99" fmla="*/ 1331 h 2673"/>
                <a:gd name="T100" fmla="*/ 306 w 1225"/>
                <a:gd name="T101" fmla="*/ 1242 h 2673"/>
                <a:gd name="T102" fmla="*/ 176 w 1225"/>
                <a:gd name="T103" fmla="*/ 35 h 2673"/>
                <a:gd name="T104" fmla="*/ 320 w 1225"/>
                <a:gd name="T105" fmla="*/ 10 h 2673"/>
                <a:gd name="T106" fmla="*/ 468 w 1225"/>
                <a:gd name="T107" fmla="*/ 0 h 2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5" h="2673">
                  <a:moveTo>
                    <a:pt x="468" y="0"/>
                  </a:moveTo>
                  <a:lnTo>
                    <a:pt x="521" y="1"/>
                  </a:lnTo>
                  <a:lnTo>
                    <a:pt x="573" y="5"/>
                  </a:lnTo>
                  <a:lnTo>
                    <a:pt x="623" y="10"/>
                  </a:lnTo>
                  <a:lnTo>
                    <a:pt x="675" y="18"/>
                  </a:lnTo>
                  <a:lnTo>
                    <a:pt x="725" y="27"/>
                  </a:lnTo>
                  <a:lnTo>
                    <a:pt x="774" y="38"/>
                  </a:lnTo>
                  <a:lnTo>
                    <a:pt x="820" y="48"/>
                  </a:lnTo>
                  <a:lnTo>
                    <a:pt x="863" y="58"/>
                  </a:lnTo>
                  <a:lnTo>
                    <a:pt x="903" y="70"/>
                  </a:lnTo>
                  <a:lnTo>
                    <a:pt x="938" y="81"/>
                  </a:lnTo>
                  <a:lnTo>
                    <a:pt x="970" y="90"/>
                  </a:lnTo>
                  <a:lnTo>
                    <a:pt x="996" y="98"/>
                  </a:lnTo>
                  <a:lnTo>
                    <a:pt x="1015" y="104"/>
                  </a:lnTo>
                  <a:lnTo>
                    <a:pt x="1028" y="109"/>
                  </a:lnTo>
                  <a:lnTo>
                    <a:pt x="1035" y="112"/>
                  </a:lnTo>
                  <a:lnTo>
                    <a:pt x="1039" y="113"/>
                  </a:lnTo>
                  <a:lnTo>
                    <a:pt x="1042" y="116"/>
                  </a:lnTo>
                  <a:lnTo>
                    <a:pt x="1046" y="118"/>
                  </a:lnTo>
                  <a:lnTo>
                    <a:pt x="1050" y="121"/>
                  </a:lnTo>
                  <a:lnTo>
                    <a:pt x="1063" y="128"/>
                  </a:lnTo>
                  <a:lnTo>
                    <a:pt x="1075" y="135"/>
                  </a:lnTo>
                  <a:lnTo>
                    <a:pt x="1080" y="142"/>
                  </a:lnTo>
                  <a:lnTo>
                    <a:pt x="1085" y="148"/>
                  </a:lnTo>
                  <a:lnTo>
                    <a:pt x="1091" y="155"/>
                  </a:lnTo>
                  <a:lnTo>
                    <a:pt x="1096" y="161"/>
                  </a:lnTo>
                  <a:lnTo>
                    <a:pt x="1101" y="168"/>
                  </a:lnTo>
                  <a:lnTo>
                    <a:pt x="1105" y="174"/>
                  </a:lnTo>
                  <a:lnTo>
                    <a:pt x="1110" y="188"/>
                  </a:lnTo>
                  <a:lnTo>
                    <a:pt x="1114" y="202"/>
                  </a:lnTo>
                  <a:lnTo>
                    <a:pt x="1117" y="207"/>
                  </a:lnTo>
                  <a:lnTo>
                    <a:pt x="1118" y="214"/>
                  </a:lnTo>
                  <a:lnTo>
                    <a:pt x="1119" y="220"/>
                  </a:lnTo>
                  <a:lnTo>
                    <a:pt x="1225" y="1160"/>
                  </a:lnTo>
                  <a:lnTo>
                    <a:pt x="1225" y="1190"/>
                  </a:lnTo>
                  <a:lnTo>
                    <a:pt x="1217" y="1219"/>
                  </a:lnTo>
                  <a:lnTo>
                    <a:pt x="1205" y="1243"/>
                  </a:lnTo>
                  <a:lnTo>
                    <a:pt x="1187" y="1267"/>
                  </a:lnTo>
                  <a:lnTo>
                    <a:pt x="1165" y="1284"/>
                  </a:lnTo>
                  <a:lnTo>
                    <a:pt x="1139" y="1297"/>
                  </a:lnTo>
                  <a:lnTo>
                    <a:pt x="1109" y="1303"/>
                  </a:lnTo>
                  <a:lnTo>
                    <a:pt x="1102" y="1305"/>
                  </a:lnTo>
                  <a:lnTo>
                    <a:pt x="1095" y="1305"/>
                  </a:lnTo>
                  <a:lnTo>
                    <a:pt x="1067" y="1302"/>
                  </a:lnTo>
                  <a:lnTo>
                    <a:pt x="1041" y="1293"/>
                  </a:lnTo>
                  <a:lnTo>
                    <a:pt x="1019" y="1280"/>
                  </a:lnTo>
                  <a:lnTo>
                    <a:pt x="998" y="1262"/>
                  </a:lnTo>
                  <a:lnTo>
                    <a:pt x="983" y="1241"/>
                  </a:lnTo>
                  <a:lnTo>
                    <a:pt x="971" y="1216"/>
                  </a:lnTo>
                  <a:lnTo>
                    <a:pt x="966" y="1189"/>
                  </a:lnTo>
                  <a:lnTo>
                    <a:pt x="871" y="332"/>
                  </a:lnTo>
                  <a:lnTo>
                    <a:pt x="834" y="322"/>
                  </a:lnTo>
                  <a:lnTo>
                    <a:pt x="834" y="1212"/>
                  </a:lnTo>
                  <a:lnTo>
                    <a:pt x="937" y="2505"/>
                  </a:lnTo>
                  <a:lnTo>
                    <a:pt x="937" y="2536"/>
                  </a:lnTo>
                  <a:lnTo>
                    <a:pt x="931" y="2566"/>
                  </a:lnTo>
                  <a:lnTo>
                    <a:pt x="918" y="2594"/>
                  </a:lnTo>
                  <a:lnTo>
                    <a:pt x="901" y="2618"/>
                  </a:lnTo>
                  <a:lnTo>
                    <a:pt x="880" y="2639"/>
                  </a:lnTo>
                  <a:lnTo>
                    <a:pt x="854" y="2656"/>
                  </a:lnTo>
                  <a:lnTo>
                    <a:pt x="825" y="2668"/>
                  </a:lnTo>
                  <a:lnTo>
                    <a:pt x="794" y="2673"/>
                  </a:lnTo>
                  <a:lnTo>
                    <a:pt x="782" y="2673"/>
                  </a:lnTo>
                  <a:lnTo>
                    <a:pt x="748" y="2671"/>
                  </a:lnTo>
                  <a:lnTo>
                    <a:pt x="717" y="2660"/>
                  </a:lnTo>
                  <a:lnTo>
                    <a:pt x="688" y="2643"/>
                  </a:lnTo>
                  <a:lnTo>
                    <a:pt x="665" y="2621"/>
                  </a:lnTo>
                  <a:lnTo>
                    <a:pt x="645" y="2594"/>
                  </a:lnTo>
                  <a:lnTo>
                    <a:pt x="632" y="2564"/>
                  </a:lnTo>
                  <a:lnTo>
                    <a:pt x="626" y="2530"/>
                  </a:lnTo>
                  <a:lnTo>
                    <a:pt x="532" y="1362"/>
                  </a:lnTo>
                  <a:lnTo>
                    <a:pt x="502" y="1372"/>
                  </a:lnTo>
                  <a:lnTo>
                    <a:pt x="468" y="1376"/>
                  </a:lnTo>
                  <a:lnTo>
                    <a:pt x="436" y="1372"/>
                  </a:lnTo>
                  <a:lnTo>
                    <a:pt x="406" y="1362"/>
                  </a:lnTo>
                  <a:lnTo>
                    <a:pt x="312" y="2530"/>
                  </a:lnTo>
                  <a:lnTo>
                    <a:pt x="306" y="2564"/>
                  </a:lnTo>
                  <a:lnTo>
                    <a:pt x="293" y="2594"/>
                  </a:lnTo>
                  <a:lnTo>
                    <a:pt x="273" y="2621"/>
                  </a:lnTo>
                  <a:lnTo>
                    <a:pt x="250" y="2643"/>
                  </a:lnTo>
                  <a:lnTo>
                    <a:pt x="221" y="2660"/>
                  </a:lnTo>
                  <a:lnTo>
                    <a:pt x="190" y="2671"/>
                  </a:lnTo>
                  <a:lnTo>
                    <a:pt x="156" y="2673"/>
                  </a:lnTo>
                  <a:lnTo>
                    <a:pt x="143" y="2673"/>
                  </a:lnTo>
                  <a:lnTo>
                    <a:pt x="112" y="2668"/>
                  </a:lnTo>
                  <a:lnTo>
                    <a:pt x="83" y="2656"/>
                  </a:lnTo>
                  <a:lnTo>
                    <a:pt x="58" y="2639"/>
                  </a:lnTo>
                  <a:lnTo>
                    <a:pt x="36" y="2618"/>
                  </a:lnTo>
                  <a:lnTo>
                    <a:pt x="19" y="2594"/>
                  </a:lnTo>
                  <a:lnTo>
                    <a:pt x="8" y="2566"/>
                  </a:lnTo>
                  <a:lnTo>
                    <a:pt x="1" y="2536"/>
                  </a:lnTo>
                  <a:lnTo>
                    <a:pt x="0" y="2505"/>
                  </a:lnTo>
                  <a:lnTo>
                    <a:pt x="79" y="1512"/>
                  </a:lnTo>
                  <a:lnTo>
                    <a:pt x="117" y="1501"/>
                  </a:lnTo>
                  <a:lnTo>
                    <a:pt x="152" y="1486"/>
                  </a:lnTo>
                  <a:lnTo>
                    <a:pt x="185" y="1465"/>
                  </a:lnTo>
                  <a:lnTo>
                    <a:pt x="215" y="1440"/>
                  </a:lnTo>
                  <a:lnTo>
                    <a:pt x="242" y="1411"/>
                  </a:lnTo>
                  <a:lnTo>
                    <a:pt x="268" y="1372"/>
                  </a:lnTo>
                  <a:lnTo>
                    <a:pt x="288" y="1331"/>
                  </a:lnTo>
                  <a:lnTo>
                    <a:pt x="299" y="1288"/>
                  </a:lnTo>
                  <a:lnTo>
                    <a:pt x="306" y="1242"/>
                  </a:lnTo>
                  <a:lnTo>
                    <a:pt x="304" y="1195"/>
                  </a:lnTo>
                  <a:lnTo>
                    <a:pt x="176" y="35"/>
                  </a:lnTo>
                  <a:lnTo>
                    <a:pt x="246" y="21"/>
                  </a:lnTo>
                  <a:lnTo>
                    <a:pt x="320" y="10"/>
                  </a:lnTo>
                  <a:lnTo>
                    <a:pt x="394" y="2"/>
                  </a:lnTo>
                  <a:lnTo>
                    <a:pt x="4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8" name="Freeform 25"/>
            <p:cNvSpPr>
              <a:spLocks/>
            </p:cNvSpPr>
            <p:nvPr/>
          </p:nvSpPr>
          <p:spPr bwMode="auto">
            <a:xfrm>
              <a:off x="9399588" y="1406525"/>
              <a:ext cx="327025" cy="358775"/>
            </a:xfrm>
            <a:custGeom>
              <a:avLst/>
              <a:gdLst>
                <a:gd name="T0" fmla="*/ 411 w 825"/>
                <a:gd name="T1" fmla="*/ 0 h 905"/>
                <a:gd name="T2" fmla="*/ 468 w 825"/>
                <a:gd name="T3" fmla="*/ 4 h 905"/>
                <a:gd name="T4" fmla="*/ 522 w 825"/>
                <a:gd name="T5" fmla="*/ 15 h 905"/>
                <a:gd name="T6" fmla="*/ 572 w 825"/>
                <a:gd name="T7" fmla="*/ 32 h 905"/>
                <a:gd name="T8" fmla="*/ 621 w 825"/>
                <a:gd name="T9" fmla="*/ 56 h 905"/>
                <a:gd name="T10" fmla="*/ 664 w 825"/>
                <a:gd name="T11" fmla="*/ 86 h 905"/>
                <a:gd name="T12" fmla="*/ 704 w 825"/>
                <a:gd name="T13" fmla="*/ 121 h 905"/>
                <a:gd name="T14" fmla="*/ 739 w 825"/>
                <a:gd name="T15" fmla="*/ 160 h 905"/>
                <a:gd name="T16" fmla="*/ 768 w 825"/>
                <a:gd name="T17" fmla="*/ 204 h 905"/>
                <a:gd name="T18" fmla="*/ 792 w 825"/>
                <a:gd name="T19" fmla="*/ 252 h 905"/>
                <a:gd name="T20" fmla="*/ 809 w 825"/>
                <a:gd name="T21" fmla="*/ 303 h 905"/>
                <a:gd name="T22" fmla="*/ 821 w 825"/>
                <a:gd name="T23" fmla="*/ 357 h 905"/>
                <a:gd name="T24" fmla="*/ 825 w 825"/>
                <a:gd name="T25" fmla="*/ 413 h 905"/>
                <a:gd name="T26" fmla="*/ 821 w 825"/>
                <a:gd name="T27" fmla="*/ 462 h 905"/>
                <a:gd name="T28" fmla="*/ 813 w 825"/>
                <a:gd name="T29" fmla="*/ 512 h 905"/>
                <a:gd name="T30" fmla="*/ 800 w 825"/>
                <a:gd name="T31" fmla="*/ 561 h 905"/>
                <a:gd name="T32" fmla="*/ 782 w 825"/>
                <a:gd name="T33" fmla="*/ 611 h 905"/>
                <a:gd name="T34" fmla="*/ 760 w 825"/>
                <a:gd name="T35" fmla="*/ 658 h 905"/>
                <a:gd name="T36" fmla="*/ 734 w 825"/>
                <a:gd name="T37" fmla="*/ 702 h 905"/>
                <a:gd name="T38" fmla="*/ 704 w 825"/>
                <a:gd name="T39" fmla="*/ 745 h 905"/>
                <a:gd name="T40" fmla="*/ 670 w 825"/>
                <a:gd name="T41" fmla="*/ 784 h 905"/>
                <a:gd name="T42" fmla="*/ 634 w 825"/>
                <a:gd name="T43" fmla="*/ 818 h 905"/>
                <a:gd name="T44" fmla="*/ 593 w 825"/>
                <a:gd name="T45" fmla="*/ 848 h 905"/>
                <a:gd name="T46" fmla="*/ 552 w 825"/>
                <a:gd name="T47" fmla="*/ 873 h 905"/>
                <a:gd name="T48" fmla="*/ 506 w 825"/>
                <a:gd name="T49" fmla="*/ 890 h 905"/>
                <a:gd name="T50" fmla="*/ 461 w 825"/>
                <a:gd name="T51" fmla="*/ 902 h 905"/>
                <a:gd name="T52" fmla="*/ 411 w 825"/>
                <a:gd name="T53" fmla="*/ 905 h 905"/>
                <a:gd name="T54" fmla="*/ 364 w 825"/>
                <a:gd name="T55" fmla="*/ 902 h 905"/>
                <a:gd name="T56" fmla="*/ 317 w 825"/>
                <a:gd name="T57" fmla="*/ 890 h 905"/>
                <a:gd name="T58" fmla="*/ 273 w 825"/>
                <a:gd name="T59" fmla="*/ 873 h 905"/>
                <a:gd name="T60" fmla="*/ 230 w 825"/>
                <a:gd name="T61" fmla="*/ 848 h 905"/>
                <a:gd name="T62" fmla="*/ 191 w 825"/>
                <a:gd name="T63" fmla="*/ 818 h 905"/>
                <a:gd name="T64" fmla="*/ 155 w 825"/>
                <a:gd name="T65" fmla="*/ 784 h 905"/>
                <a:gd name="T66" fmla="*/ 121 w 825"/>
                <a:gd name="T67" fmla="*/ 745 h 905"/>
                <a:gd name="T68" fmla="*/ 90 w 825"/>
                <a:gd name="T69" fmla="*/ 702 h 905"/>
                <a:gd name="T70" fmla="*/ 64 w 825"/>
                <a:gd name="T71" fmla="*/ 658 h 905"/>
                <a:gd name="T72" fmla="*/ 41 w 825"/>
                <a:gd name="T73" fmla="*/ 611 h 905"/>
                <a:gd name="T74" fmla="*/ 23 w 825"/>
                <a:gd name="T75" fmla="*/ 561 h 905"/>
                <a:gd name="T76" fmla="*/ 10 w 825"/>
                <a:gd name="T77" fmla="*/ 512 h 905"/>
                <a:gd name="T78" fmla="*/ 2 w 825"/>
                <a:gd name="T79" fmla="*/ 462 h 905"/>
                <a:gd name="T80" fmla="*/ 0 w 825"/>
                <a:gd name="T81" fmla="*/ 413 h 905"/>
                <a:gd name="T82" fmla="*/ 4 w 825"/>
                <a:gd name="T83" fmla="*/ 357 h 905"/>
                <a:gd name="T84" fmla="*/ 14 w 825"/>
                <a:gd name="T85" fmla="*/ 303 h 905"/>
                <a:gd name="T86" fmla="*/ 32 w 825"/>
                <a:gd name="T87" fmla="*/ 252 h 905"/>
                <a:gd name="T88" fmla="*/ 56 w 825"/>
                <a:gd name="T89" fmla="*/ 204 h 905"/>
                <a:gd name="T90" fmla="*/ 86 w 825"/>
                <a:gd name="T91" fmla="*/ 160 h 905"/>
                <a:gd name="T92" fmla="*/ 121 w 825"/>
                <a:gd name="T93" fmla="*/ 121 h 905"/>
                <a:gd name="T94" fmla="*/ 160 w 825"/>
                <a:gd name="T95" fmla="*/ 86 h 905"/>
                <a:gd name="T96" fmla="*/ 204 w 825"/>
                <a:gd name="T97" fmla="*/ 56 h 905"/>
                <a:gd name="T98" fmla="*/ 251 w 825"/>
                <a:gd name="T99" fmla="*/ 32 h 905"/>
                <a:gd name="T100" fmla="*/ 303 w 825"/>
                <a:gd name="T101" fmla="*/ 15 h 905"/>
                <a:gd name="T102" fmla="*/ 356 w 825"/>
                <a:gd name="T103" fmla="*/ 4 h 905"/>
                <a:gd name="T104" fmla="*/ 411 w 825"/>
                <a:gd name="T105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5" h="905">
                  <a:moveTo>
                    <a:pt x="411" y="0"/>
                  </a:moveTo>
                  <a:lnTo>
                    <a:pt x="468" y="4"/>
                  </a:lnTo>
                  <a:lnTo>
                    <a:pt x="522" y="15"/>
                  </a:lnTo>
                  <a:lnTo>
                    <a:pt x="572" y="32"/>
                  </a:lnTo>
                  <a:lnTo>
                    <a:pt x="621" y="56"/>
                  </a:lnTo>
                  <a:lnTo>
                    <a:pt x="664" y="86"/>
                  </a:lnTo>
                  <a:lnTo>
                    <a:pt x="704" y="121"/>
                  </a:lnTo>
                  <a:lnTo>
                    <a:pt x="739" y="160"/>
                  </a:lnTo>
                  <a:lnTo>
                    <a:pt x="768" y="204"/>
                  </a:lnTo>
                  <a:lnTo>
                    <a:pt x="792" y="252"/>
                  </a:lnTo>
                  <a:lnTo>
                    <a:pt x="809" y="303"/>
                  </a:lnTo>
                  <a:lnTo>
                    <a:pt x="821" y="357"/>
                  </a:lnTo>
                  <a:lnTo>
                    <a:pt x="825" y="413"/>
                  </a:lnTo>
                  <a:lnTo>
                    <a:pt x="821" y="462"/>
                  </a:lnTo>
                  <a:lnTo>
                    <a:pt x="813" y="512"/>
                  </a:lnTo>
                  <a:lnTo>
                    <a:pt x="800" y="561"/>
                  </a:lnTo>
                  <a:lnTo>
                    <a:pt x="782" y="611"/>
                  </a:lnTo>
                  <a:lnTo>
                    <a:pt x="760" y="658"/>
                  </a:lnTo>
                  <a:lnTo>
                    <a:pt x="734" y="702"/>
                  </a:lnTo>
                  <a:lnTo>
                    <a:pt x="704" y="745"/>
                  </a:lnTo>
                  <a:lnTo>
                    <a:pt x="670" y="784"/>
                  </a:lnTo>
                  <a:lnTo>
                    <a:pt x="634" y="818"/>
                  </a:lnTo>
                  <a:lnTo>
                    <a:pt x="593" y="848"/>
                  </a:lnTo>
                  <a:lnTo>
                    <a:pt x="552" y="873"/>
                  </a:lnTo>
                  <a:lnTo>
                    <a:pt x="506" y="890"/>
                  </a:lnTo>
                  <a:lnTo>
                    <a:pt x="461" y="902"/>
                  </a:lnTo>
                  <a:lnTo>
                    <a:pt x="411" y="905"/>
                  </a:lnTo>
                  <a:lnTo>
                    <a:pt x="364" y="902"/>
                  </a:lnTo>
                  <a:lnTo>
                    <a:pt x="317" y="890"/>
                  </a:lnTo>
                  <a:lnTo>
                    <a:pt x="273" y="873"/>
                  </a:lnTo>
                  <a:lnTo>
                    <a:pt x="230" y="848"/>
                  </a:lnTo>
                  <a:lnTo>
                    <a:pt x="191" y="818"/>
                  </a:lnTo>
                  <a:lnTo>
                    <a:pt x="155" y="784"/>
                  </a:lnTo>
                  <a:lnTo>
                    <a:pt x="121" y="745"/>
                  </a:lnTo>
                  <a:lnTo>
                    <a:pt x="90" y="702"/>
                  </a:lnTo>
                  <a:lnTo>
                    <a:pt x="64" y="658"/>
                  </a:lnTo>
                  <a:lnTo>
                    <a:pt x="41" y="611"/>
                  </a:lnTo>
                  <a:lnTo>
                    <a:pt x="23" y="561"/>
                  </a:lnTo>
                  <a:lnTo>
                    <a:pt x="10" y="512"/>
                  </a:lnTo>
                  <a:lnTo>
                    <a:pt x="2" y="462"/>
                  </a:lnTo>
                  <a:lnTo>
                    <a:pt x="0" y="413"/>
                  </a:lnTo>
                  <a:lnTo>
                    <a:pt x="4" y="357"/>
                  </a:lnTo>
                  <a:lnTo>
                    <a:pt x="14" y="303"/>
                  </a:lnTo>
                  <a:lnTo>
                    <a:pt x="32" y="252"/>
                  </a:lnTo>
                  <a:lnTo>
                    <a:pt x="56" y="204"/>
                  </a:lnTo>
                  <a:lnTo>
                    <a:pt x="86" y="160"/>
                  </a:lnTo>
                  <a:lnTo>
                    <a:pt x="121" y="121"/>
                  </a:lnTo>
                  <a:lnTo>
                    <a:pt x="160" y="86"/>
                  </a:lnTo>
                  <a:lnTo>
                    <a:pt x="204" y="56"/>
                  </a:lnTo>
                  <a:lnTo>
                    <a:pt x="251" y="32"/>
                  </a:lnTo>
                  <a:lnTo>
                    <a:pt x="303" y="15"/>
                  </a:lnTo>
                  <a:lnTo>
                    <a:pt x="356" y="4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Freeform 26"/>
            <p:cNvSpPr>
              <a:spLocks/>
            </p:cNvSpPr>
            <p:nvPr/>
          </p:nvSpPr>
          <p:spPr bwMode="auto">
            <a:xfrm>
              <a:off x="9186863" y="1779588"/>
              <a:ext cx="750888" cy="1327150"/>
            </a:xfrm>
            <a:custGeom>
              <a:avLst/>
              <a:gdLst>
                <a:gd name="T0" fmla="*/ 1123 w 1891"/>
                <a:gd name="T1" fmla="*/ 10 h 3346"/>
                <a:gd name="T2" fmla="*/ 1290 w 1891"/>
                <a:gd name="T3" fmla="*/ 37 h 3346"/>
                <a:gd name="T4" fmla="*/ 1440 w 1891"/>
                <a:gd name="T5" fmla="*/ 73 h 3346"/>
                <a:gd name="T6" fmla="*/ 1559 w 1891"/>
                <a:gd name="T7" fmla="*/ 107 h 3346"/>
                <a:gd name="T8" fmla="*/ 1635 w 1891"/>
                <a:gd name="T9" fmla="*/ 131 h 3346"/>
                <a:gd name="T10" fmla="*/ 1660 w 1891"/>
                <a:gd name="T11" fmla="*/ 140 h 3346"/>
                <a:gd name="T12" fmla="*/ 1674 w 1891"/>
                <a:gd name="T13" fmla="*/ 151 h 3346"/>
                <a:gd name="T14" fmla="*/ 1716 w 1891"/>
                <a:gd name="T15" fmla="*/ 181 h 3346"/>
                <a:gd name="T16" fmla="*/ 1743 w 1891"/>
                <a:gd name="T17" fmla="*/ 217 h 3346"/>
                <a:gd name="T18" fmla="*/ 1757 w 1891"/>
                <a:gd name="T19" fmla="*/ 263 h 3346"/>
                <a:gd name="T20" fmla="*/ 1891 w 1891"/>
                <a:gd name="T21" fmla="*/ 1483 h 3346"/>
                <a:gd name="T22" fmla="*/ 1856 w 1891"/>
                <a:gd name="T23" fmla="*/ 1570 h 3346"/>
                <a:gd name="T24" fmla="*/ 1779 w 1891"/>
                <a:gd name="T25" fmla="*/ 1624 h 3346"/>
                <a:gd name="T26" fmla="*/ 1729 w 1891"/>
                <a:gd name="T27" fmla="*/ 1632 h 3346"/>
                <a:gd name="T28" fmla="*/ 1634 w 1891"/>
                <a:gd name="T29" fmla="*/ 1602 h 3346"/>
                <a:gd name="T30" fmla="*/ 1575 w 1891"/>
                <a:gd name="T31" fmla="*/ 1521 h 3346"/>
                <a:gd name="T32" fmla="*/ 1403 w 1891"/>
                <a:gd name="T33" fmla="*/ 402 h 3346"/>
                <a:gd name="T34" fmla="*/ 1532 w 1891"/>
                <a:gd name="T35" fmla="*/ 3170 h 3346"/>
                <a:gd name="T36" fmla="*/ 1497 w 1891"/>
                <a:gd name="T37" fmla="*/ 3263 h 3346"/>
                <a:gd name="T38" fmla="*/ 1420 w 1891"/>
                <a:gd name="T39" fmla="*/ 3327 h 3346"/>
                <a:gd name="T40" fmla="*/ 1337 w 1891"/>
                <a:gd name="T41" fmla="*/ 3346 h 3346"/>
                <a:gd name="T42" fmla="*/ 1234 w 1891"/>
                <a:gd name="T43" fmla="*/ 3316 h 3346"/>
                <a:gd name="T44" fmla="*/ 1162 w 1891"/>
                <a:gd name="T45" fmla="*/ 3236 h 3346"/>
                <a:gd name="T46" fmla="*/ 1026 w 1891"/>
                <a:gd name="T47" fmla="*/ 1705 h 3346"/>
                <a:gd name="T48" fmla="*/ 945 w 1891"/>
                <a:gd name="T49" fmla="*/ 1720 h 3346"/>
                <a:gd name="T50" fmla="*/ 867 w 1891"/>
                <a:gd name="T51" fmla="*/ 1705 h 3346"/>
                <a:gd name="T52" fmla="*/ 730 w 1891"/>
                <a:gd name="T53" fmla="*/ 3236 h 3346"/>
                <a:gd name="T54" fmla="*/ 659 w 1891"/>
                <a:gd name="T55" fmla="*/ 3316 h 3346"/>
                <a:gd name="T56" fmla="*/ 555 w 1891"/>
                <a:gd name="T57" fmla="*/ 3346 h 3346"/>
                <a:gd name="T58" fmla="*/ 471 w 1891"/>
                <a:gd name="T59" fmla="*/ 3327 h 3346"/>
                <a:gd name="T60" fmla="*/ 396 w 1891"/>
                <a:gd name="T61" fmla="*/ 3263 h 3346"/>
                <a:gd name="T62" fmla="*/ 359 w 1891"/>
                <a:gd name="T63" fmla="*/ 3170 h 3346"/>
                <a:gd name="T64" fmla="*/ 489 w 1891"/>
                <a:gd name="T65" fmla="*/ 402 h 3346"/>
                <a:gd name="T66" fmla="*/ 318 w 1891"/>
                <a:gd name="T67" fmla="*/ 1521 h 3346"/>
                <a:gd name="T68" fmla="*/ 259 w 1891"/>
                <a:gd name="T69" fmla="*/ 1602 h 3346"/>
                <a:gd name="T70" fmla="*/ 163 w 1891"/>
                <a:gd name="T71" fmla="*/ 1632 h 3346"/>
                <a:gd name="T72" fmla="*/ 112 w 1891"/>
                <a:gd name="T73" fmla="*/ 1624 h 3346"/>
                <a:gd name="T74" fmla="*/ 35 w 1891"/>
                <a:gd name="T75" fmla="*/ 1570 h 3346"/>
                <a:gd name="T76" fmla="*/ 0 w 1891"/>
                <a:gd name="T77" fmla="*/ 1483 h 3346"/>
                <a:gd name="T78" fmla="*/ 134 w 1891"/>
                <a:gd name="T79" fmla="*/ 262 h 3346"/>
                <a:gd name="T80" fmla="*/ 148 w 1891"/>
                <a:gd name="T81" fmla="*/ 219 h 3346"/>
                <a:gd name="T82" fmla="*/ 176 w 1891"/>
                <a:gd name="T83" fmla="*/ 182 h 3346"/>
                <a:gd name="T84" fmla="*/ 207 w 1891"/>
                <a:gd name="T85" fmla="*/ 155 h 3346"/>
                <a:gd name="T86" fmla="*/ 234 w 1891"/>
                <a:gd name="T87" fmla="*/ 140 h 3346"/>
                <a:gd name="T88" fmla="*/ 241 w 1891"/>
                <a:gd name="T89" fmla="*/ 138 h 3346"/>
                <a:gd name="T90" fmla="*/ 250 w 1891"/>
                <a:gd name="T91" fmla="*/ 134 h 3346"/>
                <a:gd name="T92" fmla="*/ 319 w 1891"/>
                <a:gd name="T93" fmla="*/ 112 h 3346"/>
                <a:gd name="T94" fmla="*/ 439 w 1891"/>
                <a:gd name="T95" fmla="*/ 77 h 3346"/>
                <a:gd name="T96" fmla="*/ 592 w 1891"/>
                <a:gd name="T97" fmla="*/ 40 h 3346"/>
                <a:gd name="T98" fmla="*/ 765 w 1891"/>
                <a:gd name="T99" fmla="*/ 11 h 3346"/>
                <a:gd name="T100" fmla="*/ 924 w 1891"/>
                <a:gd name="T101" fmla="*/ 83 h 3346"/>
                <a:gd name="T102" fmla="*/ 945 w 1891"/>
                <a:gd name="T103" fmla="*/ 1168 h 3346"/>
                <a:gd name="T104" fmla="*/ 967 w 1891"/>
                <a:gd name="T105" fmla="*/ 83 h 3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91" h="3346">
                  <a:moveTo>
                    <a:pt x="1009" y="0"/>
                  </a:moveTo>
                  <a:lnTo>
                    <a:pt x="1066" y="4"/>
                  </a:lnTo>
                  <a:lnTo>
                    <a:pt x="1123" y="10"/>
                  </a:lnTo>
                  <a:lnTo>
                    <a:pt x="1179" y="18"/>
                  </a:lnTo>
                  <a:lnTo>
                    <a:pt x="1235" y="27"/>
                  </a:lnTo>
                  <a:lnTo>
                    <a:pt x="1290" y="37"/>
                  </a:lnTo>
                  <a:lnTo>
                    <a:pt x="1342" y="49"/>
                  </a:lnTo>
                  <a:lnTo>
                    <a:pt x="1391" y="61"/>
                  </a:lnTo>
                  <a:lnTo>
                    <a:pt x="1440" y="73"/>
                  </a:lnTo>
                  <a:lnTo>
                    <a:pt x="1483" y="84"/>
                  </a:lnTo>
                  <a:lnTo>
                    <a:pt x="1523" y="96"/>
                  </a:lnTo>
                  <a:lnTo>
                    <a:pt x="1559" y="107"/>
                  </a:lnTo>
                  <a:lnTo>
                    <a:pt x="1589" y="117"/>
                  </a:lnTo>
                  <a:lnTo>
                    <a:pt x="1615" y="125"/>
                  </a:lnTo>
                  <a:lnTo>
                    <a:pt x="1635" y="131"/>
                  </a:lnTo>
                  <a:lnTo>
                    <a:pt x="1648" y="137"/>
                  </a:lnTo>
                  <a:lnTo>
                    <a:pt x="1654" y="139"/>
                  </a:lnTo>
                  <a:lnTo>
                    <a:pt x="1660" y="140"/>
                  </a:lnTo>
                  <a:lnTo>
                    <a:pt x="1664" y="144"/>
                  </a:lnTo>
                  <a:lnTo>
                    <a:pt x="1669" y="147"/>
                  </a:lnTo>
                  <a:lnTo>
                    <a:pt x="1674" y="151"/>
                  </a:lnTo>
                  <a:lnTo>
                    <a:pt x="1690" y="159"/>
                  </a:lnTo>
                  <a:lnTo>
                    <a:pt x="1704" y="169"/>
                  </a:lnTo>
                  <a:lnTo>
                    <a:pt x="1716" y="181"/>
                  </a:lnTo>
                  <a:lnTo>
                    <a:pt x="1725" y="193"/>
                  </a:lnTo>
                  <a:lnTo>
                    <a:pt x="1734" y="204"/>
                  </a:lnTo>
                  <a:lnTo>
                    <a:pt x="1743" y="217"/>
                  </a:lnTo>
                  <a:lnTo>
                    <a:pt x="1749" y="234"/>
                  </a:lnTo>
                  <a:lnTo>
                    <a:pt x="1753" y="251"/>
                  </a:lnTo>
                  <a:lnTo>
                    <a:pt x="1757" y="263"/>
                  </a:lnTo>
                  <a:lnTo>
                    <a:pt x="1761" y="275"/>
                  </a:lnTo>
                  <a:lnTo>
                    <a:pt x="1891" y="1450"/>
                  </a:lnTo>
                  <a:lnTo>
                    <a:pt x="1891" y="1483"/>
                  </a:lnTo>
                  <a:lnTo>
                    <a:pt x="1886" y="1516"/>
                  </a:lnTo>
                  <a:lnTo>
                    <a:pt x="1873" y="1544"/>
                  </a:lnTo>
                  <a:lnTo>
                    <a:pt x="1856" y="1570"/>
                  </a:lnTo>
                  <a:lnTo>
                    <a:pt x="1834" y="1592"/>
                  </a:lnTo>
                  <a:lnTo>
                    <a:pt x="1809" y="1611"/>
                  </a:lnTo>
                  <a:lnTo>
                    <a:pt x="1779" y="1624"/>
                  </a:lnTo>
                  <a:lnTo>
                    <a:pt x="1747" y="1630"/>
                  </a:lnTo>
                  <a:lnTo>
                    <a:pt x="1738" y="1632"/>
                  </a:lnTo>
                  <a:lnTo>
                    <a:pt x="1729" y="1632"/>
                  </a:lnTo>
                  <a:lnTo>
                    <a:pt x="1695" y="1628"/>
                  </a:lnTo>
                  <a:lnTo>
                    <a:pt x="1662" y="1617"/>
                  </a:lnTo>
                  <a:lnTo>
                    <a:pt x="1634" y="1602"/>
                  </a:lnTo>
                  <a:lnTo>
                    <a:pt x="1609" y="1579"/>
                  </a:lnTo>
                  <a:lnTo>
                    <a:pt x="1589" y="1552"/>
                  </a:lnTo>
                  <a:lnTo>
                    <a:pt x="1575" y="1521"/>
                  </a:lnTo>
                  <a:lnTo>
                    <a:pt x="1567" y="1487"/>
                  </a:lnTo>
                  <a:lnTo>
                    <a:pt x="1449" y="415"/>
                  </a:lnTo>
                  <a:lnTo>
                    <a:pt x="1403" y="402"/>
                  </a:lnTo>
                  <a:lnTo>
                    <a:pt x="1403" y="1517"/>
                  </a:lnTo>
                  <a:lnTo>
                    <a:pt x="1533" y="3134"/>
                  </a:lnTo>
                  <a:lnTo>
                    <a:pt x="1532" y="3170"/>
                  </a:lnTo>
                  <a:lnTo>
                    <a:pt x="1526" y="3203"/>
                  </a:lnTo>
                  <a:lnTo>
                    <a:pt x="1514" y="3235"/>
                  </a:lnTo>
                  <a:lnTo>
                    <a:pt x="1497" y="3263"/>
                  </a:lnTo>
                  <a:lnTo>
                    <a:pt x="1475" y="3288"/>
                  </a:lnTo>
                  <a:lnTo>
                    <a:pt x="1450" y="3310"/>
                  </a:lnTo>
                  <a:lnTo>
                    <a:pt x="1420" y="3327"/>
                  </a:lnTo>
                  <a:lnTo>
                    <a:pt x="1388" y="3339"/>
                  </a:lnTo>
                  <a:lnTo>
                    <a:pt x="1354" y="3344"/>
                  </a:lnTo>
                  <a:lnTo>
                    <a:pt x="1337" y="3346"/>
                  </a:lnTo>
                  <a:lnTo>
                    <a:pt x="1300" y="3342"/>
                  </a:lnTo>
                  <a:lnTo>
                    <a:pt x="1265" y="3331"/>
                  </a:lnTo>
                  <a:lnTo>
                    <a:pt x="1234" y="3316"/>
                  </a:lnTo>
                  <a:lnTo>
                    <a:pt x="1205" y="3293"/>
                  </a:lnTo>
                  <a:lnTo>
                    <a:pt x="1181" y="3267"/>
                  </a:lnTo>
                  <a:lnTo>
                    <a:pt x="1162" y="3236"/>
                  </a:lnTo>
                  <a:lnTo>
                    <a:pt x="1149" y="3202"/>
                  </a:lnTo>
                  <a:lnTo>
                    <a:pt x="1143" y="3166"/>
                  </a:lnTo>
                  <a:lnTo>
                    <a:pt x="1026" y="1705"/>
                  </a:lnTo>
                  <a:lnTo>
                    <a:pt x="1000" y="1714"/>
                  </a:lnTo>
                  <a:lnTo>
                    <a:pt x="974" y="1719"/>
                  </a:lnTo>
                  <a:lnTo>
                    <a:pt x="945" y="1720"/>
                  </a:lnTo>
                  <a:lnTo>
                    <a:pt x="919" y="1719"/>
                  </a:lnTo>
                  <a:lnTo>
                    <a:pt x="892" y="1714"/>
                  </a:lnTo>
                  <a:lnTo>
                    <a:pt x="867" y="1705"/>
                  </a:lnTo>
                  <a:lnTo>
                    <a:pt x="750" y="3166"/>
                  </a:lnTo>
                  <a:lnTo>
                    <a:pt x="743" y="3202"/>
                  </a:lnTo>
                  <a:lnTo>
                    <a:pt x="730" y="3236"/>
                  </a:lnTo>
                  <a:lnTo>
                    <a:pt x="711" y="3267"/>
                  </a:lnTo>
                  <a:lnTo>
                    <a:pt x="687" y="3293"/>
                  </a:lnTo>
                  <a:lnTo>
                    <a:pt x="659" y="3316"/>
                  </a:lnTo>
                  <a:lnTo>
                    <a:pt x="627" y="3331"/>
                  </a:lnTo>
                  <a:lnTo>
                    <a:pt x="592" y="3342"/>
                  </a:lnTo>
                  <a:lnTo>
                    <a:pt x="555" y="3346"/>
                  </a:lnTo>
                  <a:lnTo>
                    <a:pt x="539" y="3344"/>
                  </a:lnTo>
                  <a:lnTo>
                    <a:pt x="504" y="3339"/>
                  </a:lnTo>
                  <a:lnTo>
                    <a:pt x="471" y="3327"/>
                  </a:lnTo>
                  <a:lnTo>
                    <a:pt x="443" y="3310"/>
                  </a:lnTo>
                  <a:lnTo>
                    <a:pt x="417" y="3288"/>
                  </a:lnTo>
                  <a:lnTo>
                    <a:pt x="396" y="3263"/>
                  </a:lnTo>
                  <a:lnTo>
                    <a:pt x="379" y="3235"/>
                  </a:lnTo>
                  <a:lnTo>
                    <a:pt x="366" y="3203"/>
                  </a:lnTo>
                  <a:lnTo>
                    <a:pt x="359" y="3170"/>
                  </a:lnTo>
                  <a:lnTo>
                    <a:pt x="359" y="3134"/>
                  </a:lnTo>
                  <a:lnTo>
                    <a:pt x="489" y="1517"/>
                  </a:lnTo>
                  <a:lnTo>
                    <a:pt x="489" y="402"/>
                  </a:lnTo>
                  <a:lnTo>
                    <a:pt x="444" y="415"/>
                  </a:lnTo>
                  <a:lnTo>
                    <a:pt x="325" y="1487"/>
                  </a:lnTo>
                  <a:lnTo>
                    <a:pt x="318" y="1521"/>
                  </a:lnTo>
                  <a:lnTo>
                    <a:pt x="303" y="1552"/>
                  </a:lnTo>
                  <a:lnTo>
                    <a:pt x="284" y="1579"/>
                  </a:lnTo>
                  <a:lnTo>
                    <a:pt x="259" y="1602"/>
                  </a:lnTo>
                  <a:lnTo>
                    <a:pt x="229" y="1617"/>
                  </a:lnTo>
                  <a:lnTo>
                    <a:pt x="198" y="1628"/>
                  </a:lnTo>
                  <a:lnTo>
                    <a:pt x="163" y="1632"/>
                  </a:lnTo>
                  <a:lnTo>
                    <a:pt x="154" y="1632"/>
                  </a:lnTo>
                  <a:lnTo>
                    <a:pt x="145" y="1630"/>
                  </a:lnTo>
                  <a:lnTo>
                    <a:pt x="112" y="1624"/>
                  </a:lnTo>
                  <a:lnTo>
                    <a:pt x="83" y="1611"/>
                  </a:lnTo>
                  <a:lnTo>
                    <a:pt x="57" y="1592"/>
                  </a:lnTo>
                  <a:lnTo>
                    <a:pt x="35" y="1570"/>
                  </a:lnTo>
                  <a:lnTo>
                    <a:pt x="18" y="1544"/>
                  </a:lnTo>
                  <a:lnTo>
                    <a:pt x="7" y="1516"/>
                  </a:lnTo>
                  <a:lnTo>
                    <a:pt x="0" y="1483"/>
                  </a:lnTo>
                  <a:lnTo>
                    <a:pt x="1" y="1450"/>
                  </a:lnTo>
                  <a:lnTo>
                    <a:pt x="132" y="275"/>
                  </a:lnTo>
                  <a:lnTo>
                    <a:pt x="134" y="262"/>
                  </a:lnTo>
                  <a:lnTo>
                    <a:pt x="139" y="251"/>
                  </a:lnTo>
                  <a:lnTo>
                    <a:pt x="143" y="234"/>
                  </a:lnTo>
                  <a:lnTo>
                    <a:pt x="148" y="219"/>
                  </a:lnTo>
                  <a:lnTo>
                    <a:pt x="159" y="203"/>
                  </a:lnTo>
                  <a:lnTo>
                    <a:pt x="171" y="189"/>
                  </a:lnTo>
                  <a:lnTo>
                    <a:pt x="176" y="182"/>
                  </a:lnTo>
                  <a:lnTo>
                    <a:pt x="181" y="176"/>
                  </a:lnTo>
                  <a:lnTo>
                    <a:pt x="186" y="170"/>
                  </a:lnTo>
                  <a:lnTo>
                    <a:pt x="207" y="155"/>
                  </a:lnTo>
                  <a:lnTo>
                    <a:pt x="229" y="144"/>
                  </a:lnTo>
                  <a:lnTo>
                    <a:pt x="232" y="142"/>
                  </a:lnTo>
                  <a:lnTo>
                    <a:pt x="234" y="140"/>
                  </a:lnTo>
                  <a:lnTo>
                    <a:pt x="238" y="139"/>
                  </a:lnTo>
                  <a:lnTo>
                    <a:pt x="240" y="138"/>
                  </a:lnTo>
                  <a:lnTo>
                    <a:pt x="241" y="138"/>
                  </a:lnTo>
                  <a:lnTo>
                    <a:pt x="242" y="137"/>
                  </a:lnTo>
                  <a:lnTo>
                    <a:pt x="246" y="135"/>
                  </a:lnTo>
                  <a:lnTo>
                    <a:pt x="250" y="134"/>
                  </a:lnTo>
                  <a:lnTo>
                    <a:pt x="267" y="129"/>
                  </a:lnTo>
                  <a:lnTo>
                    <a:pt x="290" y="121"/>
                  </a:lnTo>
                  <a:lnTo>
                    <a:pt x="319" y="112"/>
                  </a:lnTo>
                  <a:lnTo>
                    <a:pt x="354" y="101"/>
                  </a:lnTo>
                  <a:lnTo>
                    <a:pt x="394" y="90"/>
                  </a:lnTo>
                  <a:lnTo>
                    <a:pt x="439" y="77"/>
                  </a:lnTo>
                  <a:lnTo>
                    <a:pt x="487" y="65"/>
                  </a:lnTo>
                  <a:lnTo>
                    <a:pt x="538" y="53"/>
                  </a:lnTo>
                  <a:lnTo>
                    <a:pt x="592" y="40"/>
                  </a:lnTo>
                  <a:lnTo>
                    <a:pt x="648" y="30"/>
                  </a:lnTo>
                  <a:lnTo>
                    <a:pt x="706" y="19"/>
                  </a:lnTo>
                  <a:lnTo>
                    <a:pt x="765" y="11"/>
                  </a:lnTo>
                  <a:lnTo>
                    <a:pt x="824" y="5"/>
                  </a:lnTo>
                  <a:lnTo>
                    <a:pt x="884" y="1"/>
                  </a:lnTo>
                  <a:lnTo>
                    <a:pt x="924" y="83"/>
                  </a:lnTo>
                  <a:lnTo>
                    <a:pt x="926" y="83"/>
                  </a:lnTo>
                  <a:lnTo>
                    <a:pt x="816" y="939"/>
                  </a:lnTo>
                  <a:lnTo>
                    <a:pt x="945" y="1168"/>
                  </a:lnTo>
                  <a:lnTo>
                    <a:pt x="1077" y="939"/>
                  </a:lnTo>
                  <a:lnTo>
                    <a:pt x="967" y="83"/>
                  </a:lnTo>
                  <a:lnTo>
                    <a:pt x="967" y="83"/>
                  </a:lnTo>
                  <a:lnTo>
                    <a:pt x="10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7931297" y="1874838"/>
            <a:ext cx="859733" cy="904494"/>
            <a:chOff x="9875838" y="1341438"/>
            <a:chExt cx="1616075" cy="1700213"/>
          </a:xfrm>
          <a:solidFill>
            <a:schemeClr val="accent5"/>
          </a:solidFill>
        </p:grpSpPr>
        <p:sp>
          <p:nvSpPr>
            <p:cNvPr id="84" name="Freeform 31"/>
            <p:cNvSpPr>
              <a:spLocks noEditPoints="1"/>
            </p:cNvSpPr>
            <p:nvPr/>
          </p:nvSpPr>
          <p:spPr bwMode="auto">
            <a:xfrm>
              <a:off x="9875838" y="1608138"/>
              <a:ext cx="1062037" cy="1223963"/>
            </a:xfrm>
            <a:custGeom>
              <a:avLst/>
              <a:gdLst>
                <a:gd name="T0" fmla="*/ 2265 w 2678"/>
                <a:gd name="T1" fmla="*/ 1369 h 3084"/>
                <a:gd name="T2" fmla="*/ 864 w 2678"/>
                <a:gd name="T3" fmla="*/ 547 h 3084"/>
                <a:gd name="T4" fmla="*/ 1262 w 2678"/>
                <a:gd name="T5" fmla="*/ 7 h 3084"/>
                <a:gd name="T6" fmla="*/ 1708 w 2678"/>
                <a:gd name="T7" fmla="*/ 175 h 3084"/>
                <a:gd name="T8" fmla="*/ 1823 w 2678"/>
                <a:gd name="T9" fmla="*/ 268 h 3084"/>
                <a:gd name="T10" fmla="*/ 1861 w 2678"/>
                <a:gd name="T11" fmla="*/ 406 h 3084"/>
                <a:gd name="T12" fmla="*/ 1455 w 2678"/>
                <a:gd name="T13" fmla="*/ 324 h 3084"/>
                <a:gd name="T14" fmla="*/ 1720 w 2678"/>
                <a:gd name="T15" fmla="*/ 910 h 3084"/>
                <a:gd name="T16" fmla="*/ 1874 w 2678"/>
                <a:gd name="T17" fmla="*/ 949 h 3084"/>
                <a:gd name="T18" fmla="*/ 2043 w 2678"/>
                <a:gd name="T19" fmla="*/ 992 h 3084"/>
                <a:gd name="T20" fmla="*/ 2166 w 2678"/>
                <a:gd name="T21" fmla="*/ 1025 h 3084"/>
                <a:gd name="T22" fmla="*/ 2261 w 2678"/>
                <a:gd name="T23" fmla="*/ 1077 h 3084"/>
                <a:gd name="T24" fmla="*/ 2300 w 2678"/>
                <a:gd name="T25" fmla="*/ 1194 h 3084"/>
                <a:gd name="T26" fmla="*/ 2420 w 2678"/>
                <a:gd name="T27" fmla="*/ 1227 h 3084"/>
                <a:gd name="T28" fmla="*/ 2439 w 2678"/>
                <a:gd name="T29" fmla="*/ 1278 h 3084"/>
                <a:gd name="T30" fmla="*/ 2439 w 2678"/>
                <a:gd name="T31" fmla="*/ 1301 h 3084"/>
                <a:gd name="T32" fmla="*/ 2439 w 2678"/>
                <a:gd name="T33" fmla="*/ 1390 h 3084"/>
                <a:gd name="T34" fmla="*/ 2615 w 2678"/>
                <a:gd name="T35" fmla="*/ 1477 h 3084"/>
                <a:gd name="T36" fmla="*/ 2674 w 2678"/>
                <a:gd name="T37" fmla="*/ 1536 h 3084"/>
                <a:gd name="T38" fmla="*/ 2666 w 2678"/>
                <a:gd name="T39" fmla="*/ 2207 h 3084"/>
                <a:gd name="T40" fmla="*/ 2593 w 2678"/>
                <a:gd name="T41" fmla="*/ 2249 h 3084"/>
                <a:gd name="T42" fmla="*/ 1604 w 2678"/>
                <a:gd name="T43" fmla="*/ 2224 h 3084"/>
                <a:gd name="T44" fmla="*/ 1579 w 2678"/>
                <a:gd name="T45" fmla="*/ 1558 h 3084"/>
                <a:gd name="T46" fmla="*/ 1621 w 2678"/>
                <a:gd name="T47" fmla="*/ 1485 h 3084"/>
                <a:gd name="T48" fmla="*/ 1818 w 2678"/>
                <a:gd name="T49" fmla="*/ 1425 h 3084"/>
                <a:gd name="T50" fmla="*/ 1818 w 2678"/>
                <a:gd name="T51" fmla="*/ 1308 h 3084"/>
                <a:gd name="T52" fmla="*/ 1818 w 2678"/>
                <a:gd name="T53" fmla="*/ 1271 h 3084"/>
                <a:gd name="T54" fmla="*/ 1491 w 2678"/>
                <a:gd name="T55" fmla="*/ 1179 h 3084"/>
                <a:gd name="T56" fmla="*/ 1395 w 2678"/>
                <a:gd name="T57" fmla="*/ 1106 h 3084"/>
                <a:gd name="T58" fmla="*/ 1181 w 2678"/>
                <a:gd name="T59" fmla="*/ 622 h 3084"/>
                <a:gd name="T60" fmla="*/ 1207 w 2678"/>
                <a:gd name="T61" fmla="*/ 871 h 3084"/>
                <a:gd name="T62" fmla="*/ 1223 w 2678"/>
                <a:gd name="T63" fmla="*/ 1018 h 3084"/>
                <a:gd name="T64" fmla="*/ 1231 w 2678"/>
                <a:gd name="T65" fmla="*/ 1089 h 3084"/>
                <a:gd name="T66" fmla="*/ 1235 w 2678"/>
                <a:gd name="T67" fmla="*/ 1116 h 3084"/>
                <a:gd name="T68" fmla="*/ 1239 w 2678"/>
                <a:gd name="T69" fmla="*/ 1127 h 3084"/>
                <a:gd name="T70" fmla="*/ 1318 w 2678"/>
                <a:gd name="T71" fmla="*/ 1252 h 3084"/>
                <a:gd name="T72" fmla="*/ 1421 w 2678"/>
                <a:gd name="T73" fmla="*/ 1314 h 3084"/>
                <a:gd name="T74" fmla="*/ 1516 w 2678"/>
                <a:gd name="T75" fmla="*/ 1342 h 3084"/>
                <a:gd name="T76" fmla="*/ 1456 w 2678"/>
                <a:gd name="T77" fmla="*/ 1421 h 3084"/>
                <a:gd name="T78" fmla="*/ 1418 w 2678"/>
                <a:gd name="T79" fmla="*/ 1529 h 3084"/>
                <a:gd name="T80" fmla="*/ 1416 w 2678"/>
                <a:gd name="T81" fmla="*/ 1605 h 3084"/>
                <a:gd name="T82" fmla="*/ 1444 w 2678"/>
                <a:gd name="T83" fmla="*/ 2280 h 3084"/>
                <a:gd name="T84" fmla="*/ 1553 w 2678"/>
                <a:gd name="T85" fmla="*/ 2387 h 3084"/>
                <a:gd name="T86" fmla="*/ 1419 w 2678"/>
                <a:gd name="T87" fmla="*/ 2992 h 3084"/>
                <a:gd name="T88" fmla="*/ 1326 w 2678"/>
                <a:gd name="T89" fmla="*/ 3073 h 3084"/>
                <a:gd name="T90" fmla="*/ 1198 w 2678"/>
                <a:gd name="T91" fmla="*/ 3074 h 3084"/>
                <a:gd name="T92" fmla="*/ 1101 w 2678"/>
                <a:gd name="T93" fmla="*/ 2993 h 3084"/>
                <a:gd name="T94" fmla="*/ 1079 w 2678"/>
                <a:gd name="T95" fmla="*/ 2871 h 3084"/>
                <a:gd name="T96" fmla="*/ 1141 w 2678"/>
                <a:gd name="T97" fmla="*/ 1924 h 3084"/>
                <a:gd name="T98" fmla="*/ 1141 w 2678"/>
                <a:gd name="T99" fmla="*/ 2046 h 3084"/>
                <a:gd name="T100" fmla="*/ 1062 w 2678"/>
                <a:gd name="T101" fmla="*/ 2145 h 3084"/>
                <a:gd name="T102" fmla="*/ 947 w 2678"/>
                <a:gd name="T103" fmla="*/ 2169 h 3084"/>
                <a:gd name="T104" fmla="*/ 64 w 2678"/>
                <a:gd name="T105" fmla="*/ 2040 h 3084"/>
                <a:gd name="T106" fmla="*/ 0 w 2678"/>
                <a:gd name="T107" fmla="*/ 1918 h 3084"/>
                <a:gd name="T108" fmla="*/ 43 w 2678"/>
                <a:gd name="T109" fmla="*/ 1781 h 3084"/>
                <a:gd name="T110" fmla="*/ 167 w 2678"/>
                <a:gd name="T111" fmla="*/ 1716 h 3084"/>
                <a:gd name="T112" fmla="*/ 570 w 2678"/>
                <a:gd name="T113" fmla="*/ 1398 h 3084"/>
                <a:gd name="T114" fmla="*/ 716 w 2678"/>
                <a:gd name="T115" fmla="*/ 939 h 3084"/>
                <a:gd name="T116" fmla="*/ 372 w 2678"/>
                <a:gd name="T117" fmla="*/ 242 h 3084"/>
                <a:gd name="T118" fmla="*/ 425 w 2678"/>
                <a:gd name="T119" fmla="*/ 135 h 3084"/>
                <a:gd name="T120" fmla="*/ 1179 w 2678"/>
                <a:gd name="T121" fmla="*/ 2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78" h="3084">
                  <a:moveTo>
                    <a:pt x="1992" y="1369"/>
                  </a:moveTo>
                  <a:lnTo>
                    <a:pt x="1992" y="1473"/>
                  </a:lnTo>
                  <a:lnTo>
                    <a:pt x="2265" y="1473"/>
                  </a:lnTo>
                  <a:lnTo>
                    <a:pt x="2265" y="1369"/>
                  </a:lnTo>
                  <a:lnTo>
                    <a:pt x="1992" y="1369"/>
                  </a:lnTo>
                  <a:close/>
                  <a:moveTo>
                    <a:pt x="937" y="356"/>
                  </a:moveTo>
                  <a:lnTo>
                    <a:pt x="775" y="380"/>
                  </a:lnTo>
                  <a:lnTo>
                    <a:pt x="864" y="547"/>
                  </a:lnTo>
                  <a:lnTo>
                    <a:pt x="937" y="356"/>
                  </a:lnTo>
                  <a:close/>
                  <a:moveTo>
                    <a:pt x="1207" y="0"/>
                  </a:moveTo>
                  <a:lnTo>
                    <a:pt x="1236" y="3"/>
                  </a:lnTo>
                  <a:lnTo>
                    <a:pt x="1262" y="7"/>
                  </a:lnTo>
                  <a:lnTo>
                    <a:pt x="1284" y="14"/>
                  </a:lnTo>
                  <a:lnTo>
                    <a:pt x="1302" y="20"/>
                  </a:lnTo>
                  <a:lnTo>
                    <a:pt x="1315" y="25"/>
                  </a:lnTo>
                  <a:lnTo>
                    <a:pt x="1708" y="175"/>
                  </a:lnTo>
                  <a:lnTo>
                    <a:pt x="1743" y="192"/>
                  </a:lnTo>
                  <a:lnTo>
                    <a:pt x="1773" y="213"/>
                  </a:lnTo>
                  <a:lnTo>
                    <a:pt x="1801" y="238"/>
                  </a:lnTo>
                  <a:lnTo>
                    <a:pt x="1823" y="268"/>
                  </a:lnTo>
                  <a:lnTo>
                    <a:pt x="1840" y="299"/>
                  </a:lnTo>
                  <a:lnTo>
                    <a:pt x="1851" y="333"/>
                  </a:lnTo>
                  <a:lnTo>
                    <a:pt x="1859" y="369"/>
                  </a:lnTo>
                  <a:lnTo>
                    <a:pt x="1861" y="406"/>
                  </a:lnTo>
                  <a:lnTo>
                    <a:pt x="1855" y="442"/>
                  </a:lnTo>
                  <a:lnTo>
                    <a:pt x="1845" y="480"/>
                  </a:lnTo>
                  <a:lnTo>
                    <a:pt x="1741" y="751"/>
                  </a:lnTo>
                  <a:lnTo>
                    <a:pt x="1455" y="324"/>
                  </a:lnTo>
                  <a:lnTo>
                    <a:pt x="1652" y="892"/>
                  </a:lnTo>
                  <a:lnTo>
                    <a:pt x="1668" y="896"/>
                  </a:lnTo>
                  <a:lnTo>
                    <a:pt x="1691" y="902"/>
                  </a:lnTo>
                  <a:lnTo>
                    <a:pt x="1720" y="910"/>
                  </a:lnTo>
                  <a:lnTo>
                    <a:pt x="1754" y="918"/>
                  </a:lnTo>
                  <a:lnTo>
                    <a:pt x="1792" y="929"/>
                  </a:lnTo>
                  <a:lnTo>
                    <a:pt x="1832" y="939"/>
                  </a:lnTo>
                  <a:lnTo>
                    <a:pt x="1874" y="949"/>
                  </a:lnTo>
                  <a:lnTo>
                    <a:pt x="1916" y="961"/>
                  </a:lnTo>
                  <a:lnTo>
                    <a:pt x="1961" y="972"/>
                  </a:lnTo>
                  <a:lnTo>
                    <a:pt x="2002" y="982"/>
                  </a:lnTo>
                  <a:lnTo>
                    <a:pt x="2043" y="992"/>
                  </a:lnTo>
                  <a:lnTo>
                    <a:pt x="2080" y="1003"/>
                  </a:lnTo>
                  <a:lnTo>
                    <a:pt x="2114" y="1012"/>
                  </a:lnTo>
                  <a:lnTo>
                    <a:pt x="2143" y="1018"/>
                  </a:lnTo>
                  <a:lnTo>
                    <a:pt x="2166" y="1025"/>
                  </a:lnTo>
                  <a:lnTo>
                    <a:pt x="2182" y="1029"/>
                  </a:lnTo>
                  <a:lnTo>
                    <a:pt x="2212" y="1039"/>
                  </a:lnTo>
                  <a:lnTo>
                    <a:pt x="2239" y="1056"/>
                  </a:lnTo>
                  <a:lnTo>
                    <a:pt x="2261" y="1077"/>
                  </a:lnTo>
                  <a:lnTo>
                    <a:pt x="2279" y="1103"/>
                  </a:lnTo>
                  <a:lnTo>
                    <a:pt x="2292" y="1131"/>
                  </a:lnTo>
                  <a:lnTo>
                    <a:pt x="2300" y="1162"/>
                  </a:lnTo>
                  <a:lnTo>
                    <a:pt x="2300" y="1194"/>
                  </a:lnTo>
                  <a:lnTo>
                    <a:pt x="2352" y="1194"/>
                  </a:lnTo>
                  <a:lnTo>
                    <a:pt x="2378" y="1198"/>
                  </a:lnTo>
                  <a:lnTo>
                    <a:pt x="2400" y="1210"/>
                  </a:lnTo>
                  <a:lnTo>
                    <a:pt x="2420" y="1227"/>
                  </a:lnTo>
                  <a:lnTo>
                    <a:pt x="2433" y="1249"/>
                  </a:lnTo>
                  <a:lnTo>
                    <a:pt x="2438" y="1274"/>
                  </a:lnTo>
                  <a:lnTo>
                    <a:pt x="2438" y="1277"/>
                  </a:lnTo>
                  <a:lnTo>
                    <a:pt x="2439" y="1278"/>
                  </a:lnTo>
                  <a:lnTo>
                    <a:pt x="2439" y="1280"/>
                  </a:lnTo>
                  <a:lnTo>
                    <a:pt x="2439" y="1286"/>
                  </a:lnTo>
                  <a:lnTo>
                    <a:pt x="2439" y="1292"/>
                  </a:lnTo>
                  <a:lnTo>
                    <a:pt x="2439" y="1301"/>
                  </a:lnTo>
                  <a:lnTo>
                    <a:pt x="2439" y="1316"/>
                  </a:lnTo>
                  <a:lnTo>
                    <a:pt x="2439" y="1335"/>
                  </a:lnTo>
                  <a:lnTo>
                    <a:pt x="2439" y="1359"/>
                  </a:lnTo>
                  <a:lnTo>
                    <a:pt x="2439" y="1390"/>
                  </a:lnTo>
                  <a:lnTo>
                    <a:pt x="2439" y="1428"/>
                  </a:lnTo>
                  <a:lnTo>
                    <a:pt x="2439" y="1473"/>
                  </a:lnTo>
                  <a:lnTo>
                    <a:pt x="2593" y="1473"/>
                  </a:lnTo>
                  <a:lnTo>
                    <a:pt x="2615" y="1477"/>
                  </a:lnTo>
                  <a:lnTo>
                    <a:pt x="2635" y="1485"/>
                  </a:lnTo>
                  <a:lnTo>
                    <a:pt x="2653" y="1498"/>
                  </a:lnTo>
                  <a:lnTo>
                    <a:pt x="2666" y="1515"/>
                  </a:lnTo>
                  <a:lnTo>
                    <a:pt x="2674" y="1536"/>
                  </a:lnTo>
                  <a:lnTo>
                    <a:pt x="2678" y="1558"/>
                  </a:lnTo>
                  <a:lnTo>
                    <a:pt x="2678" y="2164"/>
                  </a:lnTo>
                  <a:lnTo>
                    <a:pt x="2674" y="2188"/>
                  </a:lnTo>
                  <a:lnTo>
                    <a:pt x="2666" y="2207"/>
                  </a:lnTo>
                  <a:lnTo>
                    <a:pt x="2653" y="2224"/>
                  </a:lnTo>
                  <a:lnTo>
                    <a:pt x="2635" y="2237"/>
                  </a:lnTo>
                  <a:lnTo>
                    <a:pt x="2615" y="2246"/>
                  </a:lnTo>
                  <a:lnTo>
                    <a:pt x="2593" y="2249"/>
                  </a:lnTo>
                  <a:lnTo>
                    <a:pt x="1664" y="2249"/>
                  </a:lnTo>
                  <a:lnTo>
                    <a:pt x="1642" y="2246"/>
                  </a:lnTo>
                  <a:lnTo>
                    <a:pt x="1621" y="2237"/>
                  </a:lnTo>
                  <a:lnTo>
                    <a:pt x="1604" y="2224"/>
                  </a:lnTo>
                  <a:lnTo>
                    <a:pt x="1591" y="2207"/>
                  </a:lnTo>
                  <a:lnTo>
                    <a:pt x="1582" y="2188"/>
                  </a:lnTo>
                  <a:lnTo>
                    <a:pt x="1579" y="2164"/>
                  </a:lnTo>
                  <a:lnTo>
                    <a:pt x="1579" y="1558"/>
                  </a:lnTo>
                  <a:lnTo>
                    <a:pt x="1582" y="1536"/>
                  </a:lnTo>
                  <a:lnTo>
                    <a:pt x="1591" y="1515"/>
                  </a:lnTo>
                  <a:lnTo>
                    <a:pt x="1604" y="1498"/>
                  </a:lnTo>
                  <a:lnTo>
                    <a:pt x="1621" y="1485"/>
                  </a:lnTo>
                  <a:lnTo>
                    <a:pt x="1642" y="1477"/>
                  </a:lnTo>
                  <a:lnTo>
                    <a:pt x="1664" y="1473"/>
                  </a:lnTo>
                  <a:lnTo>
                    <a:pt x="1818" y="1473"/>
                  </a:lnTo>
                  <a:lnTo>
                    <a:pt x="1818" y="1425"/>
                  </a:lnTo>
                  <a:lnTo>
                    <a:pt x="1818" y="1385"/>
                  </a:lnTo>
                  <a:lnTo>
                    <a:pt x="1818" y="1353"/>
                  </a:lnTo>
                  <a:lnTo>
                    <a:pt x="1818" y="1327"/>
                  </a:lnTo>
                  <a:lnTo>
                    <a:pt x="1818" y="1308"/>
                  </a:lnTo>
                  <a:lnTo>
                    <a:pt x="1818" y="1293"/>
                  </a:lnTo>
                  <a:lnTo>
                    <a:pt x="1818" y="1283"/>
                  </a:lnTo>
                  <a:lnTo>
                    <a:pt x="1818" y="1277"/>
                  </a:lnTo>
                  <a:lnTo>
                    <a:pt x="1818" y="1271"/>
                  </a:lnTo>
                  <a:lnTo>
                    <a:pt x="1819" y="1269"/>
                  </a:lnTo>
                  <a:lnTo>
                    <a:pt x="1819" y="1266"/>
                  </a:lnTo>
                  <a:lnTo>
                    <a:pt x="1820" y="1262"/>
                  </a:lnTo>
                  <a:lnTo>
                    <a:pt x="1491" y="1179"/>
                  </a:lnTo>
                  <a:lnTo>
                    <a:pt x="1462" y="1167"/>
                  </a:lnTo>
                  <a:lnTo>
                    <a:pt x="1435" y="1151"/>
                  </a:lnTo>
                  <a:lnTo>
                    <a:pt x="1413" y="1131"/>
                  </a:lnTo>
                  <a:lnTo>
                    <a:pt x="1395" y="1106"/>
                  </a:lnTo>
                  <a:lnTo>
                    <a:pt x="1382" y="1077"/>
                  </a:lnTo>
                  <a:lnTo>
                    <a:pt x="1163" y="449"/>
                  </a:lnTo>
                  <a:lnTo>
                    <a:pt x="1172" y="539"/>
                  </a:lnTo>
                  <a:lnTo>
                    <a:pt x="1181" y="622"/>
                  </a:lnTo>
                  <a:lnTo>
                    <a:pt x="1189" y="695"/>
                  </a:lnTo>
                  <a:lnTo>
                    <a:pt x="1196" y="762"/>
                  </a:lnTo>
                  <a:lnTo>
                    <a:pt x="1202" y="820"/>
                  </a:lnTo>
                  <a:lnTo>
                    <a:pt x="1207" y="871"/>
                  </a:lnTo>
                  <a:lnTo>
                    <a:pt x="1211" y="917"/>
                  </a:lnTo>
                  <a:lnTo>
                    <a:pt x="1216" y="956"/>
                  </a:lnTo>
                  <a:lnTo>
                    <a:pt x="1219" y="990"/>
                  </a:lnTo>
                  <a:lnTo>
                    <a:pt x="1223" y="1018"/>
                  </a:lnTo>
                  <a:lnTo>
                    <a:pt x="1226" y="1042"/>
                  </a:lnTo>
                  <a:lnTo>
                    <a:pt x="1227" y="1061"/>
                  </a:lnTo>
                  <a:lnTo>
                    <a:pt x="1229" y="1077"/>
                  </a:lnTo>
                  <a:lnTo>
                    <a:pt x="1231" y="1089"/>
                  </a:lnTo>
                  <a:lnTo>
                    <a:pt x="1232" y="1099"/>
                  </a:lnTo>
                  <a:lnTo>
                    <a:pt x="1232" y="1106"/>
                  </a:lnTo>
                  <a:lnTo>
                    <a:pt x="1233" y="1112"/>
                  </a:lnTo>
                  <a:lnTo>
                    <a:pt x="1235" y="1116"/>
                  </a:lnTo>
                  <a:lnTo>
                    <a:pt x="1235" y="1119"/>
                  </a:lnTo>
                  <a:lnTo>
                    <a:pt x="1236" y="1121"/>
                  </a:lnTo>
                  <a:lnTo>
                    <a:pt x="1237" y="1124"/>
                  </a:lnTo>
                  <a:lnTo>
                    <a:pt x="1239" y="1127"/>
                  </a:lnTo>
                  <a:lnTo>
                    <a:pt x="1254" y="1164"/>
                  </a:lnTo>
                  <a:lnTo>
                    <a:pt x="1272" y="1198"/>
                  </a:lnTo>
                  <a:lnTo>
                    <a:pt x="1295" y="1227"/>
                  </a:lnTo>
                  <a:lnTo>
                    <a:pt x="1318" y="1252"/>
                  </a:lnTo>
                  <a:lnTo>
                    <a:pt x="1343" y="1271"/>
                  </a:lnTo>
                  <a:lnTo>
                    <a:pt x="1369" y="1288"/>
                  </a:lnTo>
                  <a:lnTo>
                    <a:pt x="1395" y="1303"/>
                  </a:lnTo>
                  <a:lnTo>
                    <a:pt x="1421" y="1314"/>
                  </a:lnTo>
                  <a:lnTo>
                    <a:pt x="1447" y="1323"/>
                  </a:lnTo>
                  <a:lnTo>
                    <a:pt x="1471" y="1330"/>
                  </a:lnTo>
                  <a:lnTo>
                    <a:pt x="1495" y="1336"/>
                  </a:lnTo>
                  <a:lnTo>
                    <a:pt x="1516" y="1342"/>
                  </a:lnTo>
                  <a:lnTo>
                    <a:pt x="1534" y="1346"/>
                  </a:lnTo>
                  <a:lnTo>
                    <a:pt x="1501" y="1369"/>
                  </a:lnTo>
                  <a:lnTo>
                    <a:pt x="1475" y="1395"/>
                  </a:lnTo>
                  <a:lnTo>
                    <a:pt x="1456" y="1421"/>
                  </a:lnTo>
                  <a:lnTo>
                    <a:pt x="1440" y="1450"/>
                  </a:lnTo>
                  <a:lnTo>
                    <a:pt x="1430" y="1477"/>
                  </a:lnTo>
                  <a:lnTo>
                    <a:pt x="1422" y="1503"/>
                  </a:lnTo>
                  <a:lnTo>
                    <a:pt x="1418" y="1529"/>
                  </a:lnTo>
                  <a:lnTo>
                    <a:pt x="1416" y="1553"/>
                  </a:lnTo>
                  <a:lnTo>
                    <a:pt x="1416" y="1574"/>
                  </a:lnTo>
                  <a:lnTo>
                    <a:pt x="1416" y="1592"/>
                  </a:lnTo>
                  <a:lnTo>
                    <a:pt x="1416" y="1605"/>
                  </a:lnTo>
                  <a:lnTo>
                    <a:pt x="1416" y="2164"/>
                  </a:lnTo>
                  <a:lnTo>
                    <a:pt x="1419" y="2206"/>
                  </a:lnTo>
                  <a:lnTo>
                    <a:pt x="1429" y="2245"/>
                  </a:lnTo>
                  <a:lnTo>
                    <a:pt x="1444" y="2280"/>
                  </a:lnTo>
                  <a:lnTo>
                    <a:pt x="1465" y="2313"/>
                  </a:lnTo>
                  <a:lnTo>
                    <a:pt x="1491" y="2343"/>
                  </a:lnTo>
                  <a:lnTo>
                    <a:pt x="1521" y="2367"/>
                  </a:lnTo>
                  <a:lnTo>
                    <a:pt x="1553" y="2387"/>
                  </a:lnTo>
                  <a:lnTo>
                    <a:pt x="1590" y="2401"/>
                  </a:lnTo>
                  <a:lnTo>
                    <a:pt x="1629" y="2411"/>
                  </a:lnTo>
                  <a:lnTo>
                    <a:pt x="1434" y="2962"/>
                  </a:lnTo>
                  <a:lnTo>
                    <a:pt x="1419" y="2992"/>
                  </a:lnTo>
                  <a:lnTo>
                    <a:pt x="1401" y="3019"/>
                  </a:lnTo>
                  <a:lnTo>
                    <a:pt x="1379" y="3041"/>
                  </a:lnTo>
                  <a:lnTo>
                    <a:pt x="1353" y="3060"/>
                  </a:lnTo>
                  <a:lnTo>
                    <a:pt x="1326" y="3073"/>
                  </a:lnTo>
                  <a:lnTo>
                    <a:pt x="1295" y="3082"/>
                  </a:lnTo>
                  <a:lnTo>
                    <a:pt x="1263" y="3084"/>
                  </a:lnTo>
                  <a:lnTo>
                    <a:pt x="1231" y="3082"/>
                  </a:lnTo>
                  <a:lnTo>
                    <a:pt x="1198" y="3074"/>
                  </a:lnTo>
                  <a:lnTo>
                    <a:pt x="1168" y="3060"/>
                  </a:lnTo>
                  <a:lnTo>
                    <a:pt x="1142" y="3041"/>
                  </a:lnTo>
                  <a:lnTo>
                    <a:pt x="1119" y="3019"/>
                  </a:lnTo>
                  <a:lnTo>
                    <a:pt x="1101" y="2993"/>
                  </a:lnTo>
                  <a:lnTo>
                    <a:pt x="1088" y="2964"/>
                  </a:lnTo>
                  <a:lnTo>
                    <a:pt x="1080" y="2934"/>
                  </a:lnTo>
                  <a:lnTo>
                    <a:pt x="1076" y="2903"/>
                  </a:lnTo>
                  <a:lnTo>
                    <a:pt x="1079" y="2871"/>
                  </a:lnTo>
                  <a:lnTo>
                    <a:pt x="1086" y="2838"/>
                  </a:lnTo>
                  <a:lnTo>
                    <a:pt x="1365" y="2055"/>
                  </a:lnTo>
                  <a:lnTo>
                    <a:pt x="972" y="1443"/>
                  </a:lnTo>
                  <a:lnTo>
                    <a:pt x="1141" y="1924"/>
                  </a:lnTo>
                  <a:lnTo>
                    <a:pt x="1149" y="1954"/>
                  </a:lnTo>
                  <a:lnTo>
                    <a:pt x="1151" y="1986"/>
                  </a:lnTo>
                  <a:lnTo>
                    <a:pt x="1149" y="2016"/>
                  </a:lnTo>
                  <a:lnTo>
                    <a:pt x="1141" y="2046"/>
                  </a:lnTo>
                  <a:lnTo>
                    <a:pt x="1128" y="2074"/>
                  </a:lnTo>
                  <a:lnTo>
                    <a:pt x="1111" y="2100"/>
                  </a:lnTo>
                  <a:lnTo>
                    <a:pt x="1088" y="2125"/>
                  </a:lnTo>
                  <a:lnTo>
                    <a:pt x="1062" y="2145"/>
                  </a:lnTo>
                  <a:lnTo>
                    <a:pt x="1032" y="2159"/>
                  </a:lnTo>
                  <a:lnTo>
                    <a:pt x="1001" y="2167"/>
                  </a:lnTo>
                  <a:lnTo>
                    <a:pt x="967" y="2171"/>
                  </a:lnTo>
                  <a:lnTo>
                    <a:pt x="947" y="2169"/>
                  </a:lnTo>
                  <a:lnTo>
                    <a:pt x="164" y="2083"/>
                  </a:lnTo>
                  <a:lnTo>
                    <a:pt x="126" y="2076"/>
                  </a:lnTo>
                  <a:lnTo>
                    <a:pt x="94" y="2061"/>
                  </a:lnTo>
                  <a:lnTo>
                    <a:pt x="64" y="2040"/>
                  </a:lnTo>
                  <a:lnTo>
                    <a:pt x="40" y="2016"/>
                  </a:lnTo>
                  <a:lnTo>
                    <a:pt x="21" y="1986"/>
                  </a:lnTo>
                  <a:lnTo>
                    <a:pt x="7" y="1953"/>
                  </a:lnTo>
                  <a:lnTo>
                    <a:pt x="0" y="1918"/>
                  </a:lnTo>
                  <a:lnTo>
                    <a:pt x="0" y="1880"/>
                  </a:lnTo>
                  <a:lnTo>
                    <a:pt x="8" y="1844"/>
                  </a:lnTo>
                  <a:lnTo>
                    <a:pt x="22" y="1810"/>
                  </a:lnTo>
                  <a:lnTo>
                    <a:pt x="43" y="1781"/>
                  </a:lnTo>
                  <a:lnTo>
                    <a:pt x="68" y="1756"/>
                  </a:lnTo>
                  <a:lnTo>
                    <a:pt x="98" y="1737"/>
                  </a:lnTo>
                  <a:lnTo>
                    <a:pt x="130" y="1724"/>
                  </a:lnTo>
                  <a:lnTo>
                    <a:pt x="167" y="1716"/>
                  </a:lnTo>
                  <a:lnTo>
                    <a:pt x="203" y="1716"/>
                  </a:lnTo>
                  <a:lnTo>
                    <a:pt x="696" y="1771"/>
                  </a:lnTo>
                  <a:lnTo>
                    <a:pt x="578" y="1433"/>
                  </a:lnTo>
                  <a:lnTo>
                    <a:pt x="570" y="1398"/>
                  </a:lnTo>
                  <a:lnTo>
                    <a:pt x="569" y="1363"/>
                  </a:lnTo>
                  <a:lnTo>
                    <a:pt x="574" y="1327"/>
                  </a:lnTo>
                  <a:lnTo>
                    <a:pt x="584" y="1295"/>
                  </a:lnTo>
                  <a:lnTo>
                    <a:pt x="716" y="939"/>
                  </a:lnTo>
                  <a:lnTo>
                    <a:pt x="390" y="329"/>
                  </a:lnTo>
                  <a:lnTo>
                    <a:pt x="379" y="302"/>
                  </a:lnTo>
                  <a:lnTo>
                    <a:pt x="372" y="272"/>
                  </a:lnTo>
                  <a:lnTo>
                    <a:pt x="372" y="242"/>
                  </a:lnTo>
                  <a:lnTo>
                    <a:pt x="377" y="212"/>
                  </a:lnTo>
                  <a:lnTo>
                    <a:pt x="388" y="183"/>
                  </a:lnTo>
                  <a:lnTo>
                    <a:pt x="405" y="157"/>
                  </a:lnTo>
                  <a:lnTo>
                    <a:pt x="425" y="135"/>
                  </a:lnTo>
                  <a:lnTo>
                    <a:pt x="450" y="118"/>
                  </a:lnTo>
                  <a:lnTo>
                    <a:pt x="477" y="105"/>
                  </a:lnTo>
                  <a:lnTo>
                    <a:pt x="507" y="98"/>
                  </a:lnTo>
                  <a:lnTo>
                    <a:pt x="1179" y="2"/>
                  </a:lnTo>
                  <a:lnTo>
                    <a:pt x="12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5" name="Freeform 32"/>
            <p:cNvSpPr>
              <a:spLocks/>
            </p:cNvSpPr>
            <p:nvPr/>
          </p:nvSpPr>
          <p:spPr bwMode="auto">
            <a:xfrm>
              <a:off x="10426700" y="1341438"/>
              <a:ext cx="277812" cy="277813"/>
            </a:xfrm>
            <a:custGeom>
              <a:avLst/>
              <a:gdLst>
                <a:gd name="T0" fmla="*/ 348 w 697"/>
                <a:gd name="T1" fmla="*/ 0 h 700"/>
                <a:gd name="T2" fmla="*/ 400 w 697"/>
                <a:gd name="T3" fmla="*/ 4 h 700"/>
                <a:gd name="T4" fmla="*/ 448 w 697"/>
                <a:gd name="T5" fmla="*/ 15 h 700"/>
                <a:gd name="T6" fmla="*/ 495 w 697"/>
                <a:gd name="T7" fmla="*/ 32 h 700"/>
                <a:gd name="T8" fmla="*/ 538 w 697"/>
                <a:gd name="T9" fmla="*/ 57 h 700"/>
                <a:gd name="T10" fmla="*/ 577 w 697"/>
                <a:gd name="T11" fmla="*/ 86 h 700"/>
                <a:gd name="T12" fmla="*/ 611 w 697"/>
                <a:gd name="T13" fmla="*/ 121 h 700"/>
                <a:gd name="T14" fmla="*/ 641 w 697"/>
                <a:gd name="T15" fmla="*/ 159 h 700"/>
                <a:gd name="T16" fmla="*/ 664 w 697"/>
                <a:gd name="T17" fmla="*/ 202 h 700"/>
                <a:gd name="T18" fmla="*/ 683 w 697"/>
                <a:gd name="T19" fmla="*/ 249 h 700"/>
                <a:gd name="T20" fmla="*/ 693 w 697"/>
                <a:gd name="T21" fmla="*/ 298 h 700"/>
                <a:gd name="T22" fmla="*/ 697 w 697"/>
                <a:gd name="T23" fmla="*/ 350 h 700"/>
                <a:gd name="T24" fmla="*/ 693 w 697"/>
                <a:gd name="T25" fmla="*/ 401 h 700"/>
                <a:gd name="T26" fmla="*/ 683 w 697"/>
                <a:gd name="T27" fmla="*/ 451 h 700"/>
                <a:gd name="T28" fmla="*/ 664 w 697"/>
                <a:gd name="T29" fmla="*/ 498 h 700"/>
                <a:gd name="T30" fmla="*/ 641 w 697"/>
                <a:gd name="T31" fmla="*/ 541 h 700"/>
                <a:gd name="T32" fmla="*/ 611 w 697"/>
                <a:gd name="T33" fmla="*/ 580 h 700"/>
                <a:gd name="T34" fmla="*/ 577 w 697"/>
                <a:gd name="T35" fmla="*/ 614 h 700"/>
                <a:gd name="T36" fmla="*/ 538 w 697"/>
                <a:gd name="T37" fmla="*/ 643 h 700"/>
                <a:gd name="T38" fmla="*/ 495 w 697"/>
                <a:gd name="T39" fmla="*/ 667 h 700"/>
                <a:gd name="T40" fmla="*/ 448 w 697"/>
                <a:gd name="T41" fmla="*/ 685 h 700"/>
                <a:gd name="T42" fmla="*/ 400 w 697"/>
                <a:gd name="T43" fmla="*/ 696 h 700"/>
                <a:gd name="T44" fmla="*/ 348 w 697"/>
                <a:gd name="T45" fmla="*/ 700 h 700"/>
                <a:gd name="T46" fmla="*/ 296 w 697"/>
                <a:gd name="T47" fmla="*/ 696 h 700"/>
                <a:gd name="T48" fmla="*/ 247 w 697"/>
                <a:gd name="T49" fmla="*/ 685 h 700"/>
                <a:gd name="T50" fmla="*/ 201 w 697"/>
                <a:gd name="T51" fmla="*/ 667 h 700"/>
                <a:gd name="T52" fmla="*/ 158 w 697"/>
                <a:gd name="T53" fmla="*/ 643 h 700"/>
                <a:gd name="T54" fmla="*/ 119 w 697"/>
                <a:gd name="T55" fmla="*/ 614 h 700"/>
                <a:gd name="T56" fmla="*/ 84 w 697"/>
                <a:gd name="T57" fmla="*/ 580 h 700"/>
                <a:gd name="T58" fmla="*/ 55 w 697"/>
                <a:gd name="T59" fmla="*/ 541 h 700"/>
                <a:gd name="T60" fmla="*/ 32 w 697"/>
                <a:gd name="T61" fmla="*/ 498 h 700"/>
                <a:gd name="T62" fmla="*/ 14 w 697"/>
                <a:gd name="T63" fmla="*/ 451 h 700"/>
                <a:gd name="T64" fmla="*/ 3 w 697"/>
                <a:gd name="T65" fmla="*/ 401 h 700"/>
                <a:gd name="T66" fmla="*/ 0 w 697"/>
                <a:gd name="T67" fmla="*/ 350 h 700"/>
                <a:gd name="T68" fmla="*/ 3 w 697"/>
                <a:gd name="T69" fmla="*/ 298 h 700"/>
                <a:gd name="T70" fmla="*/ 14 w 697"/>
                <a:gd name="T71" fmla="*/ 249 h 700"/>
                <a:gd name="T72" fmla="*/ 32 w 697"/>
                <a:gd name="T73" fmla="*/ 202 h 700"/>
                <a:gd name="T74" fmla="*/ 55 w 697"/>
                <a:gd name="T75" fmla="*/ 159 h 700"/>
                <a:gd name="T76" fmla="*/ 84 w 697"/>
                <a:gd name="T77" fmla="*/ 121 h 700"/>
                <a:gd name="T78" fmla="*/ 119 w 697"/>
                <a:gd name="T79" fmla="*/ 86 h 700"/>
                <a:gd name="T80" fmla="*/ 158 w 697"/>
                <a:gd name="T81" fmla="*/ 57 h 700"/>
                <a:gd name="T82" fmla="*/ 201 w 697"/>
                <a:gd name="T83" fmla="*/ 32 h 700"/>
                <a:gd name="T84" fmla="*/ 247 w 697"/>
                <a:gd name="T85" fmla="*/ 15 h 700"/>
                <a:gd name="T86" fmla="*/ 296 w 697"/>
                <a:gd name="T87" fmla="*/ 4 h 700"/>
                <a:gd name="T88" fmla="*/ 348 w 697"/>
                <a:gd name="T89" fmla="*/ 0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7" h="700">
                  <a:moveTo>
                    <a:pt x="348" y="0"/>
                  </a:moveTo>
                  <a:lnTo>
                    <a:pt x="400" y="4"/>
                  </a:lnTo>
                  <a:lnTo>
                    <a:pt x="448" y="15"/>
                  </a:lnTo>
                  <a:lnTo>
                    <a:pt x="495" y="32"/>
                  </a:lnTo>
                  <a:lnTo>
                    <a:pt x="538" y="57"/>
                  </a:lnTo>
                  <a:lnTo>
                    <a:pt x="577" y="86"/>
                  </a:lnTo>
                  <a:lnTo>
                    <a:pt x="611" y="121"/>
                  </a:lnTo>
                  <a:lnTo>
                    <a:pt x="641" y="159"/>
                  </a:lnTo>
                  <a:lnTo>
                    <a:pt x="664" y="202"/>
                  </a:lnTo>
                  <a:lnTo>
                    <a:pt x="683" y="249"/>
                  </a:lnTo>
                  <a:lnTo>
                    <a:pt x="693" y="298"/>
                  </a:lnTo>
                  <a:lnTo>
                    <a:pt x="697" y="350"/>
                  </a:lnTo>
                  <a:lnTo>
                    <a:pt x="693" y="401"/>
                  </a:lnTo>
                  <a:lnTo>
                    <a:pt x="683" y="451"/>
                  </a:lnTo>
                  <a:lnTo>
                    <a:pt x="664" y="498"/>
                  </a:lnTo>
                  <a:lnTo>
                    <a:pt x="641" y="541"/>
                  </a:lnTo>
                  <a:lnTo>
                    <a:pt x="611" y="580"/>
                  </a:lnTo>
                  <a:lnTo>
                    <a:pt x="577" y="614"/>
                  </a:lnTo>
                  <a:lnTo>
                    <a:pt x="538" y="643"/>
                  </a:lnTo>
                  <a:lnTo>
                    <a:pt x="495" y="667"/>
                  </a:lnTo>
                  <a:lnTo>
                    <a:pt x="448" y="685"/>
                  </a:lnTo>
                  <a:lnTo>
                    <a:pt x="400" y="696"/>
                  </a:lnTo>
                  <a:lnTo>
                    <a:pt x="348" y="700"/>
                  </a:lnTo>
                  <a:lnTo>
                    <a:pt x="296" y="696"/>
                  </a:lnTo>
                  <a:lnTo>
                    <a:pt x="247" y="685"/>
                  </a:lnTo>
                  <a:lnTo>
                    <a:pt x="201" y="667"/>
                  </a:lnTo>
                  <a:lnTo>
                    <a:pt x="158" y="643"/>
                  </a:lnTo>
                  <a:lnTo>
                    <a:pt x="119" y="614"/>
                  </a:lnTo>
                  <a:lnTo>
                    <a:pt x="84" y="580"/>
                  </a:lnTo>
                  <a:lnTo>
                    <a:pt x="55" y="541"/>
                  </a:lnTo>
                  <a:lnTo>
                    <a:pt x="32" y="498"/>
                  </a:lnTo>
                  <a:lnTo>
                    <a:pt x="14" y="451"/>
                  </a:lnTo>
                  <a:lnTo>
                    <a:pt x="3" y="401"/>
                  </a:lnTo>
                  <a:lnTo>
                    <a:pt x="0" y="350"/>
                  </a:lnTo>
                  <a:lnTo>
                    <a:pt x="3" y="298"/>
                  </a:lnTo>
                  <a:lnTo>
                    <a:pt x="14" y="249"/>
                  </a:lnTo>
                  <a:lnTo>
                    <a:pt x="32" y="202"/>
                  </a:lnTo>
                  <a:lnTo>
                    <a:pt x="55" y="159"/>
                  </a:lnTo>
                  <a:lnTo>
                    <a:pt x="84" y="121"/>
                  </a:lnTo>
                  <a:lnTo>
                    <a:pt x="119" y="86"/>
                  </a:lnTo>
                  <a:lnTo>
                    <a:pt x="158" y="57"/>
                  </a:lnTo>
                  <a:lnTo>
                    <a:pt x="201" y="32"/>
                  </a:lnTo>
                  <a:lnTo>
                    <a:pt x="247" y="15"/>
                  </a:lnTo>
                  <a:lnTo>
                    <a:pt x="296" y="4"/>
                  </a:lnTo>
                  <a:lnTo>
                    <a:pt x="3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6" name="Freeform 33"/>
            <p:cNvSpPr>
              <a:spLocks/>
            </p:cNvSpPr>
            <p:nvPr/>
          </p:nvSpPr>
          <p:spPr bwMode="auto">
            <a:xfrm>
              <a:off x="10218738" y="2436813"/>
              <a:ext cx="1273175" cy="604838"/>
            </a:xfrm>
            <a:custGeom>
              <a:avLst/>
              <a:gdLst>
                <a:gd name="T0" fmla="*/ 2453 w 3209"/>
                <a:gd name="T1" fmla="*/ 0 h 1525"/>
                <a:gd name="T2" fmla="*/ 3163 w 3209"/>
                <a:gd name="T3" fmla="*/ 0 h 1525"/>
                <a:gd name="T4" fmla="*/ 3181 w 3209"/>
                <a:gd name="T5" fmla="*/ 3 h 1525"/>
                <a:gd name="T6" fmla="*/ 3196 w 3209"/>
                <a:gd name="T7" fmla="*/ 13 h 1525"/>
                <a:gd name="T8" fmla="*/ 3206 w 3209"/>
                <a:gd name="T9" fmla="*/ 28 h 1525"/>
                <a:gd name="T10" fmla="*/ 3209 w 3209"/>
                <a:gd name="T11" fmla="*/ 45 h 1525"/>
                <a:gd name="T12" fmla="*/ 3209 w 3209"/>
                <a:gd name="T13" fmla="*/ 1478 h 1525"/>
                <a:gd name="T14" fmla="*/ 3206 w 3209"/>
                <a:gd name="T15" fmla="*/ 1496 h 1525"/>
                <a:gd name="T16" fmla="*/ 3196 w 3209"/>
                <a:gd name="T17" fmla="*/ 1512 h 1525"/>
                <a:gd name="T18" fmla="*/ 3181 w 3209"/>
                <a:gd name="T19" fmla="*/ 1521 h 1525"/>
                <a:gd name="T20" fmla="*/ 3163 w 3209"/>
                <a:gd name="T21" fmla="*/ 1525 h 1525"/>
                <a:gd name="T22" fmla="*/ 46 w 3209"/>
                <a:gd name="T23" fmla="*/ 1525 h 1525"/>
                <a:gd name="T24" fmla="*/ 28 w 3209"/>
                <a:gd name="T25" fmla="*/ 1521 h 1525"/>
                <a:gd name="T26" fmla="*/ 13 w 3209"/>
                <a:gd name="T27" fmla="*/ 1512 h 1525"/>
                <a:gd name="T28" fmla="*/ 3 w 3209"/>
                <a:gd name="T29" fmla="*/ 1496 h 1525"/>
                <a:gd name="T30" fmla="*/ 0 w 3209"/>
                <a:gd name="T31" fmla="*/ 1478 h 1525"/>
                <a:gd name="T32" fmla="*/ 0 w 3209"/>
                <a:gd name="T33" fmla="*/ 1190 h 1525"/>
                <a:gd name="T34" fmla="*/ 3 w 3209"/>
                <a:gd name="T35" fmla="*/ 1171 h 1525"/>
                <a:gd name="T36" fmla="*/ 13 w 3209"/>
                <a:gd name="T37" fmla="*/ 1157 h 1525"/>
                <a:gd name="T38" fmla="*/ 28 w 3209"/>
                <a:gd name="T39" fmla="*/ 1147 h 1525"/>
                <a:gd name="T40" fmla="*/ 46 w 3209"/>
                <a:gd name="T41" fmla="*/ 1143 h 1525"/>
                <a:gd name="T42" fmla="*/ 802 w 3209"/>
                <a:gd name="T43" fmla="*/ 1143 h 1525"/>
                <a:gd name="T44" fmla="*/ 802 w 3209"/>
                <a:gd name="T45" fmla="*/ 808 h 1525"/>
                <a:gd name="T46" fmla="*/ 806 w 3209"/>
                <a:gd name="T47" fmla="*/ 791 h 1525"/>
                <a:gd name="T48" fmla="*/ 816 w 3209"/>
                <a:gd name="T49" fmla="*/ 775 h 1525"/>
                <a:gd name="T50" fmla="*/ 830 w 3209"/>
                <a:gd name="T51" fmla="*/ 766 h 1525"/>
                <a:gd name="T52" fmla="*/ 848 w 3209"/>
                <a:gd name="T53" fmla="*/ 762 h 1525"/>
                <a:gd name="T54" fmla="*/ 1604 w 3209"/>
                <a:gd name="T55" fmla="*/ 762 h 1525"/>
                <a:gd name="T56" fmla="*/ 1604 w 3209"/>
                <a:gd name="T57" fmla="*/ 427 h 1525"/>
                <a:gd name="T58" fmla="*/ 1608 w 3209"/>
                <a:gd name="T59" fmla="*/ 409 h 1525"/>
                <a:gd name="T60" fmla="*/ 1617 w 3209"/>
                <a:gd name="T61" fmla="*/ 395 h 1525"/>
                <a:gd name="T62" fmla="*/ 1633 w 3209"/>
                <a:gd name="T63" fmla="*/ 384 h 1525"/>
                <a:gd name="T64" fmla="*/ 1651 w 3209"/>
                <a:gd name="T65" fmla="*/ 380 h 1525"/>
                <a:gd name="T66" fmla="*/ 2407 w 3209"/>
                <a:gd name="T67" fmla="*/ 380 h 1525"/>
                <a:gd name="T68" fmla="*/ 2407 w 3209"/>
                <a:gd name="T69" fmla="*/ 45 h 1525"/>
                <a:gd name="T70" fmla="*/ 2411 w 3209"/>
                <a:gd name="T71" fmla="*/ 28 h 1525"/>
                <a:gd name="T72" fmla="*/ 2420 w 3209"/>
                <a:gd name="T73" fmla="*/ 13 h 1525"/>
                <a:gd name="T74" fmla="*/ 2434 w 3209"/>
                <a:gd name="T75" fmla="*/ 3 h 1525"/>
                <a:gd name="T76" fmla="*/ 2453 w 3209"/>
                <a:gd name="T77" fmla="*/ 0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09" h="1525">
                  <a:moveTo>
                    <a:pt x="2453" y="0"/>
                  </a:moveTo>
                  <a:lnTo>
                    <a:pt x="3163" y="0"/>
                  </a:lnTo>
                  <a:lnTo>
                    <a:pt x="3181" y="3"/>
                  </a:lnTo>
                  <a:lnTo>
                    <a:pt x="3196" y="13"/>
                  </a:lnTo>
                  <a:lnTo>
                    <a:pt x="3206" y="28"/>
                  </a:lnTo>
                  <a:lnTo>
                    <a:pt x="3209" y="45"/>
                  </a:lnTo>
                  <a:lnTo>
                    <a:pt x="3209" y="1478"/>
                  </a:lnTo>
                  <a:lnTo>
                    <a:pt x="3206" y="1496"/>
                  </a:lnTo>
                  <a:lnTo>
                    <a:pt x="3196" y="1512"/>
                  </a:lnTo>
                  <a:lnTo>
                    <a:pt x="3181" y="1521"/>
                  </a:lnTo>
                  <a:lnTo>
                    <a:pt x="3163" y="1525"/>
                  </a:lnTo>
                  <a:lnTo>
                    <a:pt x="46" y="1525"/>
                  </a:lnTo>
                  <a:lnTo>
                    <a:pt x="28" y="1521"/>
                  </a:lnTo>
                  <a:lnTo>
                    <a:pt x="13" y="1512"/>
                  </a:lnTo>
                  <a:lnTo>
                    <a:pt x="3" y="1496"/>
                  </a:lnTo>
                  <a:lnTo>
                    <a:pt x="0" y="1478"/>
                  </a:lnTo>
                  <a:lnTo>
                    <a:pt x="0" y="1190"/>
                  </a:lnTo>
                  <a:lnTo>
                    <a:pt x="3" y="1171"/>
                  </a:lnTo>
                  <a:lnTo>
                    <a:pt x="13" y="1157"/>
                  </a:lnTo>
                  <a:lnTo>
                    <a:pt x="28" y="1147"/>
                  </a:lnTo>
                  <a:lnTo>
                    <a:pt x="46" y="1143"/>
                  </a:lnTo>
                  <a:lnTo>
                    <a:pt x="802" y="1143"/>
                  </a:lnTo>
                  <a:lnTo>
                    <a:pt x="802" y="808"/>
                  </a:lnTo>
                  <a:lnTo>
                    <a:pt x="806" y="791"/>
                  </a:lnTo>
                  <a:lnTo>
                    <a:pt x="816" y="775"/>
                  </a:lnTo>
                  <a:lnTo>
                    <a:pt x="830" y="766"/>
                  </a:lnTo>
                  <a:lnTo>
                    <a:pt x="848" y="762"/>
                  </a:lnTo>
                  <a:lnTo>
                    <a:pt x="1604" y="762"/>
                  </a:lnTo>
                  <a:lnTo>
                    <a:pt x="1604" y="427"/>
                  </a:lnTo>
                  <a:lnTo>
                    <a:pt x="1608" y="409"/>
                  </a:lnTo>
                  <a:lnTo>
                    <a:pt x="1617" y="395"/>
                  </a:lnTo>
                  <a:lnTo>
                    <a:pt x="1633" y="384"/>
                  </a:lnTo>
                  <a:lnTo>
                    <a:pt x="1651" y="380"/>
                  </a:lnTo>
                  <a:lnTo>
                    <a:pt x="2407" y="380"/>
                  </a:lnTo>
                  <a:lnTo>
                    <a:pt x="2407" y="45"/>
                  </a:lnTo>
                  <a:lnTo>
                    <a:pt x="2411" y="28"/>
                  </a:lnTo>
                  <a:lnTo>
                    <a:pt x="2420" y="13"/>
                  </a:lnTo>
                  <a:lnTo>
                    <a:pt x="2434" y="3"/>
                  </a:lnTo>
                  <a:lnTo>
                    <a:pt x="24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647100" y="3184064"/>
            <a:ext cx="2776594" cy="972116"/>
            <a:chOff x="8783298" y="1301648"/>
            <a:chExt cx="2776594" cy="972116"/>
          </a:xfrm>
        </p:grpSpPr>
        <p:sp>
          <p:nvSpPr>
            <p:cNvPr id="92" name="TextBox 91"/>
            <p:cNvSpPr txBox="1"/>
            <p:nvPr/>
          </p:nvSpPr>
          <p:spPr>
            <a:xfrm>
              <a:off x="8783298" y="1688989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783298" y="1301648"/>
              <a:ext cx="167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Edit Text Here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1460147" y="3184064"/>
            <a:ext cx="2776594" cy="972116"/>
            <a:chOff x="8783298" y="1301648"/>
            <a:chExt cx="2776594" cy="972116"/>
          </a:xfrm>
        </p:grpSpPr>
        <p:sp>
          <p:nvSpPr>
            <p:cNvPr id="95" name="TextBox 94"/>
            <p:cNvSpPr txBox="1"/>
            <p:nvPr/>
          </p:nvSpPr>
          <p:spPr>
            <a:xfrm>
              <a:off x="8783298" y="1688989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783298" y="1301648"/>
              <a:ext cx="167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Edit Text Here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7672688" y="3184064"/>
            <a:ext cx="2776594" cy="972116"/>
            <a:chOff x="8783298" y="1301648"/>
            <a:chExt cx="2776594" cy="972116"/>
          </a:xfrm>
        </p:grpSpPr>
        <p:sp>
          <p:nvSpPr>
            <p:cNvPr id="98" name="TextBox 97"/>
            <p:cNvSpPr txBox="1"/>
            <p:nvPr/>
          </p:nvSpPr>
          <p:spPr>
            <a:xfrm>
              <a:off x="8783298" y="1688989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783298" y="1301648"/>
              <a:ext cx="167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Edit Text Here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4160373" y="5104993"/>
            <a:ext cx="889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Open Sans" panose="020B0606030504020204" pitchFamily="34" charset="0"/>
              </a:rPr>
              <a:t>2021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12855" y="5104993"/>
            <a:ext cx="889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5"/>
                </a:solidFill>
                <a:latin typeface="Open Sans" panose="020B0606030504020204" pitchFamily="34" charset="0"/>
              </a:rPr>
              <a:t>2022</a:t>
            </a:r>
            <a:endParaRPr lang="en-US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649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TIMELINE SLIDE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4B526-F5B4-4075-9CC7-4934EE8B4D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BD743-DF65-4862-A236-C9F223AA8A48}"/>
              </a:ext>
            </a:extLst>
          </p:cNvPr>
          <p:cNvSpPr/>
          <p:nvPr/>
        </p:nvSpPr>
        <p:spPr>
          <a:xfrm>
            <a:off x="1197788" y="2883307"/>
            <a:ext cx="1987935" cy="993968"/>
          </a:xfrm>
          <a:custGeom>
            <a:avLst/>
            <a:gdLst>
              <a:gd name="connsiteX0" fmla="*/ 0 w 2408903"/>
              <a:gd name="connsiteY0" fmla="*/ 1204452 h 2408903"/>
              <a:gd name="connsiteX1" fmla="*/ 1204452 w 2408903"/>
              <a:gd name="connsiteY1" fmla="*/ 0 h 2408903"/>
              <a:gd name="connsiteX2" fmla="*/ 2408904 w 2408903"/>
              <a:gd name="connsiteY2" fmla="*/ 1204452 h 2408903"/>
              <a:gd name="connsiteX3" fmla="*/ 1204452 w 2408903"/>
              <a:gd name="connsiteY3" fmla="*/ 2408904 h 2408903"/>
              <a:gd name="connsiteX4" fmla="*/ 0 w 2408903"/>
              <a:gd name="connsiteY4" fmla="*/ 1204452 h 2408903"/>
              <a:gd name="connsiteX0" fmla="*/ 1204452 w 2408904"/>
              <a:gd name="connsiteY0" fmla="*/ 2408904 h 2500344"/>
              <a:gd name="connsiteX1" fmla="*/ 0 w 2408904"/>
              <a:gd name="connsiteY1" fmla="*/ 1204452 h 2500344"/>
              <a:gd name="connsiteX2" fmla="*/ 1204452 w 2408904"/>
              <a:gd name="connsiteY2" fmla="*/ 0 h 2500344"/>
              <a:gd name="connsiteX3" fmla="*/ 2408904 w 2408904"/>
              <a:gd name="connsiteY3" fmla="*/ 1204452 h 2500344"/>
              <a:gd name="connsiteX4" fmla="*/ 1295892 w 2408904"/>
              <a:gd name="connsiteY4" fmla="*/ 2500344 h 2500344"/>
              <a:gd name="connsiteX0" fmla="*/ 1204452 w 2408904"/>
              <a:gd name="connsiteY0" fmla="*/ 2408904 h 2408904"/>
              <a:gd name="connsiteX1" fmla="*/ 0 w 2408904"/>
              <a:gd name="connsiteY1" fmla="*/ 1204452 h 2408904"/>
              <a:gd name="connsiteX2" fmla="*/ 1204452 w 2408904"/>
              <a:gd name="connsiteY2" fmla="*/ 0 h 2408904"/>
              <a:gd name="connsiteX3" fmla="*/ 2408904 w 2408904"/>
              <a:gd name="connsiteY3" fmla="*/ 1204452 h 2408904"/>
              <a:gd name="connsiteX0" fmla="*/ 0 w 2408904"/>
              <a:gd name="connsiteY0" fmla="*/ 1204452 h 1204452"/>
              <a:gd name="connsiteX1" fmla="*/ 1204452 w 2408904"/>
              <a:gd name="connsiteY1" fmla="*/ 0 h 1204452"/>
              <a:gd name="connsiteX2" fmla="*/ 2408904 w 2408904"/>
              <a:gd name="connsiteY2" fmla="*/ 1204452 h 1204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1204452">
                <a:moveTo>
                  <a:pt x="0" y="1204452"/>
                </a:moveTo>
                <a:cubicBezTo>
                  <a:pt x="0" y="539252"/>
                  <a:pt x="539252" y="0"/>
                  <a:pt x="1204452" y="0"/>
                </a:cubicBezTo>
                <a:cubicBezTo>
                  <a:pt x="1869652" y="0"/>
                  <a:pt x="2408904" y="539252"/>
                  <a:pt x="2408904" y="1204452"/>
                </a:cubicBezTo>
              </a:path>
            </a:pathLst>
          </a:custGeom>
          <a:noFill/>
          <a:ln w="1016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6">
            <a:extLst>
              <a:ext uri="{FF2B5EF4-FFF2-40B4-BE49-F238E27FC236}">
                <a16:creationId xmlns:a16="http://schemas.microsoft.com/office/drawing/2014/main" id="{980AAB7A-29E0-44F6-B45B-32A0290BC663}"/>
              </a:ext>
            </a:extLst>
          </p:cNvPr>
          <p:cNvSpPr/>
          <p:nvPr/>
        </p:nvSpPr>
        <p:spPr>
          <a:xfrm flipV="1">
            <a:off x="3185723" y="3877275"/>
            <a:ext cx="1987935" cy="993968"/>
          </a:xfrm>
          <a:custGeom>
            <a:avLst/>
            <a:gdLst>
              <a:gd name="connsiteX0" fmla="*/ 0 w 2408903"/>
              <a:gd name="connsiteY0" fmla="*/ 1204452 h 2408903"/>
              <a:gd name="connsiteX1" fmla="*/ 1204452 w 2408903"/>
              <a:gd name="connsiteY1" fmla="*/ 0 h 2408903"/>
              <a:gd name="connsiteX2" fmla="*/ 2408904 w 2408903"/>
              <a:gd name="connsiteY2" fmla="*/ 1204452 h 2408903"/>
              <a:gd name="connsiteX3" fmla="*/ 1204452 w 2408903"/>
              <a:gd name="connsiteY3" fmla="*/ 2408904 h 2408903"/>
              <a:gd name="connsiteX4" fmla="*/ 0 w 2408903"/>
              <a:gd name="connsiteY4" fmla="*/ 1204452 h 2408903"/>
              <a:gd name="connsiteX0" fmla="*/ 1204452 w 2408904"/>
              <a:gd name="connsiteY0" fmla="*/ 2408904 h 2500344"/>
              <a:gd name="connsiteX1" fmla="*/ 0 w 2408904"/>
              <a:gd name="connsiteY1" fmla="*/ 1204452 h 2500344"/>
              <a:gd name="connsiteX2" fmla="*/ 1204452 w 2408904"/>
              <a:gd name="connsiteY2" fmla="*/ 0 h 2500344"/>
              <a:gd name="connsiteX3" fmla="*/ 2408904 w 2408904"/>
              <a:gd name="connsiteY3" fmla="*/ 1204452 h 2500344"/>
              <a:gd name="connsiteX4" fmla="*/ 1295892 w 2408904"/>
              <a:gd name="connsiteY4" fmla="*/ 2500344 h 2500344"/>
              <a:gd name="connsiteX0" fmla="*/ 1204452 w 2408904"/>
              <a:gd name="connsiteY0" fmla="*/ 2408904 h 2408904"/>
              <a:gd name="connsiteX1" fmla="*/ 0 w 2408904"/>
              <a:gd name="connsiteY1" fmla="*/ 1204452 h 2408904"/>
              <a:gd name="connsiteX2" fmla="*/ 1204452 w 2408904"/>
              <a:gd name="connsiteY2" fmla="*/ 0 h 2408904"/>
              <a:gd name="connsiteX3" fmla="*/ 2408904 w 2408904"/>
              <a:gd name="connsiteY3" fmla="*/ 1204452 h 2408904"/>
              <a:gd name="connsiteX0" fmla="*/ 0 w 2408904"/>
              <a:gd name="connsiteY0" fmla="*/ 1204452 h 1204452"/>
              <a:gd name="connsiteX1" fmla="*/ 1204452 w 2408904"/>
              <a:gd name="connsiteY1" fmla="*/ 0 h 1204452"/>
              <a:gd name="connsiteX2" fmla="*/ 2408904 w 2408904"/>
              <a:gd name="connsiteY2" fmla="*/ 1204452 h 1204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1204452">
                <a:moveTo>
                  <a:pt x="0" y="1204452"/>
                </a:moveTo>
                <a:cubicBezTo>
                  <a:pt x="0" y="539252"/>
                  <a:pt x="539252" y="0"/>
                  <a:pt x="1204452" y="0"/>
                </a:cubicBezTo>
                <a:cubicBezTo>
                  <a:pt x="1869652" y="0"/>
                  <a:pt x="2408904" y="539252"/>
                  <a:pt x="2408904" y="1204452"/>
                </a:cubicBezTo>
              </a:path>
            </a:pathLst>
          </a:custGeom>
          <a:noFill/>
          <a:ln w="1016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6">
            <a:extLst>
              <a:ext uri="{FF2B5EF4-FFF2-40B4-BE49-F238E27FC236}">
                <a16:creationId xmlns:a16="http://schemas.microsoft.com/office/drawing/2014/main" id="{68A68E21-6924-4910-91E3-D102D6BB345A}"/>
              </a:ext>
            </a:extLst>
          </p:cNvPr>
          <p:cNvSpPr/>
          <p:nvPr/>
        </p:nvSpPr>
        <p:spPr>
          <a:xfrm>
            <a:off x="5174900" y="2883307"/>
            <a:ext cx="1987935" cy="993968"/>
          </a:xfrm>
          <a:custGeom>
            <a:avLst/>
            <a:gdLst>
              <a:gd name="connsiteX0" fmla="*/ 0 w 2408903"/>
              <a:gd name="connsiteY0" fmla="*/ 1204452 h 2408903"/>
              <a:gd name="connsiteX1" fmla="*/ 1204452 w 2408903"/>
              <a:gd name="connsiteY1" fmla="*/ 0 h 2408903"/>
              <a:gd name="connsiteX2" fmla="*/ 2408904 w 2408903"/>
              <a:gd name="connsiteY2" fmla="*/ 1204452 h 2408903"/>
              <a:gd name="connsiteX3" fmla="*/ 1204452 w 2408903"/>
              <a:gd name="connsiteY3" fmla="*/ 2408904 h 2408903"/>
              <a:gd name="connsiteX4" fmla="*/ 0 w 2408903"/>
              <a:gd name="connsiteY4" fmla="*/ 1204452 h 2408903"/>
              <a:gd name="connsiteX0" fmla="*/ 1204452 w 2408904"/>
              <a:gd name="connsiteY0" fmla="*/ 2408904 h 2500344"/>
              <a:gd name="connsiteX1" fmla="*/ 0 w 2408904"/>
              <a:gd name="connsiteY1" fmla="*/ 1204452 h 2500344"/>
              <a:gd name="connsiteX2" fmla="*/ 1204452 w 2408904"/>
              <a:gd name="connsiteY2" fmla="*/ 0 h 2500344"/>
              <a:gd name="connsiteX3" fmla="*/ 2408904 w 2408904"/>
              <a:gd name="connsiteY3" fmla="*/ 1204452 h 2500344"/>
              <a:gd name="connsiteX4" fmla="*/ 1295892 w 2408904"/>
              <a:gd name="connsiteY4" fmla="*/ 2500344 h 2500344"/>
              <a:gd name="connsiteX0" fmla="*/ 1204452 w 2408904"/>
              <a:gd name="connsiteY0" fmla="*/ 2408904 h 2408904"/>
              <a:gd name="connsiteX1" fmla="*/ 0 w 2408904"/>
              <a:gd name="connsiteY1" fmla="*/ 1204452 h 2408904"/>
              <a:gd name="connsiteX2" fmla="*/ 1204452 w 2408904"/>
              <a:gd name="connsiteY2" fmla="*/ 0 h 2408904"/>
              <a:gd name="connsiteX3" fmla="*/ 2408904 w 2408904"/>
              <a:gd name="connsiteY3" fmla="*/ 1204452 h 2408904"/>
              <a:gd name="connsiteX0" fmla="*/ 0 w 2408904"/>
              <a:gd name="connsiteY0" fmla="*/ 1204452 h 1204452"/>
              <a:gd name="connsiteX1" fmla="*/ 1204452 w 2408904"/>
              <a:gd name="connsiteY1" fmla="*/ 0 h 1204452"/>
              <a:gd name="connsiteX2" fmla="*/ 2408904 w 2408904"/>
              <a:gd name="connsiteY2" fmla="*/ 1204452 h 1204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1204452">
                <a:moveTo>
                  <a:pt x="0" y="1204452"/>
                </a:moveTo>
                <a:cubicBezTo>
                  <a:pt x="0" y="539252"/>
                  <a:pt x="539252" y="0"/>
                  <a:pt x="1204452" y="0"/>
                </a:cubicBezTo>
                <a:cubicBezTo>
                  <a:pt x="1869652" y="0"/>
                  <a:pt x="2408904" y="539252"/>
                  <a:pt x="2408904" y="1204452"/>
                </a:cubicBezTo>
              </a:path>
            </a:pathLst>
          </a:custGeom>
          <a:noFill/>
          <a:ln w="1016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6">
            <a:extLst>
              <a:ext uri="{FF2B5EF4-FFF2-40B4-BE49-F238E27FC236}">
                <a16:creationId xmlns:a16="http://schemas.microsoft.com/office/drawing/2014/main" id="{D358E253-9B30-4241-BA6F-52DF64D70E9F}"/>
              </a:ext>
            </a:extLst>
          </p:cNvPr>
          <p:cNvSpPr/>
          <p:nvPr/>
        </p:nvSpPr>
        <p:spPr>
          <a:xfrm flipV="1">
            <a:off x="7162836" y="3877275"/>
            <a:ext cx="1987935" cy="993968"/>
          </a:xfrm>
          <a:custGeom>
            <a:avLst/>
            <a:gdLst>
              <a:gd name="connsiteX0" fmla="*/ 0 w 2408903"/>
              <a:gd name="connsiteY0" fmla="*/ 1204452 h 2408903"/>
              <a:gd name="connsiteX1" fmla="*/ 1204452 w 2408903"/>
              <a:gd name="connsiteY1" fmla="*/ 0 h 2408903"/>
              <a:gd name="connsiteX2" fmla="*/ 2408904 w 2408903"/>
              <a:gd name="connsiteY2" fmla="*/ 1204452 h 2408903"/>
              <a:gd name="connsiteX3" fmla="*/ 1204452 w 2408903"/>
              <a:gd name="connsiteY3" fmla="*/ 2408904 h 2408903"/>
              <a:gd name="connsiteX4" fmla="*/ 0 w 2408903"/>
              <a:gd name="connsiteY4" fmla="*/ 1204452 h 2408903"/>
              <a:gd name="connsiteX0" fmla="*/ 1204452 w 2408904"/>
              <a:gd name="connsiteY0" fmla="*/ 2408904 h 2500344"/>
              <a:gd name="connsiteX1" fmla="*/ 0 w 2408904"/>
              <a:gd name="connsiteY1" fmla="*/ 1204452 h 2500344"/>
              <a:gd name="connsiteX2" fmla="*/ 1204452 w 2408904"/>
              <a:gd name="connsiteY2" fmla="*/ 0 h 2500344"/>
              <a:gd name="connsiteX3" fmla="*/ 2408904 w 2408904"/>
              <a:gd name="connsiteY3" fmla="*/ 1204452 h 2500344"/>
              <a:gd name="connsiteX4" fmla="*/ 1295892 w 2408904"/>
              <a:gd name="connsiteY4" fmla="*/ 2500344 h 2500344"/>
              <a:gd name="connsiteX0" fmla="*/ 1204452 w 2408904"/>
              <a:gd name="connsiteY0" fmla="*/ 2408904 h 2408904"/>
              <a:gd name="connsiteX1" fmla="*/ 0 w 2408904"/>
              <a:gd name="connsiteY1" fmla="*/ 1204452 h 2408904"/>
              <a:gd name="connsiteX2" fmla="*/ 1204452 w 2408904"/>
              <a:gd name="connsiteY2" fmla="*/ 0 h 2408904"/>
              <a:gd name="connsiteX3" fmla="*/ 2408904 w 2408904"/>
              <a:gd name="connsiteY3" fmla="*/ 1204452 h 2408904"/>
              <a:gd name="connsiteX0" fmla="*/ 0 w 2408904"/>
              <a:gd name="connsiteY0" fmla="*/ 1204452 h 1204452"/>
              <a:gd name="connsiteX1" fmla="*/ 1204452 w 2408904"/>
              <a:gd name="connsiteY1" fmla="*/ 0 h 1204452"/>
              <a:gd name="connsiteX2" fmla="*/ 2408904 w 2408904"/>
              <a:gd name="connsiteY2" fmla="*/ 1204452 h 1204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1204452">
                <a:moveTo>
                  <a:pt x="0" y="1204452"/>
                </a:moveTo>
                <a:cubicBezTo>
                  <a:pt x="0" y="539252"/>
                  <a:pt x="539252" y="0"/>
                  <a:pt x="1204452" y="0"/>
                </a:cubicBezTo>
                <a:cubicBezTo>
                  <a:pt x="1869652" y="0"/>
                  <a:pt x="2408904" y="539252"/>
                  <a:pt x="2408904" y="1204452"/>
                </a:cubicBezTo>
              </a:path>
            </a:pathLst>
          </a:custGeom>
          <a:noFill/>
          <a:ln w="1016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6">
            <a:extLst>
              <a:ext uri="{FF2B5EF4-FFF2-40B4-BE49-F238E27FC236}">
                <a16:creationId xmlns:a16="http://schemas.microsoft.com/office/drawing/2014/main" id="{AF23A9C3-53FC-43DB-A245-FC3F219C9AAA}"/>
              </a:ext>
            </a:extLst>
          </p:cNvPr>
          <p:cNvSpPr/>
          <p:nvPr/>
        </p:nvSpPr>
        <p:spPr>
          <a:xfrm>
            <a:off x="9152013" y="2883307"/>
            <a:ext cx="1987935" cy="993968"/>
          </a:xfrm>
          <a:custGeom>
            <a:avLst/>
            <a:gdLst>
              <a:gd name="connsiteX0" fmla="*/ 0 w 2408903"/>
              <a:gd name="connsiteY0" fmla="*/ 1204452 h 2408903"/>
              <a:gd name="connsiteX1" fmla="*/ 1204452 w 2408903"/>
              <a:gd name="connsiteY1" fmla="*/ 0 h 2408903"/>
              <a:gd name="connsiteX2" fmla="*/ 2408904 w 2408903"/>
              <a:gd name="connsiteY2" fmla="*/ 1204452 h 2408903"/>
              <a:gd name="connsiteX3" fmla="*/ 1204452 w 2408903"/>
              <a:gd name="connsiteY3" fmla="*/ 2408904 h 2408903"/>
              <a:gd name="connsiteX4" fmla="*/ 0 w 2408903"/>
              <a:gd name="connsiteY4" fmla="*/ 1204452 h 2408903"/>
              <a:gd name="connsiteX0" fmla="*/ 1204452 w 2408904"/>
              <a:gd name="connsiteY0" fmla="*/ 2408904 h 2500344"/>
              <a:gd name="connsiteX1" fmla="*/ 0 w 2408904"/>
              <a:gd name="connsiteY1" fmla="*/ 1204452 h 2500344"/>
              <a:gd name="connsiteX2" fmla="*/ 1204452 w 2408904"/>
              <a:gd name="connsiteY2" fmla="*/ 0 h 2500344"/>
              <a:gd name="connsiteX3" fmla="*/ 2408904 w 2408904"/>
              <a:gd name="connsiteY3" fmla="*/ 1204452 h 2500344"/>
              <a:gd name="connsiteX4" fmla="*/ 1295892 w 2408904"/>
              <a:gd name="connsiteY4" fmla="*/ 2500344 h 2500344"/>
              <a:gd name="connsiteX0" fmla="*/ 1204452 w 2408904"/>
              <a:gd name="connsiteY0" fmla="*/ 2408904 h 2408904"/>
              <a:gd name="connsiteX1" fmla="*/ 0 w 2408904"/>
              <a:gd name="connsiteY1" fmla="*/ 1204452 h 2408904"/>
              <a:gd name="connsiteX2" fmla="*/ 1204452 w 2408904"/>
              <a:gd name="connsiteY2" fmla="*/ 0 h 2408904"/>
              <a:gd name="connsiteX3" fmla="*/ 2408904 w 2408904"/>
              <a:gd name="connsiteY3" fmla="*/ 1204452 h 2408904"/>
              <a:gd name="connsiteX0" fmla="*/ 0 w 2408904"/>
              <a:gd name="connsiteY0" fmla="*/ 1204452 h 1204452"/>
              <a:gd name="connsiteX1" fmla="*/ 1204452 w 2408904"/>
              <a:gd name="connsiteY1" fmla="*/ 0 h 1204452"/>
              <a:gd name="connsiteX2" fmla="*/ 2408904 w 2408904"/>
              <a:gd name="connsiteY2" fmla="*/ 1204452 h 1204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1204452">
                <a:moveTo>
                  <a:pt x="0" y="1204452"/>
                </a:moveTo>
                <a:cubicBezTo>
                  <a:pt x="0" y="539252"/>
                  <a:pt x="539252" y="0"/>
                  <a:pt x="1204452" y="0"/>
                </a:cubicBezTo>
                <a:cubicBezTo>
                  <a:pt x="1869652" y="0"/>
                  <a:pt x="2408904" y="539252"/>
                  <a:pt x="2408904" y="1204452"/>
                </a:cubicBezTo>
              </a:path>
            </a:pathLst>
          </a:custGeom>
          <a:noFill/>
          <a:ln w="1016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49EC865-57FC-46C1-BB80-7A8C8B7CAF7C}"/>
              </a:ext>
            </a:extLst>
          </p:cNvPr>
          <p:cNvSpPr/>
          <p:nvPr/>
        </p:nvSpPr>
        <p:spPr>
          <a:xfrm>
            <a:off x="1544089" y="3229609"/>
            <a:ext cx="1295332" cy="1295333"/>
          </a:xfrm>
          <a:custGeom>
            <a:avLst/>
            <a:gdLst>
              <a:gd name="connsiteX0" fmla="*/ 647666 w 1295332"/>
              <a:gd name="connsiteY0" fmla="*/ 0 h 1295333"/>
              <a:gd name="connsiteX1" fmla="*/ 767292 w 1295332"/>
              <a:gd name="connsiteY1" fmla="*/ 49550 h 1295333"/>
              <a:gd name="connsiteX2" fmla="*/ 1245782 w 1295332"/>
              <a:gd name="connsiteY2" fmla="*/ 528040 h 1295333"/>
              <a:gd name="connsiteX3" fmla="*/ 1245782 w 1295332"/>
              <a:gd name="connsiteY3" fmla="*/ 767292 h 1295333"/>
              <a:gd name="connsiteX4" fmla="*/ 767292 w 1295332"/>
              <a:gd name="connsiteY4" fmla="*/ 1245782 h 1295333"/>
              <a:gd name="connsiteX5" fmla="*/ 528040 w 1295332"/>
              <a:gd name="connsiteY5" fmla="*/ 1245782 h 1295333"/>
              <a:gd name="connsiteX6" fmla="*/ 49550 w 1295332"/>
              <a:gd name="connsiteY6" fmla="*/ 767292 h 1295333"/>
              <a:gd name="connsiteX7" fmla="*/ 49550 w 1295332"/>
              <a:gd name="connsiteY7" fmla="*/ 528040 h 1295333"/>
              <a:gd name="connsiteX8" fmla="*/ 528040 w 1295332"/>
              <a:gd name="connsiteY8" fmla="*/ 49550 h 1295333"/>
              <a:gd name="connsiteX9" fmla="*/ 647666 w 1295332"/>
              <a:gd name="connsiteY9" fmla="*/ 0 h 129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95332" h="1295333">
                <a:moveTo>
                  <a:pt x="647666" y="0"/>
                </a:moveTo>
                <a:cubicBezTo>
                  <a:pt x="690962" y="0"/>
                  <a:pt x="734259" y="16517"/>
                  <a:pt x="767292" y="49550"/>
                </a:cubicBezTo>
                <a:lnTo>
                  <a:pt x="1245782" y="528040"/>
                </a:lnTo>
                <a:cubicBezTo>
                  <a:pt x="1311849" y="594108"/>
                  <a:pt x="1311849" y="701225"/>
                  <a:pt x="1245782" y="767292"/>
                </a:cubicBezTo>
                <a:lnTo>
                  <a:pt x="767292" y="1245782"/>
                </a:lnTo>
                <a:cubicBezTo>
                  <a:pt x="701225" y="1311850"/>
                  <a:pt x="594108" y="1311850"/>
                  <a:pt x="528040" y="1245782"/>
                </a:cubicBezTo>
                <a:lnTo>
                  <a:pt x="49550" y="767292"/>
                </a:lnTo>
                <a:cubicBezTo>
                  <a:pt x="-16517" y="701225"/>
                  <a:pt x="-16517" y="594108"/>
                  <a:pt x="49550" y="528040"/>
                </a:cubicBezTo>
                <a:lnTo>
                  <a:pt x="528040" y="49550"/>
                </a:lnTo>
                <a:cubicBezTo>
                  <a:pt x="561074" y="16517"/>
                  <a:pt x="604370" y="0"/>
                  <a:pt x="6476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2021</a:t>
            </a:r>
            <a:endParaRPr lang="en-IN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07DFD10-0FBF-41DA-8709-51EBF20ED47D}"/>
              </a:ext>
            </a:extLst>
          </p:cNvPr>
          <p:cNvGrpSpPr/>
          <p:nvPr/>
        </p:nvGrpSpPr>
        <p:grpSpPr>
          <a:xfrm>
            <a:off x="1048947" y="5032851"/>
            <a:ext cx="2285616" cy="972116"/>
            <a:chOff x="8995807" y="857110"/>
            <a:chExt cx="2776595" cy="97211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D2D84B8-D445-4EB6-A564-521578D0C778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4AEAD5-EB12-4641-A8A0-D495364FCADC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DA533CC-ACB3-4BA9-A1A8-E53A1361A8BB}"/>
              </a:ext>
            </a:extLst>
          </p:cNvPr>
          <p:cNvSpPr/>
          <p:nvPr/>
        </p:nvSpPr>
        <p:spPr>
          <a:xfrm>
            <a:off x="5533702" y="3229609"/>
            <a:ext cx="1295334" cy="1295333"/>
          </a:xfrm>
          <a:custGeom>
            <a:avLst/>
            <a:gdLst>
              <a:gd name="connsiteX0" fmla="*/ 647667 w 1295334"/>
              <a:gd name="connsiteY0" fmla="*/ 0 h 1295333"/>
              <a:gd name="connsiteX1" fmla="*/ 767293 w 1295334"/>
              <a:gd name="connsiteY1" fmla="*/ 49550 h 1295333"/>
              <a:gd name="connsiteX2" fmla="*/ 1245783 w 1295334"/>
              <a:gd name="connsiteY2" fmla="*/ 528040 h 1295333"/>
              <a:gd name="connsiteX3" fmla="*/ 1245783 w 1295334"/>
              <a:gd name="connsiteY3" fmla="*/ 767292 h 1295333"/>
              <a:gd name="connsiteX4" fmla="*/ 767293 w 1295334"/>
              <a:gd name="connsiteY4" fmla="*/ 1245782 h 1295333"/>
              <a:gd name="connsiteX5" fmla="*/ 528041 w 1295334"/>
              <a:gd name="connsiteY5" fmla="*/ 1245782 h 1295333"/>
              <a:gd name="connsiteX6" fmla="*/ 49551 w 1295334"/>
              <a:gd name="connsiteY6" fmla="*/ 767292 h 1295333"/>
              <a:gd name="connsiteX7" fmla="*/ 49551 w 1295334"/>
              <a:gd name="connsiteY7" fmla="*/ 528040 h 1295333"/>
              <a:gd name="connsiteX8" fmla="*/ 528041 w 1295334"/>
              <a:gd name="connsiteY8" fmla="*/ 49550 h 1295333"/>
              <a:gd name="connsiteX9" fmla="*/ 647667 w 1295334"/>
              <a:gd name="connsiteY9" fmla="*/ 0 h 129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95334" h="1295333">
                <a:moveTo>
                  <a:pt x="647667" y="0"/>
                </a:moveTo>
                <a:cubicBezTo>
                  <a:pt x="690963" y="0"/>
                  <a:pt x="734260" y="16517"/>
                  <a:pt x="767293" y="49550"/>
                </a:cubicBezTo>
                <a:lnTo>
                  <a:pt x="1245783" y="528040"/>
                </a:lnTo>
                <a:cubicBezTo>
                  <a:pt x="1311851" y="594108"/>
                  <a:pt x="1311851" y="701225"/>
                  <a:pt x="1245783" y="767292"/>
                </a:cubicBezTo>
                <a:lnTo>
                  <a:pt x="767293" y="1245782"/>
                </a:lnTo>
                <a:cubicBezTo>
                  <a:pt x="701226" y="1311850"/>
                  <a:pt x="594109" y="1311850"/>
                  <a:pt x="528041" y="1245782"/>
                </a:cubicBezTo>
                <a:lnTo>
                  <a:pt x="49551" y="767292"/>
                </a:lnTo>
                <a:cubicBezTo>
                  <a:pt x="-16517" y="701225"/>
                  <a:pt x="-16517" y="594108"/>
                  <a:pt x="49551" y="528040"/>
                </a:cubicBezTo>
                <a:lnTo>
                  <a:pt x="528041" y="49550"/>
                </a:lnTo>
                <a:cubicBezTo>
                  <a:pt x="561075" y="16517"/>
                  <a:pt x="604371" y="0"/>
                  <a:pt x="64766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</a:t>
            </a:r>
            <a:endParaRPr lang="en-IN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955F725-5CC5-4751-B1BE-584662A24F80}"/>
              </a:ext>
            </a:extLst>
          </p:cNvPr>
          <p:cNvGrpSpPr/>
          <p:nvPr/>
        </p:nvGrpSpPr>
        <p:grpSpPr>
          <a:xfrm>
            <a:off x="5038561" y="5032851"/>
            <a:ext cx="2285616" cy="972116"/>
            <a:chOff x="8995807" y="857110"/>
            <a:chExt cx="2776595" cy="97211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F8A1274-678F-4A41-B0B3-BFB3743F387E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FDFA72C-D844-4CEF-9D20-E3986CDEE627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56D75CC-80E7-4823-B9F1-AEDD11FF17C3}"/>
              </a:ext>
            </a:extLst>
          </p:cNvPr>
          <p:cNvSpPr/>
          <p:nvPr/>
        </p:nvSpPr>
        <p:spPr>
          <a:xfrm>
            <a:off x="9523317" y="3229609"/>
            <a:ext cx="1295332" cy="1295333"/>
          </a:xfrm>
          <a:custGeom>
            <a:avLst/>
            <a:gdLst>
              <a:gd name="connsiteX0" fmla="*/ 647666 w 1295332"/>
              <a:gd name="connsiteY0" fmla="*/ 0 h 1295333"/>
              <a:gd name="connsiteX1" fmla="*/ 767292 w 1295332"/>
              <a:gd name="connsiteY1" fmla="*/ 49550 h 1295333"/>
              <a:gd name="connsiteX2" fmla="*/ 1245781 w 1295332"/>
              <a:gd name="connsiteY2" fmla="*/ 528040 h 1295333"/>
              <a:gd name="connsiteX3" fmla="*/ 1245781 w 1295332"/>
              <a:gd name="connsiteY3" fmla="*/ 767292 h 1295333"/>
              <a:gd name="connsiteX4" fmla="*/ 767292 w 1295332"/>
              <a:gd name="connsiteY4" fmla="*/ 1245782 h 1295333"/>
              <a:gd name="connsiteX5" fmla="*/ 528040 w 1295332"/>
              <a:gd name="connsiteY5" fmla="*/ 1245782 h 1295333"/>
              <a:gd name="connsiteX6" fmla="*/ 49551 w 1295332"/>
              <a:gd name="connsiteY6" fmla="*/ 767292 h 1295333"/>
              <a:gd name="connsiteX7" fmla="*/ 49551 w 1295332"/>
              <a:gd name="connsiteY7" fmla="*/ 528040 h 1295333"/>
              <a:gd name="connsiteX8" fmla="*/ 528040 w 1295332"/>
              <a:gd name="connsiteY8" fmla="*/ 49550 h 1295333"/>
              <a:gd name="connsiteX9" fmla="*/ 647666 w 1295332"/>
              <a:gd name="connsiteY9" fmla="*/ 0 h 129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95332" h="1295333">
                <a:moveTo>
                  <a:pt x="647666" y="0"/>
                </a:moveTo>
                <a:cubicBezTo>
                  <a:pt x="690962" y="0"/>
                  <a:pt x="734258" y="16517"/>
                  <a:pt x="767292" y="49550"/>
                </a:cubicBezTo>
                <a:lnTo>
                  <a:pt x="1245781" y="528040"/>
                </a:lnTo>
                <a:cubicBezTo>
                  <a:pt x="1311849" y="594108"/>
                  <a:pt x="1311849" y="701225"/>
                  <a:pt x="1245781" y="767292"/>
                </a:cubicBezTo>
                <a:lnTo>
                  <a:pt x="767292" y="1245782"/>
                </a:lnTo>
                <a:cubicBezTo>
                  <a:pt x="701224" y="1311850"/>
                  <a:pt x="594108" y="1311850"/>
                  <a:pt x="528040" y="1245782"/>
                </a:cubicBezTo>
                <a:lnTo>
                  <a:pt x="49551" y="767292"/>
                </a:lnTo>
                <a:cubicBezTo>
                  <a:pt x="-16517" y="701225"/>
                  <a:pt x="-16517" y="594108"/>
                  <a:pt x="49551" y="528040"/>
                </a:cubicBezTo>
                <a:lnTo>
                  <a:pt x="528040" y="49550"/>
                </a:lnTo>
                <a:cubicBezTo>
                  <a:pt x="561074" y="16517"/>
                  <a:pt x="604370" y="0"/>
                  <a:pt x="6476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2025</a:t>
            </a:r>
            <a:endParaRPr lang="en-IN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5967A0B-06E9-469B-8929-7FD832862613}"/>
              </a:ext>
            </a:extLst>
          </p:cNvPr>
          <p:cNvGrpSpPr/>
          <p:nvPr/>
        </p:nvGrpSpPr>
        <p:grpSpPr>
          <a:xfrm>
            <a:off x="9028175" y="5032851"/>
            <a:ext cx="2285616" cy="972116"/>
            <a:chOff x="8995807" y="857110"/>
            <a:chExt cx="2776595" cy="972116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F9976F9-5376-4FD5-95FD-1F17721E4B7C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BAE80FA-351F-4259-8619-584F3A1B610F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A9D0321-A679-4BE0-96C9-6B0A3D5B93AE}"/>
              </a:ext>
            </a:extLst>
          </p:cNvPr>
          <p:cNvSpPr/>
          <p:nvPr/>
        </p:nvSpPr>
        <p:spPr>
          <a:xfrm>
            <a:off x="3538896" y="3229609"/>
            <a:ext cx="1295333" cy="1295333"/>
          </a:xfrm>
          <a:custGeom>
            <a:avLst/>
            <a:gdLst>
              <a:gd name="connsiteX0" fmla="*/ 647666 w 1295333"/>
              <a:gd name="connsiteY0" fmla="*/ 0 h 1295333"/>
              <a:gd name="connsiteX1" fmla="*/ 767292 w 1295333"/>
              <a:gd name="connsiteY1" fmla="*/ 49550 h 1295333"/>
              <a:gd name="connsiteX2" fmla="*/ 1245782 w 1295333"/>
              <a:gd name="connsiteY2" fmla="*/ 528040 h 1295333"/>
              <a:gd name="connsiteX3" fmla="*/ 1245782 w 1295333"/>
              <a:gd name="connsiteY3" fmla="*/ 767292 h 1295333"/>
              <a:gd name="connsiteX4" fmla="*/ 767292 w 1295333"/>
              <a:gd name="connsiteY4" fmla="*/ 1245782 h 1295333"/>
              <a:gd name="connsiteX5" fmla="*/ 528040 w 1295333"/>
              <a:gd name="connsiteY5" fmla="*/ 1245782 h 1295333"/>
              <a:gd name="connsiteX6" fmla="*/ 49550 w 1295333"/>
              <a:gd name="connsiteY6" fmla="*/ 767292 h 1295333"/>
              <a:gd name="connsiteX7" fmla="*/ 49550 w 1295333"/>
              <a:gd name="connsiteY7" fmla="*/ 528040 h 1295333"/>
              <a:gd name="connsiteX8" fmla="*/ 528040 w 1295333"/>
              <a:gd name="connsiteY8" fmla="*/ 49550 h 1295333"/>
              <a:gd name="connsiteX9" fmla="*/ 647666 w 1295333"/>
              <a:gd name="connsiteY9" fmla="*/ 0 h 129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95333" h="1295333">
                <a:moveTo>
                  <a:pt x="647666" y="0"/>
                </a:moveTo>
                <a:cubicBezTo>
                  <a:pt x="690962" y="0"/>
                  <a:pt x="734259" y="16517"/>
                  <a:pt x="767292" y="49550"/>
                </a:cubicBezTo>
                <a:lnTo>
                  <a:pt x="1245782" y="528040"/>
                </a:lnTo>
                <a:cubicBezTo>
                  <a:pt x="1311850" y="594108"/>
                  <a:pt x="1311850" y="701225"/>
                  <a:pt x="1245782" y="767292"/>
                </a:cubicBezTo>
                <a:lnTo>
                  <a:pt x="767292" y="1245782"/>
                </a:lnTo>
                <a:cubicBezTo>
                  <a:pt x="701225" y="1311850"/>
                  <a:pt x="594108" y="1311850"/>
                  <a:pt x="528040" y="1245782"/>
                </a:cubicBezTo>
                <a:lnTo>
                  <a:pt x="49550" y="767292"/>
                </a:lnTo>
                <a:cubicBezTo>
                  <a:pt x="-16517" y="701225"/>
                  <a:pt x="-16517" y="594108"/>
                  <a:pt x="49550" y="528040"/>
                </a:cubicBezTo>
                <a:lnTo>
                  <a:pt x="528040" y="49550"/>
                </a:lnTo>
                <a:cubicBezTo>
                  <a:pt x="561074" y="16517"/>
                  <a:pt x="604370" y="0"/>
                  <a:pt x="64766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2022</a:t>
            </a:r>
            <a:endParaRPr lang="en-IN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C8E4D7C-270F-4449-BB3D-786629E56F0D}"/>
              </a:ext>
            </a:extLst>
          </p:cNvPr>
          <p:cNvGrpSpPr/>
          <p:nvPr/>
        </p:nvGrpSpPr>
        <p:grpSpPr>
          <a:xfrm>
            <a:off x="3043754" y="1869400"/>
            <a:ext cx="2285616" cy="972116"/>
            <a:chOff x="8995807" y="857110"/>
            <a:chExt cx="2776595" cy="97211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81EEB5E-5AEF-4D43-8FE1-659B490192CD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07AF63-A8F7-4C73-B708-E48250C9607E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9BB9E51-A3E2-4E15-A43B-8F47CB2645FC}"/>
              </a:ext>
            </a:extLst>
          </p:cNvPr>
          <p:cNvSpPr/>
          <p:nvPr/>
        </p:nvSpPr>
        <p:spPr>
          <a:xfrm>
            <a:off x="7528510" y="3229609"/>
            <a:ext cx="1295333" cy="1295333"/>
          </a:xfrm>
          <a:custGeom>
            <a:avLst/>
            <a:gdLst>
              <a:gd name="connsiteX0" fmla="*/ 647667 w 1295333"/>
              <a:gd name="connsiteY0" fmla="*/ 0 h 1295333"/>
              <a:gd name="connsiteX1" fmla="*/ 767293 w 1295333"/>
              <a:gd name="connsiteY1" fmla="*/ 49550 h 1295333"/>
              <a:gd name="connsiteX2" fmla="*/ 1245782 w 1295333"/>
              <a:gd name="connsiteY2" fmla="*/ 528040 h 1295333"/>
              <a:gd name="connsiteX3" fmla="*/ 1245782 w 1295333"/>
              <a:gd name="connsiteY3" fmla="*/ 767292 h 1295333"/>
              <a:gd name="connsiteX4" fmla="*/ 767293 w 1295333"/>
              <a:gd name="connsiteY4" fmla="*/ 1245782 h 1295333"/>
              <a:gd name="connsiteX5" fmla="*/ 528041 w 1295333"/>
              <a:gd name="connsiteY5" fmla="*/ 1245782 h 1295333"/>
              <a:gd name="connsiteX6" fmla="*/ 49551 w 1295333"/>
              <a:gd name="connsiteY6" fmla="*/ 767292 h 1295333"/>
              <a:gd name="connsiteX7" fmla="*/ 49551 w 1295333"/>
              <a:gd name="connsiteY7" fmla="*/ 528040 h 1295333"/>
              <a:gd name="connsiteX8" fmla="*/ 528041 w 1295333"/>
              <a:gd name="connsiteY8" fmla="*/ 49550 h 1295333"/>
              <a:gd name="connsiteX9" fmla="*/ 647667 w 1295333"/>
              <a:gd name="connsiteY9" fmla="*/ 0 h 129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95333" h="1295333">
                <a:moveTo>
                  <a:pt x="647667" y="0"/>
                </a:moveTo>
                <a:cubicBezTo>
                  <a:pt x="690963" y="0"/>
                  <a:pt x="734260" y="16517"/>
                  <a:pt x="767293" y="49550"/>
                </a:cubicBezTo>
                <a:lnTo>
                  <a:pt x="1245782" y="528040"/>
                </a:lnTo>
                <a:cubicBezTo>
                  <a:pt x="1311850" y="594108"/>
                  <a:pt x="1311850" y="701225"/>
                  <a:pt x="1245782" y="767292"/>
                </a:cubicBezTo>
                <a:lnTo>
                  <a:pt x="767293" y="1245782"/>
                </a:lnTo>
                <a:cubicBezTo>
                  <a:pt x="701226" y="1311850"/>
                  <a:pt x="594109" y="1311850"/>
                  <a:pt x="528041" y="1245782"/>
                </a:cubicBezTo>
                <a:lnTo>
                  <a:pt x="49551" y="767292"/>
                </a:lnTo>
                <a:cubicBezTo>
                  <a:pt x="-16517" y="701225"/>
                  <a:pt x="-16517" y="594108"/>
                  <a:pt x="49551" y="528040"/>
                </a:cubicBezTo>
                <a:lnTo>
                  <a:pt x="528041" y="49550"/>
                </a:lnTo>
                <a:cubicBezTo>
                  <a:pt x="561075" y="16517"/>
                  <a:pt x="604371" y="0"/>
                  <a:pt x="64766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2024</a:t>
            </a:r>
            <a:endParaRPr lang="en-IN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321AF2-2513-4820-A237-C704273C66E1}"/>
              </a:ext>
            </a:extLst>
          </p:cNvPr>
          <p:cNvGrpSpPr/>
          <p:nvPr/>
        </p:nvGrpSpPr>
        <p:grpSpPr>
          <a:xfrm>
            <a:off x="7033368" y="1869400"/>
            <a:ext cx="2285616" cy="972116"/>
            <a:chOff x="8995807" y="857110"/>
            <a:chExt cx="2776595" cy="972116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0229A3E-6DD3-4786-9DD1-CE57013BF753}"/>
                </a:ext>
              </a:extLst>
            </p:cNvPr>
            <p:cNvSpPr txBox="1"/>
            <p:nvPr/>
          </p:nvSpPr>
          <p:spPr>
            <a:xfrm>
              <a:off x="8995808" y="1244451"/>
              <a:ext cx="27765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6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8DAA199-E2B5-41A0-852B-7ED8E71BFD17}"/>
                </a:ext>
              </a:extLst>
            </p:cNvPr>
            <p:cNvSpPr txBox="1"/>
            <p:nvPr/>
          </p:nvSpPr>
          <p:spPr>
            <a:xfrm>
              <a:off x="8995807" y="857110"/>
              <a:ext cx="2776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39328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TIMELINE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4DE4475-2192-4AB0-94EE-FB4ED6FFC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E99B26E7-72BD-4EDA-A2F4-2046A5BC0A48}"/>
              </a:ext>
            </a:extLst>
          </p:cNvPr>
          <p:cNvSpPr/>
          <p:nvPr/>
        </p:nvSpPr>
        <p:spPr>
          <a:xfrm>
            <a:off x="5956839" y="4965411"/>
            <a:ext cx="1972754" cy="1240085"/>
          </a:xfrm>
          <a:custGeom>
            <a:avLst/>
            <a:gdLst>
              <a:gd name="connsiteX0" fmla="*/ 0 w 1972754"/>
              <a:gd name="connsiteY0" fmla="*/ 0 h 1240085"/>
              <a:gd name="connsiteX1" fmla="*/ 1972754 w 1972754"/>
              <a:gd name="connsiteY1" fmla="*/ 0 h 1240085"/>
              <a:gd name="connsiteX2" fmla="*/ 1972754 w 1972754"/>
              <a:gd name="connsiteY2" fmla="*/ 1096458 h 1240085"/>
              <a:gd name="connsiteX3" fmla="*/ 1829127 w 1972754"/>
              <a:gd name="connsiteY3" fmla="*/ 1240085 h 1240085"/>
              <a:gd name="connsiteX4" fmla="*/ 143627 w 1972754"/>
              <a:gd name="connsiteY4" fmla="*/ 1240085 h 1240085"/>
              <a:gd name="connsiteX5" fmla="*/ 0 w 1972754"/>
              <a:gd name="connsiteY5" fmla="*/ 1096458 h 12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754" h="1240085">
                <a:moveTo>
                  <a:pt x="0" y="0"/>
                </a:moveTo>
                <a:lnTo>
                  <a:pt x="1972754" y="0"/>
                </a:lnTo>
                <a:lnTo>
                  <a:pt x="1972754" y="1096458"/>
                </a:lnTo>
                <a:cubicBezTo>
                  <a:pt x="1972754" y="1175781"/>
                  <a:pt x="1908450" y="1240085"/>
                  <a:pt x="1829127" y="1240085"/>
                </a:cubicBezTo>
                <a:lnTo>
                  <a:pt x="143627" y="1240085"/>
                </a:lnTo>
                <a:cubicBezTo>
                  <a:pt x="64304" y="1240085"/>
                  <a:pt x="0" y="1175781"/>
                  <a:pt x="0" y="109645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432000" rIns="180000" bIns="118800" rtlCol="0" anchor="t">
            <a:no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08E92255-A7DB-4DAC-A75F-05988B15725D}"/>
              </a:ext>
            </a:extLst>
          </p:cNvPr>
          <p:cNvSpPr/>
          <p:nvPr/>
        </p:nvSpPr>
        <p:spPr>
          <a:xfrm>
            <a:off x="2565469" y="4965411"/>
            <a:ext cx="1972754" cy="1240085"/>
          </a:xfrm>
          <a:custGeom>
            <a:avLst/>
            <a:gdLst>
              <a:gd name="connsiteX0" fmla="*/ 0 w 1972754"/>
              <a:gd name="connsiteY0" fmla="*/ 0 h 1240085"/>
              <a:gd name="connsiteX1" fmla="*/ 1972754 w 1972754"/>
              <a:gd name="connsiteY1" fmla="*/ 0 h 1240085"/>
              <a:gd name="connsiteX2" fmla="*/ 1972754 w 1972754"/>
              <a:gd name="connsiteY2" fmla="*/ 1096458 h 1240085"/>
              <a:gd name="connsiteX3" fmla="*/ 1829127 w 1972754"/>
              <a:gd name="connsiteY3" fmla="*/ 1240085 h 1240085"/>
              <a:gd name="connsiteX4" fmla="*/ 143627 w 1972754"/>
              <a:gd name="connsiteY4" fmla="*/ 1240085 h 1240085"/>
              <a:gd name="connsiteX5" fmla="*/ 0 w 1972754"/>
              <a:gd name="connsiteY5" fmla="*/ 1096458 h 12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754" h="1240085">
                <a:moveTo>
                  <a:pt x="0" y="0"/>
                </a:moveTo>
                <a:lnTo>
                  <a:pt x="1972754" y="0"/>
                </a:lnTo>
                <a:lnTo>
                  <a:pt x="1972754" y="1096458"/>
                </a:lnTo>
                <a:cubicBezTo>
                  <a:pt x="1972754" y="1175781"/>
                  <a:pt x="1908450" y="1240085"/>
                  <a:pt x="1829127" y="1240085"/>
                </a:cubicBezTo>
                <a:lnTo>
                  <a:pt x="143627" y="1240085"/>
                </a:lnTo>
                <a:cubicBezTo>
                  <a:pt x="64304" y="1240085"/>
                  <a:pt x="0" y="1175781"/>
                  <a:pt x="0" y="10964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432000" rIns="180000" bIns="118800" rtlCol="0" anchor="t">
            <a:no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F380A8E0-B502-4149-8D63-7B7D254F43B8}"/>
              </a:ext>
            </a:extLst>
          </p:cNvPr>
          <p:cNvSpPr/>
          <p:nvPr/>
        </p:nvSpPr>
        <p:spPr>
          <a:xfrm>
            <a:off x="869784" y="1749245"/>
            <a:ext cx="1972754" cy="1240085"/>
          </a:xfrm>
          <a:custGeom>
            <a:avLst/>
            <a:gdLst>
              <a:gd name="connsiteX0" fmla="*/ 0 w 1972754"/>
              <a:gd name="connsiteY0" fmla="*/ 0 h 1240085"/>
              <a:gd name="connsiteX1" fmla="*/ 1972754 w 1972754"/>
              <a:gd name="connsiteY1" fmla="*/ 0 h 1240085"/>
              <a:gd name="connsiteX2" fmla="*/ 1972754 w 1972754"/>
              <a:gd name="connsiteY2" fmla="*/ 1096458 h 1240085"/>
              <a:gd name="connsiteX3" fmla="*/ 1829127 w 1972754"/>
              <a:gd name="connsiteY3" fmla="*/ 1240085 h 1240085"/>
              <a:gd name="connsiteX4" fmla="*/ 143627 w 1972754"/>
              <a:gd name="connsiteY4" fmla="*/ 1240085 h 1240085"/>
              <a:gd name="connsiteX5" fmla="*/ 0 w 1972754"/>
              <a:gd name="connsiteY5" fmla="*/ 1096458 h 12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754" h="1240085">
                <a:moveTo>
                  <a:pt x="0" y="0"/>
                </a:moveTo>
                <a:lnTo>
                  <a:pt x="1972754" y="0"/>
                </a:lnTo>
                <a:lnTo>
                  <a:pt x="1972754" y="1096458"/>
                </a:lnTo>
                <a:cubicBezTo>
                  <a:pt x="1972754" y="1175781"/>
                  <a:pt x="1908450" y="1240085"/>
                  <a:pt x="1829127" y="1240085"/>
                </a:cubicBezTo>
                <a:lnTo>
                  <a:pt x="143627" y="1240085"/>
                </a:lnTo>
                <a:cubicBezTo>
                  <a:pt x="64304" y="1240085"/>
                  <a:pt x="0" y="1175781"/>
                  <a:pt x="0" y="109645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432000" rIns="180000" bIns="118800" rtlCol="0" anchor="t">
            <a:no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E7D5E070-7927-47E8-986B-794716ECFFEB}"/>
              </a:ext>
            </a:extLst>
          </p:cNvPr>
          <p:cNvSpPr/>
          <p:nvPr/>
        </p:nvSpPr>
        <p:spPr>
          <a:xfrm>
            <a:off x="4261154" y="1749245"/>
            <a:ext cx="1972754" cy="1240085"/>
          </a:xfrm>
          <a:custGeom>
            <a:avLst/>
            <a:gdLst>
              <a:gd name="connsiteX0" fmla="*/ 0 w 1972754"/>
              <a:gd name="connsiteY0" fmla="*/ 0 h 1240085"/>
              <a:gd name="connsiteX1" fmla="*/ 1972754 w 1972754"/>
              <a:gd name="connsiteY1" fmla="*/ 0 h 1240085"/>
              <a:gd name="connsiteX2" fmla="*/ 1972754 w 1972754"/>
              <a:gd name="connsiteY2" fmla="*/ 1096458 h 1240085"/>
              <a:gd name="connsiteX3" fmla="*/ 1829127 w 1972754"/>
              <a:gd name="connsiteY3" fmla="*/ 1240085 h 1240085"/>
              <a:gd name="connsiteX4" fmla="*/ 143627 w 1972754"/>
              <a:gd name="connsiteY4" fmla="*/ 1240085 h 1240085"/>
              <a:gd name="connsiteX5" fmla="*/ 0 w 1972754"/>
              <a:gd name="connsiteY5" fmla="*/ 1096458 h 12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754" h="1240085">
                <a:moveTo>
                  <a:pt x="0" y="0"/>
                </a:moveTo>
                <a:lnTo>
                  <a:pt x="1972754" y="0"/>
                </a:lnTo>
                <a:lnTo>
                  <a:pt x="1972754" y="1096458"/>
                </a:lnTo>
                <a:cubicBezTo>
                  <a:pt x="1972754" y="1175781"/>
                  <a:pt x="1908450" y="1240085"/>
                  <a:pt x="1829127" y="1240085"/>
                </a:cubicBezTo>
                <a:lnTo>
                  <a:pt x="143627" y="1240085"/>
                </a:lnTo>
                <a:cubicBezTo>
                  <a:pt x="64304" y="1240085"/>
                  <a:pt x="0" y="1175781"/>
                  <a:pt x="0" y="109645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432000" rIns="180000" bIns="118800" rtlCol="0" anchor="t">
            <a:no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AE6F8EC1-669E-4574-8282-68DB9D9802EC}"/>
              </a:ext>
            </a:extLst>
          </p:cNvPr>
          <p:cNvSpPr/>
          <p:nvPr/>
        </p:nvSpPr>
        <p:spPr>
          <a:xfrm>
            <a:off x="7652524" y="1749245"/>
            <a:ext cx="1972754" cy="1240085"/>
          </a:xfrm>
          <a:custGeom>
            <a:avLst/>
            <a:gdLst>
              <a:gd name="connsiteX0" fmla="*/ 0 w 1972754"/>
              <a:gd name="connsiteY0" fmla="*/ 0 h 1240085"/>
              <a:gd name="connsiteX1" fmla="*/ 1972754 w 1972754"/>
              <a:gd name="connsiteY1" fmla="*/ 0 h 1240085"/>
              <a:gd name="connsiteX2" fmla="*/ 1972754 w 1972754"/>
              <a:gd name="connsiteY2" fmla="*/ 1096458 h 1240085"/>
              <a:gd name="connsiteX3" fmla="*/ 1829127 w 1972754"/>
              <a:gd name="connsiteY3" fmla="*/ 1240085 h 1240085"/>
              <a:gd name="connsiteX4" fmla="*/ 143627 w 1972754"/>
              <a:gd name="connsiteY4" fmla="*/ 1240085 h 1240085"/>
              <a:gd name="connsiteX5" fmla="*/ 0 w 1972754"/>
              <a:gd name="connsiteY5" fmla="*/ 1096458 h 12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754" h="1240085">
                <a:moveTo>
                  <a:pt x="0" y="0"/>
                </a:moveTo>
                <a:lnTo>
                  <a:pt x="1972754" y="0"/>
                </a:lnTo>
                <a:lnTo>
                  <a:pt x="1972754" y="1096458"/>
                </a:lnTo>
                <a:cubicBezTo>
                  <a:pt x="1972754" y="1175781"/>
                  <a:pt x="1908450" y="1240085"/>
                  <a:pt x="1829127" y="1240085"/>
                </a:cubicBezTo>
                <a:lnTo>
                  <a:pt x="143627" y="1240085"/>
                </a:lnTo>
                <a:cubicBezTo>
                  <a:pt x="64304" y="1240085"/>
                  <a:pt x="0" y="1175781"/>
                  <a:pt x="0" y="10964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432000" rIns="180000" bIns="118800" rtlCol="0" anchor="t">
            <a:no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E240FABE-CE1B-4973-817D-59AA2930670F}"/>
              </a:ext>
            </a:extLst>
          </p:cNvPr>
          <p:cNvSpPr/>
          <p:nvPr/>
        </p:nvSpPr>
        <p:spPr>
          <a:xfrm>
            <a:off x="9348209" y="4965411"/>
            <a:ext cx="1972754" cy="1240085"/>
          </a:xfrm>
          <a:custGeom>
            <a:avLst/>
            <a:gdLst>
              <a:gd name="connsiteX0" fmla="*/ 0 w 1972754"/>
              <a:gd name="connsiteY0" fmla="*/ 0 h 1240085"/>
              <a:gd name="connsiteX1" fmla="*/ 1972754 w 1972754"/>
              <a:gd name="connsiteY1" fmla="*/ 0 h 1240085"/>
              <a:gd name="connsiteX2" fmla="*/ 1972754 w 1972754"/>
              <a:gd name="connsiteY2" fmla="*/ 1096458 h 1240085"/>
              <a:gd name="connsiteX3" fmla="*/ 1829127 w 1972754"/>
              <a:gd name="connsiteY3" fmla="*/ 1240085 h 1240085"/>
              <a:gd name="connsiteX4" fmla="*/ 143627 w 1972754"/>
              <a:gd name="connsiteY4" fmla="*/ 1240085 h 1240085"/>
              <a:gd name="connsiteX5" fmla="*/ 0 w 1972754"/>
              <a:gd name="connsiteY5" fmla="*/ 1096458 h 12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754" h="1240085">
                <a:moveTo>
                  <a:pt x="0" y="0"/>
                </a:moveTo>
                <a:lnTo>
                  <a:pt x="1972754" y="0"/>
                </a:lnTo>
                <a:lnTo>
                  <a:pt x="1972754" y="1096458"/>
                </a:lnTo>
                <a:cubicBezTo>
                  <a:pt x="1972754" y="1175781"/>
                  <a:pt x="1908450" y="1240085"/>
                  <a:pt x="1829127" y="1240085"/>
                </a:cubicBezTo>
                <a:lnTo>
                  <a:pt x="143627" y="1240085"/>
                </a:lnTo>
                <a:cubicBezTo>
                  <a:pt x="64304" y="1240085"/>
                  <a:pt x="0" y="1175781"/>
                  <a:pt x="0" y="109645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432000" rIns="180000" bIns="118800" rtlCol="0" anchor="t">
            <a:no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71CF68B-A5BE-4164-9141-C01FCA194DB0}"/>
              </a:ext>
            </a:extLst>
          </p:cNvPr>
          <p:cNvGrpSpPr/>
          <p:nvPr/>
        </p:nvGrpSpPr>
        <p:grpSpPr>
          <a:xfrm>
            <a:off x="1862356" y="3645300"/>
            <a:ext cx="8472491" cy="570641"/>
            <a:chOff x="1862356" y="3492595"/>
            <a:chExt cx="8472491" cy="57064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7984DFD-4024-4149-A225-DCF0BE47E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2356" y="3514987"/>
              <a:ext cx="1694576" cy="536896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AF4F468-38FE-476E-B55A-B1D460D0A02C}"/>
                </a:ext>
              </a:extLst>
            </p:cNvPr>
            <p:cNvCxnSpPr>
              <a:cxnSpLocks/>
            </p:cNvCxnSpPr>
            <p:nvPr/>
          </p:nvCxnSpPr>
          <p:spPr>
            <a:xfrm>
              <a:off x="3540154" y="3523376"/>
              <a:ext cx="1702177" cy="53986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E6E8002-CF27-4DB3-ADD5-B689C6CFE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9519" y="3499471"/>
              <a:ext cx="1670670" cy="560327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9DB8F4C-6FAC-49A0-B6E5-0989EBE418C7}"/>
                </a:ext>
              </a:extLst>
            </p:cNvPr>
            <p:cNvCxnSpPr>
              <a:cxnSpLocks/>
            </p:cNvCxnSpPr>
            <p:nvPr/>
          </p:nvCxnSpPr>
          <p:spPr>
            <a:xfrm>
              <a:off x="6940502" y="3492595"/>
              <a:ext cx="1703768" cy="569042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A45A3D0-5E71-406E-B53A-7D36A38B1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494" y="3519377"/>
              <a:ext cx="1727353" cy="540895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0D0E4D3B-064E-48BB-886B-8CEC21E7AA66}"/>
              </a:ext>
            </a:extLst>
          </p:cNvPr>
          <p:cNvSpPr/>
          <p:nvPr/>
        </p:nvSpPr>
        <p:spPr>
          <a:xfrm>
            <a:off x="1749721" y="4104900"/>
            <a:ext cx="210958" cy="21095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515F5-6452-4085-BD5A-7F9587210B94}"/>
              </a:ext>
            </a:extLst>
          </p:cNvPr>
          <p:cNvSpPr/>
          <p:nvPr/>
        </p:nvSpPr>
        <p:spPr>
          <a:xfrm>
            <a:off x="867862" y="1749245"/>
            <a:ext cx="1972755" cy="34757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126000"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title 01</a:t>
            </a:r>
            <a:endParaRPr lang="en-IN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3B24A5C-8AA2-4B4C-A7AB-E995C36E4C9C}"/>
              </a:ext>
            </a:extLst>
          </p:cNvPr>
          <p:cNvSpPr/>
          <p:nvPr/>
        </p:nvSpPr>
        <p:spPr>
          <a:xfrm>
            <a:off x="5141091" y="4104900"/>
            <a:ext cx="210958" cy="2109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49A36D-917B-4E94-BF1C-D67DBEB94C3C}"/>
              </a:ext>
            </a:extLst>
          </p:cNvPr>
          <p:cNvSpPr/>
          <p:nvPr/>
        </p:nvSpPr>
        <p:spPr>
          <a:xfrm>
            <a:off x="4259232" y="1749245"/>
            <a:ext cx="1972755" cy="3475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126000"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title 01</a:t>
            </a:r>
            <a:endParaRPr lang="en-IN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C3983B8-3B25-4B77-B388-9B5B4641E40D}"/>
              </a:ext>
            </a:extLst>
          </p:cNvPr>
          <p:cNvSpPr/>
          <p:nvPr/>
        </p:nvSpPr>
        <p:spPr>
          <a:xfrm>
            <a:off x="8532461" y="4104900"/>
            <a:ext cx="210958" cy="21095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32C1A5-F352-4EB3-BBD8-18E0F968792B}"/>
              </a:ext>
            </a:extLst>
          </p:cNvPr>
          <p:cNvSpPr/>
          <p:nvPr/>
        </p:nvSpPr>
        <p:spPr>
          <a:xfrm>
            <a:off x="7650602" y="1749245"/>
            <a:ext cx="1972755" cy="3475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126000"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title 01</a:t>
            </a:r>
            <a:endParaRPr lang="en-IN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5D28BAA-12E6-489D-A872-766E2C9A198B}"/>
              </a:ext>
            </a:extLst>
          </p:cNvPr>
          <p:cNvSpPr/>
          <p:nvPr/>
        </p:nvSpPr>
        <p:spPr>
          <a:xfrm>
            <a:off x="3445406" y="3569192"/>
            <a:ext cx="210958" cy="2109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587A46-03B5-485C-B423-66B88BC8A3C6}"/>
              </a:ext>
            </a:extLst>
          </p:cNvPr>
          <p:cNvSpPr/>
          <p:nvPr/>
        </p:nvSpPr>
        <p:spPr>
          <a:xfrm>
            <a:off x="2563547" y="4965411"/>
            <a:ext cx="1972755" cy="347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126000"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title 01</a:t>
            </a:r>
            <a:endParaRPr lang="en-IN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68F0D2F-AEB4-4383-8D80-90D5D94688D9}"/>
              </a:ext>
            </a:extLst>
          </p:cNvPr>
          <p:cNvSpPr/>
          <p:nvPr/>
        </p:nvSpPr>
        <p:spPr>
          <a:xfrm>
            <a:off x="6836776" y="3547323"/>
            <a:ext cx="210958" cy="2109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C9AF048-CF5E-477D-9B94-60C2F1563A75}"/>
              </a:ext>
            </a:extLst>
          </p:cNvPr>
          <p:cNvSpPr/>
          <p:nvPr/>
        </p:nvSpPr>
        <p:spPr>
          <a:xfrm>
            <a:off x="5954917" y="4965411"/>
            <a:ext cx="1972755" cy="347577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126000"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title 01</a:t>
            </a:r>
            <a:endParaRPr lang="en-IN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E8986E3-3D7E-4B05-AE65-706288A78620}"/>
              </a:ext>
            </a:extLst>
          </p:cNvPr>
          <p:cNvSpPr/>
          <p:nvPr/>
        </p:nvSpPr>
        <p:spPr>
          <a:xfrm>
            <a:off x="10228146" y="3569192"/>
            <a:ext cx="210958" cy="21095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4B1460C-533D-4EA8-8DDF-F400EC6DDB23}"/>
              </a:ext>
            </a:extLst>
          </p:cNvPr>
          <p:cNvSpPr/>
          <p:nvPr/>
        </p:nvSpPr>
        <p:spPr>
          <a:xfrm>
            <a:off x="9346287" y="4965411"/>
            <a:ext cx="1972755" cy="3475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126000"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title 01</a:t>
            </a:r>
            <a:endParaRPr lang="en-IN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70EF164-CC2B-4723-88BE-EB49E7E2F13F}"/>
              </a:ext>
            </a:extLst>
          </p:cNvPr>
          <p:cNvCxnSpPr>
            <a:cxnSpLocks/>
          </p:cNvCxnSpPr>
          <p:nvPr/>
        </p:nvCxnSpPr>
        <p:spPr>
          <a:xfrm>
            <a:off x="1852280" y="3092550"/>
            <a:ext cx="0" cy="92247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5C1C04B-7EBE-4DED-A8FB-9AA0DC612DED}"/>
              </a:ext>
            </a:extLst>
          </p:cNvPr>
          <p:cNvCxnSpPr>
            <a:cxnSpLocks/>
          </p:cNvCxnSpPr>
          <p:nvPr/>
        </p:nvCxnSpPr>
        <p:spPr>
          <a:xfrm>
            <a:off x="3550885" y="3854622"/>
            <a:ext cx="0" cy="92247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4C797A-6D42-49BA-B6A1-4C337CD2D824}"/>
              </a:ext>
            </a:extLst>
          </p:cNvPr>
          <p:cNvCxnSpPr>
            <a:cxnSpLocks/>
          </p:cNvCxnSpPr>
          <p:nvPr/>
        </p:nvCxnSpPr>
        <p:spPr>
          <a:xfrm>
            <a:off x="5246570" y="3092550"/>
            <a:ext cx="0" cy="92247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C98950F-E4B9-4417-BCBE-1CEC5A8430A1}"/>
              </a:ext>
            </a:extLst>
          </p:cNvPr>
          <p:cNvCxnSpPr>
            <a:cxnSpLocks/>
          </p:cNvCxnSpPr>
          <p:nvPr/>
        </p:nvCxnSpPr>
        <p:spPr>
          <a:xfrm>
            <a:off x="6942255" y="3854622"/>
            <a:ext cx="0" cy="92247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E7BF1B0-4DE6-4088-83BA-ADFA47268A80}"/>
              </a:ext>
            </a:extLst>
          </p:cNvPr>
          <p:cNvCxnSpPr>
            <a:cxnSpLocks/>
          </p:cNvCxnSpPr>
          <p:nvPr/>
        </p:nvCxnSpPr>
        <p:spPr>
          <a:xfrm>
            <a:off x="8637940" y="3092550"/>
            <a:ext cx="0" cy="92247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628B04-0BF8-4AF8-9015-B8078F3703E0}"/>
              </a:ext>
            </a:extLst>
          </p:cNvPr>
          <p:cNvCxnSpPr>
            <a:cxnSpLocks/>
          </p:cNvCxnSpPr>
          <p:nvPr/>
        </p:nvCxnSpPr>
        <p:spPr>
          <a:xfrm>
            <a:off x="10333625" y="3854622"/>
            <a:ext cx="0" cy="922471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7C0017-A712-4C18-B5D9-5E0A969F9E14}"/>
              </a:ext>
            </a:extLst>
          </p:cNvPr>
          <p:cNvSpPr txBox="1"/>
          <p:nvPr/>
        </p:nvSpPr>
        <p:spPr>
          <a:xfrm>
            <a:off x="1497054" y="4383973"/>
            <a:ext cx="71045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b="1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2021</a:t>
            </a:r>
            <a:endParaRPr lang="en-IN" sz="1800" b="1" dirty="0">
              <a:solidFill>
                <a:schemeClr val="accent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853BA-28F3-4384-8A10-49FDD4265C1A}"/>
              </a:ext>
            </a:extLst>
          </p:cNvPr>
          <p:cNvSpPr txBox="1"/>
          <p:nvPr/>
        </p:nvSpPr>
        <p:spPr>
          <a:xfrm>
            <a:off x="3193131" y="3095533"/>
            <a:ext cx="71045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2022</a:t>
            </a:r>
            <a:endParaRPr lang="en-IN" sz="1800" b="1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6F4CE-262C-4705-887E-075673903282}"/>
              </a:ext>
            </a:extLst>
          </p:cNvPr>
          <p:cNvSpPr txBox="1"/>
          <p:nvPr/>
        </p:nvSpPr>
        <p:spPr>
          <a:xfrm>
            <a:off x="4889208" y="4383973"/>
            <a:ext cx="71045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</a:t>
            </a:r>
            <a:endParaRPr lang="en-IN" sz="18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2B9E5-30E3-4A59-9148-1A5889299CBB}"/>
              </a:ext>
            </a:extLst>
          </p:cNvPr>
          <p:cNvSpPr txBox="1"/>
          <p:nvPr/>
        </p:nvSpPr>
        <p:spPr>
          <a:xfrm>
            <a:off x="6585285" y="3095533"/>
            <a:ext cx="71045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b="1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2024</a:t>
            </a:r>
            <a:endParaRPr lang="en-IN" sz="1800" b="1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230D3-4AB1-46EF-84D0-F865313E9EA1}"/>
              </a:ext>
            </a:extLst>
          </p:cNvPr>
          <p:cNvSpPr txBox="1"/>
          <p:nvPr/>
        </p:nvSpPr>
        <p:spPr>
          <a:xfrm>
            <a:off x="8281362" y="4383973"/>
            <a:ext cx="71045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b="1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2025</a:t>
            </a:r>
            <a:endParaRPr lang="en-IN" sz="1800" b="1" dirty="0">
              <a:solidFill>
                <a:schemeClr val="accent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6DBA1-4E2C-46B3-803E-E6D25E631AE5}"/>
              </a:ext>
            </a:extLst>
          </p:cNvPr>
          <p:cNvSpPr txBox="1"/>
          <p:nvPr/>
        </p:nvSpPr>
        <p:spPr>
          <a:xfrm>
            <a:off x="9977438" y="3095533"/>
            <a:ext cx="71045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b="1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2026</a:t>
            </a:r>
            <a:endParaRPr lang="en-IN" sz="1800" b="1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827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A3D9EA2-E04C-4E1A-BB83-55D6CB81E5B0}"/>
              </a:ext>
            </a:extLst>
          </p:cNvPr>
          <p:cNvSpPr/>
          <p:nvPr/>
        </p:nvSpPr>
        <p:spPr>
          <a:xfrm>
            <a:off x="609443" y="3276295"/>
            <a:ext cx="3658652" cy="2595985"/>
          </a:xfrm>
          <a:prstGeom prst="rect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B1C0B1E-77B4-47DE-A9F1-8D25495ECA1D}"/>
              </a:ext>
            </a:extLst>
          </p:cNvPr>
          <p:cNvSpPr/>
          <p:nvPr/>
        </p:nvSpPr>
        <p:spPr>
          <a:xfrm>
            <a:off x="4265087" y="3276295"/>
            <a:ext cx="3658652" cy="2595985"/>
          </a:xfrm>
          <a:prstGeom prst="rect">
            <a:avLst/>
          </a:prstGeom>
          <a:solidFill>
            <a:schemeClr val="accent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DB0256-E0D0-41D4-B588-983609B139D7}"/>
              </a:ext>
            </a:extLst>
          </p:cNvPr>
          <p:cNvSpPr/>
          <p:nvPr/>
        </p:nvSpPr>
        <p:spPr>
          <a:xfrm>
            <a:off x="7920732" y="3276295"/>
            <a:ext cx="3658652" cy="2595985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FD2875-9DB2-4178-969C-E56593B228E4}"/>
              </a:ext>
            </a:extLst>
          </p:cNvPr>
          <p:cNvSpPr txBox="1"/>
          <p:nvPr/>
        </p:nvSpPr>
        <p:spPr>
          <a:xfrm>
            <a:off x="796655" y="4370091"/>
            <a:ext cx="3284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7F5FC8-BA94-4538-B971-F2BFC38BA82F}"/>
              </a:ext>
            </a:extLst>
          </p:cNvPr>
          <p:cNvSpPr txBox="1"/>
          <p:nvPr/>
        </p:nvSpPr>
        <p:spPr>
          <a:xfrm>
            <a:off x="796655" y="3651417"/>
            <a:ext cx="3284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CE29EC-AA3D-4C63-B9D0-FF4E54CA66C6}"/>
              </a:ext>
            </a:extLst>
          </p:cNvPr>
          <p:cNvSpPr txBox="1"/>
          <p:nvPr/>
        </p:nvSpPr>
        <p:spPr>
          <a:xfrm>
            <a:off x="4432736" y="4370091"/>
            <a:ext cx="3284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7BA803-9AED-46D6-9101-ACD19BEA027E}"/>
              </a:ext>
            </a:extLst>
          </p:cNvPr>
          <p:cNvSpPr txBox="1"/>
          <p:nvPr/>
        </p:nvSpPr>
        <p:spPr>
          <a:xfrm>
            <a:off x="4432736" y="3651417"/>
            <a:ext cx="3284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8F451B-3C0F-49AE-88C9-EB7486501F00}"/>
              </a:ext>
            </a:extLst>
          </p:cNvPr>
          <p:cNvSpPr txBox="1"/>
          <p:nvPr/>
        </p:nvSpPr>
        <p:spPr>
          <a:xfrm>
            <a:off x="8110852" y="4370091"/>
            <a:ext cx="3284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E4641F-AF6D-42E8-BD27-1476BE519CA8}"/>
              </a:ext>
            </a:extLst>
          </p:cNvPr>
          <p:cNvSpPr txBox="1"/>
          <p:nvPr/>
        </p:nvSpPr>
        <p:spPr>
          <a:xfrm>
            <a:off x="8110852" y="3651417"/>
            <a:ext cx="3284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TIMELINE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C48F8-368E-4597-AF77-3C75DADA7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8461E-5C91-477A-8D3A-8A69365BA11B}"/>
              </a:ext>
            </a:extLst>
          </p:cNvPr>
          <p:cNvCxnSpPr>
            <a:cxnSpLocks/>
          </p:cNvCxnSpPr>
          <p:nvPr/>
        </p:nvCxnSpPr>
        <p:spPr>
          <a:xfrm>
            <a:off x="609442" y="2217683"/>
            <a:ext cx="1096994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69CD200-1C86-4ABC-B19B-647208BA4014}"/>
              </a:ext>
            </a:extLst>
          </p:cNvPr>
          <p:cNvSpPr/>
          <p:nvPr/>
        </p:nvSpPr>
        <p:spPr>
          <a:xfrm rot="10800000">
            <a:off x="2307342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28A7813-8CC0-4B51-9F05-28D9CDF86316}"/>
              </a:ext>
            </a:extLst>
          </p:cNvPr>
          <p:cNvSpPr/>
          <p:nvPr/>
        </p:nvSpPr>
        <p:spPr>
          <a:xfrm rot="10800000">
            <a:off x="5962985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C7B969B-3442-481A-83CF-2A602826AD9F}"/>
              </a:ext>
            </a:extLst>
          </p:cNvPr>
          <p:cNvSpPr/>
          <p:nvPr/>
        </p:nvSpPr>
        <p:spPr>
          <a:xfrm rot="10800000">
            <a:off x="9618630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2AA7C-6F22-4F68-959C-D7C903C4503B}"/>
              </a:ext>
            </a:extLst>
          </p:cNvPr>
          <p:cNvSpPr txBox="1"/>
          <p:nvPr/>
        </p:nvSpPr>
        <p:spPr>
          <a:xfrm>
            <a:off x="1993775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2021</a:t>
            </a:r>
            <a:endParaRPr lang="en-IN" b="1" dirty="0">
              <a:solidFill>
                <a:schemeClr val="accent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3DCEC-3B27-4D7E-8AE0-D50DD76D83B0}"/>
              </a:ext>
            </a:extLst>
          </p:cNvPr>
          <p:cNvSpPr/>
          <p:nvPr/>
        </p:nvSpPr>
        <p:spPr>
          <a:xfrm>
            <a:off x="2365197" y="2144111"/>
            <a:ext cx="147144" cy="1471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FA8621-F237-4B45-A810-C044CD489B6E}"/>
              </a:ext>
            </a:extLst>
          </p:cNvPr>
          <p:cNvSpPr txBox="1"/>
          <p:nvPr/>
        </p:nvSpPr>
        <p:spPr>
          <a:xfrm>
            <a:off x="5649419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2022</a:t>
            </a:r>
            <a:endParaRPr lang="en-IN" b="1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F23368C-2A2C-4FD2-90BB-2B88A35FB791}"/>
              </a:ext>
            </a:extLst>
          </p:cNvPr>
          <p:cNvSpPr/>
          <p:nvPr/>
        </p:nvSpPr>
        <p:spPr>
          <a:xfrm>
            <a:off x="6020841" y="2144111"/>
            <a:ext cx="147144" cy="147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6CF10E-9A79-416A-83AD-08B61BEA3F04}"/>
              </a:ext>
            </a:extLst>
          </p:cNvPr>
          <p:cNvSpPr txBox="1"/>
          <p:nvPr/>
        </p:nvSpPr>
        <p:spPr>
          <a:xfrm>
            <a:off x="9305064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</a:t>
            </a:r>
            <a:endParaRPr lang="en-IN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1DEE8A-B7FB-4B53-98A2-58FD7601C9D0}"/>
              </a:ext>
            </a:extLst>
          </p:cNvPr>
          <p:cNvSpPr/>
          <p:nvPr/>
        </p:nvSpPr>
        <p:spPr>
          <a:xfrm>
            <a:off x="9676486" y="2144111"/>
            <a:ext cx="147144" cy="1471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3575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4E85E5-A362-4EDB-A8A4-C0E3FD0A7844}"/>
              </a:ext>
            </a:extLst>
          </p:cNvPr>
          <p:cNvSpPr/>
          <p:nvPr/>
        </p:nvSpPr>
        <p:spPr>
          <a:xfrm>
            <a:off x="609442" y="3276295"/>
            <a:ext cx="2744177" cy="259598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E83973-040C-4303-9408-6A28D4468DDD}"/>
              </a:ext>
            </a:extLst>
          </p:cNvPr>
          <p:cNvSpPr/>
          <p:nvPr/>
        </p:nvSpPr>
        <p:spPr>
          <a:xfrm>
            <a:off x="3351364" y="3276295"/>
            <a:ext cx="2744177" cy="259598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0AE222-E23D-446F-8618-04F8A6726E82}"/>
              </a:ext>
            </a:extLst>
          </p:cNvPr>
          <p:cNvSpPr/>
          <p:nvPr/>
        </p:nvSpPr>
        <p:spPr>
          <a:xfrm>
            <a:off x="6093285" y="3276295"/>
            <a:ext cx="2744177" cy="259598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EF52E4-A32C-49CF-B967-ED5E8C634253}"/>
              </a:ext>
            </a:extLst>
          </p:cNvPr>
          <p:cNvSpPr/>
          <p:nvPr/>
        </p:nvSpPr>
        <p:spPr>
          <a:xfrm>
            <a:off x="8835207" y="3276295"/>
            <a:ext cx="2744177" cy="259598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93766-3DF8-450E-A3A6-1DC1B14BAE4F}"/>
              </a:ext>
            </a:extLst>
          </p:cNvPr>
          <p:cNvSpPr txBox="1"/>
          <p:nvPr/>
        </p:nvSpPr>
        <p:spPr>
          <a:xfrm>
            <a:off x="749860" y="4370091"/>
            <a:ext cx="24633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B03F0-02F8-48C0-B8CA-EA5ED354487A}"/>
              </a:ext>
            </a:extLst>
          </p:cNvPr>
          <p:cNvSpPr txBox="1"/>
          <p:nvPr/>
        </p:nvSpPr>
        <p:spPr>
          <a:xfrm>
            <a:off x="749860" y="3651417"/>
            <a:ext cx="246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7C3773-03F3-4DE1-94C2-A8F107B72CCB}"/>
              </a:ext>
            </a:extLst>
          </p:cNvPr>
          <p:cNvSpPr txBox="1"/>
          <p:nvPr/>
        </p:nvSpPr>
        <p:spPr>
          <a:xfrm>
            <a:off x="3491782" y="4370091"/>
            <a:ext cx="24633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6B6386-5803-4DB7-90B4-99A0CA5B09A1}"/>
              </a:ext>
            </a:extLst>
          </p:cNvPr>
          <p:cNvSpPr txBox="1"/>
          <p:nvPr/>
        </p:nvSpPr>
        <p:spPr>
          <a:xfrm>
            <a:off x="3491782" y="3651417"/>
            <a:ext cx="246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67E039-6E19-49D7-953F-2BFC88A92A83}"/>
              </a:ext>
            </a:extLst>
          </p:cNvPr>
          <p:cNvSpPr txBox="1"/>
          <p:nvPr/>
        </p:nvSpPr>
        <p:spPr>
          <a:xfrm>
            <a:off x="6233703" y="4370091"/>
            <a:ext cx="24633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C1F43D-F2C9-4335-9D65-F671FE650F13}"/>
              </a:ext>
            </a:extLst>
          </p:cNvPr>
          <p:cNvSpPr txBox="1"/>
          <p:nvPr/>
        </p:nvSpPr>
        <p:spPr>
          <a:xfrm>
            <a:off x="6233703" y="3651417"/>
            <a:ext cx="246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823CDF-7E7D-4BD7-9341-A35F94BA64E3}"/>
              </a:ext>
            </a:extLst>
          </p:cNvPr>
          <p:cNvSpPr txBox="1"/>
          <p:nvPr/>
        </p:nvSpPr>
        <p:spPr>
          <a:xfrm>
            <a:off x="8975625" y="4370091"/>
            <a:ext cx="24633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E10E1D-EF06-435B-BA00-63F3B094E1CF}"/>
              </a:ext>
            </a:extLst>
          </p:cNvPr>
          <p:cNvSpPr txBox="1"/>
          <p:nvPr/>
        </p:nvSpPr>
        <p:spPr>
          <a:xfrm>
            <a:off x="8975625" y="3651417"/>
            <a:ext cx="246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TIMELINE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C48F8-368E-4597-AF77-3C75DADA7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8461E-5C91-477A-8D3A-8A69365BA11B}"/>
              </a:ext>
            </a:extLst>
          </p:cNvPr>
          <p:cNvCxnSpPr>
            <a:cxnSpLocks/>
          </p:cNvCxnSpPr>
          <p:nvPr/>
        </p:nvCxnSpPr>
        <p:spPr>
          <a:xfrm>
            <a:off x="609442" y="2217683"/>
            <a:ext cx="1096994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69CD200-1C86-4ABC-B19B-647208BA4014}"/>
              </a:ext>
            </a:extLst>
          </p:cNvPr>
          <p:cNvSpPr/>
          <p:nvPr/>
        </p:nvSpPr>
        <p:spPr>
          <a:xfrm rot="10800000">
            <a:off x="1850102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28A7813-8CC0-4B51-9F05-28D9CDF86316}"/>
              </a:ext>
            </a:extLst>
          </p:cNvPr>
          <p:cNvSpPr/>
          <p:nvPr/>
        </p:nvSpPr>
        <p:spPr>
          <a:xfrm rot="10800000">
            <a:off x="4592024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C7B969B-3442-481A-83CF-2A602826AD9F}"/>
              </a:ext>
            </a:extLst>
          </p:cNvPr>
          <p:cNvSpPr/>
          <p:nvPr/>
        </p:nvSpPr>
        <p:spPr>
          <a:xfrm rot="10800000">
            <a:off x="7333945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16473E84-A4D0-449F-8032-1BC5A68E2E64}"/>
              </a:ext>
            </a:extLst>
          </p:cNvPr>
          <p:cNvSpPr/>
          <p:nvPr/>
        </p:nvSpPr>
        <p:spPr>
          <a:xfrm rot="10800000">
            <a:off x="10075867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036FAB-E304-4AE2-BA27-546450550AA8}"/>
              </a:ext>
            </a:extLst>
          </p:cNvPr>
          <p:cNvGrpSpPr/>
          <p:nvPr/>
        </p:nvGrpSpPr>
        <p:grpSpPr>
          <a:xfrm>
            <a:off x="1536536" y="2144111"/>
            <a:ext cx="889988" cy="809666"/>
            <a:chOff x="1079237" y="2144111"/>
            <a:chExt cx="889988" cy="8096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72AA7C-6F22-4F68-959C-D7C903C4503B}"/>
                </a:ext>
              </a:extLst>
            </p:cNvPr>
            <p:cNvSpPr txBox="1"/>
            <p:nvPr/>
          </p:nvSpPr>
          <p:spPr>
            <a:xfrm>
              <a:off x="1079237" y="2492112"/>
              <a:ext cx="889988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2021</a:t>
              </a:r>
              <a:endParaRPr lang="en-IN" b="1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C3DCEC-3B27-4D7E-8AE0-D50DD76D83B0}"/>
                </a:ext>
              </a:extLst>
            </p:cNvPr>
            <p:cNvSpPr/>
            <p:nvPr/>
          </p:nvSpPr>
          <p:spPr>
            <a:xfrm>
              <a:off x="1450659" y="2144111"/>
              <a:ext cx="147144" cy="1471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A2746C-5854-49DE-84BB-8A3EB6BE30EC}"/>
              </a:ext>
            </a:extLst>
          </p:cNvPr>
          <p:cNvGrpSpPr/>
          <p:nvPr/>
        </p:nvGrpSpPr>
        <p:grpSpPr>
          <a:xfrm>
            <a:off x="4278458" y="2144111"/>
            <a:ext cx="889988" cy="809666"/>
            <a:chOff x="2907310" y="2144111"/>
            <a:chExt cx="889988" cy="80966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6FA8621-F237-4B45-A810-C044CD489B6E}"/>
                </a:ext>
              </a:extLst>
            </p:cNvPr>
            <p:cNvSpPr txBox="1"/>
            <p:nvPr/>
          </p:nvSpPr>
          <p:spPr>
            <a:xfrm>
              <a:off x="2907310" y="2492112"/>
              <a:ext cx="889988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2022</a:t>
              </a:r>
              <a:endParaRPr lang="en-IN" b="1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F23368C-2A2C-4FD2-90BB-2B88A35FB791}"/>
                </a:ext>
              </a:extLst>
            </p:cNvPr>
            <p:cNvSpPr/>
            <p:nvPr/>
          </p:nvSpPr>
          <p:spPr>
            <a:xfrm>
              <a:off x="3278732" y="2144111"/>
              <a:ext cx="147144" cy="1471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16BDA4-94EC-42EB-97EE-73D7DBBBDD17}"/>
              </a:ext>
            </a:extLst>
          </p:cNvPr>
          <p:cNvGrpSpPr/>
          <p:nvPr/>
        </p:nvGrpSpPr>
        <p:grpSpPr>
          <a:xfrm>
            <a:off x="7020379" y="2144111"/>
            <a:ext cx="889988" cy="809666"/>
            <a:chOff x="4735383" y="2144111"/>
            <a:chExt cx="889988" cy="80966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46CA82A-964E-456F-AA44-7FFE61419B12}"/>
                </a:ext>
              </a:extLst>
            </p:cNvPr>
            <p:cNvSpPr txBox="1"/>
            <p:nvPr/>
          </p:nvSpPr>
          <p:spPr>
            <a:xfrm>
              <a:off x="4735383" y="2492112"/>
              <a:ext cx="889988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2023</a:t>
              </a:r>
              <a:endParaRPr lang="en-IN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1CDBD75-6732-452E-B441-8C258FDAAFD8}"/>
                </a:ext>
              </a:extLst>
            </p:cNvPr>
            <p:cNvSpPr/>
            <p:nvPr/>
          </p:nvSpPr>
          <p:spPr>
            <a:xfrm>
              <a:off x="5106805" y="2144111"/>
              <a:ext cx="147144" cy="1471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16B7FD-5944-4E75-AB4A-F6BE2A6EB637}"/>
              </a:ext>
            </a:extLst>
          </p:cNvPr>
          <p:cNvGrpSpPr/>
          <p:nvPr/>
        </p:nvGrpSpPr>
        <p:grpSpPr>
          <a:xfrm>
            <a:off x="9762302" y="2144111"/>
            <a:ext cx="889987" cy="809666"/>
            <a:chOff x="6563456" y="2144111"/>
            <a:chExt cx="889987" cy="80966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A1C6926-3CA0-4404-B09A-DFB22221DBD8}"/>
                </a:ext>
              </a:extLst>
            </p:cNvPr>
            <p:cNvSpPr txBox="1"/>
            <p:nvPr/>
          </p:nvSpPr>
          <p:spPr>
            <a:xfrm>
              <a:off x="6563456" y="2492112"/>
              <a:ext cx="889987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b="1">
                  <a:solidFill>
                    <a:schemeClr val="accent4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2024</a:t>
              </a:r>
              <a:endParaRPr lang="en-IN" b="1" dirty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EA8E05C-6156-46F3-AE02-2C8B254EAAB5}"/>
                </a:ext>
              </a:extLst>
            </p:cNvPr>
            <p:cNvSpPr/>
            <p:nvPr/>
          </p:nvSpPr>
          <p:spPr>
            <a:xfrm>
              <a:off x="6934878" y="2144111"/>
              <a:ext cx="147144" cy="1471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608631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2D3E65B-B9ED-4194-98F6-CB936BFDDD30}"/>
              </a:ext>
            </a:extLst>
          </p:cNvPr>
          <p:cNvSpPr/>
          <p:nvPr/>
        </p:nvSpPr>
        <p:spPr>
          <a:xfrm>
            <a:off x="609443" y="3276295"/>
            <a:ext cx="2194851" cy="259598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07B6B7-E5C0-41EF-9C9A-567B2D09D311}"/>
              </a:ext>
            </a:extLst>
          </p:cNvPr>
          <p:cNvSpPr/>
          <p:nvPr/>
        </p:nvSpPr>
        <p:spPr>
          <a:xfrm>
            <a:off x="2802490" y="3276295"/>
            <a:ext cx="2194851" cy="259598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F5B777-0734-42BD-8C4F-0E5DD2740770}"/>
              </a:ext>
            </a:extLst>
          </p:cNvPr>
          <p:cNvSpPr/>
          <p:nvPr/>
        </p:nvSpPr>
        <p:spPr>
          <a:xfrm>
            <a:off x="4995537" y="3276295"/>
            <a:ext cx="2194851" cy="259598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B56D831-2200-4BF0-B9B1-EF8BFB557C0A}"/>
              </a:ext>
            </a:extLst>
          </p:cNvPr>
          <p:cNvSpPr/>
          <p:nvPr/>
        </p:nvSpPr>
        <p:spPr>
          <a:xfrm>
            <a:off x="7188584" y="3276295"/>
            <a:ext cx="2194851" cy="259598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F01B231-973B-434A-96C3-55CE0437FDC6}"/>
              </a:ext>
            </a:extLst>
          </p:cNvPr>
          <p:cNvSpPr/>
          <p:nvPr/>
        </p:nvSpPr>
        <p:spPr>
          <a:xfrm>
            <a:off x="9381631" y="3276295"/>
            <a:ext cx="2194851" cy="259598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9DC73C-E293-47B0-9BCD-015AE1D11257}"/>
              </a:ext>
            </a:extLst>
          </p:cNvPr>
          <p:cNvSpPr txBox="1"/>
          <p:nvPr/>
        </p:nvSpPr>
        <p:spPr>
          <a:xfrm>
            <a:off x="721753" y="4370091"/>
            <a:ext cx="1970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5E0B36-2E37-4ECB-AD7C-D35833EF1BAA}"/>
              </a:ext>
            </a:extLst>
          </p:cNvPr>
          <p:cNvSpPr txBox="1"/>
          <p:nvPr/>
        </p:nvSpPr>
        <p:spPr>
          <a:xfrm>
            <a:off x="721753" y="3651417"/>
            <a:ext cx="19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8A7014-008F-40A7-AF78-06CB1EC6B56F}"/>
              </a:ext>
            </a:extLst>
          </p:cNvPr>
          <p:cNvSpPr txBox="1"/>
          <p:nvPr/>
        </p:nvSpPr>
        <p:spPr>
          <a:xfrm>
            <a:off x="2903064" y="4370091"/>
            <a:ext cx="1970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DE7EA43-6541-42DE-B4C2-49AD5C637736}"/>
              </a:ext>
            </a:extLst>
          </p:cNvPr>
          <p:cNvSpPr txBox="1"/>
          <p:nvPr/>
        </p:nvSpPr>
        <p:spPr>
          <a:xfrm>
            <a:off x="2903064" y="3651417"/>
            <a:ext cx="19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236A3E-5541-4727-B734-EF2CE6BF0D18}"/>
              </a:ext>
            </a:extLst>
          </p:cNvPr>
          <p:cNvSpPr txBox="1"/>
          <p:nvPr/>
        </p:nvSpPr>
        <p:spPr>
          <a:xfrm>
            <a:off x="5109591" y="4370091"/>
            <a:ext cx="1970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B05EC7-12D1-44D0-9E7E-EFA8D8BC14B0}"/>
              </a:ext>
            </a:extLst>
          </p:cNvPr>
          <p:cNvSpPr txBox="1"/>
          <p:nvPr/>
        </p:nvSpPr>
        <p:spPr>
          <a:xfrm>
            <a:off x="5109591" y="3651417"/>
            <a:ext cx="19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FBAD7C-0430-4188-87FF-BCAA1EE73C58}"/>
              </a:ext>
            </a:extLst>
          </p:cNvPr>
          <p:cNvSpPr txBox="1"/>
          <p:nvPr/>
        </p:nvSpPr>
        <p:spPr>
          <a:xfrm>
            <a:off x="7303509" y="4370091"/>
            <a:ext cx="1970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546F7D-3345-4965-9905-C6A8BC3D2CCC}"/>
              </a:ext>
            </a:extLst>
          </p:cNvPr>
          <p:cNvSpPr txBox="1"/>
          <p:nvPr/>
        </p:nvSpPr>
        <p:spPr>
          <a:xfrm>
            <a:off x="7303509" y="3651417"/>
            <a:ext cx="19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0226D91-AD73-4EF5-9C3C-276932564B44}"/>
              </a:ext>
            </a:extLst>
          </p:cNvPr>
          <p:cNvSpPr txBox="1"/>
          <p:nvPr/>
        </p:nvSpPr>
        <p:spPr>
          <a:xfrm>
            <a:off x="9484820" y="4370091"/>
            <a:ext cx="1970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0B298D8-562E-4563-9CA5-FA027F5A940F}"/>
              </a:ext>
            </a:extLst>
          </p:cNvPr>
          <p:cNvSpPr txBox="1"/>
          <p:nvPr/>
        </p:nvSpPr>
        <p:spPr>
          <a:xfrm>
            <a:off x="9484820" y="3651417"/>
            <a:ext cx="19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TIMELINE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C48F8-368E-4597-AF77-3C75DADA7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8461E-5C91-477A-8D3A-8A69365BA11B}"/>
              </a:ext>
            </a:extLst>
          </p:cNvPr>
          <p:cNvCxnSpPr>
            <a:cxnSpLocks/>
          </p:cNvCxnSpPr>
          <p:nvPr/>
        </p:nvCxnSpPr>
        <p:spPr>
          <a:xfrm>
            <a:off x="609442" y="2217683"/>
            <a:ext cx="1096994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69CD200-1C86-4ABC-B19B-647208BA4014}"/>
              </a:ext>
            </a:extLst>
          </p:cNvPr>
          <p:cNvSpPr/>
          <p:nvPr/>
        </p:nvSpPr>
        <p:spPr>
          <a:xfrm rot="10800000">
            <a:off x="1575440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28A7813-8CC0-4B51-9F05-28D9CDF86316}"/>
              </a:ext>
            </a:extLst>
          </p:cNvPr>
          <p:cNvSpPr/>
          <p:nvPr/>
        </p:nvSpPr>
        <p:spPr>
          <a:xfrm rot="10800000">
            <a:off x="3768488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C7B969B-3442-481A-83CF-2A602826AD9F}"/>
              </a:ext>
            </a:extLst>
          </p:cNvPr>
          <p:cNvSpPr/>
          <p:nvPr/>
        </p:nvSpPr>
        <p:spPr>
          <a:xfrm rot="10800000">
            <a:off x="5961534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16473E84-A4D0-449F-8032-1BC5A68E2E64}"/>
              </a:ext>
            </a:extLst>
          </p:cNvPr>
          <p:cNvSpPr/>
          <p:nvPr/>
        </p:nvSpPr>
        <p:spPr>
          <a:xfrm rot="10800000">
            <a:off x="8154581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0AEB6C56-C18D-4049-9C83-C558D433C6CD}"/>
              </a:ext>
            </a:extLst>
          </p:cNvPr>
          <p:cNvSpPr/>
          <p:nvPr/>
        </p:nvSpPr>
        <p:spPr>
          <a:xfrm rot="10800000">
            <a:off x="10347628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2AA7C-6F22-4F68-959C-D7C903C4503B}"/>
              </a:ext>
            </a:extLst>
          </p:cNvPr>
          <p:cNvSpPr txBox="1"/>
          <p:nvPr/>
        </p:nvSpPr>
        <p:spPr>
          <a:xfrm>
            <a:off x="1261874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2021</a:t>
            </a:r>
            <a:endParaRPr lang="en-IN" b="1" dirty="0">
              <a:solidFill>
                <a:schemeClr val="accent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FA8621-F237-4B45-A810-C044CD489B6E}"/>
              </a:ext>
            </a:extLst>
          </p:cNvPr>
          <p:cNvSpPr txBox="1"/>
          <p:nvPr/>
        </p:nvSpPr>
        <p:spPr>
          <a:xfrm>
            <a:off x="3454921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2022</a:t>
            </a:r>
            <a:endParaRPr lang="en-IN" b="1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6CA82A-964E-456F-AA44-7FFE61419B12}"/>
              </a:ext>
            </a:extLst>
          </p:cNvPr>
          <p:cNvSpPr txBox="1"/>
          <p:nvPr/>
        </p:nvSpPr>
        <p:spPr>
          <a:xfrm>
            <a:off x="5647968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</a:t>
            </a:r>
            <a:endParaRPr lang="en-IN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1C6926-3CA0-4404-B09A-DFB22221DBD8}"/>
              </a:ext>
            </a:extLst>
          </p:cNvPr>
          <p:cNvSpPr txBox="1"/>
          <p:nvPr/>
        </p:nvSpPr>
        <p:spPr>
          <a:xfrm>
            <a:off x="7841016" y="2492112"/>
            <a:ext cx="88998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2024</a:t>
            </a:r>
            <a:endParaRPr lang="en-IN" b="1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A1D09-1769-4866-9673-7828432CBF8B}"/>
              </a:ext>
            </a:extLst>
          </p:cNvPr>
          <p:cNvSpPr txBox="1"/>
          <p:nvPr/>
        </p:nvSpPr>
        <p:spPr>
          <a:xfrm>
            <a:off x="10034062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2025</a:t>
            </a:r>
            <a:endParaRPr lang="en-IN" b="1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3DCEC-3B27-4D7E-8AE0-D50DD76D83B0}"/>
              </a:ext>
            </a:extLst>
          </p:cNvPr>
          <p:cNvSpPr/>
          <p:nvPr/>
        </p:nvSpPr>
        <p:spPr>
          <a:xfrm>
            <a:off x="1633296" y="2144111"/>
            <a:ext cx="147144" cy="1471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F23368C-2A2C-4FD2-90BB-2B88A35FB791}"/>
              </a:ext>
            </a:extLst>
          </p:cNvPr>
          <p:cNvSpPr/>
          <p:nvPr/>
        </p:nvSpPr>
        <p:spPr>
          <a:xfrm>
            <a:off x="3826343" y="2144111"/>
            <a:ext cx="147144" cy="147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1CDBD75-6732-452E-B441-8C258FDAAFD8}"/>
              </a:ext>
            </a:extLst>
          </p:cNvPr>
          <p:cNvSpPr/>
          <p:nvPr/>
        </p:nvSpPr>
        <p:spPr>
          <a:xfrm>
            <a:off x="6019390" y="2144111"/>
            <a:ext cx="147144" cy="1471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EA8E05C-6156-46F3-AE02-2C8B254EAAB5}"/>
              </a:ext>
            </a:extLst>
          </p:cNvPr>
          <p:cNvSpPr/>
          <p:nvPr/>
        </p:nvSpPr>
        <p:spPr>
          <a:xfrm>
            <a:off x="8212437" y="2144111"/>
            <a:ext cx="147144" cy="1471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9A07850-4FAF-4BB5-8B9A-237FE126D45C}"/>
              </a:ext>
            </a:extLst>
          </p:cNvPr>
          <p:cNvSpPr/>
          <p:nvPr/>
        </p:nvSpPr>
        <p:spPr>
          <a:xfrm>
            <a:off x="10405484" y="2144111"/>
            <a:ext cx="147144" cy="1471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2345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TIMELINE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C48F8-368E-4597-AF77-3C75DADA7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E85E5-A362-4EDB-A8A4-C0E3FD0A7844}"/>
              </a:ext>
            </a:extLst>
          </p:cNvPr>
          <p:cNvSpPr/>
          <p:nvPr/>
        </p:nvSpPr>
        <p:spPr>
          <a:xfrm>
            <a:off x="609443" y="3276295"/>
            <a:ext cx="1829577" cy="2595985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E83973-040C-4303-9408-6A28D4468DDD}"/>
              </a:ext>
            </a:extLst>
          </p:cNvPr>
          <p:cNvSpPr/>
          <p:nvPr/>
        </p:nvSpPr>
        <p:spPr>
          <a:xfrm>
            <a:off x="2437516" y="3276295"/>
            <a:ext cx="1829577" cy="259598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0AE222-E23D-446F-8618-04F8A6726E82}"/>
              </a:ext>
            </a:extLst>
          </p:cNvPr>
          <p:cNvSpPr/>
          <p:nvPr/>
        </p:nvSpPr>
        <p:spPr>
          <a:xfrm>
            <a:off x="4265589" y="3276295"/>
            <a:ext cx="1829577" cy="259598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EF52E4-A32C-49CF-B967-ED5E8C634253}"/>
              </a:ext>
            </a:extLst>
          </p:cNvPr>
          <p:cNvSpPr/>
          <p:nvPr/>
        </p:nvSpPr>
        <p:spPr>
          <a:xfrm>
            <a:off x="6093662" y="3276295"/>
            <a:ext cx="1829577" cy="259598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26B294-070C-4798-9C71-554F44DFEFAD}"/>
              </a:ext>
            </a:extLst>
          </p:cNvPr>
          <p:cNvSpPr/>
          <p:nvPr/>
        </p:nvSpPr>
        <p:spPr>
          <a:xfrm>
            <a:off x="7921735" y="3276295"/>
            <a:ext cx="1829577" cy="259598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99151B-94EE-4500-8314-497EF9773671}"/>
              </a:ext>
            </a:extLst>
          </p:cNvPr>
          <p:cNvSpPr/>
          <p:nvPr/>
        </p:nvSpPr>
        <p:spPr>
          <a:xfrm>
            <a:off x="9749808" y="3276295"/>
            <a:ext cx="1829577" cy="259598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8461E-5C91-477A-8D3A-8A69365BA11B}"/>
              </a:ext>
            </a:extLst>
          </p:cNvPr>
          <p:cNvCxnSpPr>
            <a:cxnSpLocks/>
          </p:cNvCxnSpPr>
          <p:nvPr/>
        </p:nvCxnSpPr>
        <p:spPr>
          <a:xfrm>
            <a:off x="609442" y="2217683"/>
            <a:ext cx="1096994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69CD200-1C86-4ABC-B19B-647208BA4014}"/>
              </a:ext>
            </a:extLst>
          </p:cNvPr>
          <p:cNvSpPr/>
          <p:nvPr/>
        </p:nvSpPr>
        <p:spPr>
          <a:xfrm rot="10800000">
            <a:off x="1392803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28A7813-8CC0-4B51-9F05-28D9CDF86316}"/>
              </a:ext>
            </a:extLst>
          </p:cNvPr>
          <p:cNvSpPr/>
          <p:nvPr/>
        </p:nvSpPr>
        <p:spPr>
          <a:xfrm rot="10800000">
            <a:off x="3220877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C7B969B-3442-481A-83CF-2A602826AD9F}"/>
              </a:ext>
            </a:extLst>
          </p:cNvPr>
          <p:cNvSpPr/>
          <p:nvPr/>
        </p:nvSpPr>
        <p:spPr>
          <a:xfrm rot="10800000">
            <a:off x="5048949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16473E84-A4D0-449F-8032-1BC5A68E2E64}"/>
              </a:ext>
            </a:extLst>
          </p:cNvPr>
          <p:cNvSpPr/>
          <p:nvPr/>
        </p:nvSpPr>
        <p:spPr>
          <a:xfrm rot="10800000">
            <a:off x="6877022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0AEB6C56-C18D-4049-9C83-C558D433C6CD}"/>
              </a:ext>
            </a:extLst>
          </p:cNvPr>
          <p:cNvSpPr/>
          <p:nvPr/>
        </p:nvSpPr>
        <p:spPr>
          <a:xfrm rot="10800000">
            <a:off x="8705095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D90C3196-2281-40FD-96AC-8AA96303701E}"/>
              </a:ext>
            </a:extLst>
          </p:cNvPr>
          <p:cNvSpPr/>
          <p:nvPr/>
        </p:nvSpPr>
        <p:spPr>
          <a:xfrm rot="10800000">
            <a:off x="10533168" y="3272074"/>
            <a:ext cx="262856" cy="1638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2AA7C-6F22-4F68-959C-D7C903C4503B}"/>
              </a:ext>
            </a:extLst>
          </p:cNvPr>
          <p:cNvSpPr txBox="1"/>
          <p:nvPr/>
        </p:nvSpPr>
        <p:spPr>
          <a:xfrm>
            <a:off x="1079237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2021</a:t>
            </a:r>
            <a:endParaRPr lang="en-IN" b="1" dirty="0">
              <a:solidFill>
                <a:schemeClr val="accent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FA8621-F237-4B45-A810-C044CD489B6E}"/>
              </a:ext>
            </a:extLst>
          </p:cNvPr>
          <p:cNvSpPr txBox="1"/>
          <p:nvPr/>
        </p:nvSpPr>
        <p:spPr>
          <a:xfrm>
            <a:off x="2907310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2022</a:t>
            </a:r>
            <a:endParaRPr lang="en-IN" b="1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6CA82A-964E-456F-AA44-7FFE61419B12}"/>
              </a:ext>
            </a:extLst>
          </p:cNvPr>
          <p:cNvSpPr txBox="1"/>
          <p:nvPr/>
        </p:nvSpPr>
        <p:spPr>
          <a:xfrm>
            <a:off x="4735383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</a:t>
            </a:r>
            <a:endParaRPr lang="en-IN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1C6926-3CA0-4404-B09A-DFB22221DBD8}"/>
              </a:ext>
            </a:extLst>
          </p:cNvPr>
          <p:cNvSpPr txBox="1"/>
          <p:nvPr/>
        </p:nvSpPr>
        <p:spPr>
          <a:xfrm>
            <a:off x="6563456" y="2492112"/>
            <a:ext cx="88998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2024</a:t>
            </a:r>
            <a:endParaRPr lang="en-IN" b="1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A1D09-1769-4866-9673-7828432CBF8B}"/>
              </a:ext>
            </a:extLst>
          </p:cNvPr>
          <p:cNvSpPr txBox="1"/>
          <p:nvPr/>
        </p:nvSpPr>
        <p:spPr>
          <a:xfrm>
            <a:off x="8391529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2025</a:t>
            </a:r>
            <a:endParaRPr lang="en-IN" b="1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6CF10E-9A79-416A-83AD-08B61BEA3F04}"/>
              </a:ext>
            </a:extLst>
          </p:cNvPr>
          <p:cNvSpPr txBox="1"/>
          <p:nvPr/>
        </p:nvSpPr>
        <p:spPr>
          <a:xfrm>
            <a:off x="10219602" y="2492112"/>
            <a:ext cx="8899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2026</a:t>
            </a:r>
            <a:endParaRPr lang="en-IN" b="1" dirty="0">
              <a:solidFill>
                <a:schemeClr val="accent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3DCEC-3B27-4D7E-8AE0-D50DD76D83B0}"/>
              </a:ext>
            </a:extLst>
          </p:cNvPr>
          <p:cNvSpPr/>
          <p:nvPr/>
        </p:nvSpPr>
        <p:spPr>
          <a:xfrm>
            <a:off x="1450659" y="2144111"/>
            <a:ext cx="147144" cy="1471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F23368C-2A2C-4FD2-90BB-2B88A35FB791}"/>
              </a:ext>
            </a:extLst>
          </p:cNvPr>
          <p:cNvSpPr/>
          <p:nvPr/>
        </p:nvSpPr>
        <p:spPr>
          <a:xfrm>
            <a:off x="3278732" y="2144111"/>
            <a:ext cx="147144" cy="147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1CDBD75-6732-452E-B441-8C258FDAAFD8}"/>
              </a:ext>
            </a:extLst>
          </p:cNvPr>
          <p:cNvSpPr/>
          <p:nvPr/>
        </p:nvSpPr>
        <p:spPr>
          <a:xfrm>
            <a:off x="5106805" y="2144111"/>
            <a:ext cx="147144" cy="1471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EA8E05C-6156-46F3-AE02-2C8B254EAAB5}"/>
              </a:ext>
            </a:extLst>
          </p:cNvPr>
          <p:cNvSpPr/>
          <p:nvPr/>
        </p:nvSpPr>
        <p:spPr>
          <a:xfrm>
            <a:off x="6934878" y="2144111"/>
            <a:ext cx="147144" cy="1471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9A07850-4FAF-4BB5-8B9A-237FE126D45C}"/>
              </a:ext>
            </a:extLst>
          </p:cNvPr>
          <p:cNvSpPr/>
          <p:nvPr/>
        </p:nvSpPr>
        <p:spPr>
          <a:xfrm>
            <a:off x="8762951" y="2144111"/>
            <a:ext cx="147144" cy="1471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1DEE8A-B7FB-4B53-98A2-58FD7601C9D0}"/>
              </a:ext>
            </a:extLst>
          </p:cNvPr>
          <p:cNvSpPr/>
          <p:nvPr/>
        </p:nvSpPr>
        <p:spPr>
          <a:xfrm>
            <a:off x="10591024" y="2144111"/>
            <a:ext cx="147144" cy="1471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93766-3DF8-450E-A3A6-1DC1B14BAE4F}"/>
              </a:ext>
            </a:extLst>
          </p:cNvPr>
          <p:cNvSpPr txBox="1"/>
          <p:nvPr/>
        </p:nvSpPr>
        <p:spPr>
          <a:xfrm>
            <a:off x="703062" y="4370091"/>
            <a:ext cx="1642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B03F0-02F8-48C0-B8CA-EA5ED354487A}"/>
              </a:ext>
            </a:extLst>
          </p:cNvPr>
          <p:cNvSpPr txBox="1"/>
          <p:nvPr/>
        </p:nvSpPr>
        <p:spPr>
          <a:xfrm>
            <a:off x="703062" y="3651417"/>
            <a:ext cx="164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7C3773-03F3-4DE1-94C2-A8F107B72CCB}"/>
              </a:ext>
            </a:extLst>
          </p:cNvPr>
          <p:cNvSpPr txBox="1"/>
          <p:nvPr/>
        </p:nvSpPr>
        <p:spPr>
          <a:xfrm>
            <a:off x="2521352" y="4370091"/>
            <a:ext cx="1642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6B6386-5803-4DB7-90B4-99A0CA5B09A1}"/>
              </a:ext>
            </a:extLst>
          </p:cNvPr>
          <p:cNvSpPr txBox="1"/>
          <p:nvPr/>
        </p:nvSpPr>
        <p:spPr>
          <a:xfrm>
            <a:off x="2521352" y="3651417"/>
            <a:ext cx="164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67E039-6E19-49D7-953F-2BFC88A92A83}"/>
              </a:ext>
            </a:extLst>
          </p:cNvPr>
          <p:cNvSpPr txBox="1"/>
          <p:nvPr/>
        </p:nvSpPr>
        <p:spPr>
          <a:xfrm>
            <a:off x="4360662" y="4370091"/>
            <a:ext cx="1642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C1F43D-F2C9-4335-9D65-F671FE650F13}"/>
              </a:ext>
            </a:extLst>
          </p:cNvPr>
          <p:cNvSpPr txBox="1"/>
          <p:nvPr/>
        </p:nvSpPr>
        <p:spPr>
          <a:xfrm>
            <a:off x="4360662" y="3651417"/>
            <a:ext cx="164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823CDF-7E7D-4BD7-9341-A35F94BA64E3}"/>
              </a:ext>
            </a:extLst>
          </p:cNvPr>
          <p:cNvSpPr txBox="1"/>
          <p:nvPr/>
        </p:nvSpPr>
        <p:spPr>
          <a:xfrm>
            <a:off x="6189461" y="4370091"/>
            <a:ext cx="1642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E10E1D-EF06-435B-BA00-63F3B094E1CF}"/>
              </a:ext>
            </a:extLst>
          </p:cNvPr>
          <p:cNvSpPr txBox="1"/>
          <p:nvPr/>
        </p:nvSpPr>
        <p:spPr>
          <a:xfrm>
            <a:off x="6189461" y="3651417"/>
            <a:ext cx="164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64DEFB-C249-48DA-BE3C-92C46C9AF3EC}"/>
              </a:ext>
            </a:extLst>
          </p:cNvPr>
          <p:cNvSpPr txBox="1"/>
          <p:nvPr/>
        </p:nvSpPr>
        <p:spPr>
          <a:xfrm>
            <a:off x="8007751" y="4370091"/>
            <a:ext cx="1642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7F4A6F-3FD5-4A94-AA17-9159BF9CAF78}"/>
              </a:ext>
            </a:extLst>
          </p:cNvPr>
          <p:cNvSpPr txBox="1"/>
          <p:nvPr/>
        </p:nvSpPr>
        <p:spPr>
          <a:xfrm>
            <a:off x="8007751" y="3651417"/>
            <a:ext cx="164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3EB356-D723-422F-B9BA-0329CFEE0983}"/>
              </a:ext>
            </a:extLst>
          </p:cNvPr>
          <p:cNvSpPr txBox="1"/>
          <p:nvPr/>
        </p:nvSpPr>
        <p:spPr>
          <a:xfrm>
            <a:off x="9836552" y="4370091"/>
            <a:ext cx="1642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A911BB-884B-48DA-8759-E70F162A252C}"/>
              </a:ext>
            </a:extLst>
          </p:cNvPr>
          <p:cNvSpPr txBox="1"/>
          <p:nvPr/>
        </p:nvSpPr>
        <p:spPr>
          <a:xfrm>
            <a:off x="9836552" y="3651417"/>
            <a:ext cx="164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5277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F5763-9CEE-4A41-8876-9BDAD19A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DIAGRAM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8DDC4E-BD69-4F40-B4D5-0A5A62057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sp>
        <p:nvSpPr>
          <p:cNvPr id="63" name="Arc 62"/>
          <p:cNvSpPr/>
          <p:nvPr/>
        </p:nvSpPr>
        <p:spPr>
          <a:xfrm rot="19097541">
            <a:off x="4164630" y="4113117"/>
            <a:ext cx="3810957" cy="3810957"/>
          </a:xfrm>
          <a:prstGeom prst="arc">
            <a:avLst>
              <a:gd name="adj1" fmla="val 15127886"/>
              <a:gd name="adj2" fmla="val 18889304"/>
            </a:avLst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4" name="Arc 63"/>
          <p:cNvSpPr/>
          <p:nvPr/>
        </p:nvSpPr>
        <p:spPr>
          <a:xfrm rot="470109">
            <a:off x="5337710" y="4036991"/>
            <a:ext cx="3338798" cy="3338798"/>
          </a:xfrm>
          <a:prstGeom prst="arc">
            <a:avLst>
              <a:gd name="adj1" fmla="val 15127886"/>
              <a:gd name="adj2" fmla="val 18889304"/>
            </a:avLst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1" name="Arc 60"/>
          <p:cNvSpPr/>
          <p:nvPr/>
        </p:nvSpPr>
        <p:spPr>
          <a:xfrm rot="20311838">
            <a:off x="5771515" y="1485538"/>
            <a:ext cx="2776868" cy="2776868"/>
          </a:xfrm>
          <a:prstGeom prst="arc">
            <a:avLst>
              <a:gd name="adj1" fmla="val 9089726"/>
              <a:gd name="adj2" fmla="val 11464640"/>
            </a:avLst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" name="Arc 7"/>
          <p:cNvSpPr/>
          <p:nvPr/>
        </p:nvSpPr>
        <p:spPr>
          <a:xfrm rot="1694203">
            <a:off x="6416364" y="2396346"/>
            <a:ext cx="2948208" cy="2948208"/>
          </a:xfrm>
          <a:prstGeom prst="arc">
            <a:avLst>
              <a:gd name="adj1" fmla="val 9062547"/>
              <a:gd name="adj2" fmla="val 11955004"/>
            </a:avLst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" name="Arc 8"/>
          <p:cNvSpPr/>
          <p:nvPr/>
        </p:nvSpPr>
        <p:spPr>
          <a:xfrm>
            <a:off x="1680983" y="2029265"/>
            <a:ext cx="4457022" cy="4457022"/>
          </a:xfrm>
          <a:prstGeom prst="arc">
            <a:avLst>
              <a:gd name="adj1" fmla="val 15962642"/>
              <a:gd name="adj2" fmla="val 18889304"/>
            </a:avLst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138005" y="3888565"/>
            <a:ext cx="540126" cy="540123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6288367" y="4027635"/>
            <a:ext cx="261984" cy="2619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196100" y="4750289"/>
            <a:ext cx="540126" cy="540123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335173" y="4900649"/>
            <a:ext cx="261984" cy="2619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4076976" y="5107765"/>
            <a:ext cx="540126" cy="540123"/>
            <a:chOff x="6234952" y="2631142"/>
            <a:chExt cx="304802" cy="304799"/>
          </a:xfrm>
        </p:grpSpPr>
        <p:sp>
          <p:nvSpPr>
            <p:cNvPr id="43" name="Oval 42"/>
            <p:cNvSpPr/>
            <p:nvPr/>
          </p:nvSpPr>
          <p:spPr>
            <a:xfrm>
              <a:off x="6234952" y="2631142"/>
              <a:ext cx="304802" cy="304799"/>
            </a:xfrm>
            <a:prstGeom prst="ellips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6313433" y="2709621"/>
              <a:ext cx="147842" cy="1478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46" name="Oval 45"/>
          <p:cNvSpPr/>
          <p:nvPr/>
        </p:nvSpPr>
        <p:spPr>
          <a:xfrm>
            <a:off x="5368748" y="2640336"/>
            <a:ext cx="540126" cy="540123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5519110" y="2779406"/>
            <a:ext cx="261984" cy="2619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6820176" y="2350050"/>
            <a:ext cx="540126" cy="540123"/>
            <a:chOff x="6234952" y="2631142"/>
            <a:chExt cx="304802" cy="304799"/>
          </a:xfrm>
        </p:grpSpPr>
        <p:sp>
          <p:nvSpPr>
            <p:cNvPr id="49" name="Oval 48"/>
            <p:cNvSpPr/>
            <p:nvPr/>
          </p:nvSpPr>
          <p:spPr>
            <a:xfrm>
              <a:off x="6234952" y="2631142"/>
              <a:ext cx="304802" cy="304799"/>
            </a:xfrm>
            <a:prstGeom prst="ellipse">
              <a:avLst/>
            </a:pr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6313433" y="2709621"/>
              <a:ext cx="147842" cy="1478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58" name="Oval 57"/>
          <p:cNvSpPr/>
          <p:nvPr/>
        </p:nvSpPr>
        <p:spPr>
          <a:xfrm>
            <a:off x="3220634" y="1769478"/>
            <a:ext cx="540126" cy="540123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370996" y="1908548"/>
            <a:ext cx="261984" cy="2619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22168" y="5356011"/>
            <a:ext cx="2776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4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50720" y="4907710"/>
            <a:ext cx="3148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9266" y="3078032"/>
            <a:ext cx="2776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4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7818" y="2629731"/>
            <a:ext cx="3148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684817" y="1939042"/>
            <a:ext cx="2776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4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684817" y="1490741"/>
            <a:ext cx="3148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875978" y="5196397"/>
            <a:ext cx="2331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4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875978" y="4748096"/>
            <a:ext cx="3148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755518" y="1484059"/>
            <a:ext cx="2141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4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755518" y="1035758"/>
            <a:ext cx="3148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502965" y="5997695"/>
            <a:ext cx="2776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4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502965" y="5549394"/>
            <a:ext cx="3148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750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971377" y="1829379"/>
            <a:ext cx="3359510" cy="3359511"/>
            <a:chOff x="1971377" y="1901950"/>
            <a:chExt cx="3359510" cy="3359511"/>
          </a:xfrm>
        </p:grpSpPr>
        <p:sp>
          <p:nvSpPr>
            <p:cNvPr id="13" name="Rectangle 12"/>
            <p:cNvSpPr/>
            <p:nvPr/>
          </p:nvSpPr>
          <p:spPr>
            <a:xfrm>
              <a:off x="1971377" y="1901950"/>
              <a:ext cx="3359510" cy="3359510"/>
            </a:xfrm>
            <a:prstGeom prst="rect">
              <a:avLst/>
            </a:prstGeom>
            <a:noFill/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cxnSp>
          <p:nvCxnSpPr>
            <p:cNvPr id="16" name="Straight Connector 15"/>
            <p:cNvCxnSpPr>
              <a:stCxn id="13" idx="0"/>
            </p:cNvCxnSpPr>
            <p:nvPr/>
          </p:nvCxnSpPr>
          <p:spPr>
            <a:xfrm>
              <a:off x="3651132" y="1901950"/>
              <a:ext cx="0" cy="335951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3" idx="3"/>
              <a:endCxn id="13" idx="1"/>
            </p:cNvCxnSpPr>
            <p:nvPr/>
          </p:nvCxnSpPr>
          <p:spPr>
            <a:xfrm flipH="1">
              <a:off x="1971377" y="3581705"/>
              <a:ext cx="3359510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/>
            <p:cNvCxnSpPr/>
            <p:nvPr/>
          </p:nvCxnSpPr>
          <p:spPr>
            <a:xfrm>
              <a:off x="1971377" y="5261460"/>
              <a:ext cx="3359510" cy="0"/>
            </a:xfrm>
            <a:prstGeom prst="straightConnector1">
              <a:avLst/>
            </a:prstGeom>
            <a:ln w="57150">
              <a:solidFill>
                <a:schemeClr val="bg1">
                  <a:lumMod val="6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1971377" y="1901950"/>
              <a:ext cx="0" cy="3359511"/>
            </a:xfrm>
            <a:prstGeom prst="straightConnector1">
              <a:avLst/>
            </a:prstGeom>
            <a:ln w="57150">
              <a:solidFill>
                <a:schemeClr val="bg1">
                  <a:lumMod val="6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281BA73-A838-45D0-A4A4-2FD101253D3C}"/>
              </a:ext>
            </a:extLst>
          </p:cNvPr>
          <p:cNvGrpSpPr/>
          <p:nvPr/>
        </p:nvGrpSpPr>
        <p:grpSpPr>
          <a:xfrm>
            <a:off x="2582196" y="2403917"/>
            <a:ext cx="604115" cy="604115"/>
            <a:chOff x="2582196" y="2403917"/>
            <a:chExt cx="604115" cy="604115"/>
          </a:xfrm>
        </p:grpSpPr>
        <p:grpSp>
          <p:nvGrpSpPr>
            <p:cNvPr id="22" name="Group 21"/>
            <p:cNvGrpSpPr/>
            <p:nvPr/>
          </p:nvGrpSpPr>
          <p:grpSpPr>
            <a:xfrm>
              <a:off x="2582196" y="2403917"/>
              <a:ext cx="604115" cy="604115"/>
              <a:chOff x="6399822" y="2054655"/>
              <a:chExt cx="1221640" cy="1221640"/>
            </a:xfrm>
          </p:grpSpPr>
          <p:sp>
            <p:nvSpPr>
              <p:cNvPr id="20" name="Teardrop 19"/>
              <p:cNvSpPr/>
              <p:nvPr/>
            </p:nvSpPr>
            <p:spPr>
              <a:xfrm rot="8100000">
                <a:off x="6399822" y="2054655"/>
                <a:ext cx="1221640" cy="1221640"/>
              </a:xfrm>
              <a:prstGeom prst="teardrop">
                <a:avLst>
                  <a:gd name="adj" fmla="val 130325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6654878" y="2309774"/>
                <a:ext cx="711528" cy="71152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2726254" y="2530885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2982C53-A0F4-4661-9C3E-0669F8C8C681}"/>
              </a:ext>
            </a:extLst>
          </p:cNvPr>
          <p:cNvGrpSpPr/>
          <p:nvPr/>
        </p:nvGrpSpPr>
        <p:grpSpPr>
          <a:xfrm>
            <a:off x="4400112" y="2137229"/>
            <a:ext cx="604115" cy="604115"/>
            <a:chOff x="4400112" y="2137229"/>
            <a:chExt cx="604115" cy="604115"/>
          </a:xfrm>
        </p:grpSpPr>
        <p:grpSp>
          <p:nvGrpSpPr>
            <p:cNvPr id="60" name="Group 59"/>
            <p:cNvGrpSpPr/>
            <p:nvPr/>
          </p:nvGrpSpPr>
          <p:grpSpPr>
            <a:xfrm>
              <a:off x="4400112" y="2137229"/>
              <a:ext cx="604115" cy="604115"/>
              <a:chOff x="6399822" y="2054655"/>
              <a:chExt cx="1221640" cy="1221640"/>
            </a:xfrm>
          </p:grpSpPr>
          <p:sp>
            <p:nvSpPr>
              <p:cNvPr id="62" name="Teardrop 61"/>
              <p:cNvSpPr/>
              <p:nvPr/>
            </p:nvSpPr>
            <p:spPr>
              <a:xfrm rot="8100000">
                <a:off x="6399822" y="2054655"/>
                <a:ext cx="1221640" cy="1221640"/>
              </a:xfrm>
              <a:prstGeom prst="teardrop">
                <a:avLst>
                  <a:gd name="adj" fmla="val 130325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6654878" y="2309774"/>
                <a:ext cx="711528" cy="71152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4546090" y="2270909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0A1E370-4D45-4BAF-A285-569DD2356B69}"/>
              </a:ext>
            </a:extLst>
          </p:cNvPr>
          <p:cNvGrpSpPr/>
          <p:nvPr/>
        </p:nvGrpSpPr>
        <p:grpSpPr>
          <a:xfrm>
            <a:off x="4115952" y="3893820"/>
            <a:ext cx="604115" cy="604115"/>
            <a:chOff x="4115952" y="3893820"/>
            <a:chExt cx="604115" cy="604115"/>
          </a:xfrm>
        </p:grpSpPr>
        <p:grpSp>
          <p:nvGrpSpPr>
            <p:cNvPr id="54" name="Group 53"/>
            <p:cNvGrpSpPr/>
            <p:nvPr/>
          </p:nvGrpSpPr>
          <p:grpSpPr>
            <a:xfrm>
              <a:off x="4115952" y="3893820"/>
              <a:ext cx="604115" cy="604115"/>
              <a:chOff x="6399822" y="2054655"/>
              <a:chExt cx="1221640" cy="1221640"/>
            </a:xfrm>
          </p:grpSpPr>
          <p:sp>
            <p:nvSpPr>
              <p:cNvPr id="55" name="Teardrop 54"/>
              <p:cNvSpPr/>
              <p:nvPr/>
            </p:nvSpPr>
            <p:spPr>
              <a:xfrm rot="8100000">
                <a:off x="6399822" y="2054655"/>
                <a:ext cx="1221640" cy="1221640"/>
              </a:xfrm>
              <a:prstGeom prst="teardrop">
                <a:avLst>
                  <a:gd name="adj" fmla="val 130325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6654878" y="2309774"/>
                <a:ext cx="711528" cy="71152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4249834" y="4030632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593558" y="1243514"/>
            <a:ext cx="3148041" cy="1033672"/>
            <a:chOff x="7468757" y="1223151"/>
            <a:chExt cx="3148041" cy="1033672"/>
          </a:xfrm>
        </p:grpSpPr>
        <p:sp>
          <p:nvSpPr>
            <p:cNvPr id="73" name="TextBox 72"/>
            <p:cNvSpPr txBox="1"/>
            <p:nvPr/>
          </p:nvSpPr>
          <p:spPr>
            <a:xfrm>
              <a:off x="7468757" y="1610492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468757" y="1223151"/>
              <a:ext cx="31480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28" name="Oval 27"/>
          <p:cNvSpPr/>
          <p:nvPr/>
        </p:nvSpPr>
        <p:spPr>
          <a:xfrm>
            <a:off x="6678416" y="1372660"/>
            <a:ext cx="691670" cy="6916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A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7593558" y="2888356"/>
            <a:ext cx="3148041" cy="1033672"/>
            <a:chOff x="7468757" y="3051951"/>
            <a:chExt cx="3148041" cy="1033672"/>
          </a:xfrm>
        </p:grpSpPr>
        <p:sp>
          <p:nvSpPr>
            <p:cNvPr id="76" name="TextBox 75"/>
            <p:cNvSpPr txBox="1"/>
            <p:nvPr/>
          </p:nvSpPr>
          <p:spPr>
            <a:xfrm>
              <a:off x="7468757" y="3439292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468757" y="3051951"/>
              <a:ext cx="31480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84" name="Oval 83"/>
          <p:cNvSpPr/>
          <p:nvPr/>
        </p:nvSpPr>
        <p:spPr>
          <a:xfrm>
            <a:off x="6678416" y="2979788"/>
            <a:ext cx="691670" cy="6916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B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593558" y="4533198"/>
            <a:ext cx="3148041" cy="1033672"/>
            <a:chOff x="7468757" y="4988834"/>
            <a:chExt cx="3148041" cy="1033672"/>
          </a:xfrm>
        </p:grpSpPr>
        <p:sp>
          <p:nvSpPr>
            <p:cNvPr id="79" name="TextBox 78"/>
            <p:cNvSpPr txBox="1"/>
            <p:nvPr/>
          </p:nvSpPr>
          <p:spPr>
            <a:xfrm>
              <a:off x="7468757" y="5376175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468757" y="4988834"/>
              <a:ext cx="31480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85" name="Oval 84"/>
          <p:cNvSpPr/>
          <p:nvPr/>
        </p:nvSpPr>
        <p:spPr>
          <a:xfrm>
            <a:off x="6678416" y="4683900"/>
            <a:ext cx="691670" cy="6916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</a:rPr>
              <a:t>C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64BEA48-680E-4F2C-BA05-B3EF4C6D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QUADRANTS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CE1526-48C5-4ADB-9245-13CC8D43F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757250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429000"/>
            <a:ext cx="12188825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581134" y="527605"/>
            <a:ext cx="3085896" cy="2510752"/>
            <a:chOff x="809185" y="527605"/>
            <a:chExt cx="3085896" cy="2510752"/>
          </a:xfrm>
        </p:grpSpPr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1626282" y="527605"/>
              <a:ext cx="1451702" cy="1537342"/>
            </a:xfrm>
            <a:custGeom>
              <a:avLst/>
              <a:gdLst>
                <a:gd name="T0" fmla="*/ 1843 w 3102"/>
                <a:gd name="T1" fmla="*/ 256 h 3284"/>
                <a:gd name="T2" fmla="*/ 1848 w 3102"/>
                <a:gd name="T3" fmla="*/ 522 h 3284"/>
                <a:gd name="T4" fmla="*/ 1716 w 3102"/>
                <a:gd name="T5" fmla="*/ 932 h 3284"/>
                <a:gd name="T6" fmla="*/ 1416 w 3102"/>
                <a:gd name="T7" fmla="*/ 1352 h 3284"/>
                <a:gd name="T8" fmla="*/ 1209 w 3102"/>
                <a:gd name="T9" fmla="*/ 1581 h 3284"/>
                <a:gd name="T10" fmla="*/ 923 w 3102"/>
                <a:gd name="T11" fmla="*/ 1692 h 3284"/>
                <a:gd name="T12" fmla="*/ 786 w 3102"/>
                <a:gd name="T13" fmla="*/ 1863 h 3284"/>
                <a:gd name="T14" fmla="*/ 767 w 3102"/>
                <a:gd name="T15" fmla="*/ 2187 h 3284"/>
                <a:gd name="T16" fmla="*/ 843 w 3102"/>
                <a:gd name="T17" fmla="*/ 2596 h 3284"/>
                <a:gd name="T18" fmla="*/ 1080 w 3102"/>
                <a:gd name="T19" fmla="*/ 2680 h 3284"/>
                <a:gd name="T20" fmla="*/ 1294 w 3102"/>
                <a:gd name="T21" fmla="*/ 2795 h 3284"/>
                <a:gd name="T22" fmla="*/ 1522 w 3102"/>
                <a:gd name="T23" fmla="*/ 2967 h 3284"/>
                <a:gd name="T24" fmla="*/ 2153 w 3102"/>
                <a:gd name="T25" fmla="*/ 3075 h 3284"/>
                <a:gd name="T26" fmla="*/ 2356 w 3102"/>
                <a:gd name="T27" fmla="*/ 3026 h 3284"/>
                <a:gd name="T28" fmla="*/ 2358 w 3102"/>
                <a:gd name="T29" fmla="*/ 2854 h 3284"/>
                <a:gd name="T30" fmla="*/ 2477 w 3102"/>
                <a:gd name="T31" fmla="*/ 2785 h 3284"/>
                <a:gd name="T32" fmla="*/ 2559 w 3102"/>
                <a:gd name="T33" fmla="*/ 2745 h 3284"/>
                <a:gd name="T34" fmla="*/ 2584 w 3102"/>
                <a:gd name="T35" fmla="*/ 2581 h 3284"/>
                <a:gd name="T36" fmla="*/ 2621 w 3102"/>
                <a:gd name="T37" fmla="*/ 2433 h 3284"/>
                <a:gd name="T38" fmla="*/ 2778 w 3102"/>
                <a:gd name="T39" fmla="*/ 2274 h 3284"/>
                <a:gd name="T40" fmla="*/ 2739 w 3102"/>
                <a:gd name="T41" fmla="*/ 2094 h 3284"/>
                <a:gd name="T42" fmla="*/ 2836 w 3102"/>
                <a:gd name="T43" fmla="*/ 1984 h 3284"/>
                <a:gd name="T44" fmla="*/ 2905 w 3102"/>
                <a:gd name="T45" fmla="*/ 1857 h 3284"/>
                <a:gd name="T46" fmla="*/ 2798 w 3102"/>
                <a:gd name="T47" fmla="*/ 1716 h 3284"/>
                <a:gd name="T48" fmla="*/ 2450 w 3102"/>
                <a:gd name="T49" fmla="*/ 1624 h 3284"/>
                <a:gd name="T50" fmla="*/ 2099 w 3102"/>
                <a:gd name="T51" fmla="*/ 1449 h 3284"/>
                <a:gd name="T52" fmla="*/ 2026 w 3102"/>
                <a:gd name="T53" fmla="*/ 1090 h 3284"/>
                <a:gd name="T54" fmla="*/ 2140 w 3102"/>
                <a:gd name="T55" fmla="*/ 683 h 3284"/>
                <a:gd name="T56" fmla="*/ 2056 w 3102"/>
                <a:gd name="T57" fmla="*/ 325 h 3284"/>
                <a:gd name="T58" fmla="*/ 1886 w 3102"/>
                <a:gd name="T59" fmla="*/ 197 h 3284"/>
                <a:gd name="T60" fmla="*/ 2132 w 3102"/>
                <a:gd name="T61" fmla="*/ 106 h 3284"/>
                <a:gd name="T62" fmla="*/ 2332 w 3102"/>
                <a:gd name="T63" fmla="*/ 481 h 3284"/>
                <a:gd name="T64" fmla="*/ 2294 w 3102"/>
                <a:gd name="T65" fmla="*/ 896 h 3284"/>
                <a:gd name="T66" fmla="*/ 2218 w 3102"/>
                <a:gd name="T67" fmla="*/ 1244 h 3284"/>
                <a:gd name="T68" fmla="*/ 2367 w 3102"/>
                <a:gd name="T69" fmla="*/ 1394 h 3284"/>
                <a:gd name="T70" fmla="*/ 2660 w 3102"/>
                <a:gd name="T71" fmla="*/ 1464 h 3284"/>
                <a:gd name="T72" fmla="*/ 2967 w 3102"/>
                <a:gd name="T73" fmla="*/ 1577 h 3284"/>
                <a:gd name="T74" fmla="*/ 3102 w 3102"/>
                <a:gd name="T75" fmla="*/ 1858 h 3284"/>
                <a:gd name="T76" fmla="*/ 2974 w 3102"/>
                <a:gd name="T77" fmla="*/ 2148 h 3284"/>
                <a:gd name="T78" fmla="*/ 2898 w 3102"/>
                <a:gd name="T79" fmla="*/ 2479 h 3284"/>
                <a:gd name="T80" fmla="*/ 2777 w 3102"/>
                <a:gd name="T81" fmla="*/ 2755 h 3284"/>
                <a:gd name="T82" fmla="*/ 2571 w 3102"/>
                <a:gd name="T83" fmla="*/ 3009 h 3284"/>
                <a:gd name="T84" fmla="*/ 2374 w 3102"/>
                <a:gd name="T85" fmla="*/ 3257 h 3284"/>
                <a:gd name="T86" fmla="*/ 1934 w 3102"/>
                <a:gd name="T87" fmla="*/ 3262 h 3284"/>
                <a:gd name="T88" fmla="*/ 1487 w 3102"/>
                <a:gd name="T89" fmla="*/ 3176 h 3284"/>
                <a:gd name="T90" fmla="*/ 1177 w 3102"/>
                <a:gd name="T91" fmla="*/ 2961 h 3284"/>
                <a:gd name="T92" fmla="*/ 937 w 3102"/>
                <a:gd name="T93" fmla="*/ 2870 h 3284"/>
                <a:gd name="T94" fmla="*/ 702 w 3102"/>
                <a:gd name="T95" fmla="*/ 2866 h 3284"/>
                <a:gd name="T96" fmla="*/ 372 w 3102"/>
                <a:gd name="T97" fmla="*/ 2868 h 3284"/>
                <a:gd name="T98" fmla="*/ 55 w 3102"/>
                <a:gd name="T99" fmla="*/ 2868 h 3284"/>
                <a:gd name="T100" fmla="*/ 15 w 3102"/>
                <a:gd name="T101" fmla="*/ 1482 h 3284"/>
                <a:gd name="T102" fmla="*/ 291 w 3102"/>
                <a:gd name="T103" fmla="*/ 1479 h 3284"/>
                <a:gd name="T104" fmla="*/ 697 w 3102"/>
                <a:gd name="T105" fmla="*/ 1475 h 3284"/>
                <a:gd name="T106" fmla="*/ 944 w 3102"/>
                <a:gd name="T107" fmla="*/ 1472 h 3284"/>
                <a:gd name="T108" fmla="*/ 1178 w 3102"/>
                <a:gd name="T109" fmla="*/ 1323 h 3284"/>
                <a:gd name="T110" fmla="*/ 1515 w 3102"/>
                <a:gd name="T111" fmla="*/ 886 h 3284"/>
                <a:gd name="T112" fmla="*/ 1647 w 3102"/>
                <a:gd name="T113" fmla="*/ 432 h 3284"/>
                <a:gd name="T114" fmla="*/ 1672 w 3102"/>
                <a:gd name="T115" fmla="*/ 132 h 3284"/>
                <a:gd name="T116" fmla="*/ 1884 w 3102"/>
                <a:gd name="T117" fmla="*/ 0 h 3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02" h="3284">
                  <a:moveTo>
                    <a:pt x="1886" y="197"/>
                  </a:moveTo>
                  <a:lnTo>
                    <a:pt x="1882" y="197"/>
                  </a:lnTo>
                  <a:lnTo>
                    <a:pt x="1877" y="197"/>
                  </a:lnTo>
                  <a:lnTo>
                    <a:pt x="1866" y="202"/>
                  </a:lnTo>
                  <a:lnTo>
                    <a:pt x="1857" y="210"/>
                  </a:lnTo>
                  <a:lnTo>
                    <a:pt x="1850" y="223"/>
                  </a:lnTo>
                  <a:lnTo>
                    <a:pt x="1846" y="239"/>
                  </a:lnTo>
                  <a:lnTo>
                    <a:pt x="1843" y="256"/>
                  </a:lnTo>
                  <a:lnTo>
                    <a:pt x="1842" y="277"/>
                  </a:lnTo>
                  <a:lnTo>
                    <a:pt x="1842" y="300"/>
                  </a:lnTo>
                  <a:lnTo>
                    <a:pt x="1843" y="322"/>
                  </a:lnTo>
                  <a:lnTo>
                    <a:pt x="1844" y="345"/>
                  </a:lnTo>
                  <a:lnTo>
                    <a:pt x="1845" y="362"/>
                  </a:lnTo>
                  <a:lnTo>
                    <a:pt x="1847" y="417"/>
                  </a:lnTo>
                  <a:lnTo>
                    <a:pt x="1848" y="471"/>
                  </a:lnTo>
                  <a:lnTo>
                    <a:pt x="1848" y="522"/>
                  </a:lnTo>
                  <a:lnTo>
                    <a:pt x="1844" y="573"/>
                  </a:lnTo>
                  <a:lnTo>
                    <a:pt x="1838" y="626"/>
                  </a:lnTo>
                  <a:lnTo>
                    <a:pt x="1827" y="679"/>
                  </a:lnTo>
                  <a:lnTo>
                    <a:pt x="1812" y="734"/>
                  </a:lnTo>
                  <a:lnTo>
                    <a:pt x="1792" y="786"/>
                  </a:lnTo>
                  <a:lnTo>
                    <a:pt x="1769" y="837"/>
                  </a:lnTo>
                  <a:lnTo>
                    <a:pt x="1744" y="885"/>
                  </a:lnTo>
                  <a:lnTo>
                    <a:pt x="1716" y="932"/>
                  </a:lnTo>
                  <a:lnTo>
                    <a:pt x="1687" y="978"/>
                  </a:lnTo>
                  <a:lnTo>
                    <a:pt x="1657" y="1024"/>
                  </a:lnTo>
                  <a:lnTo>
                    <a:pt x="1627" y="1068"/>
                  </a:lnTo>
                  <a:lnTo>
                    <a:pt x="1600" y="1105"/>
                  </a:lnTo>
                  <a:lnTo>
                    <a:pt x="1574" y="1145"/>
                  </a:lnTo>
                  <a:lnTo>
                    <a:pt x="1525" y="1212"/>
                  </a:lnTo>
                  <a:lnTo>
                    <a:pt x="1473" y="1282"/>
                  </a:lnTo>
                  <a:lnTo>
                    <a:pt x="1416" y="1352"/>
                  </a:lnTo>
                  <a:lnTo>
                    <a:pt x="1357" y="1423"/>
                  </a:lnTo>
                  <a:lnTo>
                    <a:pt x="1294" y="1493"/>
                  </a:lnTo>
                  <a:lnTo>
                    <a:pt x="1279" y="1512"/>
                  </a:lnTo>
                  <a:lnTo>
                    <a:pt x="1262" y="1529"/>
                  </a:lnTo>
                  <a:lnTo>
                    <a:pt x="1245" y="1547"/>
                  </a:lnTo>
                  <a:lnTo>
                    <a:pt x="1226" y="1563"/>
                  </a:lnTo>
                  <a:lnTo>
                    <a:pt x="1218" y="1573"/>
                  </a:lnTo>
                  <a:lnTo>
                    <a:pt x="1209" y="1581"/>
                  </a:lnTo>
                  <a:lnTo>
                    <a:pt x="1200" y="1586"/>
                  </a:lnTo>
                  <a:lnTo>
                    <a:pt x="1159" y="1614"/>
                  </a:lnTo>
                  <a:lnTo>
                    <a:pt x="1118" y="1637"/>
                  </a:lnTo>
                  <a:lnTo>
                    <a:pt x="1073" y="1656"/>
                  </a:lnTo>
                  <a:lnTo>
                    <a:pt x="1026" y="1671"/>
                  </a:lnTo>
                  <a:lnTo>
                    <a:pt x="974" y="1682"/>
                  </a:lnTo>
                  <a:lnTo>
                    <a:pt x="947" y="1687"/>
                  </a:lnTo>
                  <a:lnTo>
                    <a:pt x="923" y="1692"/>
                  </a:lnTo>
                  <a:lnTo>
                    <a:pt x="899" y="1699"/>
                  </a:lnTo>
                  <a:lnTo>
                    <a:pt x="877" y="1708"/>
                  </a:lnTo>
                  <a:lnTo>
                    <a:pt x="857" y="1719"/>
                  </a:lnTo>
                  <a:lnTo>
                    <a:pt x="840" y="1733"/>
                  </a:lnTo>
                  <a:lnTo>
                    <a:pt x="827" y="1752"/>
                  </a:lnTo>
                  <a:lnTo>
                    <a:pt x="809" y="1787"/>
                  </a:lnTo>
                  <a:lnTo>
                    <a:pt x="797" y="1824"/>
                  </a:lnTo>
                  <a:lnTo>
                    <a:pt x="786" y="1863"/>
                  </a:lnTo>
                  <a:lnTo>
                    <a:pt x="779" y="1903"/>
                  </a:lnTo>
                  <a:lnTo>
                    <a:pt x="774" y="1943"/>
                  </a:lnTo>
                  <a:lnTo>
                    <a:pt x="771" y="1984"/>
                  </a:lnTo>
                  <a:lnTo>
                    <a:pt x="769" y="2024"/>
                  </a:lnTo>
                  <a:lnTo>
                    <a:pt x="768" y="2064"/>
                  </a:lnTo>
                  <a:lnTo>
                    <a:pt x="768" y="2101"/>
                  </a:lnTo>
                  <a:lnTo>
                    <a:pt x="767" y="2128"/>
                  </a:lnTo>
                  <a:lnTo>
                    <a:pt x="767" y="2187"/>
                  </a:lnTo>
                  <a:lnTo>
                    <a:pt x="768" y="2249"/>
                  </a:lnTo>
                  <a:lnTo>
                    <a:pt x="770" y="2313"/>
                  </a:lnTo>
                  <a:lnTo>
                    <a:pt x="776" y="2376"/>
                  </a:lnTo>
                  <a:lnTo>
                    <a:pt x="784" y="2438"/>
                  </a:lnTo>
                  <a:lnTo>
                    <a:pt x="798" y="2499"/>
                  </a:lnTo>
                  <a:lnTo>
                    <a:pt x="810" y="2536"/>
                  </a:lnTo>
                  <a:lnTo>
                    <a:pt x="825" y="2567"/>
                  </a:lnTo>
                  <a:lnTo>
                    <a:pt x="843" y="2596"/>
                  </a:lnTo>
                  <a:lnTo>
                    <a:pt x="863" y="2618"/>
                  </a:lnTo>
                  <a:lnTo>
                    <a:pt x="887" y="2638"/>
                  </a:lnTo>
                  <a:lnTo>
                    <a:pt x="915" y="2652"/>
                  </a:lnTo>
                  <a:lnTo>
                    <a:pt x="949" y="2664"/>
                  </a:lnTo>
                  <a:lnTo>
                    <a:pt x="985" y="2672"/>
                  </a:lnTo>
                  <a:lnTo>
                    <a:pt x="1027" y="2677"/>
                  </a:lnTo>
                  <a:lnTo>
                    <a:pt x="1052" y="2679"/>
                  </a:lnTo>
                  <a:lnTo>
                    <a:pt x="1080" y="2680"/>
                  </a:lnTo>
                  <a:lnTo>
                    <a:pt x="1109" y="2684"/>
                  </a:lnTo>
                  <a:lnTo>
                    <a:pt x="1138" y="2693"/>
                  </a:lnTo>
                  <a:lnTo>
                    <a:pt x="1167" y="2708"/>
                  </a:lnTo>
                  <a:lnTo>
                    <a:pt x="1196" y="2719"/>
                  </a:lnTo>
                  <a:lnTo>
                    <a:pt x="1223" y="2735"/>
                  </a:lnTo>
                  <a:lnTo>
                    <a:pt x="1249" y="2754"/>
                  </a:lnTo>
                  <a:lnTo>
                    <a:pt x="1272" y="2774"/>
                  </a:lnTo>
                  <a:lnTo>
                    <a:pt x="1294" y="2795"/>
                  </a:lnTo>
                  <a:lnTo>
                    <a:pt x="1315" y="2815"/>
                  </a:lnTo>
                  <a:lnTo>
                    <a:pt x="1336" y="2833"/>
                  </a:lnTo>
                  <a:lnTo>
                    <a:pt x="1362" y="2853"/>
                  </a:lnTo>
                  <a:lnTo>
                    <a:pt x="1389" y="2873"/>
                  </a:lnTo>
                  <a:lnTo>
                    <a:pt x="1422" y="2899"/>
                  </a:lnTo>
                  <a:lnTo>
                    <a:pt x="1457" y="2923"/>
                  </a:lnTo>
                  <a:lnTo>
                    <a:pt x="1490" y="2946"/>
                  </a:lnTo>
                  <a:lnTo>
                    <a:pt x="1522" y="2967"/>
                  </a:lnTo>
                  <a:lnTo>
                    <a:pt x="1553" y="2985"/>
                  </a:lnTo>
                  <a:lnTo>
                    <a:pt x="1602" y="2996"/>
                  </a:lnTo>
                  <a:lnTo>
                    <a:pt x="1654" y="3008"/>
                  </a:lnTo>
                  <a:lnTo>
                    <a:pt x="1723" y="3024"/>
                  </a:lnTo>
                  <a:lnTo>
                    <a:pt x="1831" y="3041"/>
                  </a:lnTo>
                  <a:lnTo>
                    <a:pt x="1939" y="3054"/>
                  </a:lnTo>
                  <a:lnTo>
                    <a:pt x="2047" y="3066"/>
                  </a:lnTo>
                  <a:lnTo>
                    <a:pt x="2153" y="3075"/>
                  </a:lnTo>
                  <a:lnTo>
                    <a:pt x="2188" y="3075"/>
                  </a:lnTo>
                  <a:lnTo>
                    <a:pt x="2223" y="3074"/>
                  </a:lnTo>
                  <a:lnTo>
                    <a:pt x="2260" y="3070"/>
                  </a:lnTo>
                  <a:lnTo>
                    <a:pt x="2296" y="3063"/>
                  </a:lnTo>
                  <a:lnTo>
                    <a:pt x="2315" y="3058"/>
                  </a:lnTo>
                  <a:lnTo>
                    <a:pt x="2331" y="3051"/>
                  </a:lnTo>
                  <a:lnTo>
                    <a:pt x="2345" y="3040"/>
                  </a:lnTo>
                  <a:lnTo>
                    <a:pt x="2356" y="3026"/>
                  </a:lnTo>
                  <a:lnTo>
                    <a:pt x="2365" y="3006"/>
                  </a:lnTo>
                  <a:lnTo>
                    <a:pt x="2370" y="2985"/>
                  </a:lnTo>
                  <a:lnTo>
                    <a:pt x="2371" y="2962"/>
                  </a:lnTo>
                  <a:lnTo>
                    <a:pt x="2368" y="2938"/>
                  </a:lnTo>
                  <a:lnTo>
                    <a:pt x="2362" y="2915"/>
                  </a:lnTo>
                  <a:lnTo>
                    <a:pt x="2355" y="2894"/>
                  </a:lnTo>
                  <a:lnTo>
                    <a:pt x="2354" y="2874"/>
                  </a:lnTo>
                  <a:lnTo>
                    <a:pt x="2358" y="2854"/>
                  </a:lnTo>
                  <a:lnTo>
                    <a:pt x="2368" y="2836"/>
                  </a:lnTo>
                  <a:lnTo>
                    <a:pt x="2380" y="2819"/>
                  </a:lnTo>
                  <a:lnTo>
                    <a:pt x="2397" y="2807"/>
                  </a:lnTo>
                  <a:lnTo>
                    <a:pt x="2414" y="2797"/>
                  </a:lnTo>
                  <a:lnTo>
                    <a:pt x="2434" y="2790"/>
                  </a:lnTo>
                  <a:lnTo>
                    <a:pt x="2453" y="2786"/>
                  </a:lnTo>
                  <a:lnTo>
                    <a:pt x="2472" y="2785"/>
                  </a:lnTo>
                  <a:lnTo>
                    <a:pt x="2477" y="2785"/>
                  </a:lnTo>
                  <a:lnTo>
                    <a:pt x="2481" y="2785"/>
                  </a:lnTo>
                  <a:lnTo>
                    <a:pt x="2485" y="2786"/>
                  </a:lnTo>
                  <a:lnTo>
                    <a:pt x="2489" y="2787"/>
                  </a:lnTo>
                  <a:lnTo>
                    <a:pt x="2493" y="2787"/>
                  </a:lnTo>
                  <a:lnTo>
                    <a:pt x="2510" y="2783"/>
                  </a:lnTo>
                  <a:lnTo>
                    <a:pt x="2528" y="2775"/>
                  </a:lnTo>
                  <a:lnTo>
                    <a:pt x="2544" y="2762"/>
                  </a:lnTo>
                  <a:lnTo>
                    <a:pt x="2559" y="2745"/>
                  </a:lnTo>
                  <a:lnTo>
                    <a:pt x="2572" y="2722"/>
                  </a:lnTo>
                  <a:lnTo>
                    <a:pt x="2583" y="2700"/>
                  </a:lnTo>
                  <a:lnTo>
                    <a:pt x="2590" y="2676"/>
                  </a:lnTo>
                  <a:lnTo>
                    <a:pt x="2594" y="2653"/>
                  </a:lnTo>
                  <a:lnTo>
                    <a:pt x="2595" y="2631"/>
                  </a:lnTo>
                  <a:lnTo>
                    <a:pt x="2594" y="2611"/>
                  </a:lnTo>
                  <a:lnTo>
                    <a:pt x="2590" y="2595"/>
                  </a:lnTo>
                  <a:lnTo>
                    <a:pt x="2584" y="2581"/>
                  </a:lnTo>
                  <a:lnTo>
                    <a:pt x="2572" y="2563"/>
                  </a:lnTo>
                  <a:lnTo>
                    <a:pt x="2566" y="2544"/>
                  </a:lnTo>
                  <a:lnTo>
                    <a:pt x="2564" y="2524"/>
                  </a:lnTo>
                  <a:lnTo>
                    <a:pt x="2567" y="2502"/>
                  </a:lnTo>
                  <a:lnTo>
                    <a:pt x="2574" y="2481"/>
                  </a:lnTo>
                  <a:lnTo>
                    <a:pt x="2587" y="2460"/>
                  </a:lnTo>
                  <a:lnTo>
                    <a:pt x="2603" y="2443"/>
                  </a:lnTo>
                  <a:lnTo>
                    <a:pt x="2621" y="2433"/>
                  </a:lnTo>
                  <a:lnTo>
                    <a:pt x="2643" y="2427"/>
                  </a:lnTo>
                  <a:lnTo>
                    <a:pt x="2674" y="2414"/>
                  </a:lnTo>
                  <a:lnTo>
                    <a:pt x="2702" y="2397"/>
                  </a:lnTo>
                  <a:lnTo>
                    <a:pt x="2726" y="2377"/>
                  </a:lnTo>
                  <a:lnTo>
                    <a:pt x="2746" y="2355"/>
                  </a:lnTo>
                  <a:lnTo>
                    <a:pt x="2761" y="2329"/>
                  </a:lnTo>
                  <a:lnTo>
                    <a:pt x="2773" y="2301"/>
                  </a:lnTo>
                  <a:lnTo>
                    <a:pt x="2778" y="2274"/>
                  </a:lnTo>
                  <a:lnTo>
                    <a:pt x="2780" y="2249"/>
                  </a:lnTo>
                  <a:lnTo>
                    <a:pt x="2780" y="2224"/>
                  </a:lnTo>
                  <a:lnTo>
                    <a:pt x="2776" y="2200"/>
                  </a:lnTo>
                  <a:lnTo>
                    <a:pt x="2770" y="2180"/>
                  </a:lnTo>
                  <a:lnTo>
                    <a:pt x="2759" y="2163"/>
                  </a:lnTo>
                  <a:lnTo>
                    <a:pt x="2748" y="2141"/>
                  </a:lnTo>
                  <a:lnTo>
                    <a:pt x="2741" y="2117"/>
                  </a:lnTo>
                  <a:lnTo>
                    <a:pt x="2739" y="2094"/>
                  </a:lnTo>
                  <a:lnTo>
                    <a:pt x="2740" y="2071"/>
                  </a:lnTo>
                  <a:lnTo>
                    <a:pt x="2746" y="2049"/>
                  </a:lnTo>
                  <a:lnTo>
                    <a:pt x="2754" y="2033"/>
                  </a:lnTo>
                  <a:lnTo>
                    <a:pt x="2765" y="2018"/>
                  </a:lnTo>
                  <a:lnTo>
                    <a:pt x="2779" y="2007"/>
                  </a:lnTo>
                  <a:lnTo>
                    <a:pt x="2795" y="1997"/>
                  </a:lnTo>
                  <a:lnTo>
                    <a:pt x="2814" y="1990"/>
                  </a:lnTo>
                  <a:lnTo>
                    <a:pt x="2836" y="1984"/>
                  </a:lnTo>
                  <a:lnTo>
                    <a:pt x="2855" y="1974"/>
                  </a:lnTo>
                  <a:lnTo>
                    <a:pt x="2870" y="1962"/>
                  </a:lnTo>
                  <a:lnTo>
                    <a:pt x="2881" y="1948"/>
                  </a:lnTo>
                  <a:lnTo>
                    <a:pt x="2890" y="1932"/>
                  </a:lnTo>
                  <a:lnTo>
                    <a:pt x="2897" y="1916"/>
                  </a:lnTo>
                  <a:lnTo>
                    <a:pt x="2901" y="1899"/>
                  </a:lnTo>
                  <a:lnTo>
                    <a:pt x="2904" y="1883"/>
                  </a:lnTo>
                  <a:lnTo>
                    <a:pt x="2905" y="1857"/>
                  </a:lnTo>
                  <a:lnTo>
                    <a:pt x="2901" y="1833"/>
                  </a:lnTo>
                  <a:lnTo>
                    <a:pt x="2893" y="1811"/>
                  </a:lnTo>
                  <a:lnTo>
                    <a:pt x="2882" y="1790"/>
                  </a:lnTo>
                  <a:lnTo>
                    <a:pt x="2869" y="1771"/>
                  </a:lnTo>
                  <a:lnTo>
                    <a:pt x="2853" y="1754"/>
                  </a:lnTo>
                  <a:lnTo>
                    <a:pt x="2835" y="1739"/>
                  </a:lnTo>
                  <a:lnTo>
                    <a:pt x="2817" y="1727"/>
                  </a:lnTo>
                  <a:lnTo>
                    <a:pt x="2798" y="1716"/>
                  </a:lnTo>
                  <a:lnTo>
                    <a:pt x="2759" y="1697"/>
                  </a:lnTo>
                  <a:lnTo>
                    <a:pt x="2720" y="1682"/>
                  </a:lnTo>
                  <a:lnTo>
                    <a:pt x="2678" y="1668"/>
                  </a:lnTo>
                  <a:lnTo>
                    <a:pt x="2636" y="1657"/>
                  </a:lnTo>
                  <a:lnTo>
                    <a:pt x="2592" y="1648"/>
                  </a:lnTo>
                  <a:lnTo>
                    <a:pt x="2549" y="1641"/>
                  </a:lnTo>
                  <a:lnTo>
                    <a:pt x="2505" y="1633"/>
                  </a:lnTo>
                  <a:lnTo>
                    <a:pt x="2450" y="1624"/>
                  </a:lnTo>
                  <a:lnTo>
                    <a:pt x="2395" y="1613"/>
                  </a:lnTo>
                  <a:lnTo>
                    <a:pt x="2341" y="1601"/>
                  </a:lnTo>
                  <a:lnTo>
                    <a:pt x="2293" y="1586"/>
                  </a:lnTo>
                  <a:lnTo>
                    <a:pt x="2247" y="1566"/>
                  </a:lnTo>
                  <a:lnTo>
                    <a:pt x="2205" y="1542"/>
                  </a:lnTo>
                  <a:lnTo>
                    <a:pt x="2165" y="1514"/>
                  </a:lnTo>
                  <a:lnTo>
                    <a:pt x="2130" y="1483"/>
                  </a:lnTo>
                  <a:lnTo>
                    <a:pt x="2099" y="1449"/>
                  </a:lnTo>
                  <a:lnTo>
                    <a:pt x="2073" y="1412"/>
                  </a:lnTo>
                  <a:lnTo>
                    <a:pt x="2050" y="1372"/>
                  </a:lnTo>
                  <a:lnTo>
                    <a:pt x="2033" y="1331"/>
                  </a:lnTo>
                  <a:lnTo>
                    <a:pt x="2021" y="1287"/>
                  </a:lnTo>
                  <a:lnTo>
                    <a:pt x="2014" y="1242"/>
                  </a:lnTo>
                  <a:lnTo>
                    <a:pt x="2013" y="1190"/>
                  </a:lnTo>
                  <a:lnTo>
                    <a:pt x="2018" y="1140"/>
                  </a:lnTo>
                  <a:lnTo>
                    <a:pt x="2026" y="1090"/>
                  </a:lnTo>
                  <a:lnTo>
                    <a:pt x="2036" y="1041"/>
                  </a:lnTo>
                  <a:lnTo>
                    <a:pt x="2050" y="993"/>
                  </a:lnTo>
                  <a:lnTo>
                    <a:pt x="2065" y="946"/>
                  </a:lnTo>
                  <a:lnTo>
                    <a:pt x="2081" y="899"/>
                  </a:lnTo>
                  <a:lnTo>
                    <a:pt x="2100" y="844"/>
                  </a:lnTo>
                  <a:lnTo>
                    <a:pt x="2116" y="790"/>
                  </a:lnTo>
                  <a:lnTo>
                    <a:pt x="2130" y="736"/>
                  </a:lnTo>
                  <a:lnTo>
                    <a:pt x="2140" y="683"/>
                  </a:lnTo>
                  <a:lnTo>
                    <a:pt x="2144" y="628"/>
                  </a:lnTo>
                  <a:lnTo>
                    <a:pt x="2143" y="583"/>
                  </a:lnTo>
                  <a:lnTo>
                    <a:pt x="2138" y="538"/>
                  </a:lnTo>
                  <a:lnTo>
                    <a:pt x="2128" y="490"/>
                  </a:lnTo>
                  <a:lnTo>
                    <a:pt x="2114" y="443"/>
                  </a:lnTo>
                  <a:lnTo>
                    <a:pt x="2096" y="396"/>
                  </a:lnTo>
                  <a:lnTo>
                    <a:pt x="2073" y="349"/>
                  </a:lnTo>
                  <a:lnTo>
                    <a:pt x="2056" y="325"/>
                  </a:lnTo>
                  <a:lnTo>
                    <a:pt x="2037" y="301"/>
                  </a:lnTo>
                  <a:lnTo>
                    <a:pt x="2018" y="276"/>
                  </a:lnTo>
                  <a:lnTo>
                    <a:pt x="1997" y="255"/>
                  </a:lnTo>
                  <a:lnTo>
                    <a:pt x="1974" y="235"/>
                  </a:lnTo>
                  <a:lnTo>
                    <a:pt x="1952" y="220"/>
                  </a:lnTo>
                  <a:lnTo>
                    <a:pt x="1929" y="207"/>
                  </a:lnTo>
                  <a:lnTo>
                    <a:pt x="1907" y="199"/>
                  </a:lnTo>
                  <a:lnTo>
                    <a:pt x="1886" y="197"/>
                  </a:lnTo>
                  <a:close/>
                  <a:moveTo>
                    <a:pt x="1884" y="0"/>
                  </a:moveTo>
                  <a:lnTo>
                    <a:pt x="1921" y="3"/>
                  </a:lnTo>
                  <a:lnTo>
                    <a:pt x="1957" y="10"/>
                  </a:lnTo>
                  <a:lnTo>
                    <a:pt x="1994" y="20"/>
                  </a:lnTo>
                  <a:lnTo>
                    <a:pt x="2029" y="35"/>
                  </a:lnTo>
                  <a:lnTo>
                    <a:pt x="2062" y="54"/>
                  </a:lnTo>
                  <a:lnTo>
                    <a:pt x="2092" y="76"/>
                  </a:lnTo>
                  <a:lnTo>
                    <a:pt x="2132" y="106"/>
                  </a:lnTo>
                  <a:lnTo>
                    <a:pt x="2168" y="141"/>
                  </a:lnTo>
                  <a:lnTo>
                    <a:pt x="2202" y="180"/>
                  </a:lnTo>
                  <a:lnTo>
                    <a:pt x="2232" y="223"/>
                  </a:lnTo>
                  <a:lnTo>
                    <a:pt x="2259" y="268"/>
                  </a:lnTo>
                  <a:lnTo>
                    <a:pt x="2283" y="317"/>
                  </a:lnTo>
                  <a:lnTo>
                    <a:pt x="2302" y="370"/>
                  </a:lnTo>
                  <a:lnTo>
                    <a:pt x="2319" y="424"/>
                  </a:lnTo>
                  <a:lnTo>
                    <a:pt x="2332" y="481"/>
                  </a:lnTo>
                  <a:lnTo>
                    <a:pt x="2342" y="541"/>
                  </a:lnTo>
                  <a:lnTo>
                    <a:pt x="2347" y="601"/>
                  </a:lnTo>
                  <a:lnTo>
                    <a:pt x="2347" y="654"/>
                  </a:lnTo>
                  <a:lnTo>
                    <a:pt x="2342" y="706"/>
                  </a:lnTo>
                  <a:lnTo>
                    <a:pt x="2333" y="755"/>
                  </a:lnTo>
                  <a:lnTo>
                    <a:pt x="2322" y="803"/>
                  </a:lnTo>
                  <a:lnTo>
                    <a:pt x="2309" y="850"/>
                  </a:lnTo>
                  <a:lnTo>
                    <a:pt x="2294" y="896"/>
                  </a:lnTo>
                  <a:lnTo>
                    <a:pt x="2278" y="942"/>
                  </a:lnTo>
                  <a:lnTo>
                    <a:pt x="2262" y="987"/>
                  </a:lnTo>
                  <a:lnTo>
                    <a:pt x="2247" y="1032"/>
                  </a:lnTo>
                  <a:lnTo>
                    <a:pt x="2235" y="1076"/>
                  </a:lnTo>
                  <a:lnTo>
                    <a:pt x="2224" y="1121"/>
                  </a:lnTo>
                  <a:lnTo>
                    <a:pt x="2218" y="1166"/>
                  </a:lnTo>
                  <a:lnTo>
                    <a:pt x="2215" y="1212"/>
                  </a:lnTo>
                  <a:lnTo>
                    <a:pt x="2218" y="1244"/>
                  </a:lnTo>
                  <a:lnTo>
                    <a:pt x="2224" y="1271"/>
                  </a:lnTo>
                  <a:lnTo>
                    <a:pt x="2234" y="1295"/>
                  </a:lnTo>
                  <a:lnTo>
                    <a:pt x="2248" y="1317"/>
                  </a:lnTo>
                  <a:lnTo>
                    <a:pt x="2266" y="1336"/>
                  </a:lnTo>
                  <a:lnTo>
                    <a:pt x="2287" y="1354"/>
                  </a:lnTo>
                  <a:lnTo>
                    <a:pt x="2311" y="1369"/>
                  </a:lnTo>
                  <a:lnTo>
                    <a:pt x="2337" y="1382"/>
                  </a:lnTo>
                  <a:lnTo>
                    <a:pt x="2367" y="1394"/>
                  </a:lnTo>
                  <a:lnTo>
                    <a:pt x="2399" y="1406"/>
                  </a:lnTo>
                  <a:lnTo>
                    <a:pt x="2433" y="1415"/>
                  </a:lnTo>
                  <a:lnTo>
                    <a:pt x="2470" y="1424"/>
                  </a:lnTo>
                  <a:lnTo>
                    <a:pt x="2509" y="1434"/>
                  </a:lnTo>
                  <a:lnTo>
                    <a:pt x="2536" y="1440"/>
                  </a:lnTo>
                  <a:lnTo>
                    <a:pt x="2560" y="1447"/>
                  </a:lnTo>
                  <a:lnTo>
                    <a:pt x="2620" y="1457"/>
                  </a:lnTo>
                  <a:lnTo>
                    <a:pt x="2660" y="1464"/>
                  </a:lnTo>
                  <a:lnTo>
                    <a:pt x="2699" y="1471"/>
                  </a:lnTo>
                  <a:lnTo>
                    <a:pt x="2739" y="1479"/>
                  </a:lnTo>
                  <a:lnTo>
                    <a:pt x="2779" y="1490"/>
                  </a:lnTo>
                  <a:lnTo>
                    <a:pt x="2819" y="1501"/>
                  </a:lnTo>
                  <a:lnTo>
                    <a:pt x="2858" y="1515"/>
                  </a:lnTo>
                  <a:lnTo>
                    <a:pt x="2896" y="1533"/>
                  </a:lnTo>
                  <a:lnTo>
                    <a:pt x="2933" y="1552"/>
                  </a:lnTo>
                  <a:lnTo>
                    <a:pt x="2967" y="1577"/>
                  </a:lnTo>
                  <a:lnTo>
                    <a:pt x="3000" y="1605"/>
                  </a:lnTo>
                  <a:lnTo>
                    <a:pt x="3025" y="1633"/>
                  </a:lnTo>
                  <a:lnTo>
                    <a:pt x="3047" y="1665"/>
                  </a:lnTo>
                  <a:lnTo>
                    <a:pt x="3065" y="1699"/>
                  </a:lnTo>
                  <a:lnTo>
                    <a:pt x="3079" y="1737"/>
                  </a:lnTo>
                  <a:lnTo>
                    <a:pt x="3091" y="1776"/>
                  </a:lnTo>
                  <a:lnTo>
                    <a:pt x="3098" y="1816"/>
                  </a:lnTo>
                  <a:lnTo>
                    <a:pt x="3102" y="1858"/>
                  </a:lnTo>
                  <a:lnTo>
                    <a:pt x="3101" y="1899"/>
                  </a:lnTo>
                  <a:lnTo>
                    <a:pt x="3096" y="1941"/>
                  </a:lnTo>
                  <a:lnTo>
                    <a:pt x="3087" y="1984"/>
                  </a:lnTo>
                  <a:lnTo>
                    <a:pt x="3072" y="2025"/>
                  </a:lnTo>
                  <a:lnTo>
                    <a:pt x="3053" y="2061"/>
                  </a:lnTo>
                  <a:lnTo>
                    <a:pt x="3031" y="2095"/>
                  </a:lnTo>
                  <a:lnTo>
                    <a:pt x="3005" y="2123"/>
                  </a:lnTo>
                  <a:lnTo>
                    <a:pt x="2974" y="2148"/>
                  </a:lnTo>
                  <a:lnTo>
                    <a:pt x="2983" y="2189"/>
                  </a:lnTo>
                  <a:lnTo>
                    <a:pt x="2985" y="2233"/>
                  </a:lnTo>
                  <a:lnTo>
                    <a:pt x="2983" y="2276"/>
                  </a:lnTo>
                  <a:lnTo>
                    <a:pt x="2974" y="2319"/>
                  </a:lnTo>
                  <a:lnTo>
                    <a:pt x="2962" y="2361"/>
                  </a:lnTo>
                  <a:lnTo>
                    <a:pt x="2945" y="2403"/>
                  </a:lnTo>
                  <a:lnTo>
                    <a:pt x="2924" y="2441"/>
                  </a:lnTo>
                  <a:lnTo>
                    <a:pt x="2898" y="2479"/>
                  </a:lnTo>
                  <a:lnTo>
                    <a:pt x="2867" y="2514"/>
                  </a:lnTo>
                  <a:lnTo>
                    <a:pt x="2834" y="2545"/>
                  </a:lnTo>
                  <a:lnTo>
                    <a:pt x="2797" y="2573"/>
                  </a:lnTo>
                  <a:lnTo>
                    <a:pt x="2801" y="2607"/>
                  </a:lnTo>
                  <a:lnTo>
                    <a:pt x="2802" y="2644"/>
                  </a:lnTo>
                  <a:lnTo>
                    <a:pt x="2798" y="2681"/>
                  </a:lnTo>
                  <a:lnTo>
                    <a:pt x="2790" y="2718"/>
                  </a:lnTo>
                  <a:lnTo>
                    <a:pt x="2777" y="2755"/>
                  </a:lnTo>
                  <a:lnTo>
                    <a:pt x="2760" y="2792"/>
                  </a:lnTo>
                  <a:lnTo>
                    <a:pt x="2737" y="2832"/>
                  </a:lnTo>
                  <a:lnTo>
                    <a:pt x="2710" y="2867"/>
                  </a:lnTo>
                  <a:lnTo>
                    <a:pt x="2679" y="2899"/>
                  </a:lnTo>
                  <a:lnTo>
                    <a:pt x="2646" y="2927"/>
                  </a:lnTo>
                  <a:lnTo>
                    <a:pt x="2612" y="2950"/>
                  </a:lnTo>
                  <a:lnTo>
                    <a:pt x="2574" y="2968"/>
                  </a:lnTo>
                  <a:lnTo>
                    <a:pt x="2571" y="3009"/>
                  </a:lnTo>
                  <a:lnTo>
                    <a:pt x="2563" y="3049"/>
                  </a:lnTo>
                  <a:lnTo>
                    <a:pt x="2550" y="3087"/>
                  </a:lnTo>
                  <a:lnTo>
                    <a:pt x="2532" y="3122"/>
                  </a:lnTo>
                  <a:lnTo>
                    <a:pt x="2508" y="3156"/>
                  </a:lnTo>
                  <a:lnTo>
                    <a:pt x="2481" y="3186"/>
                  </a:lnTo>
                  <a:lnTo>
                    <a:pt x="2450" y="3214"/>
                  </a:lnTo>
                  <a:lnTo>
                    <a:pt x="2413" y="3237"/>
                  </a:lnTo>
                  <a:lnTo>
                    <a:pt x="2374" y="3257"/>
                  </a:lnTo>
                  <a:lnTo>
                    <a:pt x="2331" y="3271"/>
                  </a:lnTo>
                  <a:lnTo>
                    <a:pt x="2289" y="3279"/>
                  </a:lnTo>
                  <a:lnTo>
                    <a:pt x="2243" y="3283"/>
                  </a:lnTo>
                  <a:lnTo>
                    <a:pt x="2194" y="3284"/>
                  </a:lnTo>
                  <a:lnTo>
                    <a:pt x="2119" y="3281"/>
                  </a:lnTo>
                  <a:lnTo>
                    <a:pt x="2045" y="3275"/>
                  </a:lnTo>
                  <a:lnTo>
                    <a:pt x="1971" y="3267"/>
                  </a:lnTo>
                  <a:lnTo>
                    <a:pt x="1934" y="3262"/>
                  </a:lnTo>
                  <a:lnTo>
                    <a:pt x="1895" y="3258"/>
                  </a:lnTo>
                  <a:lnTo>
                    <a:pt x="1830" y="3247"/>
                  </a:lnTo>
                  <a:lnTo>
                    <a:pt x="1762" y="3238"/>
                  </a:lnTo>
                  <a:lnTo>
                    <a:pt x="1706" y="3231"/>
                  </a:lnTo>
                  <a:lnTo>
                    <a:pt x="1650" y="3222"/>
                  </a:lnTo>
                  <a:lnTo>
                    <a:pt x="1594" y="3211"/>
                  </a:lnTo>
                  <a:lnTo>
                    <a:pt x="1540" y="3196"/>
                  </a:lnTo>
                  <a:lnTo>
                    <a:pt x="1487" y="3176"/>
                  </a:lnTo>
                  <a:lnTo>
                    <a:pt x="1435" y="3150"/>
                  </a:lnTo>
                  <a:lnTo>
                    <a:pt x="1387" y="3119"/>
                  </a:lnTo>
                  <a:lnTo>
                    <a:pt x="1340" y="3087"/>
                  </a:lnTo>
                  <a:lnTo>
                    <a:pt x="1294" y="3054"/>
                  </a:lnTo>
                  <a:lnTo>
                    <a:pt x="1265" y="3033"/>
                  </a:lnTo>
                  <a:lnTo>
                    <a:pt x="1235" y="3011"/>
                  </a:lnTo>
                  <a:lnTo>
                    <a:pt x="1206" y="2988"/>
                  </a:lnTo>
                  <a:lnTo>
                    <a:pt x="1177" y="2961"/>
                  </a:lnTo>
                  <a:lnTo>
                    <a:pt x="1156" y="2941"/>
                  </a:lnTo>
                  <a:lnTo>
                    <a:pt x="1136" y="2922"/>
                  </a:lnTo>
                  <a:lnTo>
                    <a:pt x="1114" y="2906"/>
                  </a:lnTo>
                  <a:lnTo>
                    <a:pt x="1093" y="2894"/>
                  </a:lnTo>
                  <a:lnTo>
                    <a:pt x="1072" y="2886"/>
                  </a:lnTo>
                  <a:lnTo>
                    <a:pt x="1027" y="2880"/>
                  </a:lnTo>
                  <a:lnTo>
                    <a:pt x="984" y="2875"/>
                  </a:lnTo>
                  <a:lnTo>
                    <a:pt x="937" y="2870"/>
                  </a:lnTo>
                  <a:lnTo>
                    <a:pt x="891" y="2861"/>
                  </a:lnTo>
                  <a:lnTo>
                    <a:pt x="877" y="2861"/>
                  </a:lnTo>
                  <a:lnTo>
                    <a:pt x="827" y="2862"/>
                  </a:lnTo>
                  <a:lnTo>
                    <a:pt x="774" y="2865"/>
                  </a:lnTo>
                  <a:lnTo>
                    <a:pt x="766" y="2866"/>
                  </a:lnTo>
                  <a:lnTo>
                    <a:pt x="750" y="2866"/>
                  </a:lnTo>
                  <a:lnTo>
                    <a:pt x="729" y="2866"/>
                  </a:lnTo>
                  <a:lnTo>
                    <a:pt x="702" y="2866"/>
                  </a:lnTo>
                  <a:lnTo>
                    <a:pt x="671" y="2867"/>
                  </a:lnTo>
                  <a:lnTo>
                    <a:pt x="636" y="2867"/>
                  </a:lnTo>
                  <a:lnTo>
                    <a:pt x="597" y="2867"/>
                  </a:lnTo>
                  <a:lnTo>
                    <a:pt x="555" y="2867"/>
                  </a:lnTo>
                  <a:lnTo>
                    <a:pt x="511" y="2867"/>
                  </a:lnTo>
                  <a:lnTo>
                    <a:pt x="465" y="2867"/>
                  </a:lnTo>
                  <a:lnTo>
                    <a:pt x="419" y="2868"/>
                  </a:lnTo>
                  <a:lnTo>
                    <a:pt x="372" y="2868"/>
                  </a:lnTo>
                  <a:lnTo>
                    <a:pt x="325" y="2868"/>
                  </a:lnTo>
                  <a:lnTo>
                    <a:pt x="278" y="2868"/>
                  </a:lnTo>
                  <a:lnTo>
                    <a:pt x="234" y="2868"/>
                  </a:lnTo>
                  <a:lnTo>
                    <a:pt x="192" y="2868"/>
                  </a:lnTo>
                  <a:lnTo>
                    <a:pt x="152" y="2868"/>
                  </a:lnTo>
                  <a:lnTo>
                    <a:pt x="115" y="2868"/>
                  </a:lnTo>
                  <a:lnTo>
                    <a:pt x="83" y="2868"/>
                  </a:lnTo>
                  <a:lnTo>
                    <a:pt x="55" y="2868"/>
                  </a:lnTo>
                  <a:lnTo>
                    <a:pt x="32" y="2868"/>
                  </a:lnTo>
                  <a:lnTo>
                    <a:pt x="15" y="2868"/>
                  </a:lnTo>
                  <a:lnTo>
                    <a:pt x="4" y="2868"/>
                  </a:lnTo>
                  <a:lnTo>
                    <a:pt x="0" y="2868"/>
                  </a:lnTo>
                  <a:lnTo>
                    <a:pt x="0" y="1674"/>
                  </a:lnTo>
                  <a:lnTo>
                    <a:pt x="0" y="1482"/>
                  </a:lnTo>
                  <a:lnTo>
                    <a:pt x="4" y="1482"/>
                  </a:lnTo>
                  <a:lnTo>
                    <a:pt x="15" y="1482"/>
                  </a:lnTo>
                  <a:lnTo>
                    <a:pt x="32" y="1482"/>
                  </a:lnTo>
                  <a:lnTo>
                    <a:pt x="56" y="1482"/>
                  </a:lnTo>
                  <a:lnTo>
                    <a:pt x="84" y="1481"/>
                  </a:lnTo>
                  <a:lnTo>
                    <a:pt x="118" y="1481"/>
                  </a:lnTo>
                  <a:lnTo>
                    <a:pt x="156" y="1481"/>
                  </a:lnTo>
                  <a:lnTo>
                    <a:pt x="198" y="1480"/>
                  </a:lnTo>
                  <a:lnTo>
                    <a:pt x="243" y="1480"/>
                  </a:lnTo>
                  <a:lnTo>
                    <a:pt x="291" y="1479"/>
                  </a:lnTo>
                  <a:lnTo>
                    <a:pt x="340" y="1479"/>
                  </a:lnTo>
                  <a:lnTo>
                    <a:pt x="391" y="1478"/>
                  </a:lnTo>
                  <a:lnTo>
                    <a:pt x="443" y="1478"/>
                  </a:lnTo>
                  <a:lnTo>
                    <a:pt x="496" y="1477"/>
                  </a:lnTo>
                  <a:lnTo>
                    <a:pt x="547" y="1477"/>
                  </a:lnTo>
                  <a:lnTo>
                    <a:pt x="598" y="1476"/>
                  </a:lnTo>
                  <a:lnTo>
                    <a:pt x="648" y="1476"/>
                  </a:lnTo>
                  <a:lnTo>
                    <a:pt x="697" y="1475"/>
                  </a:lnTo>
                  <a:lnTo>
                    <a:pt x="742" y="1475"/>
                  </a:lnTo>
                  <a:lnTo>
                    <a:pt x="784" y="1474"/>
                  </a:lnTo>
                  <a:lnTo>
                    <a:pt x="824" y="1474"/>
                  </a:lnTo>
                  <a:lnTo>
                    <a:pt x="858" y="1473"/>
                  </a:lnTo>
                  <a:lnTo>
                    <a:pt x="888" y="1473"/>
                  </a:lnTo>
                  <a:lnTo>
                    <a:pt x="913" y="1473"/>
                  </a:lnTo>
                  <a:lnTo>
                    <a:pt x="932" y="1472"/>
                  </a:lnTo>
                  <a:lnTo>
                    <a:pt x="944" y="1472"/>
                  </a:lnTo>
                  <a:lnTo>
                    <a:pt x="950" y="1472"/>
                  </a:lnTo>
                  <a:lnTo>
                    <a:pt x="981" y="1464"/>
                  </a:lnTo>
                  <a:lnTo>
                    <a:pt x="1010" y="1457"/>
                  </a:lnTo>
                  <a:lnTo>
                    <a:pt x="1036" y="1447"/>
                  </a:lnTo>
                  <a:lnTo>
                    <a:pt x="1062" y="1434"/>
                  </a:lnTo>
                  <a:lnTo>
                    <a:pt x="1086" y="1417"/>
                  </a:lnTo>
                  <a:lnTo>
                    <a:pt x="1132" y="1372"/>
                  </a:lnTo>
                  <a:lnTo>
                    <a:pt x="1178" y="1323"/>
                  </a:lnTo>
                  <a:lnTo>
                    <a:pt x="1222" y="1271"/>
                  </a:lnTo>
                  <a:lnTo>
                    <a:pt x="1264" y="1219"/>
                  </a:lnTo>
                  <a:lnTo>
                    <a:pt x="1306" y="1166"/>
                  </a:lnTo>
                  <a:lnTo>
                    <a:pt x="1355" y="1104"/>
                  </a:lnTo>
                  <a:lnTo>
                    <a:pt x="1394" y="1055"/>
                  </a:lnTo>
                  <a:lnTo>
                    <a:pt x="1435" y="1002"/>
                  </a:lnTo>
                  <a:lnTo>
                    <a:pt x="1475" y="946"/>
                  </a:lnTo>
                  <a:lnTo>
                    <a:pt x="1515" y="886"/>
                  </a:lnTo>
                  <a:lnTo>
                    <a:pt x="1551" y="823"/>
                  </a:lnTo>
                  <a:lnTo>
                    <a:pt x="1583" y="759"/>
                  </a:lnTo>
                  <a:lnTo>
                    <a:pt x="1610" y="693"/>
                  </a:lnTo>
                  <a:lnTo>
                    <a:pt x="1625" y="646"/>
                  </a:lnTo>
                  <a:lnTo>
                    <a:pt x="1636" y="596"/>
                  </a:lnTo>
                  <a:lnTo>
                    <a:pt x="1644" y="545"/>
                  </a:lnTo>
                  <a:lnTo>
                    <a:pt x="1647" y="490"/>
                  </a:lnTo>
                  <a:lnTo>
                    <a:pt x="1647" y="432"/>
                  </a:lnTo>
                  <a:lnTo>
                    <a:pt x="1646" y="404"/>
                  </a:lnTo>
                  <a:lnTo>
                    <a:pt x="1644" y="377"/>
                  </a:lnTo>
                  <a:lnTo>
                    <a:pt x="1642" y="334"/>
                  </a:lnTo>
                  <a:lnTo>
                    <a:pt x="1640" y="291"/>
                  </a:lnTo>
                  <a:lnTo>
                    <a:pt x="1643" y="249"/>
                  </a:lnTo>
                  <a:lnTo>
                    <a:pt x="1648" y="207"/>
                  </a:lnTo>
                  <a:lnTo>
                    <a:pt x="1659" y="165"/>
                  </a:lnTo>
                  <a:lnTo>
                    <a:pt x="1672" y="132"/>
                  </a:lnTo>
                  <a:lnTo>
                    <a:pt x="1688" y="102"/>
                  </a:lnTo>
                  <a:lnTo>
                    <a:pt x="1708" y="76"/>
                  </a:lnTo>
                  <a:lnTo>
                    <a:pt x="1730" y="53"/>
                  </a:lnTo>
                  <a:lnTo>
                    <a:pt x="1756" y="35"/>
                  </a:lnTo>
                  <a:lnTo>
                    <a:pt x="1784" y="19"/>
                  </a:lnTo>
                  <a:lnTo>
                    <a:pt x="1815" y="9"/>
                  </a:lnTo>
                  <a:lnTo>
                    <a:pt x="1848" y="3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9185" y="2207360"/>
              <a:ext cx="30858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accent5"/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accent5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81134" y="3868222"/>
            <a:ext cx="3085896" cy="2984210"/>
            <a:chOff x="8617953" y="3868222"/>
            <a:chExt cx="3085896" cy="2984210"/>
          </a:xfrm>
        </p:grpSpPr>
        <p:sp>
          <p:nvSpPr>
            <p:cNvPr id="42" name="Freeform 6"/>
            <p:cNvSpPr>
              <a:spLocks noEditPoints="1"/>
            </p:cNvSpPr>
            <p:nvPr/>
          </p:nvSpPr>
          <p:spPr bwMode="auto">
            <a:xfrm flipH="1" flipV="1">
              <a:off x="9435051" y="3868222"/>
              <a:ext cx="1451700" cy="1537344"/>
            </a:xfrm>
            <a:custGeom>
              <a:avLst/>
              <a:gdLst>
                <a:gd name="T0" fmla="*/ 1843 w 3102"/>
                <a:gd name="T1" fmla="*/ 256 h 3284"/>
                <a:gd name="T2" fmla="*/ 1848 w 3102"/>
                <a:gd name="T3" fmla="*/ 522 h 3284"/>
                <a:gd name="T4" fmla="*/ 1716 w 3102"/>
                <a:gd name="T5" fmla="*/ 932 h 3284"/>
                <a:gd name="T6" fmla="*/ 1416 w 3102"/>
                <a:gd name="T7" fmla="*/ 1352 h 3284"/>
                <a:gd name="T8" fmla="*/ 1209 w 3102"/>
                <a:gd name="T9" fmla="*/ 1581 h 3284"/>
                <a:gd name="T10" fmla="*/ 923 w 3102"/>
                <a:gd name="T11" fmla="*/ 1692 h 3284"/>
                <a:gd name="T12" fmla="*/ 786 w 3102"/>
                <a:gd name="T13" fmla="*/ 1863 h 3284"/>
                <a:gd name="T14" fmla="*/ 767 w 3102"/>
                <a:gd name="T15" fmla="*/ 2187 h 3284"/>
                <a:gd name="T16" fmla="*/ 843 w 3102"/>
                <a:gd name="T17" fmla="*/ 2596 h 3284"/>
                <a:gd name="T18" fmla="*/ 1080 w 3102"/>
                <a:gd name="T19" fmla="*/ 2680 h 3284"/>
                <a:gd name="T20" fmla="*/ 1294 w 3102"/>
                <a:gd name="T21" fmla="*/ 2795 h 3284"/>
                <a:gd name="T22" fmla="*/ 1522 w 3102"/>
                <a:gd name="T23" fmla="*/ 2967 h 3284"/>
                <a:gd name="T24" fmla="*/ 2153 w 3102"/>
                <a:gd name="T25" fmla="*/ 3075 h 3284"/>
                <a:gd name="T26" fmla="*/ 2356 w 3102"/>
                <a:gd name="T27" fmla="*/ 3026 h 3284"/>
                <a:gd name="T28" fmla="*/ 2358 w 3102"/>
                <a:gd name="T29" fmla="*/ 2854 h 3284"/>
                <a:gd name="T30" fmla="*/ 2477 w 3102"/>
                <a:gd name="T31" fmla="*/ 2785 h 3284"/>
                <a:gd name="T32" fmla="*/ 2559 w 3102"/>
                <a:gd name="T33" fmla="*/ 2745 h 3284"/>
                <a:gd name="T34" fmla="*/ 2584 w 3102"/>
                <a:gd name="T35" fmla="*/ 2581 h 3284"/>
                <a:gd name="T36" fmla="*/ 2621 w 3102"/>
                <a:gd name="T37" fmla="*/ 2433 h 3284"/>
                <a:gd name="T38" fmla="*/ 2778 w 3102"/>
                <a:gd name="T39" fmla="*/ 2274 h 3284"/>
                <a:gd name="T40" fmla="*/ 2739 w 3102"/>
                <a:gd name="T41" fmla="*/ 2094 h 3284"/>
                <a:gd name="T42" fmla="*/ 2836 w 3102"/>
                <a:gd name="T43" fmla="*/ 1984 h 3284"/>
                <a:gd name="T44" fmla="*/ 2905 w 3102"/>
                <a:gd name="T45" fmla="*/ 1857 h 3284"/>
                <a:gd name="T46" fmla="*/ 2798 w 3102"/>
                <a:gd name="T47" fmla="*/ 1716 h 3284"/>
                <a:gd name="T48" fmla="*/ 2450 w 3102"/>
                <a:gd name="T49" fmla="*/ 1624 h 3284"/>
                <a:gd name="T50" fmla="*/ 2099 w 3102"/>
                <a:gd name="T51" fmla="*/ 1449 h 3284"/>
                <a:gd name="T52" fmla="*/ 2026 w 3102"/>
                <a:gd name="T53" fmla="*/ 1090 h 3284"/>
                <a:gd name="T54" fmla="*/ 2140 w 3102"/>
                <a:gd name="T55" fmla="*/ 683 h 3284"/>
                <a:gd name="T56" fmla="*/ 2056 w 3102"/>
                <a:gd name="T57" fmla="*/ 325 h 3284"/>
                <a:gd name="T58" fmla="*/ 1886 w 3102"/>
                <a:gd name="T59" fmla="*/ 197 h 3284"/>
                <a:gd name="T60" fmla="*/ 2132 w 3102"/>
                <a:gd name="T61" fmla="*/ 106 h 3284"/>
                <a:gd name="T62" fmla="*/ 2332 w 3102"/>
                <a:gd name="T63" fmla="*/ 481 h 3284"/>
                <a:gd name="T64" fmla="*/ 2294 w 3102"/>
                <a:gd name="T65" fmla="*/ 896 h 3284"/>
                <a:gd name="T66" fmla="*/ 2218 w 3102"/>
                <a:gd name="T67" fmla="*/ 1244 h 3284"/>
                <a:gd name="T68" fmla="*/ 2367 w 3102"/>
                <a:gd name="T69" fmla="*/ 1394 h 3284"/>
                <a:gd name="T70" fmla="*/ 2660 w 3102"/>
                <a:gd name="T71" fmla="*/ 1464 h 3284"/>
                <a:gd name="T72" fmla="*/ 2967 w 3102"/>
                <a:gd name="T73" fmla="*/ 1577 h 3284"/>
                <a:gd name="T74" fmla="*/ 3102 w 3102"/>
                <a:gd name="T75" fmla="*/ 1858 h 3284"/>
                <a:gd name="T76" fmla="*/ 2974 w 3102"/>
                <a:gd name="T77" fmla="*/ 2148 h 3284"/>
                <a:gd name="T78" fmla="*/ 2898 w 3102"/>
                <a:gd name="T79" fmla="*/ 2479 h 3284"/>
                <a:gd name="T80" fmla="*/ 2777 w 3102"/>
                <a:gd name="T81" fmla="*/ 2755 h 3284"/>
                <a:gd name="T82" fmla="*/ 2571 w 3102"/>
                <a:gd name="T83" fmla="*/ 3009 h 3284"/>
                <a:gd name="T84" fmla="*/ 2374 w 3102"/>
                <a:gd name="T85" fmla="*/ 3257 h 3284"/>
                <a:gd name="T86" fmla="*/ 1934 w 3102"/>
                <a:gd name="T87" fmla="*/ 3262 h 3284"/>
                <a:gd name="T88" fmla="*/ 1487 w 3102"/>
                <a:gd name="T89" fmla="*/ 3176 h 3284"/>
                <a:gd name="T90" fmla="*/ 1177 w 3102"/>
                <a:gd name="T91" fmla="*/ 2961 h 3284"/>
                <a:gd name="T92" fmla="*/ 937 w 3102"/>
                <a:gd name="T93" fmla="*/ 2870 h 3284"/>
                <a:gd name="T94" fmla="*/ 702 w 3102"/>
                <a:gd name="T95" fmla="*/ 2866 h 3284"/>
                <a:gd name="T96" fmla="*/ 372 w 3102"/>
                <a:gd name="T97" fmla="*/ 2868 h 3284"/>
                <a:gd name="T98" fmla="*/ 55 w 3102"/>
                <a:gd name="T99" fmla="*/ 2868 h 3284"/>
                <a:gd name="T100" fmla="*/ 15 w 3102"/>
                <a:gd name="T101" fmla="*/ 1482 h 3284"/>
                <a:gd name="T102" fmla="*/ 291 w 3102"/>
                <a:gd name="T103" fmla="*/ 1479 h 3284"/>
                <a:gd name="T104" fmla="*/ 697 w 3102"/>
                <a:gd name="T105" fmla="*/ 1475 h 3284"/>
                <a:gd name="T106" fmla="*/ 944 w 3102"/>
                <a:gd name="T107" fmla="*/ 1472 h 3284"/>
                <a:gd name="T108" fmla="*/ 1178 w 3102"/>
                <a:gd name="T109" fmla="*/ 1323 h 3284"/>
                <a:gd name="T110" fmla="*/ 1515 w 3102"/>
                <a:gd name="T111" fmla="*/ 886 h 3284"/>
                <a:gd name="T112" fmla="*/ 1647 w 3102"/>
                <a:gd name="T113" fmla="*/ 432 h 3284"/>
                <a:gd name="T114" fmla="*/ 1672 w 3102"/>
                <a:gd name="T115" fmla="*/ 132 h 3284"/>
                <a:gd name="T116" fmla="*/ 1884 w 3102"/>
                <a:gd name="T117" fmla="*/ 0 h 3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02" h="3284">
                  <a:moveTo>
                    <a:pt x="1886" y="197"/>
                  </a:moveTo>
                  <a:lnTo>
                    <a:pt x="1882" y="197"/>
                  </a:lnTo>
                  <a:lnTo>
                    <a:pt x="1877" y="197"/>
                  </a:lnTo>
                  <a:lnTo>
                    <a:pt x="1866" y="202"/>
                  </a:lnTo>
                  <a:lnTo>
                    <a:pt x="1857" y="210"/>
                  </a:lnTo>
                  <a:lnTo>
                    <a:pt x="1850" y="223"/>
                  </a:lnTo>
                  <a:lnTo>
                    <a:pt x="1846" y="239"/>
                  </a:lnTo>
                  <a:lnTo>
                    <a:pt x="1843" y="256"/>
                  </a:lnTo>
                  <a:lnTo>
                    <a:pt x="1842" y="277"/>
                  </a:lnTo>
                  <a:lnTo>
                    <a:pt x="1842" y="300"/>
                  </a:lnTo>
                  <a:lnTo>
                    <a:pt x="1843" y="322"/>
                  </a:lnTo>
                  <a:lnTo>
                    <a:pt x="1844" y="345"/>
                  </a:lnTo>
                  <a:lnTo>
                    <a:pt x="1845" y="362"/>
                  </a:lnTo>
                  <a:lnTo>
                    <a:pt x="1847" y="417"/>
                  </a:lnTo>
                  <a:lnTo>
                    <a:pt x="1848" y="471"/>
                  </a:lnTo>
                  <a:lnTo>
                    <a:pt x="1848" y="522"/>
                  </a:lnTo>
                  <a:lnTo>
                    <a:pt x="1844" y="573"/>
                  </a:lnTo>
                  <a:lnTo>
                    <a:pt x="1838" y="626"/>
                  </a:lnTo>
                  <a:lnTo>
                    <a:pt x="1827" y="679"/>
                  </a:lnTo>
                  <a:lnTo>
                    <a:pt x="1812" y="734"/>
                  </a:lnTo>
                  <a:lnTo>
                    <a:pt x="1792" y="786"/>
                  </a:lnTo>
                  <a:lnTo>
                    <a:pt x="1769" y="837"/>
                  </a:lnTo>
                  <a:lnTo>
                    <a:pt x="1744" y="885"/>
                  </a:lnTo>
                  <a:lnTo>
                    <a:pt x="1716" y="932"/>
                  </a:lnTo>
                  <a:lnTo>
                    <a:pt x="1687" y="978"/>
                  </a:lnTo>
                  <a:lnTo>
                    <a:pt x="1657" y="1024"/>
                  </a:lnTo>
                  <a:lnTo>
                    <a:pt x="1627" y="1068"/>
                  </a:lnTo>
                  <a:lnTo>
                    <a:pt x="1600" y="1105"/>
                  </a:lnTo>
                  <a:lnTo>
                    <a:pt x="1574" y="1145"/>
                  </a:lnTo>
                  <a:lnTo>
                    <a:pt x="1525" y="1212"/>
                  </a:lnTo>
                  <a:lnTo>
                    <a:pt x="1473" y="1282"/>
                  </a:lnTo>
                  <a:lnTo>
                    <a:pt x="1416" y="1352"/>
                  </a:lnTo>
                  <a:lnTo>
                    <a:pt x="1357" y="1423"/>
                  </a:lnTo>
                  <a:lnTo>
                    <a:pt x="1294" y="1493"/>
                  </a:lnTo>
                  <a:lnTo>
                    <a:pt x="1279" y="1512"/>
                  </a:lnTo>
                  <a:lnTo>
                    <a:pt x="1262" y="1529"/>
                  </a:lnTo>
                  <a:lnTo>
                    <a:pt x="1245" y="1547"/>
                  </a:lnTo>
                  <a:lnTo>
                    <a:pt x="1226" y="1563"/>
                  </a:lnTo>
                  <a:lnTo>
                    <a:pt x="1218" y="1573"/>
                  </a:lnTo>
                  <a:lnTo>
                    <a:pt x="1209" y="1581"/>
                  </a:lnTo>
                  <a:lnTo>
                    <a:pt x="1200" y="1586"/>
                  </a:lnTo>
                  <a:lnTo>
                    <a:pt x="1159" y="1614"/>
                  </a:lnTo>
                  <a:lnTo>
                    <a:pt x="1118" y="1637"/>
                  </a:lnTo>
                  <a:lnTo>
                    <a:pt x="1073" y="1656"/>
                  </a:lnTo>
                  <a:lnTo>
                    <a:pt x="1026" y="1671"/>
                  </a:lnTo>
                  <a:lnTo>
                    <a:pt x="974" y="1682"/>
                  </a:lnTo>
                  <a:lnTo>
                    <a:pt x="947" y="1687"/>
                  </a:lnTo>
                  <a:lnTo>
                    <a:pt x="923" y="1692"/>
                  </a:lnTo>
                  <a:lnTo>
                    <a:pt x="899" y="1699"/>
                  </a:lnTo>
                  <a:lnTo>
                    <a:pt x="877" y="1708"/>
                  </a:lnTo>
                  <a:lnTo>
                    <a:pt x="857" y="1719"/>
                  </a:lnTo>
                  <a:lnTo>
                    <a:pt x="840" y="1733"/>
                  </a:lnTo>
                  <a:lnTo>
                    <a:pt x="827" y="1752"/>
                  </a:lnTo>
                  <a:lnTo>
                    <a:pt x="809" y="1787"/>
                  </a:lnTo>
                  <a:lnTo>
                    <a:pt x="797" y="1824"/>
                  </a:lnTo>
                  <a:lnTo>
                    <a:pt x="786" y="1863"/>
                  </a:lnTo>
                  <a:lnTo>
                    <a:pt x="779" y="1903"/>
                  </a:lnTo>
                  <a:lnTo>
                    <a:pt x="774" y="1943"/>
                  </a:lnTo>
                  <a:lnTo>
                    <a:pt x="771" y="1984"/>
                  </a:lnTo>
                  <a:lnTo>
                    <a:pt x="769" y="2024"/>
                  </a:lnTo>
                  <a:lnTo>
                    <a:pt x="768" y="2064"/>
                  </a:lnTo>
                  <a:lnTo>
                    <a:pt x="768" y="2101"/>
                  </a:lnTo>
                  <a:lnTo>
                    <a:pt x="767" y="2128"/>
                  </a:lnTo>
                  <a:lnTo>
                    <a:pt x="767" y="2187"/>
                  </a:lnTo>
                  <a:lnTo>
                    <a:pt x="768" y="2249"/>
                  </a:lnTo>
                  <a:lnTo>
                    <a:pt x="770" y="2313"/>
                  </a:lnTo>
                  <a:lnTo>
                    <a:pt x="776" y="2376"/>
                  </a:lnTo>
                  <a:lnTo>
                    <a:pt x="784" y="2438"/>
                  </a:lnTo>
                  <a:lnTo>
                    <a:pt x="798" y="2499"/>
                  </a:lnTo>
                  <a:lnTo>
                    <a:pt x="810" y="2536"/>
                  </a:lnTo>
                  <a:lnTo>
                    <a:pt x="825" y="2567"/>
                  </a:lnTo>
                  <a:lnTo>
                    <a:pt x="843" y="2596"/>
                  </a:lnTo>
                  <a:lnTo>
                    <a:pt x="863" y="2618"/>
                  </a:lnTo>
                  <a:lnTo>
                    <a:pt x="887" y="2638"/>
                  </a:lnTo>
                  <a:lnTo>
                    <a:pt x="915" y="2652"/>
                  </a:lnTo>
                  <a:lnTo>
                    <a:pt x="949" y="2664"/>
                  </a:lnTo>
                  <a:lnTo>
                    <a:pt x="985" y="2672"/>
                  </a:lnTo>
                  <a:lnTo>
                    <a:pt x="1027" y="2677"/>
                  </a:lnTo>
                  <a:lnTo>
                    <a:pt x="1052" y="2679"/>
                  </a:lnTo>
                  <a:lnTo>
                    <a:pt x="1080" y="2680"/>
                  </a:lnTo>
                  <a:lnTo>
                    <a:pt x="1109" y="2684"/>
                  </a:lnTo>
                  <a:lnTo>
                    <a:pt x="1138" y="2693"/>
                  </a:lnTo>
                  <a:lnTo>
                    <a:pt x="1167" y="2708"/>
                  </a:lnTo>
                  <a:lnTo>
                    <a:pt x="1196" y="2719"/>
                  </a:lnTo>
                  <a:lnTo>
                    <a:pt x="1223" y="2735"/>
                  </a:lnTo>
                  <a:lnTo>
                    <a:pt x="1249" y="2754"/>
                  </a:lnTo>
                  <a:lnTo>
                    <a:pt x="1272" y="2774"/>
                  </a:lnTo>
                  <a:lnTo>
                    <a:pt x="1294" y="2795"/>
                  </a:lnTo>
                  <a:lnTo>
                    <a:pt x="1315" y="2815"/>
                  </a:lnTo>
                  <a:lnTo>
                    <a:pt x="1336" y="2833"/>
                  </a:lnTo>
                  <a:lnTo>
                    <a:pt x="1362" y="2853"/>
                  </a:lnTo>
                  <a:lnTo>
                    <a:pt x="1389" y="2873"/>
                  </a:lnTo>
                  <a:lnTo>
                    <a:pt x="1422" y="2899"/>
                  </a:lnTo>
                  <a:lnTo>
                    <a:pt x="1457" y="2923"/>
                  </a:lnTo>
                  <a:lnTo>
                    <a:pt x="1490" y="2946"/>
                  </a:lnTo>
                  <a:lnTo>
                    <a:pt x="1522" y="2967"/>
                  </a:lnTo>
                  <a:lnTo>
                    <a:pt x="1553" y="2985"/>
                  </a:lnTo>
                  <a:lnTo>
                    <a:pt x="1602" y="2996"/>
                  </a:lnTo>
                  <a:lnTo>
                    <a:pt x="1654" y="3008"/>
                  </a:lnTo>
                  <a:lnTo>
                    <a:pt x="1723" y="3024"/>
                  </a:lnTo>
                  <a:lnTo>
                    <a:pt x="1831" y="3041"/>
                  </a:lnTo>
                  <a:lnTo>
                    <a:pt x="1939" y="3054"/>
                  </a:lnTo>
                  <a:lnTo>
                    <a:pt x="2047" y="3066"/>
                  </a:lnTo>
                  <a:lnTo>
                    <a:pt x="2153" y="3075"/>
                  </a:lnTo>
                  <a:lnTo>
                    <a:pt x="2188" y="3075"/>
                  </a:lnTo>
                  <a:lnTo>
                    <a:pt x="2223" y="3074"/>
                  </a:lnTo>
                  <a:lnTo>
                    <a:pt x="2260" y="3070"/>
                  </a:lnTo>
                  <a:lnTo>
                    <a:pt x="2296" y="3063"/>
                  </a:lnTo>
                  <a:lnTo>
                    <a:pt x="2315" y="3058"/>
                  </a:lnTo>
                  <a:lnTo>
                    <a:pt x="2331" y="3051"/>
                  </a:lnTo>
                  <a:lnTo>
                    <a:pt x="2345" y="3040"/>
                  </a:lnTo>
                  <a:lnTo>
                    <a:pt x="2356" y="3026"/>
                  </a:lnTo>
                  <a:lnTo>
                    <a:pt x="2365" y="3006"/>
                  </a:lnTo>
                  <a:lnTo>
                    <a:pt x="2370" y="2985"/>
                  </a:lnTo>
                  <a:lnTo>
                    <a:pt x="2371" y="2962"/>
                  </a:lnTo>
                  <a:lnTo>
                    <a:pt x="2368" y="2938"/>
                  </a:lnTo>
                  <a:lnTo>
                    <a:pt x="2362" y="2915"/>
                  </a:lnTo>
                  <a:lnTo>
                    <a:pt x="2355" y="2894"/>
                  </a:lnTo>
                  <a:lnTo>
                    <a:pt x="2354" y="2874"/>
                  </a:lnTo>
                  <a:lnTo>
                    <a:pt x="2358" y="2854"/>
                  </a:lnTo>
                  <a:lnTo>
                    <a:pt x="2368" y="2836"/>
                  </a:lnTo>
                  <a:lnTo>
                    <a:pt x="2380" y="2819"/>
                  </a:lnTo>
                  <a:lnTo>
                    <a:pt x="2397" y="2807"/>
                  </a:lnTo>
                  <a:lnTo>
                    <a:pt x="2414" y="2797"/>
                  </a:lnTo>
                  <a:lnTo>
                    <a:pt x="2434" y="2790"/>
                  </a:lnTo>
                  <a:lnTo>
                    <a:pt x="2453" y="2786"/>
                  </a:lnTo>
                  <a:lnTo>
                    <a:pt x="2472" y="2785"/>
                  </a:lnTo>
                  <a:lnTo>
                    <a:pt x="2477" y="2785"/>
                  </a:lnTo>
                  <a:lnTo>
                    <a:pt x="2481" y="2785"/>
                  </a:lnTo>
                  <a:lnTo>
                    <a:pt x="2485" y="2786"/>
                  </a:lnTo>
                  <a:lnTo>
                    <a:pt x="2489" y="2787"/>
                  </a:lnTo>
                  <a:lnTo>
                    <a:pt x="2493" y="2787"/>
                  </a:lnTo>
                  <a:lnTo>
                    <a:pt x="2510" y="2783"/>
                  </a:lnTo>
                  <a:lnTo>
                    <a:pt x="2528" y="2775"/>
                  </a:lnTo>
                  <a:lnTo>
                    <a:pt x="2544" y="2762"/>
                  </a:lnTo>
                  <a:lnTo>
                    <a:pt x="2559" y="2745"/>
                  </a:lnTo>
                  <a:lnTo>
                    <a:pt x="2572" y="2722"/>
                  </a:lnTo>
                  <a:lnTo>
                    <a:pt x="2583" y="2700"/>
                  </a:lnTo>
                  <a:lnTo>
                    <a:pt x="2590" y="2676"/>
                  </a:lnTo>
                  <a:lnTo>
                    <a:pt x="2594" y="2653"/>
                  </a:lnTo>
                  <a:lnTo>
                    <a:pt x="2595" y="2631"/>
                  </a:lnTo>
                  <a:lnTo>
                    <a:pt x="2594" y="2611"/>
                  </a:lnTo>
                  <a:lnTo>
                    <a:pt x="2590" y="2595"/>
                  </a:lnTo>
                  <a:lnTo>
                    <a:pt x="2584" y="2581"/>
                  </a:lnTo>
                  <a:lnTo>
                    <a:pt x="2572" y="2563"/>
                  </a:lnTo>
                  <a:lnTo>
                    <a:pt x="2566" y="2544"/>
                  </a:lnTo>
                  <a:lnTo>
                    <a:pt x="2564" y="2524"/>
                  </a:lnTo>
                  <a:lnTo>
                    <a:pt x="2567" y="2502"/>
                  </a:lnTo>
                  <a:lnTo>
                    <a:pt x="2574" y="2481"/>
                  </a:lnTo>
                  <a:lnTo>
                    <a:pt x="2587" y="2460"/>
                  </a:lnTo>
                  <a:lnTo>
                    <a:pt x="2603" y="2443"/>
                  </a:lnTo>
                  <a:lnTo>
                    <a:pt x="2621" y="2433"/>
                  </a:lnTo>
                  <a:lnTo>
                    <a:pt x="2643" y="2427"/>
                  </a:lnTo>
                  <a:lnTo>
                    <a:pt x="2674" y="2414"/>
                  </a:lnTo>
                  <a:lnTo>
                    <a:pt x="2702" y="2397"/>
                  </a:lnTo>
                  <a:lnTo>
                    <a:pt x="2726" y="2377"/>
                  </a:lnTo>
                  <a:lnTo>
                    <a:pt x="2746" y="2355"/>
                  </a:lnTo>
                  <a:lnTo>
                    <a:pt x="2761" y="2329"/>
                  </a:lnTo>
                  <a:lnTo>
                    <a:pt x="2773" y="2301"/>
                  </a:lnTo>
                  <a:lnTo>
                    <a:pt x="2778" y="2274"/>
                  </a:lnTo>
                  <a:lnTo>
                    <a:pt x="2780" y="2249"/>
                  </a:lnTo>
                  <a:lnTo>
                    <a:pt x="2780" y="2224"/>
                  </a:lnTo>
                  <a:lnTo>
                    <a:pt x="2776" y="2200"/>
                  </a:lnTo>
                  <a:lnTo>
                    <a:pt x="2770" y="2180"/>
                  </a:lnTo>
                  <a:lnTo>
                    <a:pt x="2759" y="2163"/>
                  </a:lnTo>
                  <a:lnTo>
                    <a:pt x="2748" y="2141"/>
                  </a:lnTo>
                  <a:lnTo>
                    <a:pt x="2741" y="2117"/>
                  </a:lnTo>
                  <a:lnTo>
                    <a:pt x="2739" y="2094"/>
                  </a:lnTo>
                  <a:lnTo>
                    <a:pt x="2740" y="2071"/>
                  </a:lnTo>
                  <a:lnTo>
                    <a:pt x="2746" y="2049"/>
                  </a:lnTo>
                  <a:lnTo>
                    <a:pt x="2754" y="2033"/>
                  </a:lnTo>
                  <a:lnTo>
                    <a:pt x="2765" y="2018"/>
                  </a:lnTo>
                  <a:lnTo>
                    <a:pt x="2779" y="2007"/>
                  </a:lnTo>
                  <a:lnTo>
                    <a:pt x="2795" y="1997"/>
                  </a:lnTo>
                  <a:lnTo>
                    <a:pt x="2814" y="1990"/>
                  </a:lnTo>
                  <a:lnTo>
                    <a:pt x="2836" y="1984"/>
                  </a:lnTo>
                  <a:lnTo>
                    <a:pt x="2855" y="1974"/>
                  </a:lnTo>
                  <a:lnTo>
                    <a:pt x="2870" y="1962"/>
                  </a:lnTo>
                  <a:lnTo>
                    <a:pt x="2881" y="1948"/>
                  </a:lnTo>
                  <a:lnTo>
                    <a:pt x="2890" y="1932"/>
                  </a:lnTo>
                  <a:lnTo>
                    <a:pt x="2897" y="1916"/>
                  </a:lnTo>
                  <a:lnTo>
                    <a:pt x="2901" y="1899"/>
                  </a:lnTo>
                  <a:lnTo>
                    <a:pt x="2904" y="1883"/>
                  </a:lnTo>
                  <a:lnTo>
                    <a:pt x="2905" y="1857"/>
                  </a:lnTo>
                  <a:lnTo>
                    <a:pt x="2901" y="1833"/>
                  </a:lnTo>
                  <a:lnTo>
                    <a:pt x="2893" y="1811"/>
                  </a:lnTo>
                  <a:lnTo>
                    <a:pt x="2882" y="1790"/>
                  </a:lnTo>
                  <a:lnTo>
                    <a:pt x="2869" y="1771"/>
                  </a:lnTo>
                  <a:lnTo>
                    <a:pt x="2853" y="1754"/>
                  </a:lnTo>
                  <a:lnTo>
                    <a:pt x="2835" y="1739"/>
                  </a:lnTo>
                  <a:lnTo>
                    <a:pt x="2817" y="1727"/>
                  </a:lnTo>
                  <a:lnTo>
                    <a:pt x="2798" y="1716"/>
                  </a:lnTo>
                  <a:lnTo>
                    <a:pt x="2759" y="1697"/>
                  </a:lnTo>
                  <a:lnTo>
                    <a:pt x="2720" y="1682"/>
                  </a:lnTo>
                  <a:lnTo>
                    <a:pt x="2678" y="1668"/>
                  </a:lnTo>
                  <a:lnTo>
                    <a:pt x="2636" y="1657"/>
                  </a:lnTo>
                  <a:lnTo>
                    <a:pt x="2592" y="1648"/>
                  </a:lnTo>
                  <a:lnTo>
                    <a:pt x="2549" y="1641"/>
                  </a:lnTo>
                  <a:lnTo>
                    <a:pt x="2505" y="1633"/>
                  </a:lnTo>
                  <a:lnTo>
                    <a:pt x="2450" y="1624"/>
                  </a:lnTo>
                  <a:lnTo>
                    <a:pt x="2395" y="1613"/>
                  </a:lnTo>
                  <a:lnTo>
                    <a:pt x="2341" y="1601"/>
                  </a:lnTo>
                  <a:lnTo>
                    <a:pt x="2293" y="1586"/>
                  </a:lnTo>
                  <a:lnTo>
                    <a:pt x="2247" y="1566"/>
                  </a:lnTo>
                  <a:lnTo>
                    <a:pt x="2205" y="1542"/>
                  </a:lnTo>
                  <a:lnTo>
                    <a:pt x="2165" y="1514"/>
                  </a:lnTo>
                  <a:lnTo>
                    <a:pt x="2130" y="1483"/>
                  </a:lnTo>
                  <a:lnTo>
                    <a:pt x="2099" y="1449"/>
                  </a:lnTo>
                  <a:lnTo>
                    <a:pt x="2073" y="1412"/>
                  </a:lnTo>
                  <a:lnTo>
                    <a:pt x="2050" y="1372"/>
                  </a:lnTo>
                  <a:lnTo>
                    <a:pt x="2033" y="1331"/>
                  </a:lnTo>
                  <a:lnTo>
                    <a:pt x="2021" y="1287"/>
                  </a:lnTo>
                  <a:lnTo>
                    <a:pt x="2014" y="1242"/>
                  </a:lnTo>
                  <a:lnTo>
                    <a:pt x="2013" y="1190"/>
                  </a:lnTo>
                  <a:lnTo>
                    <a:pt x="2018" y="1140"/>
                  </a:lnTo>
                  <a:lnTo>
                    <a:pt x="2026" y="1090"/>
                  </a:lnTo>
                  <a:lnTo>
                    <a:pt x="2036" y="1041"/>
                  </a:lnTo>
                  <a:lnTo>
                    <a:pt x="2050" y="993"/>
                  </a:lnTo>
                  <a:lnTo>
                    <a:pt x="2065" y="946"/>
                  </a:lnTo>
                  <a:lnTo>
                    <a:pt x="2081" y="899"/>
                  </a:lnTo>
                  <a:lnTo>
                    <a:pt x="2100" y="844"/>
                  </a:lnTo>
                  <a:lnTo>
                    <a:pt x="2116" y="790"/>
                  </a:lnTo>
                  <a:lnTo>
                    <a:pt x="2130" y="736"/>
                  </a:lnTo>
                  <a:lnTo>
                    <a:pt x="2140" y="683"/>
                  </a:lnTo>
                  <a:lnTo>
                    <a:pt x="2144" y="628"/>
                  </a:lnTo>
                  <a:lnTo>
                    <a:pt x="2143" y="583"/>
                  </a:lnTo>
                  <a:lnTo>
                    <a:pt x="2138" y="538"/>
                  </a:lnTo>
                  <a:lnTo>
                    <a:pt x="2128" y="490"/>
                  </a:lnTo>
                  <a:lnTo>
                    <a:pt x="2114" y="443"/>
                  </a:lnTo>
                  <a:lnTo>
                    <a:pt x="2096" y="396"/>
                  </a:lnTo>
                  <a:lnTo>
                    <a:pt x="2073" y="349"/>
                  </a:lnTo>
                  <a:lnTo>
                    <a:pt x="2056" y="325"/>
                  </a:lnTo>
                  <a:lnTo>
                    <a:pt x="2037" y="301"/>
                  </a:lnTo>
                  <a:lnTo>
                    <a:pt x="2018" y="276"/>
                  </a:lnTo>
                  <a:lnTo>
                    <a:pt x="1997" y="255"/>
                  </a:lnTo>
                  <a:lnTo>
                    <a:pt x="1974" y="235"/>
                  </a:lnTo>
                  <a:lnTo>
                    <a:pt x="1952" y="220"/>
                  </a:lnTo>
                  <a:lnTo>
                    <a:pt x="1929" y="207"/>
                  </a:lnTo>
                  <a:lnTo>
                    <a:pt x="1907" y="199"/>
                  </a:lnTo>
                  <a:lnTo>
                    <a:pt x="1886" y="197"/>
                  </a:lnTo>
                  <a:close/>
                  <a:moveTo>
                    <a:pt x="1884" y="0"/>
                  </a:moveTo>
                  <a:lnTo>
                    <a:pt x="1921" y="3"/>
                  </a:lnTo>
                  <a:lnTo>
                    <a:pt x="1957" y="10"/>
                  </a:lnTo>
                  <a:lnTo>
                    <a:pt x="1994" y="20"/>
                  </a:lnTo>
                  <a:lnTo>
                    <a:pt x="2029" y="35"/>
                  </a:lnTo>
                  <a:lnTo>
                    <a:pt x="2062" y="54"/>
                  </a:lnTo>
                  <a:lnTo>
                    <a:pt x="2092" y="76"/>
                  </a:lnTo>
                  <a:lnTo>
                    <a:pt x="2132" y="106"/>
                  </a:lnTo>
                  <a:lnTo>
                    <a:pt x="2168" y="141"/>
                  </a:lnTo>
                  <a:lnTo>
                    <a:pt x="2202" y="180"/>
                  </a:lnTo>
                  <a:lnTo>
                    <a:pt x="2232" y="223"/>
                  </a:lnTo>
                  <a:lnTo>
                    <a:pt x="2259" y="268"/>
                  </a:lnTo>
                  <a:lnTo>
                    <a:pt x="2283" y="317"/>
                  </a:lnTo>
                  <a:lnTo>
                    <a:pt x="2302" y="370"/>
                  </a:lnTo>
                  <a:lnTo>
                    <a:pt x="2319" y="424"/>
                  </a:lnTo>
                  <a:lnTo>
                    <a:pt x="2332" y="481"/>
                  </a:lnTo>
                  <a:lnTo>
                    <a:pt x="2342" y="541"/>
                  </a:lnTo>
                  <a:lnTo>
                    <a:pt x="2347" y="601"/>
                  </a:lnTo>
                  <a:lnTo>
                    <a:pt x="2347" y="654"/>
                  </a:lnTo>
                  <a:lnTo>
                    <a:pt x="2342" y="706"/>
                  </a:lnTo>
                  <a:lnTo>
                    <a:pt x="2333" y="755"/>
                  </a:lnTo>
                  <a:lnTo>
                    <a:pt x="2322" y="803"/>
                  </a:lnTo>
                  <a:lnTo>
                    <a:pt x="2309" y="850"/>
                  </a:lnTo>
                  <a:lnTo>
                    <a:pt x="2294" y="896"/>
                  </a:lnTo>
                  <a:lnTo>
                    <a:pt x="2278" y="942"/>
                  </a:lnTo>
                  <a:lnTo>
                    <a:pt x="2262" y="987"/>
                  </a:lnTo>
                  <a:lnTo>
                    <a:pt x="2247" y="1032"/>
                  </a:lnTo>
                  <a:lnTo>
                    <a:pt x="2235" y="1076"/>
                  </a:lnTo>
                  <a:lnTo>
                    <a:pt x="2224" y="1121"/>
                  </a:lnTo>
                  <a:lnTo>
                    <a:pt x="2218" y="1166"/>
                  </a:lnTo>
                  <a:lnTo>
                    <a:pt x="2215" y="1212"/>
                  </a:lnTo>
                  <a:lnTo>
                    <a:pt x="2218" y="1244"/>
                  </a:lnTo>
                  <a:lnTo>
                    <a:pt x="2224" y="1271"/>
                  </a:lnTo>
                  <a:lnTo>
                    <a:pt x="2234" y="1295"/>
                  </a:lnTo>
                  <a:lnTo>
                    <a:pt x="2248" y="1317"/>
                  </a:lnTo>
                  <a:lnTo>
                    <a:pt x="2266" y="1336"/>
                  </a:lnTo>
                  <a:lnTo>
                    <a:pt x="2287" y="1354"/>
                  </a:lnTo>
                  <a:lnTo>
                    <a:pt x="2311" y="1369"/>
                  </a:lnTo>
                  <a:lnTo>
                    <a:pt x="2337" y="1382"/>
                  </a:lnTo>
                  <a:lnTo>
                    <a:pt x="2367" y="1394"/>
                  </a:lnTo>
                  <a:lnTo>
                    <a:pt x="2399" y="1406"/>
                  </a:lnTo>
                  <a:lnTo>
                    <a:pt x="2433" y="1415"/>
                  </a:lnTo>
                  <a:lnTo>
                    <a:pt x="2470" y="1424"/>
                  </a:lnTo>
                  <a:lnTo>
                    <a:pt x="2509" y="1434"/>
                  </a:lnTo>
                  <a:lnTo>
                    <a:pt x="2536" y="1440"/>
                  </a:lnTo>
                  <a:lnTo>
                    <a:pt x="2560" y="1447"/>
                  </a:lnTo>
                  <a:lnTo>
                    <a:pt x="2620" y="1457"/>
                  </a:lnTo>
                  <a:lnTo>
                    <a:pt x="2660" y="1464"/>
                  </a:lnTo>
                  <a:lnTo>
                    <a:pt x="2699" y="1471"/>
                  </a:lnTo>
                  <a:lnTo>
                    <a:pt x="2739" y="1479"/>
                  </a:lnTo>
                  <a:lnTo>
                    <a:pt x="2779" y="1490"/>
                  </a:lnTo>
                  <a:lnTo>
                    <a:pt x="2819" y="1501"/>
                  </a:lnTo>
                  <a:lnTo>
                    <a:pt x="2858" y="1515"/>
                  </a:lnTo>
                  <a:lnTo>
                    <a:pt x="2896" y="1533"/>
                  </a:lnTo>
                  <a:lnTo>
                    <a:pt x="2933" y="1552"/>
                  </a:lnTo>
                  <a:lnTo>
                    <a:pt x="2967" y="1577"/>
                  </a:lnTo>
                  <a:lnTo>
                    <a:pt x="3000" y="1605"/>
                  </a:lnTo>
                  <a:lnTo>
                    <a:pt x="3025" y="1633"/>
                  </a:lnTo>
                  <a:lnTo>
                    <a:pt x="3047" y="1665"/>
                  </a:lnTo>
                  <a:lnTo>
                    <a:pt x="3065" y="1699"/>
                  </a:lnTo>
                  <a:lnTo>
                    <a:pt x="3079" y="1737"/>
                  </a:lnTo>
                  <a:lnTo>
                    <a:pt x="3091" y="1776"/>
                  </a:lnTo>
                  <a:lnTo>
                    <a:pt x="3098" y="1816"/>
                  </a:lnTo>
                  <a:lnTo>
                    <a:pt x="3102" y="1858"/>
                  </a:lnTo>
                  <a:lnTo>
                    <a:pt x="3101" y="1899"/>
                  </a:lnTo>
                  <a:lnTo>
                    <a:pt x="3096" y="1941"/>
                  </a:lnTo>
                  <a:lnTo>
                    <a:pt x="3087" y="1984"/>
                  </a:lnTo>
                  <a:lnTo>
                    <a:pt x="3072" y="2025"/>
                  </a:lnTo>
                  <a:lnTo>
                    <a:pt x="3053" y="2061"/>
                  </a:lnTo>
                  <a:lnTo>
                    <a:pt x="3031" y="2095"/>
                  </a:lnTo>
                  <a:lnTo>
                    <a:pt x="3005" y="2123"/>
                  </a:lnTo>
                  <a:lnTo>
                    <a:pt x="2974" y="2148"/>
                  </a:lnTo>
                  <a:lnTo>
                    <a:pt x="2983" y="2189"/>
                  </a:lnTo>
                  <a:lnTo>
                    <a:pt x="2985" y="2233"/>
                  </a:lnTo>
                  <a:lnTo>
                    <a:pt x="2983" y="2276"/>
                  </a:lnTo>
                  <a:lnTo>
                    <a:pt x="2974" y="2319"/>
                  </a:lnTo>
                  <a:lnTo>
                    <a:pt x="2962" y="2361"/>
                  </a:lnTo>
                  <a:lnTo>
                    <a:pt x="2945" y="2403"/>
                  </a:lnTo>
                  <a:lnTo>
                    <a:pt x="2924" y="2441"/>
                  </a:lnTo>
                  <a:lnTo>
                    <a:pt x="2898" y="2479"/>
                  </a:lnTo>
                  <a:lnTo>
                    <a:pt x="2867" y="2514"/>
                  </a:lnTo>
                  <a:lnTo>
                    <a:pt x="2834" y="2545"/>
                  </a:lnTo>
                  <a:lnTo>
                    <a:pt x="2797" y="2573"/>
                  </a:lnTo>
                  <a:lnTo>
                    <a:pt x="2801" y="2607"/>
                  </a:lnTo>
                  <a:lnTo>
                    <a:pt x="2802" y="2644"/>
                  </a:lnTo>
                  <a:lnTo>
                    <a:pt x="2798" y="2681"/>
                  </a:lnTo>
                  <a:lnTo>
                    <a:pt x="2790" y="2718"/>
                  </a:lnTo>
                  <a:lnTo>
                    <a:pt x="2777" y="2755"/>
                  </a:lnTo>
                  <a:lnTo>
                    <a:pt x="2760" y="2792"/>
                  </a:lnTo>
                  <a:lnTo>
                    <a:pt x="2737" y="2832"/>
                  </a:lnTo>
                  <a:lnTo>
                    <a:pt x="2710" y="2867"/>
                  </a:lnTo>
                  <a:lnTo>
                    <a:pt x="2679" y="2899"/>
                  </a:lnTo>
                  <a:lnTo>
                    <a:pt x="2646" y="2927"/>
                  </a:lnTo>
                  <a:lnTo>
                    <a:pt x="2612" y="2950"/>
                  </a:lnTo>
                  <a:lnTo>
                    <a:pt x="2574" y="2968"/>
                  </a:lnTo>
                  <a:lnTo>
                    <a:pt x="2571" y="3009"/>
                  </a:lnTo>
                  <a:lnTo>
                    <a:pt x="2563" y="3049"/>
                  </a:lnTo>
                  <a:lnTo>
                    <a:pt x="2550" y="3087"/>
                  </a:lnTo>
                  <a:lnTo>
                    <a:pt x="2532" y="3122"/>
                  </a:lnTo>
                  <a:lnTo>
                    <a:pt x="2508" y="3156"/>
                  </a:lnTo>
                  <a:lnTo>
                    <a:pt x="2481" y="3186"/>
                  </a:lnTo>
                  <a:lnTo>
                    <a:pt x="2450" y="3214"/>
                  </a:lnTo>
                  <a:lnTo>
                    <a:pt x="2413" y="3237"/>
                  </a:lnTo>
                  <a:lnTo>
                    <a:pt x="2374" y="3257"/>
                  </a:lnTo>
                  <a:lnTo>
                    <a:pt x="2331" y="3271"/>
                  </a:lnTo>
                  <a:lnTo>
                    <a:pt x="2289" y="3279"/>
                  </a:lnTo>
                  <a:lnTo>
                    <a:pt x="2243" y="3283"/>
                  </a:lnTo>
                  <a:lnTo>
                    <a:pt x="2194" y="3284"/>
                  </a:lnTo>
                  <a:lnTo>
                    <a:pt x="2119" y="3281"/>
                  </a:lnTo>
                  <a:lnTo>
                    <a:pt x="2045" y="3275"/>
                  </a:lnTo>
                  <a:lnTo>
                    <a:pt x="1971" y="3267"/>
                  </a:lnTo>
                  <a:lnTo>
                    <a:pt x="1934" y="3262"/>
                  </a:lnTo>
                  <a:lnTo>
                    <a:pt x="1895" y="3258"/>
                  </a:lnTo>
                  <a:lnTo>
                    <a:pt x="1830" y="3247"/>
                  </a:lnTo>
                  <a:lnTo>
                    <a:pt x="1762" y="3238"/>
                  </a:lnTo>
                  <a:lnTo>
                    <a:pt x="1706" y="3231"/>
                  </a:lnTo>
                  <a:lnTo>
                    <a:pt x="1650" y="3222"/>
                  </a:lnTo>
                  <a:lnTo>
                    <a:pt x="1594" y="3211"/>
                  </a:lnTo>
                  <a:lnTo>
                    <a:pt x="1540" y="3196"/>
                  </a:lnTo>
                  <a:lnTo>
                    <a:pt x="1487" y="3176"/>
                  </a:lnTo>
                  <a:lnTo>
                    <a:pt x="1435" y="3150"/>
                  </a:lnTo>
                  <a:lnTo>
                    <a:pt x="1387" y="3119"/>
                  </a:lnTo>
                  <a:lnTo>
                    <a:pt x="1340" y="3087"/>
                  </a:lnTo>
                  <a:lnTo>
                    <a:pt x="1294" y="3054"/>
                  </a:lnTo>
                  <a:lnTo>
                    <a:pt x="1265" y="3033"/>
                  </a:lnTo>
                  <a:lnTo>
                    <a:pt x="1235" y="3011"/>
                  </a:lnTo>
                  <a:lnTo>
                    <a:pt x="1206" y="2988"/>
                  </a:lnTo>
                  <a:lnTo>
                    <a:pt x="1177" y="2961"/>
                  </a:lnTo>
                  <a:lnTo>
                    <a:pt x="1156" y="2941"/>
                  </a:lnTo>
                  <a:lnTo>
                    <a:pt x="1136" y="2922"/>
                  </a:lnTo>
                  <a:lnTo>
                    <a:pt x="1114" y="2906"/>
                  </a:lnTo>
                  <a:lnTo>
                    <a:pt x="1093" y="2894"/>
                  </a:lnTo>
                  <a:lnTo>
                    <a:pt x="1072" y="2886"/>
                  </a:lnTo>
                  <a:lnTo>
                    <a:pt x="1027" y="2880"/>
                  </a:lnTo>
                  <a:lnTo>
                    <a:pt x="984" y="2875"/>
                  </a:lnTo>
                  <a:lnTo>
                    <a:pt x="937" y="2870"/>
                  </a:lnTo>
                  <a:lnTo>
                    <a:pt x="891" y="2861"/>
                  </a:lnTo>
                  <a:lnTo>
                    <a:pt x="877" y="2861"/>
                  </a:lnTo>
                  <a:lnTo>
                    <a:pt x="827" y="2862"/>
                  </a:lnTo>
                  <a:lnTo>
                    <a:pt x="774" y="2865"/>
                  </a:lnTo>
                  <a:lnTo>
                    <a:pt x="766" y="2866"/>
                  </a:lnTo>
                  <a:lnTo>
                    <a:pt x="750" y="2866"/>
                  </a:lnTo>
                  <a:lnTo>
                    <a:pt x="729" y="2866"/>
                  </a:lnTo>
                  <a:lnTo>
                    <a:pt x="702" y="2866"/>
                  </a:lnTo>
                  <a:lnTo>
                    <a:pt x="671" y="2867"/>
                  </a:lnTo>
                  <a:lnTo>
                    <a:pt x="636" y="2867"/>
                  </a:lnTo>
                  <a:lnTo>
                    <a:pt x="597" y="2867"/>
                  </a:lnTo>
                  <a:lnTo>
                    <a:pt x="555" y="2867"/>
                  </a:lnTo>
                  <a:lnTo>
                    <a:pt x="511" y="2867"/>
                  </a:lnTo>
                  <a:lnTo>
                    <a:pt x="465" y="2867"/>
                  </a:lnTo>
                  <a:lnTo>
                    <a:pt x="419" y="2868"/>
                  </a:lnTo>
                  <a:lnTo>
                    <a:pt x="372" y="2868"/>
                  </a:lnTo>
                  <a:lnTo>
                    <a:pt x="325" y="2868"/>
                  </a:lnTo>
                  <a:lnTo>
                    <a:pt x="278" y="2868"/>
                  </a:lnTo>
                  <a:lnTo>
                    <a:pt x="234" y="2868"/>
                  </a:lnTo>
                  <a:lnTo>
                    <a:pt x="192" y="2868"/>
                  </a:lnTo>
                  <a:lnTo>
                    <a:pt x="152" y="2868"/>
                  </a:lnTo>
                  <a:lnTo>
                    <a:pt x="115" y="2868"/>
                  </a:lnTo>
                  <a:lnTo>
                    <a:pt x="83" y="2868"/>
                  </a:lnTo>
                  <a:lnTo>
                    <a:pt x="55" y="2868"/>
                  </a:lnTo>
                  <a:lnTo>
                    <a:pt x="32" y="2868"/>
                  </a:lnTo>
                  <a:lnTo>
                    <a:pt x="15" y="2868"/>
                  </a:lnTo>
                  <a:lnTo>
                    <a:pt x="4" y="2868"/>
                  </a:lnTo>
                  <a:lnTo>
                    <a:pt x="0" y="2868"/>
                  </a:lnTo>
                  <a:lnTo>
                    <a:pt x="0" y="1674"/>
                  </a:lnTo>
                  <a:lnTo>
                    <a:pt x="0" y="1482"/>
                  </a:lnTo>
                  <a:lnTo>
                    <a:pt x="4" y="1482"/>
                  </a:lnTo>
                  <a:lnTo>
                    <a:pt x="15" y="1482"/>
                  </a:lnTo>
                  <a:lnTo>
                    <a:pt x="32" y="1482"/>
                  </a:lnTo>
                  <a:lnTo>
                    <a:pt x="56" y="1482"/>
                  </a:lnTo>
                  <a:lnTo>
                    <a:pt x="84" y="1481"/>
                  </a:lnTo>
                  <a:lnTo>
                    <a:pt x="118" y="1481"/>
                  </a:lnTo>
                  <a:lnTo>
                    <a:pt x="156" y="1481"/>
                  </a:lnTo>
                  <a:lnTo>
                    <a:pt x="198" y="1480"/>
                  </a:lnTo>
                  <a:lnTo>
                    <a:pt x="243" y="1480"/>
                  </a:lnTo>
                  <a:lnTo>
                    <a:pt x="291" y="1479"/>
                  </a:lnTo>
                  <a:lnTo>
                    <a:pt x="340" y="1479"/>
                  </a:lnTo>
                  <a:lnTo>
                    <a:pt x="391" y="1478"/>
                  </a:lnTo>
                  <a:lnTo>
                    <a:pt x="443" y="1478"/>
                  </a:lnTo>
                  <a:lnTo>
                    <a:pt x="496" y="1477"/>
                  </a:lnTo>
                  <a:lnTo>
                    <a:pt x="547" y="1477"/>
                  </a:lnTo>
                  <a:lnTo>
                    <a:pt x="598" y="1476"/>
                  </a:lnTo>
                  <a:lnTo>
                    <a:pt x="648" y="1476"/>
                  </a:lnTo>
                  <a:lnTo>
                    <a:pt x="697" y="1475"/>
                  </a:lnTo>
                  <a:lnTo>
                    <a:pt x="742" y="1475"/>
                  </a:lnTo>
                  <a:lnTo>
                    <a:pt x="784" y="1474"/>
                  </a:lnTo>
                  <a:lnTo>
                    <a:pt x="824" y="1474"/>
                  </a:lnTo>
                  <a:lnTo>
                    <a:pt x="858" y="1473"/>
                  </a:lnTo>
                  <a:lnTo>
                    <a:pt x="888" y="1473"/>
                  </a:lnTo>
                  <a:lnTo>
                    <a:pt x="913" y="1473"/>
                  </a:lnTo>
                  <a:lnTo>
                    <a:pt x="932" y="1472"/>
                  </a:lnTo>
                  <a:lnTo>
                    <a:pt x="944" y="1472"/>
                  </a:lnTo>
                  <a:lnTo>
                    <a:pt x="950" y="1472"/>
                  </a:lnTo>
                  <a:lnTo>
                    <a:pt x="981" y="1464"/>
                  </a:lnTo>
                  <a:lnTo>
                    <a:pt x="1010" y="1457"/>
                  </a:lnTo>
                  <a:lnTo>
                    <a:pt x="1036" y="1447"/>
                  </a:lnTo>
                  <a:lnTo>
                    <a:pt x="1062" y="1434"/>
                  </a:lnTo>
                  <a:lnTo>
                    <a:pt x="1086" y="1417"/>
                  </a:lnTo>
                  <a:lnTo>
                    <a:pt x="1132" y="1372"/>
                  </a:lnTo>
                  <a:lnTo>
                    <a:pt x="1178" y="1323"/>
                  </a:lnTo>
                  <a:lnTo>
                    <a:pt x="1222" y="1271"/>
                  </a:lnTo>
                  <a:lnTo>
                    <a:pt x="1264" y="1219"/>
                  </a:lnTo>
                  <a:lnTo>
                    <a:pt x="1306" y="1166"/>
                  </a:lnTo>
                  <a:lnTo>
                    <a:pt x="1355" y="1104"/>
                  </a:lnTo>
                  <a:lnTo>
                    <a:pt x="1394" y="1055"/>
                  </a:lnTo>
                  <a:lnTo>
                    <a:pt x="1435" y="1002"/>
                  </a:lnTo>
                  <a:lnTo>
                    <a:pt x="1475" y="946"/>
                  </a:lnTo>
                  <a:lnTo>
                    <a:pt x="1515" y="886"/>
                  </a:lnTo>
                  <a:lnTo>
                    <a:pt x="1551" y="823"/>
                  </a:lnTo>
                  <a:lnTo>
                    <a:pt x="1583" y="759"/>
                  </a:lnTo>
                  <a:lnTo>
                    <a:pt x="1610" y="693"/>
                  </a:lnTo>
                  <a:lnTo>
                    <a:pt x="1625" y="646"/>
                  </a:lnTo>
                  <a:lnTo>
                    <a:pt x="1636" y="596"/>
                  </a:lnTo>
                  <a:lnTo>
                    <a:pt x="1644" y="545"/>
                  </a:lnTo>
                  <a:lnTo>
                    <a:pt x="1647" y="490"/>
                  </a:lnTo>
                  <a:lnTo>
                    <a:pt x="1647" y="432"/>
                  </a:lnTo>
                  <a:lnTo>
                    <a:pt x="1646" y="404"/>
                  </a:lnTo>
                  <a:lnTo>
                    <a:pt x="1644" y="377"/>
                  </a:lnTo>
                  <a:lnTo>
                    <a:pt x="1642" y="334"/>
                  </a:lnTo>
                  <a:lnTo>
                    <a:pt x="1640" y="291"/>
                  </a:lnTo>
                  <a:lnTo>
                    <a:pt x="1643" y="249"/>
                  </a:lnTo>
                  <a:lnTo>
                    <a:pt x="1648" y="207"/>
                  </a:lnTo>
                  <a:lnTo>
                    <a:pt x="1659" y="165"/>
                  </a:lnTo>
                  <a:lnTo>
                    <a:pt x="1672" y="132"/>
                  </a:lnTo>
                  <a:lnTo>
                    <a:pt x="1688" y="102"/>
                  </a:lnTo>
                  <a:lnTo>
                    <a:pt x="1708" y="76"/>
                  </a:lnTo>
                  <a:lnTo>
                    <a:pt x="1730" y="53"/>
                  </a:lnTo>
                  <a:lnTo>
                    <a:pt x="1756" y="35"/>
                  </a:lnTo>
                  <a:lnTo>
                    <a:pt x="1784" y="19"/>
                  </a:lnTo>
                  <a:lnTo>
                    <a:pt x="1815" y="9"/>
                  </a:lnTo>
                  <a:lnTo>
                    <a:pt x="1848" y="3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617953" y="5652103"/>
              <a:ext cx="30858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cxnSp>
        <p:nvCxnSpPr>
          <p:cNvPr id="17" name="Straight Connector 16"/>
          <p:cNvCxnSpPr/>
          <p:nvPr/>
        </p:nvCxnSpPr>
        <p:spPr>
          <a:xfrm>
            <a:off x="3989106" y="780203"/>
            <a:ext cx="0" cy="184265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3989106" y="4313112"/>
            <a:ext cx="0" cy="184265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941707" y="347190"/>
            <a:ext cx="6096427" cy="2765985"/>
            <a:chOff x="3803837" y="347190"/>
            <a:chExt cx="6096427" cy="2765985"/>
          </a:xfrm>
        </p:grpSpPr>
        <p:grpSp>
          <p:nvGrpSpPr>
            <p:cNvPr id="12" name="Group 11"/>
            <p:cNvGrpSpPr/>
            <p:nvPr/>
          </p:nvGrpSpPr>
          <p:grpSpPr>
            <a:xfrm>
              <a:off x="3803837" y="347190"/>
              <a:ext cx="6096427" cy="923330"/>
              <a:chOff x="3803837" y="527605"/>
              <a:chExt cx="6096427" cy="923330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4860999" y="653737"/>
                <a:ext cx="503926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You can replace this text. 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803837" y="527605"/>
                <a:ext cx="9765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>
                    <a:solidFill>
                      <a:schemeClr val="accent5"/>
                    </a:solidFill>
                    <a:latin typeface="Open Sans" panose="020B0606030504020204" pitchFamily="34" charset="0"/>
                  </a:rPr>
                  <a:t>01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3803837" y="1268517"/>
              <a:ext cx="6096427" cy="923330"/>
              <a:chOff x="3803837" y="527605"/>
              <a:chExt cx="6096427" cy="923330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4860999" y="653737"/>
                <a:ext cx="503926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You can replace this text. 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3803837" y="527605"/>
                <a:ext cx="9765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>
                    <a:solidFill>
                      <a:schemeClr val="accent5"/>
                    </a:solidFill>
                    <a:latin typeface="Open Sans" panose="020B0606030504020204" pitchFamily="34" charset="0"/>
                  </a:rPr>
                  <a:t>02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3803837" y="2189845"/>
              <a:ext cx="6096427" cy="923330"/>
              <a:chOff x="3803837" y="527605"/>
              <a:chExt cx="6096427" cy="923330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4860999" y="653737"/>
                <a:ext cx="503926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You can replace this text. 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3803837" y="527605"/>
                <a:ext cx="9765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>
                    <a:solidFill>
                      <a:schemeClr val="accent5"/>
                    </a:solidFill>
                    <a:latin typeface="Open Sans" panose="020B0606030504020204" pitchFamily="34" charset="0"/>
                  </a:rPr>
                  <a:t>03</a:t>
                </a:r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5941707" y="3741553"/>
            <a:ext cx="6096427" cy="2765985"/>
            <a:chOff x="3803837" y="347190"/>
            <a:chExt cx="6096427" cy="2765985"/>
          </a:xfrm>
        </p:grpSpPr>
        <p:grpSp>
          <p:nvGrpSpPr>
            <p:cNvPr id="61" name="Group 60"/>
            <p:cNvGrpSpPr/>
            <p:nvPr/>
          </p:nvGrpSpPr>
          <p:grpSpPr>
            <a:xfrm>
              <a:off x="3803837" y="347190"/>
              <a:ext cx="6096427" cy="923330"/>
              <a:chOff x="3803837" y="527605"/>
              <a:chExt cx="6096427" cy="923330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4860999" y="635327"/>
                <a:ext cx="503926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200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You can replace this text. 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803837" y="527605"/>
                <a:ext cx="9765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04</a:t>
                </a:r>
                <a:endParaRPr lang="en-US" sz="54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3803837" y="1268517"/>
              <a:ext cx="6096427" cy="923330"/>
              <a:chOff x="3803837" y="527605"/>
              <a:chExt cx="6096427" cy="923330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4860999" y="635327"/>
                <a:ext cx="503926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200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You can replace this text. 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803837" y="527605"/>
                <a:ext cx="9765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05</a:t>
                </a:r>
                <a:endParaRPr lang="en-US" sz="54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3803837" y="2189845"/>
              <a:ext cx="6096427" cy="923330"/>
              <a:chOff x="3803837" y="527605"/>
              <a:chExt cx="6096427" cy="923330"/>
            </a:xfrm>
          </p:grpSpPr>
          <p:sp>
            <p:nvSpPr>
              <p:cNvPr id="67" name="TextBox 66"/>
              <p:cNvSpPr txBox="1"/>
              <p:nvPr/>
            </p:nvSpPr>
            <p:spPr>
              <a:xfrm>
                <a:off x="4860999" y="635327"/>
                <a:ext cx="503926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200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You can replace this text. 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3803837" y="527605"/>
                <a:ext cx="9765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>
                    <a:solidFill>
                      <a:schemeClr val="bg1"/>
                    </a:solidFill>
                    <a:latin typeface="Open Sans" panose="020B0606030504020204" pitchFamily="34" charset="0"/>
                  </a:rPr>
                  <a:t>06</a:t>
                </a:r>
                <a:endParaRPr lang="en-US" sz="5400" dirty="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47376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>
            <a:off x="2530622" y="2607617"/>
            <a:ext cx="9664486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1360557" y="1443835"/>
            <a:ext cx="2327564" cy="232756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828462" y="2242606"/>
            <a:ext cx="730022" cy="730022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01</a:t>
            </a:r>
          </a:p>
        </p:txBody>
      </p:sp>
      <p:sp>
        <p:nvSpPr>
          <p:cNvPr id="35" name="Oval 34"/>
          <p:cNvSpPr/>
          <p:nvPr/>
        </p:nvSpPr>
        <p:spPr>
          <a:xfrm>
            <a:off x="7393949" y="2242606"/>
            <a:ext cx="730022" cy="73002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02</a:t>
            </a:r>
          </a:p>
        </p:txBody>
      </p:sp>
      <p:sp>
        <p:nvSpPr>
          <p:cNvPr id="36" name="Oval 35"/>
          <p:cNvSpPr/>
          <p:nvPr/>
        </p:nvSpPr>
        <p:spPr>
          <a:xfrm>
            <a:off x="9959437" y="2242606"/>
            <a:ext cx="730022" cy="73002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03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137350" y="2015925"/>
            <a:ext cx="773978" cy="1104669"/>
            <a:chOff x="5903913" y="1131888"/>
            <a:chExt cx="1385888" cy="1978025"/>
          </a:xfrm>
          <a:solidFill>
            <a:schemeClr val="bg1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6213476" y="1131888"/>
              <a:ext cx="766763" cy="1825625"/>
            </a:xfrm>
            <a:custGeom>
              <a:avLst/>
              <a:gdLst>
                <a:gd name="T0" fmla="*/ 656 w 1448"/>
                <a:gd name="T1" fmla="*/ 421 h 3451"/>
                <a:gd name="T2" fmla="*/ 542 w 1448"/>
                <a:gd name="T3" fmla="*/ 601 h 3451"/>
                <a:gd name="T4" fmla="*/ 430 w 1448"/>
                <a:gd name="T5" fmla="*/ 837 h 3451"/>
                <a:gd name="T6" fmla="*/ 445 w 1448"/>
                <a:gd name="T7" fmla="*/ 1040 h 3451"/>
                <a:gd name="T8" fmla="*/ 715 w 1448"/>
                <a:gd name="T9" fmla="*/ 1058 h 3451"/>
                <a:gd name="T10" fmla="*/ 946 w 1448"/>
                <a:gd name="T11" fmla="*/ 1045 h 3451"/>
                <a:gd name="T12" fmla="*/ 1053 w 1448"/>
                <a:gd name="T13" fmla="*/ 926 h 3451"/>
                <a:gd name="T14" fmla="*/ 946 w 1448"/>
                <a:gd name="T15" fmla="*/ 671 h 3451"/>
                <a:gd name="T16" fmla="*/ 831 w 1448"/>
                <a:gd name="T17" fmla="*/ 473 h 3451"/>
                <a:gd name="T18" fmla="*/ 726 w 1448"/>
                <a:gd name="T19" fmla="*/ 330 h 3451"/>
                <a:gd name="T20" fmla="*/ 732 w 1448"/>
                <a:gd name="T21" fmla="*/ 7 h 3451"/>
                <a:gd name="T22" fmla="*/ 771 w 1448"/>
                <a:gd name="T23" fmla="*/ 41 h 3451"/>
                <a:gd name="T24" fmla="*/ 837 w 1448"/>
                <a:gd name="T25" fmla="*/ 106 h 3451"/>
                <a:gd name="T26" fmla="*/ 921 w 1448"/>
                <a:gd name="T27" fmla="*/ 205 h 3451"/>
                <a:gd name="T28" fmla="*/ 1018 w 1448"/>
                <a:gd name="T29" fmla="*/ 336 h 3451"/>
                <a:gd name="T30" fmla="*/ 1120 w 1448"/>
                <a:gd name="T31" fmla="*/ 505 h 3451"/>
                <a:gd name="T32" fmla="*/ 1218 w 1448"/>
                <a:gd name="T33" fmla="*/ 709 h 3451"/>
                <a:gd name="T34" fmla="*/ 1309 w 1448"/>
                <a:gd name="T35" fmla="*/ 952 h 3451"/>
                <a:gd name="T36" fmla="*/ 1381 w 1448"/>
                <a:gd name="T37" fmla="*/ 1236 h 3451"/>
                <a:gd name="T38" fmla="*/ 1429 w 1448"/>
                <a:gd name="T39" fmla="*/ 1561 h 3451"/>
                <a:gd name="T40" fmla="*/ 1448 w 1448"/>
                <a:gd name="T41" fmla="*/ 1929 h 3451"/>
                <a:gd name="T42" fmla="*/ 1430 w 1448"/>
                <a:gd name="T43" fmla="*/ 2301 h 3451"/>
                <a:gd name="T44" fmla="*/ 1380 w 1448"/>
                <a:gd name="T45" fmla="*/ 2628 h 3451"/>
                <a:gd name="T46" fmla="*/ 1303 w 1448"/>
                <a:gd name="T47" fmla="*/ 2903 h 3451"/>
                <a:gd name="T48" fmla="*/ 1199 w 1448"/>
                <a:gd name="T49" fmla="*/ 3128 h 3451"/>
                <a:gd name="T50" fmla="*/ 1074 w 1448"/>
                <a:gd name="T51" fmla="*/ 3298 h 3451"/>
                <a:gd name="T52" fmla="*/ 934 w 1448"/>
                <a:gd name="T53" fmla="*/ 3409 h 3451"/>
                <a:gd name="T54" fmla="*/ 832 w 1448"/>
                <a:gd name="T55" fmla="*/ 2566 h 3451"/>
                <a:gd name="T56" fmla="*/ 808 w 1448"/>
                <a:gd name="T57" fmla="*/ 2500 h 3451"/>
                <a:gd name="T58" fmla="*/ 748 w 1448"/>
                <a:gd name="T59" fmla="*/ 2463 h 3451"/>
                <a:gd name="T60" fmla="*/ 677 w 1448"/>
                <a:gd name="T61" fmla="*/ 2471 h 3451"/>
                <a:gd name="T62" fmla="*/ 627 w 1448"/>
                <a:gd name="T63" fmla="*/ 2520 h 3451"/>
                <a:gd name="T64" fmla="*/ 616 w 1448"/>
                <a:gd name="T65" fmla="*/ 3451 h 3451"/>
                <a:gd name="T66" fmla="*/ 466 w 1448"/>
                <a:gd name="T67" fmla="*/ 3379 h 3451"/>
                <a:gd name="T68" fmla="*/ 329 w 1448"/>
                <a:gd name="T69" fmla="*/ 3248 h 3451"/>
                <a:gd name="T70" fmla="*/ 212 w 1448"/>
                <a:gd name="T71" fmla="*/ 3059 h 3451"/>
                <a:gd name="T72" fmla="*/ 117 w 1448"/>
                <a:gd name="T73" fmla="*/ 2817 h 3451"/>
                <a:gd name="T74" fmla="*/ 48 w 1448"/>
                <a:gd name="T75" fmla="*/ 2524 h 3451"/>
                <a:gd name="T76" fmla="*/ 8 w 1448"/>
                <a:gd name="T77" fmla="*/ 2183 h 3451"/>
                <a:gd name="T78" fmla="*/ 2 w 1448"/>
                <a:gd name="T79" fmla="*/ 1802 h 3451"/>
                <a:gd name="T80" fmla="*/ 32 w 1448"/>
                <a:gd name="T81" fmla="*/ 1452 h 3451"/>
                <a:gd name="T82" fmla="*/ 89 w 1448"/>
                <a:gd name="T83" fmla="*/ 1143 h 3451"/>
                <a:gd name="T84" fmla="*/ 169 w 1448"/>
                <a:gd name="T85" fmla="*/ 875 h 3451"/>
                <a:gd name="T86" fmla="*/ 261 w 1448"/>
                <a:gd name="T87" fmla="*/ 643 h 3451"/>
                <a:gd name="T88" fmla="*/ 362 w 1448"/>
                <a:gd name="T89" fmla="*/ 450 h 3451"/>
                <a:gd name="T90" fmla="*/ 462 w 1448"/>
                <a:gd name="T91" fmla="*/ 293 h 3451"/>
                <a:gd name="T92" fmla="*/ 556 w 1448"/>
                <a:gd name="T93" fmla="*/ 171 h 3451"/>
                <a:gd name="T94" fmla="*/ 636 w 1448"/>
                <a:gd name="T95" fmla="*/ 83 h 3451"/>
                <a:gd name="T96" fmla="*/ 693 w 1448"/>
                <a:gd name="T97" fmla="*/ 27 h 3451"/>
                <a:gd name="T98" fmla="*/ 722 w 1448"/>
                <a:gd name="T99" fmla="*/ 1 h 3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48" h="3451">
                  <a:moveTo>
                    <a:pt x="726" y="330"/>
                  </a:moveTo>
                  <a:lnTo>
                    <a:pt x="692" y="372"/>
                  </a:lnTo>
                  <a:lnTo>
                    <a:pt x="656" y="421"/>
                  </a:lnTo>
                  <a:lnTo>
                    <a:pt x="618" y="476"/>
                  </a:lnTo>
                  <a:lnTo>
                    <a:pt x="581" y="535"/>
                  </a:lnTo>
                  <a:lnTo>
                    <a:pt x="542" y="601"/>
                  </a:lnTo>
                  <a:lnTo>
                    <a:pt x="505" y="675"/>
                  </a:lnTo>
                  <a:lnTo>
                    <a:pt x="467" y="752"/>
                  </a:lnTo>
                  <a:lnTo>
                    <a:pt x="430" y="837"/>
                  </a:lnTo>
                  <a:lnTo>
                    <a:pt x="396" y="929"/>
                  </a:lnTo>
                  <a:lnTo>
                    <a:pt x="363" y="1027"/>
                  </a:lnTo>
                  <a:lnTo>
                    <a:pt x="445" y="1040"/>
                  </a:lnTo>
                  <a:lnTo>
                    <a:pt x="533" y="1050"/>
                  </a:lnTo>
                  <a:lnTo>
                    <a:pt x="623" y="1056"/>
                  </a:lnTo>
                  <a:lnTo>
                    <a:pt x="715" y="1058"/>
                  </a:lnTo>
                  <a:lnTo>
                    <a:pt x="794" y="1057"/>
                  </a:lnTo>
                  <a:lnTo>
                    <a:pt x="871" y="1052"/>
                  </a:lnTo>
                  <a:lnTo>
                    <a:pt x="946" y="1045"/>
                  </a:lnTo>
                  <a:lnTo>
                    <a:pt x="1017" y="1036"/>
                  </a:lnTo>
                  <a:lnTo>
                    <a:pt x="1086" y="1023"/>
                  </a:lnTo>
                  <a:lnTo>
                    <a:pt x="1053" y="926"/>
                  </a:lnTo>
                  <a:lnTo>
                    <a:pt x="1019" y="835"/>
                  </a:lnTo>
                  <a:lnTo>
                    <a:pt x="983" y="750"/>
                  </a:lnTo>
                  <a:lnTo>
                    <a:pt x="946" y="671"/>
                  </a:lnTo>
                  <a:lnTo>
                    <a:pt x="907" y="599"/>
                  </a:lnTo>
                  <a:lnTo>
                    <a:pt x="870" y="534"/>
                  </a:lnTo>
                  <a:lnTo>
                    <a:pt x="831" y="473"/>
                  </a:lnTo>
                  <a:lnTo>
                    <a:pt x="795" y="420"/>
                  </a:lnTo>
                  <a:lnTo>
                    <a:pt x="758" y="372"/>
                  </a:lnTo>
                  <a:lnTo>
                    <a:pt x="726" y="330"/>
                  </a:lnTo>
                  <a:close/>
                  <a:moveTo>
                    <a:pt x="723" y="0"/>
                  </a:moveTo>
                  <a:lnTo>
                    <a:pt x="726" y="1"/>
                  </a:lnTo>
                  <a:lnTo>
                    <a:pt x="732" y="7"/>
                  </a:lnTo>
                  <a:lnTo>
                    <a:pt x="742" y="14"/>
                  </a:lnTo>
                  <a:lnTo>
                    <a:pt x="755" y="26"/>
                  </a:lnTo>
                  <a:lnTo>
                    <a:pt x="771" y="41"/>
                  </a:lnTo>
                  <a:lnTo>
                    <a:pt x="790" y="59"/>
                  </a:lnTo>
                  <a:lnTo>
                    <a:pt x="812" y="82"/>
                  </a:lnTo>
                  <a:lnTo>
                    <a:pt x="837" y="106"/>
                  </a:lnTo>
                  <a:lnTo>
                    <a:pt x="864" y="135"/>
                  </a:lnTo>
                  <a:lnTo>
                    <a:pt x="892" y="168"/>
                  </a:lnTo>
                  <a:lnTo>
                    <a:pt x="921" y="205"/>
                  </a:lnTo>
                  <a:lnTo>
                    <a:pt x="953" y="244"/>
                  </a:lnTo>
                  <a:lnTo>
                    <a:pt x="986" y="288"/>
                  </a:lnTo>
                  <a:lnTo>
                    <a:pt x="1018" y="336"/>
                  </a:lnTo>
                  <a:lnTo>
                    <a:pt x="1052" y="388"/>
                  </a:lnTo>
                  <a:lnTo>
                    <a:pt x="1086" y="444"/>
                  </a:lnTo>
                  <a:lnTo>
                    <a:pt x="1120" y="505"/>
                  </a:lnTo>
                  <a:lnTo>
                    <a:pt x="1153" y="569"/>
                  </a:lnTo>
                  <a:lnTo>
                    <a:pt x="1187" y="636"/>
                  </a:lnTo>
                  <a:lnTo>
                    <a:pt x="1218" y="709"/>
                  </a:lnTo>
                  <a:lnTo>
                    <a:pt x="1250" y="786"/>
                  </a:lnTo>
                  <a:lnTo>
                    <a:pt x="1279" y="868"/>
                  </a:lnTo>
                  <a:lnTo>
                    <a:pt x="1309" y="952"/>
                  </a:lnTo>
                  <a:lnTo>
                    <a:pt x="1334" y="1042"/>
                  </a:lnTo>
                  <a:lnTo>
                    <a:pt x="1359" y="1137"/>
                  </a:lnTo>
                  <a:lnTo>
                    <a:pt x="1381" y="1236"/>
                  </a:lnTo>
                  <a:lnTo>
                    <a:pt x="1400" y="1340"/>
                  </a:lnTo>
                  <a:lnTo>
                    <a:pt x="1416" y="1448"/>
                  </a:lnTo>
                  <a:lnTo>
                    <a:pt x="1429" y="1561"/>
                  </a:lnTo>
                  <a:lnTo>
                    <a:pt x="1440" y="1679"/>
                  </a:lnTo>
                  <a:lnTo>
                    <a:pt x="1445" y="1801"/>
                  </a:lnTo>
                  <a:lnTo>
                    <a:pt x="1448" y="1929"/>
                  </a:lnTo>
                  <a:lnTo>
                    <a:pt x="1445" y="2058"/>
                  </a:lnTo>
                  <a:lnTo>
                    <a:pt x="1440" y="2183"/>
                  </a:lnTo>
                  <a:lnTo>
                    <a:pt x="1430" y="2301"/>
                  </a:lnTo>
                  <a:lnTo>
                    <a:pt x="1417" y="2415"/>
                  </a:lnTo>
                  <a:lnTo>
                    <a:pt x="1400" y="2524"/>
                  </a:lnTo>
                  <a:lnTo>
                    <a:pt x="1380" y="2628"/>
                  </a:lnTo>
                  <a:lnTo>
                    <a:pt x="1358" y="2726"/>
                  </a:lnTo>
                  <a:lnTo>
                    <a:pt x="1331" y="2817"/>
                  </a:lnTo>
                  <a:lnTo>
                    <a:pt x="1303" y="2903"/>
                  </a:lnTo>
                  <a:lnTo>
                    <a:pt x="1270" y="2985"/>
                  </a:lnTo>
                  <a:lnTo>
                    <a:pt x="1236" y="3059"/>
                  </a:lnTo>
                  <a:lnTo>
                    <a:pt x="1199" y="3128"/>
                  </a:lnTo>
                  <a:lnTo>
                    <a:pt x="1160" y="3191"/>
                  </a:lnTo>
                  <a:lnTo>
                    <a:pt x="1119" y="3248"/>
                  </a:lnTo>
                  <a:lnTo>
                    <a:pt x="1074" y="3298"/>
                  </a:lnTo>
                  <a:lnTo>
                    <a:pt x="1030" y="3342"/>
                  </a:lnTo>
                  <a:lnTo>
                    <a:pt x="982" y="3379"/>
                  </a:lnTo>
                  <a:lnTo>
                    <a:pt x="934" y="3409"/>
                  </a:lnTo>
                  <a:lnTo>
                    <a:pt x="884" y="3434"/>
                  </a:lnTo>
                  <a:lnTo>
                    <a:pt x="832" y="3451"/>
                  </a:lnTo>
                  <a:lnTo>
                    <a:pt x="832" y="2566"/>
                  </a:lnTo>
                  <a:lnTo>
                    <a:pt x="829" y="2542"/>
                  </a:lnTo>
                  <a:lnTo>
                    <a:pt x="821" y="2520"/>
                  </a:lnTo>
                  <a:lnTo>
                    <a:pt x="808" y="2500"/>
                  </a:lnTo>
                  <a:lnTo>
                    <a:pt x="791" y="2483"/>
                  </a:lnTo>
                  <a:lnTo>
                    <a:pt x="771" y="2471"/>
                  </a:lnTo>
                  <a:lnTo>
                    <a:pt x="748" y="2463"/>
                  </a:lnTo>
                  <a:lnTo>
                    <a:pt x="723" y="2459"/>
                  </a:lnTo>
                  <a:lnTo>
                    <a:pt x="699" y="2463"/>
                  </a:lnTo>
                  <a:lnTo>
                    <a:pt x="677" y="2471"/>
                  </a:lnTo>
                  <a:lnTo>
                    <a:pt x="657" y="2483"/>
                  </a:lnTo>
                  <a:lnTo>
                    <a:pt x="640" y="2500"/>
                  </a:lnTo>
                  <a:lnTo>
                    <a:pt x="627" y="2520"/>
                  </a:lnTo>
                  <a:lnTo>
                    <a:pt x="619" y="2542"/>
                  </a:lnTo>
                  <a:lnTo>
                    <a:pt x="616" y="2566"/>
                  </a:lnTo>
                  <a:lnTo>
                    <a:pt x="616" y="3451"/>
                  </a:lnTo>
                  <a:lnTo>
                    <a:pt x="564" y="3434"/>
                  </a:lnTo>
                  <a:lnTo>
                    <a:pt x="514" y="3409"/>
                  </a:lnTo>
                  <a:lnTo>
                    <a:pt x="466" y="3379"/>
                  </a:lnTo>
                  <a:lnTo>
                    <a:pt x="418" y="3342"/>
                  </a:lnTo>
                  <a:lnTo>
                    <a:pt x="373" y="3298"/>
                  </a:lnTo>
                  <a:lnTo>
                    <a:pt x="329" y="3248"/>
                  </a:lnTo>
                  <a:lnTo>
                    <a:pt x="288" y="3191"/>
                  </a:lnTo>
                  <a:lnTo>
                    <a:pt x="249" y="3128"/>
                  </a:lnTo>
                  <a:lnTo>
                    <a:pt x="212" y="3059"/>
                  </a:lnTo>
                  <a:lnTo>
                    <a:pt x="178" y="2985"/>
                  </a:lnTo>
                  <a:lnTo>
                    <a:pt x="145" y="2903"/>
                  </a:lnTo>
                  <a:lnTo>
                    <a:pt x="117" y="2817"/>
                  </a:lnTo>
                  <a:lnTo>
                    <a:pt x="90" y="2726"/>
                  </a:lnTo>
                  <a:lnTo>
                    <a:pt x="68" y="2628"/>
                  </a:lnTo>
                  <a:lnTo>
                    <a:pt x="48" y="2524"/>
                  </a:lnTo>
                  <a:lnTo>
                    <a:pt x="31" y="2415"/>
                  </a:lnTo>
                  <a:lnTo>
                    <a:pt x="18" y="2301"/>
                  </a:lnTo>
                  <a:lnTo>
                    <a:pt x="8" y="2183"/>
                  </a:lnTo>
                  <a:lnTo>
                    <a:pt x="2" y="2058"/>
                  </a:lnTo>
                  <a:lnTo>
                    <a:pt x="0" y="1929"/>
                  </a:lnTo>
                  <a:lnTo>
                    <a:pt x="2" y="1802"/>
                  </a:lnTo>
                  <a:lnTo>
                    <a:pt x="8" y="1681"/>
                  </a:lnTo>
                  <a:lnTo>
                    <a:pt x="18" y="1564"/>
                  </a:lnTo>
                  <a:lnTo>
                    <a:pt x="32" y="1452"/>
                  </a:lnTo>
                  <a:lnTo>
                    <a:pt x="48" y="1344"/>
                  </a:lnTo>
                  <a:lnTo>
                    <a:pt x="67" y="1242"/>
                  </a:lnTo>
                  <a:lnTo>
                    <a:pt x="89" y="1143"/>
                  </a:lnTo>
                  <a:lnTo>
                    <a:pt x="114" y="1049"/>
                  </a:lnTo>
                  <a:lnTo>
                    <a:pt x="139" y="959"/>
                  </a:lnTo>
                  <a:lnTo>
                    <a:pt x="169" y="875"/>
                  </a:lnTo>
                  <a:lnTo>
                    <a:pt x="198" y="793"/>
                  </a:lnTo>
                  <a:lnTo>
                    <a:pt x="230" y="716"/>
                  </a:lnTo>
                  <a:lnTo>
                    <a:pt x="261" y="643"/>
                  </a:lnTo>
                  <a:lnTo>
                    <a:pt x="295" y="576"/>
                  </a:lnTo>
                  <a:lnTo>
                    <a:pt x="328" y="511"/>
                  </a:lnTo>
                  <a:lnTo>
                    <a:pt x="362" y="450"/>
                  </a:lnTo>
                  <a:lnTo>
                    <a:pt x="396" y="394"/>
                  </a:lnTo>
                  <a:lnTo>
                    <a:pt x="430" y="342"/>
                  </a:lnTo>
                  <a:lnTo>
                    <a:pt x="462" y="293"/>
                  </a:lnTo>
                  <a:lnTo>
                    <a:pt x="495" y="249"/>
                  </a:lnTo>
                  <a:lnTo>
                    <a:pt x="526" y="208"/>
                  </a:lnTo>
                  <a:lnTo>
                    <a:pt x="556" y="171"/>
                  </a:lnTo>
                  <a:lnTo>
                    <a:pt x="584" y="139"/>
                  </a:lnTo>
                  <a:lnTo>
                    <a:pt x="611" y="108"/>
                  </a:lnTo>
                  <a:lnTo>
                    <a:pt x="636" y="83"/>
                  </a:lnTo>
                  <a:lnTo>
                    <a:pt x="657" y="61"/>
                  </a:lnTo>
                  <a:lnTo>
                    <a:pt x="677" y="42"/>
                  </a:lnTo>
                  <a:lnTo>
                    <a:pt x="693" y="27"/>
                  </a:lnTo>
                  <a:lnTo>
                    <a:pt x="706" y="15"/>
                  </a:lnTo>
                  <a:lnTo>
                    <a:pt x="715" y="7"/>
                  </a:lnTo>
                  <a:lnTo>
                    <a:pt x="722" y="1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5903913" y="2473325"/>
              <a:ext cx="374650" cy="636588"/>
            </a:xfrm>
            <a:custGeom>
              <a:avLst/>
              <a:gdLst>
                <a:gd name="T0" fmla="*/ 391 w 708"/>
                <a:gd name="T1" fmla="*/ 0 h 1203"/>
                <a:gd name="T2" fmla="*/ 479 w 708"/>
                <a:gd name="T3" fmla="*/ 0 h 1203"/>
                <a:gd name="T4" fmla="*/ 497 w 708"/>
                <a:gd name="T5" fmla="*/ 100 h 1203"/>
                <a:gd name="T6" fmla="*/ 520 w 708"/>
                <a:gd name="T7" fmla="*/ 196 h 1203"/>
                <a:gd name="T8" fmla="*/ 544 w 708"/>
                <a:gd name="T9" fmla="*/ 289 h 1203"/>
                <a:gd name="T10" fmla="*/ 571 w 708"/>
                <a:gd name="T11" fmla="*/ 377 h 1203"/>
                <a:gd name="T12" fmla="*/ 602 w 708"/>
                <a:gd name="T13" fmla="*/ 460 h 1203"/>
                <a:gd name="T14" fmla="*/ 634 w 708"/>
                <a:gd name="T15" fmla="*/ 539 h 1203"/>
                <a:gd name="T16" fmla="*/ 671 w 708"/>
                <a:gd name="T17" fmla="*/ 614 h 1203"/>
                <a:gd name="T18" fmla="*/ 708 w 708"/>
                <a:gd name="T19" fmla="*/ 682 h 1203"/>
                <a:gd name="T20" fmla="*/ 0 w 708"/>
                <a:gd name="T21" fmla="*/ 1203 h 1203"/>
                <a:gd name="T22" fmla="*/ 0 w 708"/>
                <a:gd name="T23" fmla="*/ 331 h 1203"/>
                <a:gd name="T24" fmla="*/ 4 w 708"/>
                <a:gd name="T25" fmla="*/ 286 h 1203"/>
                <a:gd name="T26" fmla="*/ 14 w 708"/>
                <a:gd name="T27" fmla="*/ 243 h 1203"/>
                <a:gd name="T28" fmla="*/ 30 w 708"/>
                <a:gd name="T29" fmla="*/ 202 h 1203"/>
                <a:gd name="T30" fmla="*/ 53 w 708"/>
                <a:gd name="T31" fmla="*/ 164 h 1203"/>
                <a:gd name="T32" fmla="*/ 81 w 708"/>
                <a:gd name="T33" fmla="*/ 129 h 1203"/>
                <a:gd name="T34" fmla="*/ 115 w 708"/>
                <a:gd name="T35" fmla="*/ 96 h 1203"/>
                <a:gd name="T36" fmla="*/ 152 w 708"/>
                <a:gd name="T37" fmla="*/ 68 h 1203"/>
                <a:gd name="T38" fmla="*/ 193 w 708"/>
                <a:gd name="T39" fmla="*/ 45 h 1203"/>
                <a:gd name="T40" fmla="*/ 239 w 708"/>
                <a:gd name="T41" fmla="*/ 25 h 1203"/>
                <a:gd name="T42" fmla="*/ 287 w 708"/>
                <a:gd name="T43" fmla="*/ 12 h 1203"/>
                <a:gd name="T44" fmla="*/ 338 w 708"/>
                <a:gd name="T45" fmla="*/ 2 h 1203"/>
                <a:gd name="T46" fmla="*/ 391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391" y="0"/>
                  </a:moveTo>
                  <a:lnTo>
                    <a:pt x="479" y="0"/>
                  </a:lnTo>
                  <a:lnTo>
                    <a:pt x="497" y="100"/>
                  </a:lnTo>
                  <a:lnTo>
                    <a:pt x="520" y="196"/>
                  </a:lnTo>
                  <a:lnTo>
                    <a:pt x="544" y="289"/>
                  </a:lnTo>
                  <a:lnTo>
                    <a:pt x="571" y="377"/>
                  </a:lnTo>
                  <a:lnTo>
                    <a:pt x="602" y="460"/>
                  </a:lnTo>
                  <a:lnTo>
                    <a:pt x="634" y="539"/>
                  </a:lnTo>
                  <a:lnTo>
                    <a:pt x="671" y="614"/>
                  </a:lnTo>
                  <a:lnTo>
                    <a:pt x="708" y="682"/>
                  </a:lnTo>
                  <a:lnTo>
                    <a:pt x="0" y="1203"/>
                  </a:lnTo>
                  <a:lnTo>
                    <a:pt x="0" y="331"/>
                  </a:lnTo>
                  <a:lnTo>
                    <a:pt x="4" y="286"/>
                  </a:lnTo>
                  <a:lnTo>
                    <a:pt x="14" y="243"/>
                  </a:lnTo>
                  <a:lnTo>
                    <a:pt x="30" y="202"/>
                  </a:lnTo>
                  <a:lnTo>
                    <a:pt x="53" y="164"/>
                  </a:lnTo>
                  <a:lnTo>
                    <a:pt x="81" y="129"/>
                  </a:lnTo>
                  <a:lnTo>
                    <a:pt x="115" y="96"/>
                  </a:lnTo>
                  <a:lnTo>
                    <a:pt x="152" y="68"/>
                  </a:lnTo>
                  <a:lnTo>
                    <a:pt x="193" y="45"/>
                  </a:lnTo>
                  <a:lnTo>
                    <a:pt x="239" y="25"/>
                  </a:lnTo>
                  <a:lnTo>
                    <a:pt x="287" y="12"/>
                  </a:lnTo>
                  <a:lnTo>
                    <a:pt x="338" y="2"/>
                  </a:lnTo>
                  <a:lnTo>
                    <a:pt x="3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6915151" y="2473325"/>
              <a:ext cx="374650" cy="636588"/>
            </a:xfrm>
            <a:custGeom>
              <a:avLst/>
              <a:gdLst>
                <a:gd name="T0" fmla="*/ 229 w 708"/>
                <a:gd name="T1" fmla="*/ 0 h 1203"/>
                <a:gd name="T2" fmla="*/ 317 w 708"/>
                <a:gd name="T3" fmla="*/ 0 h 1203"/>
                <a:gd name="T4" fmla="*/ 370 w 708"/>
                <a:gd name="T5" fmla="*/ 2 h 1203"/>
                <a:gd name="T6" fmla="*/ 421 w 708"/>
                <a:gd name="T7" fmla="*/ 12 h 1203"/>
                <a:gd name="T8" fmla="*/ 469 w 708"/>
                <a:gd name="T9" fmla="*/ 25 h 1203"/>
                <a:gd name="T10" fmla="*/ 515 w 708"/>
                <a:gd name="T11" fmla="*/ 45 h 1203"/>
                <a:gd name="T12" fmla="*/ 556 w 708"/>
                <a:gd name="T13" fmla="*/ 68 h 1203"/>
                <a:gd name="T14" fmla="*/ 593 w 708"/>
                <a:gd name="T15" fmla="*/ 96 h 1203"/>
                <a:gd name="T16" fmla="*/ 626 w 708"/>
                <a:gd name="T17" fmla="*/ 129 h 1203"/>
                <a:gd name="T18" fmla="*/ 654 w 708"/>
                <a:gd name="T19" fmla="*/ 164 h 1203"/>
                <a:gd name="T20" fmla="*/ 678 w 708"/>
                <a:gd name="T21" fmla="*/ 202 h 1203"/>
                <a:gd name="T22" fmla="*/ 694 w 708"/>
                <a:gd name="T23" fmla="*/ 243 h 1203"/>
                <a:gd name="T24" fmla="*/ 704 w 708"/>
                <a:gd name="T25" fmla="*/ 286 h 1203"/>
                <a:gd name="T26" fmla="*/ 708 w 708"/>
                <a:gd name="T27" fmla="*/ 331 h 1203"/>
                <a:gd name="T28" fmla="*/ 708 w 708"/>
                <a:gd name="T29" fmla="*/ 1203 h 1203"/>
                <a:gd name="T30" fmla="*/ 0 w 708"/>
                <a:gd name="T31" fmla="*/ 682 h 1203"/>
                <a:gd name="T32" fmla="*/ 37 w 708"/>
                <a:gd name="T33" fmla="*/ 614 h 1203"/>
                <a:gd name="T34" fmla="*/ 74 w 708"/>
                <a:gd name="T35" fmla="*/ 539 h 1203"/>
                <a:gd name="T36" fmla="*/ 106 w 708"/>
                <a:gd name="T37" fmla="*/ 460 h 1203"/>
                <a:gd name="T38" fmla="*/ 137 w 708"/>
                <a:gd name="T39" fmla="*/ 377 h 1203"/>
                <a:gd name="T40" fmla="*/ 164 w 708"/>
                <a:gd name="T41" fmla="*/ 289 h 1203"/>
                <a:gd name="T42" fmla="*/ 188 w 708"/>
                <a:gd name="T43" fmla="*/ 196 h 1203"/>
                <a:gd name="T44" fmla="*/ 211 w 708"/>
                <a:gd name="T45" fmla="*/ 100 h 1203"/>
                <a:gd name="T46" fmla="*/ 229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229" y="0"/>
                  </a:moveTo>
                  <a:lnTo>
                    <a:pt x="317" y="0"/>
                  </a:lnTo>
                  <a:lnTo>
                    <a:pt x="370" y="2"/>
                  </a:lnTo>
                  <a:lnTo>
                    <a:pt x="421" y="12"/>
                  </a:lnTo>
                  <a:lnTo>
                    <a:pt x="469" y="25"/>
                  </a:lnTo>
                  <a:lnTo>
                    <a:pt x="515" y="45"/>
                  </a:lnTo>
                  <a:lnTo>
                    <a:pt x="556" y="68"/>
                  </a:lnTo>
                  <a:lnTo>
                    <a:pt x="593" y="96"/>
                  </a:lnTo>
                  <a:lnTo>
                    <a:pt x="626" y="129"/>
                  </a:lnTo>
                  <a:lnTo>
                    <a:pt x="654" y="164"/>
                  </a:lnTo>
                  <a:lnTo>
                    <a:pt x="678" y="202"/>
                  </a:lnTo>
                  <a:lnTo>
                    <a:pt x="694" y="243"/>
                  </a:lnTo>
                  <a:lnTo>
                    <a:pt x="704" y="286"/>
                  </a:lnTo>
                  <a:lnTo>
                    <a:pt x="708" y="331"/>
                  </a:lnTo>
                  <a:lnTo>
                    <a:pt x="708" y="1203"/>
                  </a:lnTo>
                  <a:lnTo>
                    <a:pt x="0" y="682"/>
                  </a:lnTo>
                  <a:lnTo>
                    <a:pt x="37" y="614"/>
                  </a:lnTo>
                  <a:lnTo>
                    <a:pt x="74" y="539"/>
                  </a:lnTo>
                  <a:lnTo>
                    <a:pt x="106" y="460"/>
                  </a:lnTo>
                  <a:lnTo>
                    <a:pt x="137" y="377"/>
                  </a:lnTo>
                  <a:lnTo>
                    <a:pt x="164" y="289"/>
                  </a:lnTo>
                  <a:lnTo>
                    <a:pt x="188" y="196"/>
                  </a:lnTo>
                  <a:lnTo>
                    <a:pt x="211" y="10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042085" y="5108755"/>
            <a:ext cx="6104655" cy="1116802"/>
            <a:chOff x="2738446" y="5331035"/>
            <a:chExt cx="6104655" cy="1116802"/>
          </a:xfrm>
        </p:grpSpPr>
        <p:sp>
          <p:nvSpPr>
            <p:cNvPr id="46" name="TextBox 45"/>
            <p:cNvSpPr txBox="1"/>
            <p:nvPr/>
          </p:nvSpPr>
          <p:spPr>
            <a:xfrm>
              <a:off x="2738446" y="5801506"/>
              <a:ext cx="61046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738446" y="5331035"/>
              <a:ext cx="6104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203047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766138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43086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42085" y="680310"/>
            <a:ext cx="6104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5329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>
            <a:off x="0" y="2607617"/>
            <a:ext cx="12195108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3042085" y="5108755"/>
            <a:ext cx="6104655" cy="1116802"/>
            <a:chOff x="2738446" y="5331035"/>
            <a:chExt cx="6104655" cy="1116802"/>
          </a:xfrm>
        </p:grpSpPr>
        <p:sp>
          <p:nvSpPr>
            <p:cNvPr id="46" name="TextBox 45"/>
            <p:cNvSpPr txBox="1"/>
            <p:nvPr/>
          </p:nvSpPr>
          <p:spPr>
            <a:xfrm>
              <a:off x="2738446" y="5801506"/>
              <a:ext cx="61046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 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738446" y="5331035"/>
              <a:ext cx="6104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You can replace this text.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34" name="Oval 33"/>
          <p:cNvSpPr/>
          <p:nvPr/>
        </p:nvSpPr>
        <p:spPr>
          <a:xfrm>
            <a:off x="4348007" y="2242606"/>
            <a:ext cx="730022" cy="730022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6582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111278" y="2242606"/>
            <a:ext cx="730022" cy="73002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9853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9874548" y="2242606"/>
            <a:ext cx="730022" cy="73002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0487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584736" y="2242606"/>
            <a:ext cx="730022" cy="730022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Open Sans" panose="020B0606030504020204" pitchFamily="34" charset="0"/>
              </a:rPr>
              <a:t>04</a:t>
            </a:r>
            <a:endParaRPr lang="en-US" b="1" dirty="0">
              <a:latin typeface="Open Sans" panose="020B0606030504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5466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2085" y="680310"/>
            <a:ext cx="6104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382968"/>
      </p:ext>
    </p:extLst>
  </p:cSld>
  <p:clrMapOvr>
    <a:masterClrMapping/>
  </p:clrMapOvr>
  <p:transition spd="slow">
    <p:push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D861E4-6248-4451-A22A-B80DCCF66C4C}"/>
              </a:ext>
            </a:extLst>
          </p:cNvPr>
          <p:cNvCxnSpPr/>
          <p:nvPr/>
        </p:nvCxnSpPr>
        <p:spPr>
          <a:xfrm>
            <a:off x="-13788" y="2607617"/>
            <a:ext cx="9664486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F64216E9-CD71-41D6-8A0E-0245BE9961D9}"/>
              </a:ext>
            </a:extLst>
          </p:cNvPr>
          <p:cNvSpPr/>
          <p:nvPr/>
        </p:nvSpPr>
        <p:spPr>
          <a:xfrm>
            <a:off x="1574257" y="2242606"/>
            <a:ext cx="730022" cy="730022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Open Sans" panose="020B0606030504020204" pitchFamily="34" charset="0"/>
              </a:rPr>
              <a:t>08</a:t>
            </a:r>
            <a:endParaRPr lang="en-US" sz="1800" b="1" dirty="0">
              <a:latin typeface="Open Sans" panose="020B0606030504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B35F04-E031-43DC-9111-D02619AAF0C4}"/>
              </a:ext>
            </a:extLst>
          </p:cNvPr>
          <p:cNvSpPr/>
          <p:nvPr/>
        </p:nvSpPr>
        <p:spPr>
          <a:xfrm>
            <a:off x="4139744" y="2242606"/>
            <a:ext cx="730022" cy="730022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Open Sans" panose="020B0606030504020204" pitchFamily="34" charset="0"/>
              </a:rPr>
              <a:t>09</a:t>
            </a:r>
            <a:endParaRPr lang="en-US" sz="1800" b="1" dirty="0">
              <a:latin typeface="Open Sans" panose="020B0606030504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1FCC84-5E5E-4A8E-A54B-D81520E93D5A}"/>
              </a:ext>
            </a:extLst>
          </p:cNvPr>
          <p:cNvSpPr/>
          <p:nvPr/>
        </p:nvSpPr>
        <p:spPr>
          <a:xfrm>
            <a:off x="6705232" y="2242606"/>
            <a:ext cx="730022" cy="73002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Open Sans" panose="020B0606030504020204" pitchFamily="34" charset="0"/>
              </a:rPr>
              <a:t>10</a:t>
            </a:r>
            <a:endParaRPr lang="en-US" sz="1800" b="1" dirty="0">
              <a:latin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47229-0C9D-492A-B3AB-86B3EF5FD535}"/>
              </a:ext>
            </a:extLst>
          </p:cNvPr>
          <p:cNvSpPr txBox="1"/>
          <p:nvPr/>
        </p:nvSpPr>
        <p:spPr>
          <a:xfrm>
            <a:off x="948842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EE353-B739-421B-A27E-2D9473A43A39}"/>
              </a:ext>
            </a:extLst>
          </p:cNvPr>
          <p:cNvSpPr txBox="1"/>
          <p:nvPr/>
        </p:nvSpPr>
        <p:spPr>
          <a:xfrm>
            <a:off x="3511933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3ACE9-5066-47AD-AE84-ED80158D2ED3}"/>
              </a:ext>
            </a:extLst>
          </p:cNvPr>
          <p:cNvSpPr txBox="1"/>
          <p:nvPr/>
        </p:nvSpPr>
        <p:spPr>
          <a:xfrm>
            <a:off x="6088881" y="3290150"/>
            <a:ext cx="201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1A2353-5552-4BD1-998B-D7F801893296}"/>
              </a:ext>
            </a:extLst>
          </p:cNvPr>
          <p:cNvSpPr/>
          <p:nvPr/>
        </p:nvSpPr>
        <p:spPr>
          <a:xfrm>
            <a:off x="9050993" y="1443835"/>
            <a:ext cx="2327564" cy="2327564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Arial Narrow" panose="020B0606020202030204" pitchFamily="34" charset="0"/>
              </a:rPr>
              <a:t>GOAL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B15EB-AB62-401B-9017-B84ABE538065}"/>
              </a:ext>
            </a:extLst>
          </p:cNvPr>
          <p:cNvSpPr txBox="1"/>
          <p:nvPr/>
        </p:nvSpPr>
        <p:spPr>
          <a:xfrm>
            <a:off x="3042085" y="680310"/>
            <a:ext cx="6104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017324"/>
      </p:ext>
    </p:extLst>
  </p:cSld>
  <p:clrMapOvr>
    <a:masterClrMapping/>
  </p:clrMapOvr>
  <p:transition spd="slow">
    <p:push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64592" y="1539264"/>
            <a:ext cx="3431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</a:t>
            </a:r>
            <a:r>
              <a:rPr lang="es-US" sz="18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this text.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4592" y="914590"/>
            <a:ext cx="3431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PRODUCT A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78710" y="1539264"/>
            <a:ext cx="3431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8710" y="914590"/>
            <a:ext cx="3431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PRODUCT B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92827" y="1539264"/>
            <a:ext cx="3431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8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92827" y="914590"/>
            <a:ext cx="3431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PRODUCT C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9C8BD8-30BF-43F4-BCE4-10D9B35F02CF}"/>
              </a:ext>
            </a:extLst>
          </p:cNvPr>
          <p:cNvSpPr/>
          <p:nvPr/>
        </p:nvSpPr>
        <p:spPr>
          <a:xfrm>
            <a:off x="5383338" y="3331318"/>
            <a:ext cx="2235552" cy="2235552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0CD1B0-95A6-4058-90BA-7F4A80BBA094}"/>
              </a:ext>
            </a:extLst>
          </p:cNvPr>
          <p:cNvSpPr/>
          <p:nvPr/>
        </p:nvSpPr>
        <p:spPr>
          <a:xfrm>
            <a:off x="4536191" y="3872576"/>
            <a:ext cx="1694294" cy="1694294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AA93C5-2869-4790-A2AF-9C5B233BB2C8}"/>
              </a:ext>
            </a:extLst>
          </p:cNvPr>
          <p:cNvSpPr/>
          <p:nvPr/>
        </p:nvSpPr>
        <p:spPr>
          <a:xfrm>
            <a:off x="5025295" y="3035200"/>
            <a:ext cx="1238909" cy="1238909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07AB4-C9C8-47F7-92D4-1DFA52B9BB4F}"/>
              </a:ext>
            </a:extLst>
          </p:cNvPr>
          <p:cNvSpPr txBox="1"/>
          <p:nvPr/>
        </p:nvSpPr>
        <p:spPr>
          <a:xfrm>
            <a:off x="5398528" y="3331489"/>
            <a:ext cx="492443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559BE-C405-465F-A9AF-81D1CE7B0C15}"/>
              </a:ext>
            </a:extLst>
          </p:cNvPr>
          <p:cNvSpPr txBox="1"/>
          <p:nvPr/>
        </p:nvSpPr>
        <p:spPr>
          <a:xfrm>
            <a:off x="6254893" y="4125929"/>
            <a:ext cx="492443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C3BD4-B756-4826-BB14-28C0899721F5}"/>
              </a:ext>
            </a:extLst>
          </p:cNvPr>
          <p:cNvSpPr txBox="1"/>
          <p:nvPr/>
        </p:nvSpPr>
        <p:spPr>
          <a:xfrm>
            <a:off x="5137117" y="4396558"/>
            <a:ext cx="5180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C1968A-621E-4FDF-82F5-D6E2FB3530F1}"/>
              </a:ext>
            </a:extLst>
          </p:cNvPr>
          <p:cNvCxnSpPr>
            <a:cxnSpLocks/>
          </p:cNvCxnSpPr>
          <p:nvPr/>
        </p:nvCxnSpPr>
        <p:spPr>
          <a:xfrm>
            <a:off x="7757295" y="4719723"/>
            <a:ext cx="91623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222804-F0DF-452D-A273-E844491567E6}"/>
              </a:ext>
            </a:extLst>
          </p:cNvPr>
          <p:cNvCxnSpPr>
            <a:cxnSpLocks/>
          </p:cNvCxnSpPr>
          <p:nvPr/>
        </p:nvCxnSpPr>
        <p:spPr>
          <a:xfrm flipH="1">
            <a:off x="3490098" y="4719723"/>
            <a:ext cx="91623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9CA79B-D070-4686-93A6-29635EA5E03B}"/>
              </a:ext>
            </a:extLst>
          </p:cNvPr>
          <p:cNvCxnSpPr>
            <a:cxnSpLocks/>
          </p:cNvCxnSpPr>
          <p:nvPr/>
        </p:nvCxnSpPr>
        <p:spPr>
          <a:xfrm flipH="1">
            <a:off x="4002713" y="3542087"/>
            <a:ext cx="91623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4FF2FC-DC6D-4D26-BB49-F2F41CD232E7}"/>
              </a:ext>
            </a:extLst>
          </p:cNvPr>
          <p:cNvSpPr txBox="1"/>
          <p:nvPr/>
        </p:nvSpPr>
        <p:spPr>
          <a:xfrm>
            <a:off x="8749878" y="4405201"/>
            <a:ext cx="114528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50%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CC11D-AE8F-4C34-9C32-3FD5BA1A9725}"/>
              </a:ext>
            </a:extLst>
          </p:cNvPr>
          <p:cNvSpPr txBox="1"/>
          <p:nvPr/>
        </p:nvSpPr>
        <p:spPr>
          <a:xfrm>
            <a:off x="2820132" y="3227564"/>
            <a:ext cx="114528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20%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B2BDEA-5292-48F8-B871-D863DF412E9C}"/>
              </a:ext>
            </a:extLst>
          </p:cNvPr>
          <p:cNvSpPr txBox="1"/>
          <p:nvPr/>
        </p:nvSpPr>
        <p:spPr>
          <a:xfrm>
            <a:off x="2293659" y="4405200"/>
            <a:ext cx="114528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30%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3541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5305475" y="2575324"/>
            <a:ext cx="2480345" cy="2480344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365566" y="3175849"/>
            <a:ext cx="1879819" cy="1879819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72466" y="3456944"/>
            <a:ext cx="546366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2293" y="3757207"/>
            <a:ext cx="574822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939381" y="4115759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3204925" y="4115759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3773672" y="2809172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040652" y="3766797"/>
            <a:ext cx="1270696" cy="717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40%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92584" y="2460209"/>
            <a:ext cx="1270696" cy="717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15%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877476" y="3766796"/>
            <a:ext cx="1270696" cy="717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25%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238EAA-9C3C-4AB4-9FA3-378FC27F3733}"/>
              </a:ext>
            </a:extLst>
          </p:cNvPr>
          <p:cNvSpPr/>
          <p:nvPr/>
        </p:nvSpPr>
        <p:spPr>
          <a:xfrm>
            <a:off x="5083177" y="1802332"/>
            <a:ext cx="1666365" cy="1666364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/>
          <p:cNvSpPr/>
          <p:nvPr/>
        </p:nvSpPr>
        <p:spPr>
          <a:xfrm>
            <a:off x="4102970" y="2121887"/>
            <a:ext cx="1374570" cy="1374569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17072" y="2450619"/>
            <a:ext cx="546366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A5177-27C8-4E48-84F8-D964796C26AF}"/>
              </a:ext>
            </a:extLst>
          </p:cNvPr>
          <p:cNvSpPr txBox="1"/>
          <p:nvPr/>
        </p:nvSpPr>
        <p:spPr>
          <a:xfrm>
            <a:off x="5654466" y="2276963"/>
            <a:ext cx="574822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76619-714B-42C9-BF93-EB8FD114BDB6}"/>
              </a:ext>
            </a:extLst>
          </p:cNvPr>
          <p:cNvSpPr txBox="1"/>
          <p:nvPr/>
        </p:nvSpPr>
        <p:spPr>
          <a:xfrm>
            <a:off x="7926617" y="1802332"/>
            <a:ext cx="1270696" cy="717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20%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7E0A5C-9B07-48FF-8740-03969A225144}"/>
              </a:ext>
            </a:extLst>
          </p:cNvPr>
          <p:cNvCxnSpPr/>
          <p:nvPr/>
        </p:nvCxnSpPr>
        <p:spPr>
          <a:xfrm>
            <a:off x="6737709" y="2165503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3C59E942-ABDE-40BE-A854-09DEDF0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VENN DIAGRAM</a:t>
            </a:r>
            <a:endParaRPr lang="es-U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109C1-A2DA-4572-951F-D664A59CC1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Edit this presentation title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709924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5190775" y="3559105"/>
            <a:ext cx="2104127" cy="2104126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11093" y="4307001"/>
            <a:ext cx="463493" cy="6083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44" name="Oval 43"/>
          <p:cNvSpPr/>
          <p:nvPr/>
        </p:nvSpPr>
        <p:spPr>
          <a:xfrm>
            <a:off x="3809034" y="3367091"/>
            <a:ext cx="1879819" cy="1879819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75761" y="3948449"/>
            <a:ext cx="574822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436421" y="4908065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cxnSpLocks/>
          </p:cNvCxnSpPr>
          <p:nvPr/>
        </p:nvCxnSpPr>
        <p:spPr>
          <a:xfrm flipH="1">
            <a:off x="2974194" y="4279554"/>
            <a:ext cx="65677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cxnSpLocks/>
          </p:cNvCxnSpPr>
          <p:nvPr/>
        </p:nvCxnSpPr>
        <p:spPr>
          <a:xfrm flipH="1">
            <a:off x="3043866" y="2998693"/>
            <a:ext cx="85905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537692" y="4594489"/>
            <a:ext cx="127069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35%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62777" y="2675527"/>
            <a:ext cx="127069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10%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46744" y="3965977"/>
            <a:ext cx="127069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25%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005353" y="2601052"/>
            <a:ext cx="1374570" cy="1374569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19455" y="2929784"/>
            <a:ext cx="546366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238EAA-9C3C-4AB4-9FA3-378FC27F3733}"/>
              </a:ext>
            </a:extLst>
          </p:cNvPr>
          <p:cNvSpPr/>
          <p:nvPr/>
        </p:nvSpPr>
        <p:spPr>
          <a:xfrm>
            <a:off x="4639737" y="1564328"/>
            <a:ext cx="1666365" cy="1666364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A5177-27C8-4E48-84F8-D964796C26AF}"/>
              </a:ext>
            </a:extLst>
          </p:cNvPr>
          <p:cNvSpPr txBox="1"/>
          <p:nvPr/>
        </p:nvSpPr>
        <p:spPr>
          <a:xfrm>
            <a:off x="5211026" y="2038959"/>
            <a:ext cx="574822" cy="7171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76619-714B-42C9-BF93-EB8FD114BDB6}"/>
              </a:ext>
            </a:extLst>
          </p:cNvPr>
          <p:cNvSpPr txBox="1"/>
          <p:nvPr/>
        </p:nvSpPr>
        <p:spPr>
          <a:xfrm>
            <a:off x="7659506" y="1715793"/>
            <a:ext cx="127069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15%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7E0A5C-9B07-48FF-8740-03969A225144}"/>
              </a:ext>
            </a:extLst>
          </p:cNvPr>
          <p:cNvCxnSpPr/>
          <p:nvPr/>
        </p:nvCxnSpPr>
        <p:spPr>
          <a:xfrm>
            <a:off x="6470598" y="2043578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D7D7D4D-9C43-4BCE-9679-0F4C543D2BAF}"/>
              </a:ext>
            </a:extLst>
          </p:cNvPr>
          <p:cNvSpPr/>
          <p:nvPr/>
        </p:nvSpPr>
        <p:spPr>
          <a:xfrm>
            <a:off x="5299850" y="2619462"/>
            <a:ext cx="1662212" cy="1662211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C12D2-F0BC-4F17-9CB1-6EB193DF1CD2}"/>
              </a:ext>
            </a:extLst>
          </p:cNvPr>
          <p:cNvSpPr txBox="1"/>
          <p:nvPr/>
        </p:nvSpPr>
        <p:spPr>
          <a:xfrm>
            <a:off x="5884735" y="3127402"/>
            <a:ext cx="492443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C71367-AEC3-4C37-B630-AD963E8CC3EB}"/>
              </a:ext>
            </a:extLst>
          </p:cNvPr>
          <p:cNvSpPr txBox="1"/>
          <p:nvPr/>
        </p:nvSpPr>
        <p:spPr>
          <a:xfrm>
            <a:off x="8307576" y="2807746"/>
            <a:ext cx="127069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15%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673E96-9BE4-46AC-8939-909B59474E19}"/>
              </a:ext>
            </a:extLst>
          </p:cNvPr>
          <p:cNvCxnSpPr/>
          <p:nvPr/>
        </p:nvCxnSpPr>
        <p:spPr>
          <a:xfrm>
            <a:off x="7118668" y="3135531"/>
            <a:ext cx="101655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AD4A745-5956-48BC-849D-92C26C6A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VENN DIAGRAM</a:t>
            </a:r>
            <a:endParaRPr lang="es-U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8A7B2-0A3B-4488-8616-2AC3C5105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Edit this presentation title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1949516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52A145D0-5183-41D9-AED6-1E58F7EA5DA3}"/>
              </a:ext>
            </a:extLst>
          </p:cNvPr>
          <p:cNvGrpSpPr/>
          <p:nvPr/>
        </p:nvGrpSpPr>
        <p:grpSpPr>
          <a:xfrm>
            <a:off x="1508836" y="1216335"/>
            <a:ext cx="2647631" cy="2648245"/>
            <a:chOff x="7862139" y="1621301"/>
            <a:chExt cx="2647631" cy="2648245"/>
          </a:xfrm>
        </p:grpSpPr>
        <p:sp>
          <p:nvSpPr>
            <p:cNvPr id="85" name="Freeform 55">
              <a:extLst>
                <a:ext uri="{FF2B5EF4-FFF2-40B4-BE49-F238E27FC236}">
                  <a16:creationId xmlns:a16="http://schemas.microsoft.com/office/drawing/2014/main" id="{10B6AB20-B976-4DA0-AD48-1C03DF7F6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1718" y="1621301"/>
              <a:ext cx="1160908" cy="1327191"/>
            </a:xfrm>
            <a:custGeom>
              <a:avLst/>
              <a:gdLst>
                <a:gd name="T0" fmla="*/ 0 w 1892"/>
                <a:gd name="T1" fmla="*/ 0 h 2163"/>
                <a:gd name="T2" fmla="*/ 123 w 1892"/>
                <a:gd name="T3" fmla="*/ 1 h 2163"/>
                <a:gd name="T4" fmla="*/ 245 w 1892"/>
                <a:gd name="T5" fmla="*/ 9 h 2163"/>
                <a:gd name="T6" fmla="*/ 368 w 1892"/>
                <a:gd name="T7" fmla="*/ 25 h 2163"/>
                <a:gd name="T8" fmla="*/ 490 w 1892"/>
                <a:gd name="T9" fmla="*/ 47 h 2163"/>
                <a:gd name="T10" fmla="*/ 612 w 1892"/>
                <a:gd name="T11" fmla="*/ 77 h 2163"/>
                <a:gd name="T12" fmla="*/ 732 w 1892"/>
                <a:gd name="T13" fmla="*/ 114 h 2163"/>
                <a:gd name="T14" fmla="*/ 853 w 1892"/>
                <a:gd name="T15" fmla="*/ 158 h 2163"/>
                <a:gd name="T16" fmla="*/ 969 w 1892"/>
                <a:gd name="T17" fmla="*/ 211 h 2163"/>
                <a:gd name="T18" fmla="*/ 1086 w 1892"/>
                <a:gd name="T19" fmla="*/ 271 h 2163"/>
                <a:gd name="T20" fmla="*/ 1186 w 1892"/>
                <a:gd name="T21" fmla="*/ 331 h 2163"/>
                <a:gd name="T22" fmla="*/ 1283 w 1892"/>
                <a:gd name="T23" fmla="*/ 395 h 2163"/>
                <a:gd name="T24" fmla="*/ 1376 w 1892"/>
                <a:gd name="T25" fmla="*/ 465 h 2163"/>
                <a:gd name="T26" fmla="*/ 1464 w 1892"/>
                <a:gd name="T27" fmla="*/ 538 h 2163"/>
                <a:gd name="T28" fmla="*/ 1548 w 1892"/>
                <a:gd name="T29" fmla="*/ 614 h 2163"/>
                <a:gd name="T30" fmla="*/ 1626 w 1892"/>
                <a:gd name="T31" fmla="*/ 695 h 2163"/>
                <a:gd name="T32" fmla="*/ 1700 w 1892"/>
                <a:gd name="T33" fmla="*/ 780 h 2163"/>
                <a:gd name="T34" fmla="*/ 1769 w 1892"/>
                <a:gd name="T35" fmla="*/ 868 h 2163"/>
                <a:gd name="T36" fmla="*/ 1833 w 1892"/>
                <a:gd name="T37" fmla="*/ 958 h 2163"/>
                <a:gd name="T38" fmla="*/ 1892 w 1892"/>
                <a:gd name="T39" fmla="*/ 1052 h 2163"/>
                <a:gd name="T40" fmla="*/ 40 w 1892"/>
                <a:gd name="T41" fmla="*/ 2163 h 2163"/>
                <a:gd name="T42" fmla="*/ 38 w 1892"/>
                <a:gd name="T43" fmla="*/ 2163 h 2163"/>
                <a:gd name="T44" fmla="*/ 0 w 1892"/>
                <a:gd name="T4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2" h="2163">
                  <a:moveTo>
                    <a:pt x="0" y="0"/>
                  </a:moveTo>
                  <a:lnTo>
                    <a:pt x="123" y="1"/>
                  </a:lnTo>
                  <a:lnTo>
                    <a:pt x="245" y="9"/>
                  </a:lnTo>
                  <a:lnTo>
                    <a:pt x="368" y="25"/>
                  </a:lnTo>
                  <a:lnTo>
                    <a:pt x="490" y="47"/>
                  </a:lnTo>
                  <a:lnTo>
                    <a:pt x="612" y="77"/>
                  </a:lnTo>
                  <a:lnTo>
                    <a:pt x="732" y="114"/>
                  </a:lnTo>
                  <a:lnTo>
                    <a:pt x="853" y="158"/>
                  </a:lnTo>
                  <a:lnTo>
                    <a:pt x="969" y="211"/>
                  </a:lnTo>
                  <a:lnTo>
                    <a:pt x="1086" y="271"/>
                  </a:lnTo>
                  <a:lnTo>
                    <a:pt x="1186" y="331"/>
                  </a:lnTo>
                  <a:lnTo>
                    <a:pt x="1283" y="395"/>
                  </a:lnTo>
                  <a:lnTo>
                    <a:pt x="1376" y="465"/>
                  </a:lnTo>
                  <a:lnTo>
                    <a:pt x="1464" y="538"/>
                  </a:lnTo>
                  <a:lnTo>
                    <a:pt x="1548" y="614"/>
                  </a:lnTo>
                  <a:lnTo>
                    <a:pt x="1626" y="695"/>
                  </a:lnTo>
                  <a:lnTo>
                    <a:pt x="1700" y="780"/>
                  </a:lnTo>
                  <a:lnTo>
                    <a:pt x="1769" y="868"/>
                  </a:lnTo>
                  <a:lnTo>
                    <a:pt x="1833" y="958"/>
                  </a:lnTo>
                  <a:lnTo>
                    <a:pt x="1892" y="1052"/>
                  </a:lnTo>
                  <a:lnTo>
                    <a:pt x="40" y="2163"/>
                  </a:lnTo>
                  <a:lnTo>
                    <a:pt x="38" y="2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AB4F3D7B-98BF-4B99-A712-FA1E674CE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967" y="1621301"/>
              <a:ext cx="1159068" cy="1327191"/>
            </a:xfrm>
            <a:custGeom>
              <a:avLst/>
              <a:gdLst>
                <a:gd name="T0" fmla="*/ 1851 w 1889"/>
                <a:gd name="T1" fmla="*/ 0 h 2163"/>
                <a:gd name="T2" fmla="*/ 1889 w 1889"/>
                <a:gd name="T3" fmla="*/ 2163 h 2163"/>
                <a:gd name="T4" fmla="*/ 0 w 1889"/>
                <a:gd name="T5" fmla="*/ 1118 h 2163"/>
                <a:gd name="T6" fmla="*/ 3 w 1889"/>
                <a:gd name="T7" fmla="*/ 1111 h 2163"/>
                <a:gd name="T8" fmla="*/ 67 w 1889"/>
                <a:gd name="T9" fmla="*/ 1004 h 2163"/>
                <a:gd name="T10" fmla="*/ 137 w 1889"/>
                <a:gd name="T11" fmla="*/ 901 h 2163"/>
                <a:gd name="T12" fmla="*/ 210 w 1889"/>
                <a:gd name="T13" fmla="*/ 804 h 2163"/>
                <a:gd name="T14" fmla="*/ 288 w 1889"/>
                <a:gd name="T15" fmla="*/ 711 h 2163"/>
                <a:gd name="T16" fmla="*/ 372 w 1889"/>
                <a:gd name="T17" fmla="*/ 624 h 2163"/>
                <a:gd name="T18" fmla="*/ 459 w 1889"/>
                <a:gd name="T19" fmla="*/ 542 h 2163"/>
                <a:gd name="T20" fmla="*/ 550 w 1889"/>
                <a:gd name="T21" fmla="*/ 466 h 2163"/>
                <a:gd name="T22" fmla="*/ 644 w 1889"/>
                <a:gd name="T23" fmla="*/ 395 h 2163"/>
                <a:gd name="T24" fmla="*/ 743 w 1889"/>
                <a:gd name="T25" fmla="*/ 330 h 2163"/>
                <a:gd name="T26" fmla="*/ 845 w 1889"/>
                <a:gd name="T27" fmla="*/ 271 h 2163"/>
                <a:gd name="T28" fmla="*/ 948 w 1889"/>
                <a:gd name="T29" fmla="*/ 216 h 2163"/>
                <a:gd name="T30" fmla="*/ 1055 w 1889"/>
                <a:gd name="T31" fmla="*/ 169 h 2163"/>
                <a:gd name="T32" fmla="*/ 1164 w 1889"/>
                <a:gd name="T33" fmla="*/ 126 h 2163"/>
                <a:gd name="T34" fmla="*/ 1275 w 1889"/>
                <a:gd name="T35" fmla="*/ 90 h 2163"/>
                <a:gd name="T36" fmla="*/ 1388 w 1889"/>
                <a:gd name="T37" fmla="*/ 60 h 2163"/>
                <a:gd name="T38" fmla="*/ 1502 w 1889"/>
                <a:gd name="T39" fmla="*/ 35 h 2163"/>
                <a:gd name="T40" fmla="*/ 1617 w 1889"/>
                <a:gd name="T41" fmla="*/ 17 h 2163"/>
                <a:gd name="T42" fmla="*/ 1734 w 1889"/>
                <a:gd name="T43" fmla="*/ 5 h 2163"/>
                <a:gd name="T44" fmla="*/ 1851 w 1889"/>
                <a:gd name="T4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89" h="2163">
                  <a:moveTo>
                    <a:pt x="1851" y="0"/>
                  </a:moveTo>
                  <a:lnTo>
                    <a:pt x="1889" y="2163"/>
                  </a:lnTo>
                  <a:lnTo>
                    <a:pt x="0" y="1118"/>
                  </a:lnTo>
                  <a:lnTo>
                    <a:pt x="3" y="1111"/>
                  </a:lnTo>
                  <a:lnTo>
                    <a:pt x="67" y="1004"/>
                  </a:lnTo>
                  <a:lnTo>
                    <a:pt x="137" y="901"/>
                  </a:lnTo>
                  <a:lnTo>
                    <a:pt x="210" y="804"/>
                  </a:lnTo>
                  <a:lnTo>
                    <a:pt x="288" y="711"/>
                  </a:lnTo>
                  <a:lnTo>
                    <a:pt x="372" y="624"/>
                  </a:lnTo>
                  <a:lnTo>
                    <a:pt x="459" y="542"/>
                  </a:lnTo>
                  <a:lnTo>
                    <a:pt x="550" y="466"/>
                  </a:lnTo>
                  <a:lnTo>
                    <a:pt x="644" y="395"/>
                  </a:lnTo>
                  <a:lnTo>
                    <a:pt x="743" y="330"/>
                  </a:lnTo>
                  <a:lnTo>
                    <a:pt x="845" y="271"/>
                  </a:lnTo>
                  <a:lnTo>
                    <a:pt x="948" y="216"/>
                  </a:lnTo>
                  <a:lnTo>
                    <a:pt x="1055" y="169"/>
                  </a:lnTo>
                  <a:lnTo>
                    <a:pt x="1164" y="126"/>
                  </a:lnTo>
                  <a:lnTo>
                    <a:pt x="1275" y="90"/>
                  </a:lnTo>
                  <a:lnTo>
                    <a:pt x="1388" y="60"/>
                  </a:lnTo>
                  <a:lnTo>
                    <a:pt x="1502" y="35"/>
                  </a:lnTo>
                  <a:lnTo>
                    <a:pt x="1617" y="17"/>
                  </a:lnTo>
                  <a:lnTo>
                    <a:pt x="1734" y="5"/>
                  </a:lnTo>
                  <a:lnTo>
                    <a:pt x="185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7" name="Freeform 8">
              <a:extLst>
                <a:ext uri="{FF2B5EF4-FFF2-40B4-BE49-F238E27FC236}">
                  <a16:creationId xmlns:a16="http://schemas.microsoft.com/office/drawing/2014/main" id="{BE677F3F-44ED-40E2-B96E-ADE21BBAA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034" y="2948492"/>
              <a:ext cx="1227" cy="0"/>
            </a:xfrm>
            <a:custGeom>
              <a:avLst/>
              <a:gdLst>
                <a:gd name="T0" fmla="*/ 0 w 2"/>
                <a:gd name="T1" fmla="*/ 2 w 2"/>
                <a:gd name="T2" fmla="*/ 0 w 2"/>
                <a:gd name="T3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ACAA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id="{ADCF4119-531F-480D-A3E7-15736E255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6261" y="2266795"/>
              <a:ext cx="1323509" cy="1321054"/>
            </a:xfrm>
            <a:custGeom>
              <a:avLst/>
              <a:gdLst>
                <a:gd name="T0" fmla="*/ 1852 w 2157"/>
                <a:gd name="T1" fmla="*/ 0 h 2153"/>
                <a:gd name="T2" fmla="*/ 1912 w 2157"/>
                <a:gd name="T3" fmla="*/ 108 h 2153"/>
                <a:gd name="T4" fmla="*/ 1966 w 2157"/>
                <a:gd name="T5" fmla="*/ 219 h 2153"/>
                <a:gd name="T6" fmla="*/ 2013 w 2157"/>
                <a:gd name="T7" fmla="*/ 333 h 2153"/>
                <a:gd name="T8" fmla="*/ 2054 w 2157"/>
                <a:gd name="T9" fmla="*/ 448 h 2153"/>
                <a:gd name="T10" fmla="*/ 2088 w 2157"/>
                <a:gd name="T11" fmla="*/ 567 h 2153"/>
                <a:gd name="T12" fmla="*/ 2115 w 2157"/>
                <a:gd name="T13" fmla="*/ 686 h 2153"/>
                <a:gd name="T14" fmla="*/ 2136 w 2157"/>
                <a:gd name="T15" fmla="*/ 808 h 2153"/>
                <a:gd name="T16" fmla="*/ 2151 w 2157"/>
                <a:gd name="T17" fmla="*/ 931 h 2153"/>
                <a:gd name="T18" fmla="*/ 2157 w 2157"/>
                <a:gd name="T19" fmla="*/ 1054 h 2153"/>
                <a:gd name="T20" fmla="*/ 2156 w 2157"/>
                <a:gd name="T21" fmla="*/ 1179 h 2153"/>
                <a:gd name="T22" fmla="*/ 2148 w 2157"/>
                <a:gd name="T23" fmla="*/ 1303 h 2153"/>
                <a:gd name="T24" fmla="*/ 2134 w 2157"/>
                <a:gd name="T25" fmla="*/ 1426 h 2153"/>
                <a:gd name="T26" fmla="*/ 2111 w 2157"/>
                <a:gd name="T27" fmla="*/ 1550 h 2153"/>
                <a:gd name="T28" fmla="*/ 2081 w 2157"/>
                <a:gd name="T29" fmla="*/ 1673 h 2153"/>
                <a:gd name="T30" fmla="*/ 2044 w 2157"/>
                <a:gd name="T31" fmla="*/ 1795 h 2153"/>
                <a:gd name="T32" fmla="*/ 1999 w 2157"/>
                <a:gd name="T33" fmla="*/ 1916 h 2153"/>
                <a:gd name="T34" fmla="*/ 1946 w 2157"/>
                <a:gd name="T35" fmla="*/ 2035 h 2153"/>
                <a:gd name="T36" fmla="*/ 1886 w 2157"/>
                <a:gd name="T37" fmla="*/ 2153 h 2153"/>
                <a:gd name="T38" fmla="*/ 1886 w 2157"/>
                <a:gd name="T39" fmla="*/ 2153 h 2153"/>
                <a:gd name="T40" fmla="*/ 0 w 2157"/>
                <a:gd name="T41" fmla="*/ 1111 h 2153"/>
                <a:gd name="T42" fmla="*/ 1852 w 2157"/>
                <a:gd name="T43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7" h="2153">
                  <a:moveTo>
                    <a:pt x="1852" y="0"/>
                  </a:moveTo>
                  <a:lnTo>
                    <a:pt x="1912" y="108"/>
                  </a:lnTo>
                  <a:lnTo>
                    <a:pt x="1966" y="219"/>
                  </a:lnTo>
                  <a:lnTo>
                    <a:pt x="2013" y="333"/>
                  </a:lnTo>
                  <a:lnTo>
                    <a:pt x="2054" y="448"/>
                  </a:lnTo>
                  <a:lnTo>
                    <a:pt x="2088" y="567"/>
                  </a:lnTo>
                  <a:lnTo>
                    <a:pt x="2115" y="686"/>
                  </a:lnTo>
                  <a:lnTo>
                    <a:pt x="2136" y="808"/>
                  </a:lnTo>
                  <a:lnTo>
                    <a:pt x="2151" y="931"/>
                  </a:lnTo>
                  <a:lnTo>
                    <a:pt x="2157" y="1054"/>
                  </a:lnTo>
                  <a:lnTo>
                    <a:pt x="2156" y="1179"/>
                  </a:lnTo>
                  <a:lnTo>
                    <a:pt x="2148" y="1303"/>
                  </a:lnTo>
                  <a:lnTo>
                    <a:pt x="2134" y="1426"/>
                  </a:lnTo>
                  <a:lnTo>
                    <a:pt x="2111" y="1550"/>
                  </a:lnTo>
                  <a:lnTo>
                    <a:pt x="2081" y="1673"/>
                  </a:lnTo>
                  <a:lnTo>
                    <a:pt x="2044" y="1795"/>
                  </a:lnTo>
                  <a:lnTo>
                    <a:pt x="1999" y="1916"/>
                  </a:lnTo>
                  <a:lnTo>
                    <a:pt x="1946" y="2035"/>
                  </a:lnTo>
                  <a:lnTo>
                    <a:pt x="1886" y="2153"/>
                  </a:lnTo>
                  <a:lnTo>
                    <a:pt x="1886" y="2153"/>
                  </a:lnTo>
                  <a:lnTo>
                    <a:pt x="0" y="1111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9" name="Freeform 10">
              <a:extLst>
                <a:ext uri="{FF2B5EF4-FFF2-40B4-BE49-F238E27FC236}">
                  <a16:creationId xmlns:a16="http://schemas.microsoft.com/office/drawing/2014/main" id="{FB8C588F-2AAF-4D3E-9E40-B77D92EBD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2139" y="2307292"/>
              <a:ext cx="1322895" cy="1320441"/>
            </a:xfrm>
            <a:custGeom>
              <a:avLst/>
              <a:gdLst>
                <a:gd name="T0" fmla="*/ 267 w 2156"/>
                <a:gd name="T1" fmla="*/ 0 h 2152"/>
                <a:gd name="T2" fmla="*/ 2156 w 2156"/>
                <a:gd name="T3" fmla="*/ 1045 h 2152"/>
                <a:gd name="T4" fmla="*/ 2156 w 2156"/>
                <a:gd name="T5" fmla="*/ 1045 h 2152"/>
                <a:gd name="T6" fmla="*/ 308 w 2156"/>
                <a:gd name="T7" fmla="*/ 2152 h 2152"/>
                <a:gd name="T8" fmla="*/ 248 w 2156"/>
                <a:gd name="T9" fmla="*/ 2045 h 2152"/>
                <a:gd name="T10" fmla="*/ 193 w 2156"/>
                <a:gd name="T11" fmla="*/ 1933 h 2152"/>
                <a:gd name="T12" fmla="*/ 146 w 2156"/>
                <a:gd name="T13" fmla="*/ 1821 h 2152"/>
                <a:gd name="T14" fmla="*/ 104 w 2156"/>
                <a:gd name="T15" fmla="*/ 1704 h 2152"/>
                <a:gd name="T16" fmla="*/ 70 w 2156"/>
                <a:gd name="T17" fmla="*/ 1587 h 2152"/>
                <a:gd name="T18" fmla="*/ 42 w 2156"/>
                <a:gd name="T19" fmla="*/ 1466 h 2152"/>
                <a:gd name="T20" fmla="*/ 21 w 2156"/>
                <a:gd name="T21" fmla="*/ 1344 h 2152"/>
                <a:gd name="T22" fmla="*/ 7 w 2156"/>
                <a:gd name="T23" fmla="*/ 1223 h 2152"/>
                <a:gd name="T24" fmla="*/ 0 w 2156"/>
                <a:gd name="T25" fmla="*/ 1098 h 2152"/>
                <a:gd name="T26" fmla="*/ 0 w 2156"/>
                <a:gd name="T27" fmla="*/ 975 h 2152"/>
                <a:gd name="T28" fmla="*/ 7 w 2156"/>
                <a:gd name="T29" fmla="*/ 851 h 2152"/>
                <a:gd name="T30" fmla="*/ 21 w 2156"/>
                <a:gd name="T31" fmla="*/ 726 h 2152"/>
                <a:gd name="T32" fmla="*/ 44 w 2156"/>
                <a:gd name="T33" fmla="*/ 602 h 2152"/>
                <a:gd name="T34" fmla="*/ 74 w 2156"/>
                <a:gd name="T35" fmla="*/ 479 h 2152"/>
                <a:gd name="T36" fmla="*/ 110 w 2156"/>
                <a:gd name="T37" fmla="*/ 357 h 2152"/>
                <a:gd name="T38" fmla="*/ 155 w 2156"/>
                <a:gd name="T39" fmla="*/ 236 h 2152"/>
                <a:gd name="T40" fmla="*/ 207 w 2156"/>
                <a:gd name="T41" fmla="*/ 116 h 2152"/>
                <a:gd name="T42" fmla="*/ 267 w 2156"/>
                <a:gd name="T43" fmla="*/ 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6" h="2152">
                  <a:moveTo>
                    <a:pt x="267" y="0"/>
                  </a:moveTo>
                  <a:lnTo>
                    <a:pt x="2156" y="1045"/>
                  </a:lnTo>
                  <a:lnTo>
                    <a:pt x="2156" y="1045"/>
                  </a:lnTo>
                  <a:lnTo>
                    <a:pt x="308" y="2152"/>
                  </a:lnTo>
                  <a:lnTo>
                    <a:pt x="248" y="2045"/>
                  </a:lnTo>
                  <a:lnTo>
                    <a:pt x="193" y="1933"/>
                  </a:lnTo>
                  <a:lnTo>
                    <a:pt x="146" y="1821"/>
                  </a:lnTo>
                  <a:lnTo>
                    <a:pt x="104" y="1704"/>
                  </a:lnTo>
                  <a:lnTo>
                    <a:pt x="70" y="1587"/>
                  </a:lnTo>
                  <a:lnTo>
                    <a:pt x="42" y="1466"/>
                  </a:lnTo>
                  <a:lnTo>
                    <a:pt x="21" y="1344"/>
                  </a:lnTo>
                  <a:lnTo>
                    <a:pt x="7" y="1223"/>
                  </a:lnTo>
                  <a:lnTo>
                    <a:pt x="0" y="1098"/>
                  </a:lnTo>
                  <a:lnTo>
                    <a:pt x="0" y="975"/>
                  </a:lnTo>
                  <a:lnTo>
                    <a:pt x="7" y="851"/>
                  </a:lnTo>
                  <a:lnTo>
                    <a:pt x="21" y="726"/>
                  </a:lnTo>
                  <a:lnTo>
                    <a:pt x="44" y="602"/>
                  </a:lnTo>
                  <a:lnTo>
                    <a:pt x="74" y="479"/>
                  </a:lnTo>
                  <a:lnTo>
                    <a:pt x="110" y="357"/>
                  </a:lnTo>
                  <a:lnTo>
                    <a:pt x="155" y="236"/>
                  </a:lnTo>
                  <a:lnTo>
                    <a:pt x="207" y="116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0" name="Freeform 11">
              <a:extLst>
                <a:ext uri="{FF2B5EF4-FFF2-40B4-BE49-F238E27FC236}">
                  <a16:creationId xmlns:a16="http://schemas.microsoft.com/office/drawing/2014/main" id="{370234B2-A77F-4447-90FF-C3061318F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034" y="2948492"/>
              <a:ext cx="1158454" cy="1321054"/>
            </a:xfrm>
            <a:custGeom>
              <a:avLst/>
              <a:gdLst>
                <a:gd name="T0" fmla="*/ 2 w 1888"/>
                <a:gd name="T1" fmla="*/ 0 h 2153"/>
                <a:gd name="T2" fmla="*/ 1888 w 1888"/>
                <a:gd name="T3" fmla="*/ 1042 h 2153"/>
                <a:gd name="T4" fmla="*/ 1824 w 1888"/>
                <a:gd name="T5" fmla="*/ 1150 h 2153"/>
                <a:gd name="T6" fmla="*/ 1755 w 1888"/>
                <a:gd name="T7" fmla="*/ 1252 h 2153"/>
                <a:gd name="T8" fmla="*/ 1681 w 1888"/>
                <a:gd name="T9" fmla="*/ 1349 h 2153"/>
                <a:gd name="T10" fmla="*/ 1603 w 1888"/>
                <a:gd name="T11" fmla="*/ 1442 h 2153"/>
                <a:gd name="T12" fmla="*/ 1519 w 1888"/>
                <a:gd name="T13" fmla="*/ 1529 h 2153"/>
                <a:gd name="T14" fmla="*/ 1431 w 1888"/>
                <a:gd name="T15" fmla="*/ 1611 h 2153"/>
                <a:gd name="T16" fmla="*/ 1341 w 1888"/>
                <a:gd name="T17" fmla="*/ 1687 h 2153"/>
                <a:gd name="T18" fmla="*/ 1245 w 1888"/>
                <a:gd name="T19" fmla="*/ 1758 h 2153"/>
                <a:gd name="T20" fmla="*/ 1147 w 1888"/>
                <a:gd name="T21" fmla="*/ 1823 h 2153"/>
                <a:gd name="T22" fmla="*/ 1046 w 1888"/>
                <a:gd name="T23" fmla="*/ 1883 h 2153"/>
                <a:gd name="T24" fmla="*/ 943 w 1888"/>
                <a:gd name="T25" fmla="*/ 1937 h 2153"/>
                <a:gd name="T26" fmla="*/ 836 w 1888"/>
                <a:gd name="T27" fmla="*/ 1985 h 2153"/>
                <a:gd name="T28" fmla="*/ 727 w 1888"/>
                <a:gd name="T29" fmla="*/ 2027 h 2153"/>
                <a:gd name="T30" fmla="*/ 616 w 1888"/>
                <a:gd name="T31" fmla="*/ 2063 h 2153"/>
                <a:gd name="T32" fmla="*/ 503 w 1888"/>
                <a:gd name="T33" fmla="*/ 2094 h 2153"/>
                <a:gd name="T34" fmla="*/ 389 w 1888"/>
                <a:gd name="T35" fmla="*/ 2118 h 2153"/>
                <a:gd name="T36" fmla="*/ 273 w 1888"/>
                <a:gd name="T37" fmla="*/ 2136 h 2153"/>
                <a:gd name="T38" fmla="*/ 156 w 1888"/>
                <a:gd name="T39" fmla="*/ 2148 h 2153"/>
                <a:gd name="T40" fmla="*/ 40 w 1888"/>
                <a:gd name="T41" fmla="*/ 2153 h 2153"/>
                <a:gd name="T42" fmla="*/ 0 w 1888"/>
                <a:gd name="T43" fmla="*/ 0 h 2153"/>
                <a:gd name="T44" fmla="*/ 2 w 1888"/>
                <a:gd name="T45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88" h="2153">
                  <a:moveTo>
                    <a:pt x="2" y="0"/>
                  </a:moveTo>
                  <a:lnTo>
                    <a:pt x="1888" y="1042"/>
                  </a:lnTo>
                  <a:lnTo>
                    <a:pt x="1824" y="1150"/>
                  </a:lnTo>
                  <a:lnTo>
                    <a:pt x="1755" y="1252"/>
                  </a:lnTo>
                  <a:lnTo>
                    <a:pt x="1681" y="1349"/>
                  </a:lnTo>
                  <a:lnTo>
                    <a:pt x="1603" y="1442"/>
                  </a:lnTo>
                  <a:lnTo>
                    <a:pt x="1519" y="1529"/>
                  </a:lnTo>
                  <a:lnTo>
                    <a:pt x="1431" y="1611"/>
                  </a:lnTo>
                  <a:lnTo>
                    <a:pt x="1341" y="1687"/>
                  </a:lnTo>
                  <a:lnTo>
                    <a:pt x="1245" y="1758"/>
                  </a:lnTo>
                  <a:lnTo>
                    <a:pt x="1147" y="1823"/>
                  </a:lnTo>
                  <a:lnTo>
                    <a:pt x="1046" y="1883"/>
                  </a:lnTo>
                  <a:lnTo>
                    <a:pt x="943" y="1937"/>
                  </a:lnTo>
                  <a:lnTo>
                    <a:pt x="836" y="1985"/>
                  </a:lnTo>
                  <a:lnTo>
                    <a:pt x="727" y="2027"/>
                  </a:lnTo>
                  <a:lnTo>
                    <a:pt x="616" y="2063"/>
                  </a:lnTo>
                  <a:lnTo>
                    <a:pt x="503" y="2094"/>
                  </a:lnTo>
                  <a:lnTo>
                    <a:pt x="389" y="2118"/>
                  </a:lnTo>
                  <a:lnTo>
                    <a:pt x="273" y="2136"/>
                  </a:lnTo>
                  <a:lnTo>
                    <a:pt x="156" y="2148"/>
                  </a:lnTo>
                  <a:lnTo>
                    <a:pt x="40" y="2153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1" name="Freeform 12">
              <a:extLst>
                <a:ext uri="{FF2B5EF4-FFF2-40B4-BE49-F238E27FC236}">
                  <a16:creationId xmlns:a16="http://schemas.microsoft.com/office/drawing/2014/main" id="{5F698BD2-A9A9-41E4-B13A-BD784B754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1124" y="2948492"/>
              <a:ext cx="1158454" cy="1321054"/>
            </a:xfrm>
            <a:custGeom>
              <a:avLst/>
              <a:gdLst>
                <a:gd name="T0" fmla="*/ 1848 w 1888"/>
                <a:gd name="T1" fmla="*/ 0 h 2153"/>
                <a:gd name="T2" fmla="*/ 1888 w 1888"/>
                <a:gd name="T3" fmla="*/ 2153 h 2153"/>
                <a:gd name="T4" fmla="*/ 1765 w 1888"/>
                <a:gd name="T5" fmla="*/ 2152 h 2153"/>
                <a:gd name="T6" fmla="*/ 1642 w 1888"/>
                <a:gd name="T7" fmla="*/ 2144 h 2153"/>
                <a:gd name="T8" fmla="*/ 1520 w 1888"/>
                <a:gd name="T9" fmla="*/ 2128 h 2153"/>
                <a:gd name="T10" fmla="*/ 1397 w 1888"/>
                <a:gd name="T11" fmla="*/ 2106 h 2153"/>
                <a:gd name="T12" fmla="*/ 1276 w 1888"/>
                <a:gd name="T13" fmla="*/ 2076 h 2153"/>
                <a:gd name="T14" fmla="*/ 1156 w 1888"/>
                <a:gd name="T15" fmla="*/ 2038 h 2153"/>
                <a:gd name="T16" fmla="*/ 1035 w 1888"/>
                <a:gd name="T17" fmla="*/ 1993 h 2153"/>
                <a:gd name="T18" fmla="*/ 919 w 1888"/>
                <a:gd name="T19" fmla="*/ 1942 h 2153"/>
                <a:gd name="T20" fmla="*/ 802 w 1888"/>
                <a:gd name="T21" fmla="*/ 1882 h 2153"/>
                <a:gd name="T22" fmla="*/ 702 w 1888"/>
                <a:gd name="T23" fmla="*/ 1823 h 2153"/>
                <a:gd name="T24" fmla="*/ 606 w 1888"/>
                <a:gd name="T25" fmla="*/ 1759 h 2153"/>
                <a:gd name="T26" fmla="*/ 513 w 1888"/>
                <a:gd name="T27" fmla="*/ 1690 h 2153"/>
                <a:gd name="T28" fmla="*/ 427 w 1888"/>
                <a:gd name="T29" fmla="*/ 1618 h 2153"/>
                <a:gd name="T30" fmla="*/ 343 w 1888"/>
                <a:gd name="T31" fmla="*/ 1542 h 2153"/>
                <a:gd name="T32" fmla="*/ 266 w 1888"/>
                <a:gd name="T33" fmla="*/ 1460 h 2153"/>
                <a:gd name="T34" fmla="*/ 191 w 1888"/>
                <a:gd name="T35" fmla="*/ 1378 h 2153"/>
                <a:gd name="T36" fmla="*/ 123 w 1888"/>
                <a:gd name="T37" fmla="*/ 1290 h 2153"/>
                <a:gd name="T38" fmla="*/ 59 w 1888"/>
                <a:gd name="T39" fmla="*/ 1200 h 2153"/>
                <a:gd name="T40" fmla="*/ 0 w 1888"/>
                <a:gd name="T41" fmla="*/ 1107 h 2153"/>
                <a:gd name="T42" fmla="*/ 1848 w 1888"/>
                <a:gd name="T43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88" h="2153">
                  <a:moveTo>
                    <a:pt x="1848" y="0"/>
                  </a:moveTo>
                  <a:lnTo>
                    <a:pt x="1888" y="2153"/>
                  </a:lnTo>
                  <a:lnTo>
                    <a:pt x="1765" y="2152"/>
                  </a:lnTo>
                  <a:lnTo>
                    <a:pt x="1642" y="2144"/>
                  </a:lnTo>
                  <a:lnTo>
                    <a:pt x="1520" y="2128"/>
                  </a:lnTo>
                  <a:lnTo>
                    <a:pt x="1397" y="2106"/>
                  </a:lnTo>
                  <a:lnTo>
                    <a:pt x="1276" y="2076"/>
                  </a:lnTo>
                  <a:lnTo>
                    <a:pt x="1156" y="2038"/>
                  </a:lnTo>
                  <a:lnTo>
                    <a:pt x="1035" y="1993"/>
                  </a:lnTo>
                  <a:lnTo>
                    <a:pt x="919" y="1942"/>
                  </a:lnTo>
                  <a:lnTo>
                    <a:pt x="802" y="1882"/>
                  </a:lnTo>
                  <a:lnTo>
                    <a:pt x="702" y="1823"/>
                  </a:lnTo>
                  <a:lnTo>
                    <a:pt x="606" y="1759"/>
                  </a:lnTo>
                  <a:lnTo>
                    <a:pt x="513" y="1690"/>
                  </a:lnTo>
                  <a:lnTo>
                    <a:pt x="427" y="1618"/>
                  </a:lnTo>
                  <a:lnTo>
                    <a:pt x="343" y="1542"/>
                  </a:lnTo>
                  <a:lnTo>
                    <a:pt x="266" y="1460"/>
                  </a:lnTo>
                  <a:lnTo>
                    <a:pt x="191" y="1378"/>
                  </a:lnTo>
                  <a:lnTo>
                    <a:pt x="123" y="1290"/>
                  </a:lnTo>
                  <a:lnTo>
                    <a:pt x="59" y="1200"/>
                  </a:lnTo>
                  <a:lnTo>
                    <a:pt x="0" y="1107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92" name="Freeform 13">
              <a:extLst>
                <a:ext uri="{FF2B5EF4-FFF2-40B4-BE49-F238E27FC236}">
                  <a16:creationId xmlns:a16="http://schemas.microsoft.com/office/drawing/2014/main" id="{46CC464E-5B78-40F0-8562-DF7D44FA9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1589" y="1983450"/>
              <a:ext cx="1686275" cy="1928243"/>
            </a:xfrm>
            <a:custGeom>
              <a:avLst/>
              <a:gdLst>
                <a:gd name="T0" fmla="*/ 1653 w 3373"/>
                <a:gd name="T1" fmla="*/ 0 h 3857"/>
                <a:gd name="T2" fmla="*/ 3339 w 3373"/>
                <a:gd name="T3" fmla="*/ 935 h 3857"/>
                <a:gd name="T4" fmla="*/ 3373 w 3373"/>
                <a:gd name="T5" fmla="*/ 2863 h 3857"/>
                <a:gd name="T6" fmla="*/ 1720 w 3373"/>
                <a:gd name="T7" fmla="*/ 3857 h 3857"/>
                <a:gd name="T8" fmla="*/ 33 w 3373"/>
                <a:gd name="T9" fmla="*/ 2921 h 3857"/>
                <a:gd name="T10" fmla="*/ 0 w 3373"/>
                <a:gd name="T11" fmla="*/ 992 h 3857"/>
                <a:gd name="T12" fmla="*/ 1653 w 3373"/>
                <a:gd name="T13" fmla="*/ 0 h 3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73" h="3857">
                  <a:moveTo>
                    <a:pt x="1653" y="0"/>
                  </a:moveTo>
                  <a:lnTo>
                    <a:pt x="3339" y="935"/>
                  </a:lnTo>
                  <a:lnTo>
                    <a:pt x="3373" y="2863"/>
                  </a:lnTo>
                  <a:lnTo>
                    <a:pt x="1720" y="3857"/>
                  </a:lnTo>
                  <a:lnTo>
                    <a:pt x="33" y="2921"/>
                  </a:lnTo>
                  <a:lnTo>
                    <a:pt x="0" y="99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2279341-84FE-489A-B164-2700E12752FA}"/>
              </a:ext>
            </a:extLst>
          </p:cNvPr>
          <p:cNvGrpSpPr/>
          <p:nvPr/>
        </p:nvGrpSpPr>
        <p:grpSpPr>
          <a:xfrm>
            <a:off x="4792129" y="1216335"/>
            <a:ext cx="2647631" cy="2648245"/>
            <a:chOff x="7862139" y="1621301"/>
            <a:chExt cx="2647631" cy="2648245"/>
          </a:xfrm>
        </p:grpSpPr>
        <p:sp>
          <p:nvSpPr>
            <p:cNvPr id="76" name="Freeform 55">
              <a:extLst>
                <a:ext uri="{FF2B5EF4-FFF2-40B4-BE49-F238E27FC236}">
                  <a16:creationId xmlns:a16="http://schemas.microsoft.com/office/drawing/2014/main" id="{E08565CA-6DA7-4A58-A3CC-38E7C6E36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1718" y="1621301"/>
              <a:ext cx="1160908" cy="1327191"/>
            </a:xfrm>
            <a:custGeom>
              <a:avLst/>
              <a:gdLst>
                <a:gd name="T0" fmla="*/ 0 w 1892"/>
                <a:gd name="T1" fmla="*/ 0 h 2163"/>
                <a:gd name="T2" fmla="*/ 123 w 1892"/>
                <a:gd name="T3" fmla="*/ 1 h 2163"/>
                <a:gd name="T4" fmla="*/ 245 w 1892"/>
                <a:gd name="T5" fmla="*/ 9 h 2163"/>
                <a:gd name="T6" fmla="*/ 368 w 1892"/>
                <a:gd name="T7" fmla="*/ 25 h 2163"/>
                <a:gd name="T8" fmla="*/ 490 w 1892"/>
                <a:gd name="T9" fmla="*/ 47 h 2163"/>
                <a:gd name="T10" fmla="*/ 612 w 1892"/>
                <a:gd name="T11" fmla="*/ 77 h 2163"/>
                <a:gd name="T12" fmla="*/ 732 w 1892"/>
                <a:gd name="T13" fmla="*/ 114 h 2163"/>
                <a:gd name="T14" fmla="*/ 853 w 1892"/>
                <a:gd name="T15" fmla="*/ 158 h 2163"/>
                <a:gd name="T16" fmla="*/ 969 w 1892"/>
                <a:gd name="T17" fmla="*/ 211 h 2163"/>
                <a:gd name="T18" fmla="*/ 1086 w 1892"/>
                <a:gd name="T19" fmla="*/ 271 h 2163"/>
                <a:gd name="T20" fmla="*/ 1186 w 1892"/>
                <a:gd name="T21" fmla="*/ 331 h 2163"/>
                <a:gd name="T22" fmla="*/ 1283 w 1892"/>
                <a:gd name="T23" fmla="*/ 395 h 2163"/>
                <a:gd name="T24" fmla="*/ 1376 w 1892"/>
                <a:gd name="T25" fmla="*/ 465 h 2163"/>
                <a:gd name="T26" fmla="*/ 1464 w 1892"/>
                <a:gd name="T27" fmla="*/ 538 h 2163"/>
                <a:gd name="T28" fmla="*/ 1548 w 1892"/>
                <a:gd name="T29" fmla="*/ 614 h 2163"/>
                <a:gd name="T30" fmla="*/ 1626 w 1892"/>
                <a:gd name="T31" fmla="*/ 695 h 2163"/>
                <a:gd name="T32" fmla="*/ 1700 w 1892"/>
                <a:gd name="T33" fmla="*/ 780 h 2163"/>
                <a:gd name="T34" fmla="*/ 1769 w 1892"/>
                <a:gd name="T35" fmla="*/ 868 h 2163"/>
                <a:gd name="T36" fmla="*/ 1833 w 1892"/>
                <a:gd name="T37" fmla="*/ 958 h 2163"/>
                <a:gd name="T38" fmla="*/ 1892 w 1892"/>
                <a:gd name="T39" fmla="*/ 1052 h 2163"/>
                <a:gd name="T40" fmla="*/ 40 w 1892"/>
                <a:gd name="T41" fmla="*/ 2163 h 2163"/>
                <a:gd name="T42" fmla="*/ 38 w 1892"/>
                <a:gd name="T43" fmla="*/ 2163 h 2163"/>
                <a:gd name="T44" fmla="*/ 0 w 1892"/>
                <a:gd name="T4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2" h="2163">
                  <a:moveTo>
                    <a:pt x="0" y="0"/>
                  </a:moveTo>
                  <a:lnTo>
                    <a:pt x="123" y="1"/>
                  </a:lnTo>
                  <a:lnTo>
                    <a:pt x="245" y="9"/>
                  </a:lnTo>
                  <a:lnTo>
                    <a:pt x="368" y="25"/>
                  </a:lnTo>
                  <a:lnTo>
                    <a:pt x="490" y="47"/>
                  </a:lnTo>
                  <a:lnTo>
                    <a:pt x="612" y="77"/>
                  </a:lnTo>
                  <a:lnTo>
                    <a:pt x="732" y="114"/>
                  </a:lnTo>
                  <a:lnTo>
                    <a:pt x="853" y="158"/>
                  </a:lnTo>
                  <a:lnTo>
                    <a:pt x="969" y="211"/>
                  </a:lnTo>
                  <a:lnTo>
                    <a:pt x="1086" y="271"/>
                  </a:lnTo>
                  <a:lnTo>
                    <a:pt x="1186" y="331"/>
                  </a:lnTo>
                  <a:lnTo>
                    <a:pt x="1283" y="395"/>
                  </a:lnTo>
                  <a:lnTo>
                    <a:pt x="1376" y="465"/>
                  </a:lnTo>
                  <a:lnTo>
                    <a:pt x="1464" y="538"/>
                  </a:lnTo>
                  <a:lnTo>
                    <a:pt x="1548" y="614"/>
                  </a:lnTo>
                  <a:lnTo>
                    <a:pt x="1626" y="695"/>
                  </a:lnTo>
                  <a:lnTo>
                    <a:pt x="1700" y="780"/>
                  </a:lnTo>
                  <a:lnTo>
                    <a:pt x="1769" y="868"/>
                  </a:lnTo>
                  <a:lnTo>
                    <a:pt x="1833" y="958"/>
                  </a:lnTo>
                  <a:lnTo>
                    <a:pt x="1892" y="1052"/>
                  </a:lnTo>
                  <a:lnTo>
                    <a:pt x="40" y="2163"/>
                  </a:lnTo>
                  <a:lnTo>
                    <a:pt x="38" y="2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FAFB56C6-3406-4A71-BD85-60B9F38EE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967" y="1621301"/>
              <a:ext cx="1159068" cy="1327191"/>
            </a:xfrm>
            <a:custGeom>
              <a:avLst/>
              <a:gdLst>
                <a:gd name="T0" fmla="*/ 1851 w 1889"/>
                <a:gd name="T1" fmla="*/ 0 h 2163"/>
                <a:gd name="T2" fmla="*/ 1889 w 1889"/>
                <a:gd name="T3" fmla="*/ 2163 h 2163"/>
                <a:gd name="T4" fmla="*/ 0 w 1889"/>
                <a:gd name="T5" fmla="*/ 1118 h 2163"/>
                <a:gd name="T6" fmla="*/ 3 w 1889"/>
                <a:gd name="T7" fmla="*/ 1111 h 2163"/>
                <a:gd name="T8" fmla="*/ 67 w 1889"/>
                <a:gd name="T9" fmla="*/ 1004 h 2163"/>
                <a:gd name="T10" fmla="*/ 137 w 1889"/>
                <a:gd name="T11" fmla="*/ 901 h 2163"/>
                <a:gd name="T12" fmla="*/ 210 w 1889"/>
                <a:gd name="T13" fmla="*/ 804 h 2163"/>
                <a:gd name="T14" fmla="*/ 288 w 1889"/>
                <a:gd name="T15" fmla="*/ 711 h 2163"/>
                <a:gd name="T16" fmla="*/ 372 w 1889"/>
                <a:gd name="T17" fmla="*/ 624 h 2163"/>
                <a:gd name="T18" fmla="*/ 459 w 1889"/>
                <a:gd name="T19" fmla="*/ 542 h 2163"/>
                <a:gd name="T20" fmla="*/ 550 w 1889"/>
                <a:gd name="T21" fmla="*/ 466 h 2163"/>
                <a:gd name="T22" fmla="*/ 644 w 1889"/>
                <a:gd name="T23" fmla="*/ 395 h 2163"/>
                <a:gd name="T24" fmla="*/ 743 w 1889"/>
                <a:gd name="T25" fmla="*/ 330 h 2163"/>
                <a:gd name="T26" fmla="*/ 845 w 1889"/>
                <a:gd name="T27" fmla="*/ 271 h 2163"/>
                <a:gd name="T28" fmla="*/ 948 w 1889"/>
                <a:gd name="T29" fmla="*/ 216 h 2163"/>
                <a:gd name="T30" fmla="*/ 1055 w 1889"/>
                <a:gd name="T31" fmla="*/ 169 h 2163"/>
                <a:gd name="T32" fmla="*/ 1164 w 1889"/>
                <a:gd name="T33" fmla="*/ 126 h 2163"/>
                <a:gd name="T34" fmla="*/ 1275 w 1889"/>
                <a:gd name="T35" fmla="*/ 90 h 2163"/>
                <a:gd name="T36" fmla="*/ 1388 w 1889"/>
                <a:gd name="T37" fmla="*/ 60 h 2163"/>
                <a:gd name="T38" fmla="*/ 1502 w 1889"/>
                <a:gd name="T39" fmla="*/ 35 h 2163"/>
                <a:gd name="T40" fmla="*/ 1617 w 1889"/>
                <a:gd name="T41" fmla="*/ 17 h 2163"/>
                <a:gd name="T42" fmla="*/ 1734 w 1889"/>
                <a:gd name="T43" fmla="*/ 5 h 2163"/>
                <a:gd name="T44" fmla="*/ 1851 w 1889"/>
                <a:gd name="T4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89" h="2163">
                  <a:moveTo>
                    <a:pt x="1851" y="0"/>
                  </a:moveTo>
                  <a:lnTo>
                    <a:pt x="1889" y="2163"/>
                  </a:lnTo>
                  <a:lnTo>
                    <a:pt x="0" y="1118"/>
                  </a:lnTo>
                  <a:lnTo>
                    <a:pt x="3" y="1111"/>
                  </a:lnTo>
                  <a:lnTo>
                    <a:pt x="67" y="1004"/>
                  </a:lnTo>
                  <a:lnTo>
                    <a:pt x="137" y="901"/>
                  </a:lnTo>
                  <a:lnTo>
                    <a:pt x="210" y="804"/>
                  </a:lnTo>
                  <a:lnTo>
                    <a:pt x="288" y="711"/>
                  </a:lnTo>
                  <a:lnTo>
                    <a:pt x="372" y="624"/>
                  </a:lnTo>
                  <a:lnTo>
                    <a:pt x="459" y="542"/>
                  </a:lnTo>
                  <a:lnTo>
                    <a:pt x="550" y="466"/>
                  </a:lnTo>
                  <a:lnTo>
                    <a:pt x="644" y="395"/>
                  </a:lnTo>
                  <a:lnTo>
                    <a:pt x="743" y="330"/>
                  </a:lnTo>
                  <a:lnTo>
                    <a:pt x="845" y="271"/>
                  </a:lnTo>
                  <a:lnTo>
                    <a:pt x="948" y="216"/>
                  </a:lnTo>
                  <a:lnTo>
                    <a:pt x="1055" y="169"/>
                  </a:lnTo>
                  <a:lnTo>
                    <a:pt x="1164" y="126"/>
                  </a:lnTo>
                  <a:lnTo>
                    <a:pt x="1275" y="90"/>
                  </a:lnTo>
                  <a:lnTo>
                    <a:pt x="1388" y="60"/>
                  </a:lnTo>
                  <a:lnTo>
                    <a:pt x="1502" y="35"/>
                  </a:lnTo>
                  <a:lnTo>
                    <a:pt x="1617" y="17"/>
                  </a:lnTo>
                  <a:lnTo>
                    <a:pt x="1734" y="5"/>
                  </a:lnTo>
                  <a:lnTo>
                    <a:pt x="185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9B6AECEE-56EE-4117-9356-3BB06100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034" y="2948492"/>
              <a:ext cx="1227" cy="0"/>
            </a:xfrm>
            <a:custGeom>
              <a:avLst/>
              <a:gdLst>
                <a:gd name="T0" fmla="*/ 0 w 2"/>
                <a:gd name="T1" fmla="*/ 2 w 2"/>
                <a:gd name="T2" fmla="*/ 0 w 2"/>
                <a:gd name="T3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ACAA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7E44806C-1B18-4282-B2DA-D029E2D2C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6261" y="2266795"/>
              <a:ext cx="1323509" cy="1321054"/>
            </a:xfrm>
            <a:custGeom>
              <a:avLst/>
              <a:gdLst>
                <a:gd name="T0" fmla="*/ 1852 w 2157"/>
                <a:gd name="T1" fmla="*/ 0 h 2153"/>
                <a:gd name="T2" fmla="*/ 1912 w 2157"/>
                <a:gd name="T3" fmla="*/ 108 h 2153"/>
                <a:gd name="T4" fmla="*/ 1966 w 2157"/>
                <a:gd name="T5" fmla="*/ 219 h 2153"/>
                <a:gd name="T6" fmla="*/ 2013 w 2157"/>
                <a:gd name="T7" fmla="*/ 333 h 2153"/>
                <a:gd name="T8" fmla="*/ 2054 w 2157"/>
                <a:gd name="T9" fmla="*/ 448 h 2153"/>
                <a:gd name="T10" fmla="*/ 2088 w 2157"/>
                <a:gd name="T11" fmla="*/ 567 h 2153"/>
                <a:gd name="T12" fmla="*/ 2115 w 2157"/>
                <a:gd name="T13" fmla="*/ 686 h 2153"/>
                <a:gd name="T14" fmla="*/ 2136 w 2157"/>
                <a:gd name="T15" fmla="*/ 808 h 2153"/>
                <a:gd name="T16" fmla="*/ 2151 w 2157"/>
                <a:gd name="T17" fmla="*/ 931 h 2153"/>
                <a:gd name="T18" fmla="*/ 2157 w 2157"/>
                <a:gd name="T19" fmla="*/ 1054 h 2153"/>
                <a:gd name="T20" fmla="*/ 2156 w 2157"/>
                <a:gd name="T21" fmla="*/ 1179 h 2153"/>
                <a:gd name="T22" fmla="*/ 2148 w 2157"/>
                <a:gd name="T23" fmla="*/ 1303 h 2153"/>
                <a:gd name="T24" fmla="*/ 2134 w 2157"/>
                <a:gd name="T25" fmla="*/ 1426 h 2153"/>
                <a:gd name="T26" fmla="*/ 2111 w 2157"/>
                <a:gd name="T27" fmla="*/ 1550 h 2153"/>
                <a:gd name="T28" fmla="*/ 2081 w 2157"/>
                <a:gd name="T29" fmla="*/ 1673 h 2153"/>
                <a:gd name="T30" fmla="*/ 2044 w 2157"/>
                <a:gd name="T31" fmla="*/ 1795 h 2153"/>
                <a:gd name="T32" fmla="*/ 1999 w 2157"/>
                <a:gd name="T33" fmla="*/ 1916 h 2153"/>
                <a:gd name="T34" fmla="*/ 1946 w 2157"/>
                <a:gd name="T35" fmla="*/ 2035 h 2153"/>
                <a:gd name="T36" fmla="*/ 1886 w 2157"/>
                <a:gd name="T37" fmla="*/ 2153 h 2153"/>
                <a:gd name="T38" fmla="*/ 1886 w 2157"/>
                <a:gd name="T39" fmla="*/ 2153 h 2153"/>
                <a:gd name="T40" fmla="*/ 0 w 2157"/>
                <a:gd name="T41" fmla="*/ 1111 h 2153"/>
                <a:gd name="T42" fmla="*/ 1852 w 2157"/>
                <a:gd name="T43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7" h="2153">
                  <a:moveTo>
                    <a:pt x="1852" y="0"/>
                  </a:moveTo>
                  <a:lnTo>
                    <a:pt x="1912" y="108"/>
                  </a:lnTo>
                  <a:lnTo>
                    <a:pt x="1966" y="219"/>
                  </a:lnTo>
                  <a:lnTo>
                    <a:pt x="2013" y="333"/>
                  </a:lnTo>
                  <a:lnTo>
                    <a:pt x="2054" y="448"/>
                  </a:lnTo>
                  <a:lnTo>
                    <a:pt x="2088" y="567"/>
                  </a:lnTo>
                  <a:lnTo>
                    <a:pt x="2115" y="686"/>
                  </a:lnTo>
                  <a:lnTo>
                    <a:pt x="2136" y="808"/>
                  </a:lnTo>
                  <a:lnTo>
                    <a:pt x="2151" y="931"/>
                  </a:lnTo>
                  <a:lnTo>
                    <a:pt x="2157" y="1054"/>
                  </a:lnTo>
                  <a:lnTo>
                    <a:pt x="2156" y="1179"/>
                  </a:lnTo>
                  <a:lnTo>
                    <a:pt x="2148" y="1303"/>
                  </a:lnTo>
                  <a:lnTo>
                    <a:pt x="2134" y="1426"/>
                  </a:lnTo>
                  <a:lnTo>
                    <a:pt x="2111" y="1550"/>
                  </a:lnTo>
                  <a:lnTo>
                    <a:pt x="2081" y="1673"/>
                  </a:lnTo>
                  <a:lnTo>
                    <a:pt x="2044" y="1795"/>
                  </a:lnTo>
                  <a:lnTo>
                    <a:pt x="1999" y="1916"/>
                  </a:lnTo>
                  <a:lnTo>
                    <a:pt x="1946" y="2035"/>
                  </a:lnTo>
                  <a:lnTo>
                    <a:pt x="1886" y="2153"/>
                  </a:lnTo>
                  <a:lnTo>
                    <a:pt x="1886" y="2153"/>
                  </a:lnTo>
                  <a:lnTo>
                    <a:pt x="0" y="1111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EC59FC14-F971-41F5-BAC5-F85CFA441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2139" y="2307292"/>
              <a:ext cx="1322895" cy="1320441"/>
            </a:xfrm>
            <a:custGeom>
              <a:avLst/>
              <a:gdLst>
                <a:gd name="T0" fmla="*/ 267 w 2156"/>
                <a:gd name="T1" fmla="*/ 0 h 2152"/>
                <a:gd name="T2" fmla="*/ 2156 w 2156"/>
                <a:gd name="T3" fmla="*/ 1045 h 2152"/>
                <a:gd name="T4" fmla="*/ 2156 w 2156"/>
                <a:gd name="T5" fmla="*/ 1045 h 2152"/>
                <a:gd name="T6" fmla="*/ 308 w 2156"/>
                <a:gd name="T7" fmla="*/ 2152 h 2152"/>
                <a:gd name="T8" fmla="*/ 248 w 2156"/>
                <a:gd name="T9" fmla="*/ 2045 h 2152"/>
                <a:gd name="T10" fmla="*/ 193 w 2156"/>
                <a:gd name="T11" fmla="*/ 1933 h 2152"/>
                <a:gd name="T12" fmla="*/ 146 w 2156"/>
                <a:gd name="T13" fmla="*/ 1821 h 2152"/>
                <a:gd name="T14" fmla="*/ 104 w 2156"/>
                <a:gd name="T15" fmla="*/ 1704 h 2152"/>
                <a:gd name="T16" fmla="*/ 70 w 2156"/>
                <a:gd name="T17" fmla="*/ 1587 h 2152"/>
                <a:gd name="T18" fmla="*/ 42 w 2156"/>
                <a:gd name="T19" fmla="*/ 1466 h 2152"/>
                <a:gd name="T20" fmla="*/ 21 w 2156"/>
                <a:gd name="T21" fmla="*/ 1344 h 2152"/>
                <a:gd name="T22" fmla="*/ 7 w 2156"/>
                <a:gd name="T23" fmla="*/ 1223 h 2152"/>
                <a:gd name="T24" fmla="*/ 0 w 2156"/>
                <a:gd name="T25" fmla="*/ 1098 h 2152"/>
                <a:gd name="T26" fmla="*/ 0 w 2156"/>
                <a:gd name="T27" fmla="*/ 975 h 2152"/>
                <a:gd name="T28" fmla="*/ 7 w 2156"/>
                <a:gd name="T29" fmla="*/ 851 h 2152"/>
                <a:gd name="T30" fmla="*/ 21 w 2156"/>
                <a:gd name="T31" fmla="*/ 726 h 2152"/>
                <a:gd name="T32" fmla="*/ 44 w 2156"/>
                <a:gd name="T33" fmla="*/ 602 h 2152"/>
                <a:gd name="T34" fmla="*/ 74 w 2156"/>
                <a:gd name="T35" fmla="*/ 479 h 2152"/>
                <a:gd name="T36" fmla="*/ 110 w 2156"/>
                <a:gd name="T37" fmla="*/ 357 h 2152"/>
                <a:gd name="T38" fmla="*/ 155 w 2156"/>
                <a:gd name="T39" fmla="*/ 236 h 2152"/>
                <a:gd name="T40" fmla="*/ 207 w 2156"/>
                <a:gd name="T41" fmla="*/ 116 h 2152"/>
                <a:gd name="T42" fmla="*/ 267 w 2156"/>
                <a:gd name="T43" fmla="*/ 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6" h="2152">
                  <a:moveTo>
                    <a:pt x="267" y="0"/>
                  </a:moveTo>
                  <a:lnTo>
                    <a:pt x="2156" y="1045"/>
                  </a:lnTo>
                  <a:lnTo>
                    <a:pt x="2156" y="1045"/>
                  </a:lnTo>
                  <a:lnTo>
                    <a:pt x="308" y="2152"/>
                  </a:lnTo>
                  <a:lnTo>
                    <a:pt x="248" y="2045"/>
                  </a:lnTo>
                  <a:lnTo>
                    <a:pt x="193" y="1933"/>
                  </a:lnTo>
                  <a:lnTo>
                    <a:pt x="146" y="1821"/>
                  </a:lnTo>
                  <a:lnTo>
                    <a:pt x="104" y="1704"/>
                  </a:lnTo>
                  <a:lnTo>
                    <a:pt x="70" y="1587"/>
                  </a:lnTo>
                  <a:lnTo>
                    <a:pt x="42" y="1466"/>
                  </a:lnTo>
                  <a:lnTo>
                    <a:pt x="21" y="1344"/>
                  </a:lnTo>
                  <a:lnTo>
                    <a:pt x="7" y="1223"/>
                  </a:lnTo>
                  <a:lnTo>
                    <a:pt x="0" y="1098"/>
                  </a:lnTo>
                  <a:lnTo>
                    <a:pt x="0" y="975"/>
                  </a:lnTo>
                  <a:lnTo>
                    <a:pt x="7" y="851"/>
                  </a:lnTo>
                  <a:lnTo>
                    <a:pt x="21" y="726"/>
                  </a:lnTo>
                  <a:lnTo>
                    <a:pt x="44" y="602"/>
                  </a:lnTo>
                  <a:lnTo>
                    <a:pt x="74" y="479"/>
                  </a:lnTo>
                  <a:lnTo>
                    <a:pt x="110" y="357"/>
                  </a:lnTo>
                  <a:lnTo>
                    <a:pt x="155" y="236"/>
                  </a:lnTo>
                  <a:lnTo>
                    <a:pt x="207" y="116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0B5003FF-89B4-4D5C-B28C-C572DA98F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034" y="2948492"/>
              <a:ext cx="1158454" cy="1321054"/>
            </a:xfrm>
            <a:custGeom>
              <a:avLst/>
              <a:gdLst>
                <a:gd name="T0" fmla="*/ 2 w 1888"/>
                <a:gd name="T1" fmla="*/ 0 h 2153"/>
                <a:gd name="T2" fmla="*/ 1888 w 1888"/>
                <a:gd name="T3" fmla="*/ 1042 h 2153"/>
                <a:gd name="T4" fmla="*/ 1824 w 1888"/>
                <a:gd name="T5" fmla="*/ 1150 h 2153"/>
                <a:gd name="T6" fmla="*/ 1755 w 1888"/>
                <a:gd name="T7" fmla="*/ 1252 h 2153"/>
                <a:gd name="T8" fmla="*/ 1681 w 1888"/>
                <a:gd name="T9" fmla="*/ 1349 h 2153"/>
                <a:gd name="T10" fmla="*/ 1603 w 1888"/>
                <a:gd name="T11" fmla="*/ 1442 h 2153"/>
                <a:gd name="T12" fmla="*/ 1519 w 1888"/>
                <a:gd name="T13" fmla="*/ 1529 h 2153"/>
                <a:gd name="T14" fmla="*/ 1431 w 1888"/>
                <a:gd name="T15" fmla="*/ 1611 h 2153"/>
                <a:gd name="T16" fmla="*/ 1341 w 1888"/>
                <a:gd name="T17" fmla="*/ 1687 h 2153"/>
                <a:gd name="T18" fmla="*/ 1245 w 1888"/>
                <a:gd name="T19" fmla="*/ 1758 h 2153"/>
                <a:gd name="T20" fmla="*/ 1147 w 1888"/>
                <a:gd name="T21" fmla="*/ 1823 h 2153"/>
                <a:gd name="T22" fmla="*/ 1046 w 1888"/>
                <a:gd name="T23" fmla="*/ 1883 h 2153"/>
                <a:gd name="T24" fmla="*/ 943 w 1888"/>
                <a:gd name="T25" fmla="*/ 1937 h 2153"/>
                <a:gd name="T26" fmla="*/ 836 w 1888"/>
                <a:gd name="T27" fmla="*/ 1985 h 2153"/>
                <a:gd name="T28" fmla="*/ 727 w 1888"/>
                <a:gd name="T29" fmla="*/ 2027 h 2153"/>
                <a:gd name="T30" fmla="*/ 616 w 1888"/>
                <a:gd name="T31" fmla="*/ 2063 h 2153"/>
                <a:gd name="T32" fmla="*/ 503 w 1888"/>
                <a:gd name="T33" fmla="*/ 2094 h 2153"/>
                <a:gd name="T34" fmla="*/ 389 w 1888"/>
                <a:gd name="T35" fmla="*/ 2118 h 2153"/>
                <a:gd name="T36" fmla="*/ 273 w 1888"/>
                <a:gd name="T37" fmla="*/ 2136 h 2153"/>
                <a:gd name="T38" fmla="*/ 156 w 1888"/>
                <a:gd name="T39" fmla="*/ 2148 h 2153"/>
                <a:gd name="T40" fmla="*/ 40 w 1888"/>
                <a:gd name="T41" fmla="*/ 2153 h 2153"/>
                <a:gd name="T42" fmla="*/ 0 w 1888"/>
                <a:gd name="T43" fmla="*/ 0 h 2153"/>
                <a:gd name="T44" fmla="*/ 2 w 1888"/>
                <a:gd name="T45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88" h="2153">
                  <a:moveTo>
                    <a:pt x="2" y="0"/>
                  </a:moveTo>
                  <a:lnTo>
                    <a:pt x="1888" y="1042"/>
                  </a:lnTo>
                  <a:lnTo>
                    <a:pt x="1824" y="1150"/>
                  </a:lnTo>
                  <a:lnTo>
                    <a:pt x="1755" y="1252"/>
                  </a:lnTo>
                  <a:lnTo>
                    <a:pt x="1681" y="1349"/>
                  </a:lnTo>
                  <a:lnTo>
                    <a:pt x="1603" y="1442"/>
                  </a:lnTo>
                  <a:lnTo>
                    <a:pt x="1519" y="1529"/>
                  </a:lnTo>
                  <a:lnTo>
                    <a:pt x="1431" y="1611"/>
                  </a:lnTo>
                  <a:lnTo>
                    <a:pt x="1341" y="1687"/>
                  </a:lnTo>
                  <a:lnTo>
                    <a:pt x="1245" y="1758"/>
                  </a:lnTo>
                  <a:lnTo>
                    <a:pt x="1147" y="1823"/>
                  </a:lnTo>
                  <a:lnTo>
                    <a:pt x="1046" y="1883"/>
                  </a:lnTo>
                  <a:lnTo>
                    <a:pt x="943" y="1937"/>
                  </a:lnTo>
                  <a:lnTo>
                    <a:pt x="836" y="1985"/>
                  </a:lnTo>
                  <a:lnTo>
                    <a:pt x="727" y="2027"/>
                  </a:lnTo>
                  <a:lnTo>
                    <a:pt x="616" y="2063"/>
                  </a:lnTo>
                  <a:lnTo>
                    <a:pt x="503" y="2094"/>
                  </a:lnTo>
                  <a:lnTo>
                    <a:pt x="389" y="2118"/>
                  </a:lnTo>
                  <a:lnTo>
                    <a:pt x="273" y="2136"/>
                  </a:lnTo>
                  <a:lnTo>
                    <a:pt x="156" y="2148"/>
                  </a:lnTo>
                  <a:lnTo>
                    <a:pt x="40" y="2153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0E8F0BFA-508B-4CE6-84B0-3D0A7CD25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1124" y="2948492"/>
              <a:ext cx="1158454" cy="1321054"/>
            </a:xfrm>
            <a:custGeom>
              <a:avLst/>
              <a:gdLst>
                <a:gd name="T0" fmla="*/ 1848 w 1888"/>
                <a:gd name="T1" fmla="*/ 0 h 2153"/>
                <a:gd name="T2" fmla="*/ 1888 w 1888"/>
                <a:gd name="T3" fmla="*/ 2153 h 2153"/>
                <a:gd name="T4" fmla="*/ 1765 w 1888"/>
                <a:gd name="T5" fmla="*/ 2152 h 2153"/>
                <a:gd name="T6" fmla="*/ 1642 w 1888"/>
                <a:gd name="T7" fmla="*/ 2144 h 2153"/>
                <a:gd name="T8" fmla="*/ 1520 w 1888"/>
                <a:gd name="T9" fmla="*/ 2128 h 2153"/>
                <a:gd name="T10" fmla="*/ 1397 w 1888"/>
                <a:gd name="T11" fmla="*/ 2106 h 2153"/>
                <a:gd name="T12" fmla="*/ 1276 w 1888"/>
                <a:gd name="T13" fmla="*/ 2076 h 2153"/>
                <a:gd name="T14" fmla="*/ 1156 w 1888"/>
                <a:gd name="T15" fmla="*/ 2038 h 2153"/>
                <a:gd name="T16" fmla="*/ 1035 w 1888"/>
                <a:gd name="T17" fmla="*/ 1993 h 2153"/>
                <a:gd name="T18" fmla="*/ 919 w 1888"/>
                <a:gd name="T19" fmla="*/ 1942 h 2153"/>
                <a:gd name="T20" fmla="*/ 802 w 1888"/>
                <a:gd name="T21" fmla="*/ 1882 h 2153"/>
                <a:gd name="T22" fmla="*/ 702 w 1888"/>
                <a:gd name="T23" fmla="*/ 1823 h 2153"/>
                <a:gd name="T24" fmla="*/ 606 w 1888"/>
                <a:gd name="T25" fmla="*/ 1759 h 2153"/>
                <a:gd name="T26" fmla="*/ 513 w 1888"/>
                <a:gd name="T27" fmla="*/ 1690 h 2153"/>
                <a:gd name="T28" fmla="*/ 427 w 1888"/>
                <a:gd name="T29" fmla="*/ 1618 h 2153"/>
                <a:gd name="T30" fmla="*/ 343 w 1888"/>
                <a:gd name="T31" fmla="*/ 1542 h 2153"/>
                <a:gd name="T32" fmla="*/ 266 w 1888"/>
                <a:gd name="T33" fmla="*/ 1460 h 2153"/>
                <a:gd name="T34" fmla="*/ 191 w 1888"/>
                <a:gd name="T35" fmla="*/ 1378 h 2153"/>
                <a:gd name="T36" fmla="*/ 123 w 1888"/>
                <a:gd name="T37" fmla="*/ 1290 h 2153"/>
                <a:gd name="T38" fmla="*/ 59 w 1888"/>
                <a:gd name="T39" fmla="*/ 1200 h 2153"/>
                <a:gd name="T40" fmla="*/ 0 w 1888"/>
                <a:gd name="T41" fmla="*/ 1107 h 2153"/>
                <a:gd name="T42" fmla="*/ 1848 w 1888"/>
                <a:gd name="T43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88" h="2153">
                  <a:moveTo>
                    <a:pt x="1848" y="0"/>
                  </a:moveTo>
                  <a:lnTo>
                    <a:pt x="1888" y="2153"/>
                  </a:lnTo>
                  <a:lnTo>
                    <a:pt x="1765" y="2152"/>
                  </a:lnTo>
                  <a:lnTo>
                    <a:pt x="1642" y="2144"/>
                  </a:lnTo>
                  <a:lnTo>
                    <a:pt x="1520" y="2128"/>
                  </a:lnTo>
                  <a:lnTo>
                    <a:pt x="1397" y="2106"/>
                  </a:lnTo>
                  <a:lnTo>
                    <a:pt x="1276" y="2076"/>
                  </a:lnTo>
                  <a:lnTo>
                    <a:pt x="1156" y="2038"/>
                  </a:lnTo>
                  <a:lnTo>
                    <a:pt x="1035" y="1993"/>
                  </a:lnTo>
                  <a:lnTo>
                    <a:pt x="919" y="1942"/>
                  </a:lnTo>
                  <a:lnTo>
                    <a:pt x="802" y="1882"/>
                  </a:lnTo>
                  <a:lnTo>
                    <a:pt x="702" y="1823"/>
                  </a:lnTo>
                  <a:lnTo>
                    <a:pt x="606" y="1759"/>
                  </a:lnTo>
                  <a:lnTo>
                    <a:pt x="513" y="1690"/>
                  </a:lnTo>
                  <a:lnTo>
                    <a:pt x="427" y="1618"/>
                  </a:lnTo>
                  <a:lnTo>
                    <a:pt x="343" y="1542"/>
                  </a:lnTo>
                  <a:lnTo>
                    <a:pt x="266" y="1460"/>
                  </a:lnTo>
                  <a:lnTo>
                    <a:pt x="191" y="1378"/>
                  </a:lnTo>
                  <a:lnTo>
                    <a:pt x="123" y="1290"/>
                  </a:lnTo>
                  <a:lnTo>
                    <a:pt x="59" y="1200"/>
                  </a:lnTo>
                  <a:lnTo>
                    <a:pt x="0" y="1107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1A40CA6D-D49E-4982-A11E-7BBD30E50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1589" y="1983450"/>
              <a:ext cx="1686275" cy="1928243"/>
            </a:xfrm>
            <a:custGeom>
              <a:avLst/>
              <a:gdLst>
                <a:gd name="T0" fmla="*/ 1653 w 3373"/>
                <a:gd name="T1" fmla="*/ 0 h 3857"/>
                <a:gd name="T2" fmla="*/ 3339 w 3373"/>
                <a:gd name="T3" fmla="*/ 935 h 3857"/>
                <a:gd name="T4" fmla="*/ 3373 w 3373"/>
                <a:gd name="T5" fmla="*/ 2863 h 3857"/>
                <a:gd name="T6" fmla="*/ 1720 w 3373"/>
                <a:gd name="T7" fmla="*/ 3857 h 3857"/>
                <a:gd name="T8" fmla="*/ 33 w 3373"/>
                <a:gd name="T9" fmla="*/ 2921 h 3857"/>
                <a:gd name="T10" fmla="*/ 0 w 3373"/>
                <a:gd name="T11" fmla="*/ 992 h 3857"/>
                <a:gd name="T12" fmla="*/ 1653 w 3373"/>
                <a:gd name="T13" fmla="*/ 0 h 3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73" h="3857">
                  <a:moveTo>
                    <a:pt x="1653" y="0"/>
                  </a:moveTo>
                  <a:lnTo>
                    <a:pt x="3339" y="935"/>
                  </a:lnTo>
                  <a:lnTo>
                    <a:pt x="3373" y="2863"/>
                  </a:lnTo>
                  <a:lnTo>
                    <a:pt x="1720" y="3857"/>
                  </a:lnTo>
                  <a:lnTo>
                    <a:pt x="33" y="2921"/>
                  </a:lnTo>
                  <a:lnTo>
                    <a:pt x="0" y="99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030951" y="1216335"/>
            <a:ext cx="2647631" cy="2648245"/>
            <a:chOff x="7862139" y="1621301"/>
            <a:chExt cx="2647631" cy="2648245"/>
          </a:xfrm>
        </p:grpSpPr>
        <p:sp>
          <p:nvSpPr>
            <p:cNvPr id="56" name="Freeform 55"/>
            <p:cNvSpPr>
              <a:spLocks/>
            </p:cNvSpPr>
            <p:nvPr/>
          </p:nvSpPr>
          <p:spPr bwMode="auto">
            <a:xfrm>
              <a:off x="9161718" y="1621301"/>
              <a:ext cx="1160908" cy="1327191"/>
            </a:xfrm>
            <a:custGeom>
              <a:avLst/>
              <a:gdLst>
                <a:gd name="T0" fmla="*/ 0 w 1892"/>
                <a:gd name="T1" fmla="*/ 0 h 2163"/>
                <a:gd name="T2" fmla="*/ 123 w 1892"/>
                <a:gd name="T3" fmla="*/ 1 h 2163"/>
                <a:gd name="T4" fmla="*/ 245 w 1892"/>
                <a:gd name="T5" fmla="*/ 9 h 2163"/>
                <a:gd name="T6" fmla="*/ 368 w 1892"/>
                <a:gd name="T7" fmla="*/ 25 h 2163"/>
                <a:gd name="T8" fmla="*/ 490 w 1892"/>
                <a:gd name="T9" fmla="*/ 47 h 2163"/>
                <a:gd name="T10" fmla="*/ 612 w 1892"/>
                <a:gd name="T11" fmla="*/ 77 h 2163"/>
                <a:gd name="T12" fmla="*/ 732 w 1892"/>
                <a:gd name="T13" fmla="*/ 114 h 2163"/>
                <a:gd name="T14" fmla="*/ 853 w 1892"/>
                <a:gd name="T15" fmla="*/ 158 h 2163"/>
                <a:gd name="T16" fmla="*/ 969 w 1892"/>
                <a:gd name="T17" fmla="*/ 211 h 2163"/>
                <a:gd name="T18" fmla="*/ 1086 w 1892"/>
                <a:gd name="T19" fmla="*/ 271 h 2163"/>
                <a:gd name="T20" fmla="*/ 1186 w 1892"/>
                <a:gd name="T21" fmla="*/ 331 h 2163"/>
                <a:gd name="T22" fmla="*/ 1283 w 1892"/>
                <a:gd name="T23" fmla="*/ 395 h 2163"/>
                <a:gd name="T24" fmla="*/ 1376 w 1892"/>
                <a:gd name="T25" fmla="*/ 465 h 2163"/>
                <a:gd name="T26" fmla="*/ 1464 w 1892"/>
                <a:gd name="T27" fmla="*/ 538 h 2163"/>
                <a:gd name="T28" fmla="*/ 1548 w 1892"/>
                <a:gd name="T29" fmla="*/ 614 h 2163"/>
                <a:gd name="T30" fmla="*/ 1626 w 1892"/>
                <a:gd name="T31" fmla="*/ 695 h 2163"/>
                <a:gd name="T32" fmla="*/ 1700 w 1892"/>
                <a:gd name="T33" fmla="*/ 780 h 2163"/>
                <a:gd name="T34" fmla="*/ 1769 w 1892"/>
                <a:gd name="T35" fmla="*/ 868 h 2163"/>
                <a:gd name="T36" fmla="*/ 1833 w 1892"/>
                <a:gd name="T37" fmla="*/ 958 h 2163"/>
                <a:gd name="T38" fmla="*/ 1892 w 1892"/>
                <a:gd name="T39" fmla="*/ 1052 h 2163"/>
                <a:gd name="T40" fmla="*/ 40 w 1892"/>
                <a:gd name="T41" fmla="*/ 2163 h 2163"/>
                <a:gd name="T42" fmla="*/ 38 w 1892"/>
                <a:gd name="T43" fmla="*/ 2163 h 2163"/>
                <a:gd name="T44" fmla="*/ 0 w 1892"/>
                <a:gd name="T4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2" h="2163">
                  <a:moveTo>
                    <a:pt x="0" y="0"/>
                  </a:moveTo>
                  <a:lnTo>
                    <a:pt x="123" y="1"/>
                  </a:lnTo>
                  <a:lnTo>
                    <a:pt x="245" y="9"/>
                  </a:lnTo>
                  <a:lnTo>
                    <a:pt x="368" y="25"/>
                  </a:lnTo>
                  <a:lnTo>
                    <a:pt x="490" y="47"/>
                  </a:lnTo>
                  <a:lnTo>
                    <a:pt x="612" y="77"/>
                  </a:lnTo>
                  <a:lnTo>
                    <a:pt x="732" y="114"/>
                  </a:lnTo>
                  <a:lnTo>
                    <a:pt x="853" y="158"/>
                  </a:lnTo>
                  <a:lnTo>
                    <a:pt x="969" y="211"/>
                  </a:lnTo>
                  <a:lnTo>
                    <a:pt x="1086" y="271"/>
                  </a:lnTo>
                  <a:lnTo>
                    <a:pt x="1186" y="331"/>
                  </a:lnTo>
                  <a:lnTo>
                    <a:pt x="1283" y="395"/>
                  </a:lnTo>
                  <a:lnTo>
                    <a:pt x="1376" y="465"/>
                  </a:lnTo>
                  <a:lnTo>
                    <a:pt x="1464" y="538"/>
                  </a:lnTo>
                  <a:lnTo>
                    <a:pt x="1548" y="614"/>
                  </a:lnTo>
                  <a:lnTo>
                    <a:pt x="1626" y="695"/>
                  </a:lnTo>
                  <a:lnTo>
                    <a:pt x="1700" y="780"/>
                  </a:lnTo>
                  <a:lnTo>
                    <a:pt x="1769" y="868"/>
                  </a:lnTo>
                  <a:lnTo>
                    <a:pt x="1833" y="958"/>
                  </a:lnTo>
                  <a:lnTo>
                    <a:pt x="1892" y="1052"/>
                  </a:lnTo>
                  <a:lnTo>
                    <a:pt x="40" y="2163"/>
                  </a:lnTo>
                  <a:lnTo>
                    <a:pt x="38" y="2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8" name="Freeform 7"/>
            <p:cNvSpPr>
              <a:spLocks/>
            </p:cNvSpPr>
            <p:nvPr/>
          </p:nvSpPr>
          <p:spPr bwMode="auto">
            <a:xfrm>
              <a:off x="8025967" y="1621301"/>
              <a:ext cx="1159068" cy="1327191"/>
            </a:xfrm>
            <a:custGeom>
              <a:avLst/>
              <a:gdLst>
                <a:gd name="T0" fmla="*/ 1851 w 1889"/>
                <a:gd name="T1" fmla="*/ 0 h 2163"/>
                <a:gd name="T2" fmla="*/ 1889 w 1889"/>
                <a:gd name="T3" fmla="*/ 2163 h 2163"/>
                <a:gd name="T4" fmla="*/ 0 w 1889"/>
                <a:gd name="T5" fmla="*/ 1118 h 2163"/>
                <a:gd name="T6" fmla="*/ 3 w 1889"/>
                <a:gd name="T7" fmla="*/ 1111 h 2163"/>
                <a:gd name="T8" fmla="*/ 67 w 1889"/>
                <a:gd name="T9" fmla="*/ 1004 h 2163"/>
                <a:gd name="T10" fmla="*/ 137 w 1889"/>
                <a:gd name="T11" fmla="*/ 901 h 2163"/>
                <a:gd name="T12" fmla="*/ 210 w 1889"/>
                <a:gd name="T13" fmla="*/ 804 h 2163"/>
                <a:gd name="T14" fmla="*/ 288 w 1889"/>
                <a:gd name="T15" fmla="*/ 711 h 2163"/>
                <a:gd name="T16" fmla="*/ 372 w 1889"/>
                <a:gd name="T17" fmla="*/ 624 h 2163"/>
                <a:gd name="T18" fmla="*/ 459 w 1889"/>
                <a:gd name="T19" fmla="*/ 542 h 2163"/>
                <a:gd name="T20" fmla="*/ 550 w 1889"/>
                <a:gd name="T21" fmla="*/ 466 h 2163"/>
                <a:gd name="T22" fmla="*/ 644 w 1889"/>
                <a:gd name="T23" fmla="*/ 395 h 2163"/>
                <a:gd name="T24" fmla="*/ 743 w 1889"/>
                <a:gd name="T25" fmla="*/ 330 h 2163"/>
                <a:gd name="T26" fmla="*/ 845 w 1889"/>
                <a:gd name="T27" fmla="*/ 271 h 2163"/>
                <a:gd name="T28" fmla="*/ 948 w 1889"/>
                <a:gd name="T29" fmla="*/ 216 h 2163"/>
                <a:gd name="T30" fmla="*/ 1055 w 1889"/>
                <a:gd name="T31" fmla="*/ 169 h 2163"/>
                <a:gd name="T32" fmla="*/ 1164 w 1889"/>
                <a:gd name="T33" fmla="*/ 126 h 2163"/>
                <a:gd name="T34" fmla="*/ 1275 w 1889"/>
                <a:gd name="T35" fmla="*/ 90 h 2163"/>
                <a:gd name="T36" fmla="*/ 1388 w 1889"/>
                <a:gd name="T37" fmla="*/ 60 h 2163"/>
                <a:gd name="T38" fmla="*/ 1502 w 1889"/>
                <a:gd name="T39" fmla="*/ 35 h 2163"/>
                <a:gd name="T40" fmla="*/ 1617 w 1889"/>
                <a:gd name="T41" fmla="*/ 17 h 2163"/>
                <a:gd name="T42" fmla="*/ 1734 w 1889"/>
                <a:gd name="T43" fmla="*/ 5 h 2163"/>
                <a:gd name="T44" fmla="*/ 1851 w 1889"/>
                <a:gd name="T4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89" h="2163">
                  <a:moveTo>
                    <a:pt x="1851" y="0"/>
                  </a:moveTo>
                  <a:lnTo>
                    <a:pt x="1889" y="2163"/>
                  </a:lnTo>
                  <a:lnTo>
                    <a:pt x="0" y="1118"/>
                  </a:lnTo>
                  <a:lnTo>
                    <a:pt x="3" y="1111"/>
                  </a:lnTo>
                  <a:lnTo>
                    <a:pt x="67" y="1004"/>
                  </a:lnTo>
                  <a:lnTo>
                    <a:pt x="137" y="901"/>
                  </a:lnTo>
                  <a:lnTo>
                    <a:pt x="210" y="804"/>
                  </a:lnTo>
                  <a:lnTo>
                    <a:pt x="288" y="711"/>
                  </a:lnTo>
                  <a:lnTo>
                    <a:pt x="372" y="624"/>
                  </a:lnTo>
                  <a:lnTo>
                    <a:pt x="459" y="542"/>
                  </a:lnTo>
                  <a:lnTo>
                    <a:pt x="550" y="466"/>
                  </a:lnTo>
                  <a:lnTo>
                    <a:pt x="644" y="395"/>
                  </a:lnTo>
                  <a:lnTo>
                    <a:pt x="743" y="330"/>
                  </a:lnTo>
                  <a:lnTo>
                    <a:pt x="845" y="271"/>
                  </a:lnTo>
                  <a:lnTo>
                    <a:pt x="948" y="216"/>
                  </a:lnTo>
                  <a:lnTo>
                    <a:pt x="1055" y="169"/>
                  </a:lnTo>
                  <a:lnTo>
                    <a:pt x="1164" y="126"/>
                  </a:lnTo>
                  <a:lnTo>
                    <a:pt x="1275" y="90"/>
                  </a:lnTo>
                  <a:lnTo>
                    <a:pt x="1388" y="60"/>
                  </a:lnTo>
                  <a:lnTo>
                    <a:pt x="1502" y="35"/>
                  </a:lnTo>
                  <a:lnTo>
                    <a:pt x="1617" y="17"/>
                  </a:lnTo>
                  <a:lnTo>
                    <a:pt x="1734" y="5"/>
                  </a:lnTo>
                  <a:lnTo>
                    <a:pt x="185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9" name="Freeform 8"/>
            <p:cNvSpPr>
              <a:spLocks/>
            </p:cNvSpPr>
            <p:nvPr/>
          </p:nvSpPr>
          <p:spPr bwMode="auto">
            <a:xfrm>
              <a:off x="9185034" y="2948492"/>
              <a:ext cx="1227" cy="0"/>
            </a:xfrm>
            <a:custGeom>
              <a:avLst/>
              <a:gdLst>
                <a:gd name="T0" fmla="*/ 0 w 2"/>
                <a:gd name="T1" fmla="*/ 2 w 2"/>
                <a:gd name="T2" fmla="*/ 0 w 2"/>
                <a:gd name="T3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ACAA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0" name="Freeform 9"/>
            <p:cNvSpPr>
              <a:spLocks/>
            </p:cNvSpPr>
            <p:nvPr/>
          </p:nvSpPr>
          <p:spPr bwMode="auto">
            <a:xfrm>
              <a:off x="9186261" y="2266795"/>
              <a:ext cx="1323509" cy="1321054"/>
            </a:xfrm>
            <a:custGeom>
              <a:avLst/>
              <a:gdLst>
                <a:gd name="T0" fmla="*/ 1852 w 2157"/>
                <a:gd name="T1" fmla="*/ 0 h 2153"/>
                <a:gd name="T2" fmla="*/ 1912 w 2157"/>
                <a:gd name="T3" fmla="*/ 108 h 2153"/>
                <a:gd name="T4" fmla="*/ 1966 w 2157"/>
                <a:gd name="T5" fmla="*/ 219 h 2153"/>
                <a:gd name="T6" fmla="*/ 2013 w 2157"/>
                <a:gd name="T7" fmla="*/ 333 h 2153"/>
                <a:gd name="T8" fmla="*/ 2054 w 2157"/>
                <a:gd name="T9" fmla="*/ 448 h 2153"/>
                <a:gd name="T10" fmla="*/ 2088 w 2157"/>
                <a:gd name="T11" fmla="*/ 567 h 2153"/>
                <a:gd name="T12" fmla="*/ 2115 w 2157"/>
                <a:gd name="T13" fmla="*/ 686 h 2153"/>
                <a:gd name="T14" fmla="*/ 2136 w 2157"/>
                <a:gd name="T15" fmla="*/ 808 h 2153"/>
                <a:gd name="T16" fmla="*/ 2151 w 2157"/>
                <a:gd name="T17" fmla="*/ 931 h 2153"/>
                <a:gd name="T18" fmla="*/ 2157 w 2157"/>
                <a:gd name="T19" fmla="*/ 1054 h 2153"/>
                <a:gd name="T20" fmla="*/ 2156 w 2157"/>
                <a:gd name="T21" fmla="*/ 1179 h 2153"/>
                <a:gd name="T22" fmla="*/ 2148 w 2157"/>
                <a:gd name="T23" fmla="*/ 1303 h 2153"/>
                <a:gd name="T24" fmla="*/ 2134 w 2157"/>
                <a:gd name="T25" fmla="*/ 1426 h 2153"/>
                <a:gd name="T26" fmla="*/ 2111 w 2157"/>
                <a:gd name="T27" fmla="*/ 1550 h 2153"/>
                <a:gd name="T28" fmla="*/ 2081 w 2157"/>
                <a:gd name="T29" fmla="*/ 1673 h 2153"/>
                <a:gd name="T30" fmla="*/ 2044 w 2157"/>
                <a:gd name="T31" fmla="*/ 1795 h 2153"/>
                <a:gd name="T32" fmla="*/ 1999 w 2157"/>
                <a:gd name="T33" fmla="*/ 1916 h 2153"/>
                <a:gd name="T34" fmla="*/ 1946 w 2157"/>
                <a:gd name="T35" fmla="*/ 2035 h 2153"/>
                <a:gd name="T36" fmla="*/ 1886 w 2157"/>
                <a:gd name="T37" fmla="*/ 2153 h 2153"/>
                <a:gd name="T38" fmla="*/ 1886 w 2157"/>
                <a:gd name="T39" fmla="*/ 2153 h 2153"/>
                <a:gd name="T40" fmla="*/ 0 w 2157"/>
                <a:gd name="T41" fmla="*/ 1111 h 2153"/>
                <a:gd name="T42" fmla="*/ 1852 w 2157"/>
                <a:gd name="T43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7" h="2153">
                  <a:moveTo>
                    <a:pt x="1852" y="0"/>
                  </a:moveTo>
                  <a:lnTo>
                    <a:pt x="1912" y="108"/>
                  </a:lnTo>
                  <a:lnTo>
                    <a:pt x="1966" y="219"/>
                  </a:lnTo>
                  <a:lnTo>
                    <a:pt x="2013" y="333"/>
                  </a:lnTo>
                  <a:lnTo>
                    <a:pt x="2054" y="448"/>
                  </a:lnTo>
                  <a:lnTo>
                    <a:pt x="2088" y="567"/>
                  </a:lnTo>
                  <a:lnTo>
                    <a:pt x="2115" y="686"/>
                  </a:lnTo>
                  <a:lnTo>
                    <a:pt x="2136" y="808"/>
                  </a:lnTo>
                  <a:lnTo>
                    <a:pt x="2151" y="931"/>
                  </a:lnTo>
                  <a:lnTo>
                    <a:pt x="2157" y="1054"/>
                  </a:lnTo>
                  <a:lnTo>
                    <a:pt x="2156" y="1179"/>
                  </a:lnTo>
                  <a:lnTo>
                    <a:pt x="2148" y="1303"/>
                  </a:lnTo>
                  <a:lnTo>
                    <a:pt x="2134" y="1426"/>
                  </a:lnTo>
                  <a:lnTo>
                    <a:pt x="2111" y="1550"/>
                  </a:lnTo>
                  <a:lnTo>
                    <a:pt x="2081" y="1673"/>
                  </a:lnTo>
                  <a:lnTo>
                    <a:pt x="2044" y="1795"/>
                  </a:lnTo>
                  <a:lnTo>
                    <a:pt x="1999" y="1916"/>
                  </a:lnTo>
                  <a:lnTo>
                    <a:pt x="1946" y="2035"/>
                  </a:lnTo>
                  <a:lnTo>
                    <a:pt x="1886" y="2153"/>
                  </a:lnTo>
                  <a:lnTo>
                    <a:pt x="1886" y="2153"/>
                  </a:lnTo>
                  <a:lnTo>
                    <a:pt x="0" y="1111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1" name="Freeform 10"/>
            <p:cNvSpPr>
              <a:spLocks/>
            </p:cNvSpPr>
            <p:nvPr/>
          </p:nvSpPr>
          <p:spPr bwMode="auto">
            <a:xfrm>
              <a:off x="7862139" y="2307292"/>
              <a:ext cx="1322895" cy="1320441"/>
            </a:xfrm>
            <a:custGeom>
              <a:avLst/>
              <a:gdLst>
                <a:gd name="T0" fmla="*/ 267 w 2156"/>
                <a:gd name="T1" fmla="*/ 0 h 2152"/>
                <a:gd name="T2" fmla="*/ 2156 w 2156"/>
                <a:gd name="T3" fmla="*/ 1045 h 2152"/>
                <a:gd name="T4" fmla="*/ 2156 w 2156"/>
                <a:gd name="T5" fmla="*/ 1045 h 2152"/>
                <a:gd name="T6" fmla="*/ 308 w 2156"/>
                <a:gd name="T7" fmla="*/ 2152 h 2152"/>
                <a:gd name="T8" fmla="*/ 248 w 2156"/>
                <a:gd name="T9" fmla="*/ 2045 h 2152"/>
                <a:gd name="T10" fmla="*/ 193 w 2156"/>
                <a:gd name="T11" fmla="*/ 1933 h 2152"/>
                <a:gd name="T12" fmla="*/ 146 w 2156"/>
                <a:gd name="T13" fmla="*/ 1821 h 2152"/>
                <a:gd name="T14" fmla="*/ 104 w 2156"/>
                <a:gd name="T15" fmla="*/ 1704 h 2152"/>
                <a:gd name="T16" fmla="*/ 70 w 2156"/>
                <a:gd name="T17" fmla="*/ 1587 h 2152"/>
                <a:gd name="T18" fmla="*/ 42 w 2156"/>
                <a:gd name="T19" fmla="*/ 1466 h 2152"/>
                <a:gd name="T20" fmla="*/ 21 w 2156"/>
                <a:gd name="T21" fmla="*/ 1344 h 2152"/>
                <a:gd name="T22" fmla="*/ 7 w 2156"/>
                <a:gd name="T23" fmla="*/ 1223 h 2152"/>
                <a:gd name="T24" fmla="*/ 0 w 2156"/>
                <a:gd name="T25" fmla="*/ 1098 h 2152"/>
                <a:gd name="T26" fmla="*/ 0 w 2156"/>
                <a:gd name="T27" fmla="*/ 975 h 2152"/>
                <a:gd name="T28" fmla="*/ 7 w 2156"/>
                <a:gd name="T29" fmla="*/ 851 h 2152"/>
                <a:gd name="T30" fmla="*/ 21 w 2156"/>
                <a:gd name="T31" fmla="*/ 726 h 2152"/>
                <a:gd name="T32" fmla="*/ 44 w 2156"/>
                <a:gd name="T33" fmla="*/ 602 h 2152"/>
                <a:gd name="T34" fmla="*/ 74 w 2156"/>
                <a:gd name="T35" fmla="*/ 479 h 2152"/>
                <a:gd name="T36" fmla="*/ 110 w 2156"/>
                <a:gd name="T37" fmla="*/ 357 h 2152"/>
                <a:gd name="T38" fmla="*/ 155 w 2156"/>
                <a:gd name="T39" fmla="*/ 236 h 2152"/>
                <a:gd name="T40" fmla="*/ 207 w 2156"/>
                <a:gd name="T41" fmla="*/ 116 h 2152"/>
                <a:gd name="T42" fmla="*/ 267 w 2156"/>
                <a:gd name="T43" fmla="*/ 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56" h="2152">
                  <a:moveTo>
                    <a:pt x="267" y="0"/>
                  </a:moveTo>
                  <a:lnTo>
                    <a:pt x="2156" y="1045"/>
                  </a:lnTo>
                  <a:lnTo>
                    <a:pt x="2156" y="1045"/>
                  </a:lnTo>
                  <a:lnTo>
                    <a:pt x="308" y="2152"/>
                  </a:lnTo>
                  <a:lnTo>
                    <a:pt x="248" y="2045"/>
                  </a:lnTo>
                  <a:lnTo>
                    <a:pt x="193" y="1933"/>
                  </a:lnTo>
                  <a:lnTo>
                    <a:pt x="146" y="1821"/>
                  </a:lnTo>
                  <a:lnTo>
                    <a:pt x="104" y="1704"/>
                  </a:lnTo>
                  <a:lnTo>
                    <a:pt x="70" y="1587"/>
                  </a:lnTo>
                  <a:lnTo>
                    <a:pt x="42" y="1466"/>
                  </a:lnTo>
                  <a:lnTo>
                    <a:pt x="21" y="1344"/>
                  </a:lnTo>
                  <a:lnTo>
                    <a:pt x="7" y="1223"/>
                  </a:lnTo>
                  <a:lnTo>
                    <a:pt x="0" y="1098"/>
                  </a:lnTo>
                  <a:lnTo>
                    <a:pt x="0" y="975"/>
                  </a:lnTo>
                  <a:lnTo>
                    <a:pt x="7" y="851"/>
                  </a:lnTo>
                  <a:lnTo>
                    <a:pt x="21" y="726"/>
                  </a:lnTo>
                  <a:lnTo>
                    <a:pt x="44" y="602"/>
                  </a:lnTo>
                  <a:lnTo>
                    <a:pt x="74" y="479"/>
                  </a:lnTo>
                  <a:lnTo>
                    <a:pt x="110" y="357"/>
                  </a:lnTo>
                  <a:lnTo>
                    <a:pt x="155" y="236"/>
                  </a:lnTo>
                  <a:lnTo>
                    <a:pt x="207" y="116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2" name="Freeform 11"/>
            <p:cNvSpPr>
              <a:spLocks/>
            </p:cNvSpPr>
            <p:nvPr/>
          </p:nvSpPr>
          <p:spPr bwMode="auto">
            <a:xfrm>
              <a:off x="9185034" y="2948492"/>
              <a:ext cx="1158454" cy="1321054"/>
            </a:xfrm>
            <a:custGeom>
              <a:avLst/>
              <a:gdLst>
                <a:gd name="T0" fmla="*/ 2 w 1888"/>
                <a:gd name="T1" fmla="*/ 0 h 2153"/>
                <a:gd name="T2" fmla="*/ 1888 w 1888"/>
                <a:gd name="T3" fmla="*/ 1042 h 2153"/>
                <a:gd name="T4" fmla="*/ 1824 w 1888"/>
                <a:gd name="T5" fmla="*/ 1150 h 2153"/>
                <a:gd name="T6" fmla="*/ 1755 w 1888"/>
                <a:gd name="T7" fmla="*/ 1252 h 2153"/>
                <a:gd name="T8" fmla="*/ 1681 w 1888"/>
                <a:gd name="T9" fmla="*/ 1349 h 2153"/>
                <a:gd name="T10" fmla="*/ 1603 w 1888"/>
                <a:gd name="T11" fmla="*/ 1442 h 2153"/>
                <a:gd name="T12" fmla="*/ 1519 w 1888"/>
                <a:gd name="T13" fmla="*/ 1529 h 2153"/>
                <a:gd name="T14" fmla="*/ 1431 w 1888"/>
                <a:gd name="T15" fmla="*/ 1611 h 2153"/>
                <a:gd name="T16" fmla="*/ 1341 w 1888"/>
                <a:gd name="T17" fmla="*/ 1687 h 2153"/>
                <a:gd name="T18" fmla="*/ 1245 w 1888"/>
                <a:gd name="T19" fmla="*/ 1758 h 2153"/>
                <a:gd name="T20" fmla="*/ 1147 w 1888"/>
                <a:gd name="T21" fmla="*/ 1823 h 2153"/>
                <a:gd name="T22" fmla="*/ 1046 w 1888"/>
                <a:gd name="T23" fmla="*/ 1883 h 2153"/>
                <a:gd name="T24" fmla="*/ 943 w 1888"/>
                <a:gd name="T25" fmla="*/ 1937 h 2153"/>
                <a:gd name="T26" fmla="*/ 836 w 1888"/>
                <a:gd name="T27" fmla="*/ 1985 h 2153"/>
                <a:gd name="T28" fmla="*/ 727 w 1888"/>
                <a:gd name="T29" fmla="*/ 2027 h 2153"/>
                <a:gd name="T30" fmla="*/ 616 w 1888"/>
                <a:gd name="T31" fmla="*/ 2063 h 2153"/>
                <a:gd name="T32" fmla="*/ 503 w 1888"/>
                <a:gd name="T33" fmla="*/ 2094 h 2153"/>
                <a:gd name="T34" fmla="*/ 389 w 1888"/>
                <a:gd name="T35" fmla="*/ 2118 h 2153"/>
                <a:gd name="T36" fmla="*/ 273 w 1888"/>
                <a:gd name="T37" fmla="*/ 2136 h 2153"/>
                <a:gd name="T38" fmla="*/ 156 w 1888"/>
                <a:gd name="T39" fmla="*/ 2148 h 2153"/>
                <a:gd name="T40" fmla="*/ 40 w 1888"/>
                <a:gd name="T41" fmla="*/ 2153 h 2153"/>
                <a:gd name="T42" fmla="*/ 0 w 1888"/>
                <a:gd name="T43" fmla="*/ 0 h 2153"/>
                <a:gd name="T44" fmla="*/ 2 w 1888"/>
                <a:gd name="T45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88" h="2153">
                  <a:moveTo>
                    <a:pt x="2" y="0"/>
                  </a:moveTo>
                  <a:lnTo>
                    <a:pt x="1888" y="1042"/>
                  </a:lnTo>
                  <a:lnTo>
                    <a:pt x="1824" y="1150"/>
                  </a:lnTo>
                  <a:lnTo>
                    <a:pt x="1755" y="1252"/>
                  </a:lnTo>
                  <a:lnTo>
                    <a:pt x="1681" y="1349"/>
                  </a:lnTo>
                  <a:lnTo>
                    <a:pt x="1603" y="1442"/>
                  </a:lnTo>
                  <a:lnTo>
                    <a:pt x="1519" y="1529"/>
                  </a:lnTo>
                  <a:lnTo>
                    <a:pt x="1431" y="1611"/>
                  </a:lnTo>
                  <a:lnTo>
                    <a:pt x="1341" y="1687"/>
                  </a:lnTo>
                  <a:lnTo>
                    <a:pt x="1245" y="1758"/>
                  </a:lnTo>
                  <a:lnTo>
                    <a:pt x="1147" y="1823"/>
                  </a:lnTo>
                  <a:lnTo>
                    <a:pt x="1046" y="1883"/>
                  </a:lnTo>
                  <a:lnTo>
                    <a:pt x="943" y="1937"/>
                  </a:lnTo>
                  <a:lnTo>
                    <a:pt x="836" y="1985"/>
                  </a:lnTo>
                  <a:lnTo>
                    <a:pt x="727" y="2027"/>
                  </a:lnTo>
                  <a:lnTo>
                    <a:pt x="616" y="2063"/>
                  </a:lnTo>
                  <a:lnTo>
                    <a:pt x="503" y="2094"/>
                  </a:lnTo>
                  <a:lnTo>
                    <a:pt x="389" y="2118"/>
                  </a:lnTo>
                  <a:lnTo>
                    <a:pt x="273" y="2136"/>
                  </a:lnTo>
                  <a:lnTo>
                    <a:pt x="156" y="2148"/>
                  </a:lnTo>
                  <a:lnTo>
                    <a:pt x="40" y="2153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3" name="Freeform 12"/>
            <p:cNvSpPr>
              <a:spLocks/>
            </p:cNvSpPr>
            <p:nvPr/>
          </p:nvSpPr>
          <p:spPr bwMode="auto">
            <a:xfrm>
              <a:off x="8051124" y="2948492"/>
              <a:ext cx="1158454" cy="1321054"/>
            </a:xfrm>
            <a:custGeom>
              <a:avLst/>
              <a:gdLst>
                <a:gd name="T0" fmla="*/ 1848 w 1888"/>
                <a:gd name="T1" fmla="*/ 0 h 2153"/>
                <a:gd name="T2" fmla="*/ 1888 w 1888"/>
                <a:gd name="T3" fmla="*/ 2153 h 2153"/>
                <a:gd name="T4" fmla="*/ 1765 w 1888"/>
                <a:gd name="T5" fmla="*/ 2152 h 2153"/>
                <a:gd name="T6" fmla="*/ 1642 w 1888"/>
                <a:gd name="T7" fmla="*/ 2144 h 2153"/>
                <a:gd name="T8" fmla="*/ 1520 w 1888"/>
                <a:gd name="T9" fmla="*/ 2128 h 2153"/>
                <a:gd name="T10" fmla="*/ 1397 w 1888"/>
                <a:gd name="T11" fmla="*/ 2106 h 2153"/>
                <a:gd name="T12" fmla="*/ 1276 w 1888"/>
                <a:gd name="T13" fmla="*/ 2076 h 2153"/>
                <a:gd name="T14" fmla="*/ 1156 w 1888"/>
                <a:gd name="T15" fmla="*/ 2038 h 2153"/>
                <a:gd name="T16" fmla="*/ 1035 w 1888"/>
                <a:gd name="T17" fmla="*/ 1993 h 2153"/>
                <a:gd name="T18" fmla="*/ 919 w 1888"/>
                <a:gd name="T19" fmla="*/ 1942 h 2153"/>
                <a:gd name="T20" fmla="*/ 802 w 1888"/>
                <a:gd name="T21" fmla="*/ 1882 h 2153"/>
                <a:gd name="T22" fmla="*/ 702 w 1888"/>
                <a:gd name="T23" fmla="*/ 1823 h 2153"/>
                <a:gd name="T24" fmla="*/ 606 w 1888"/>
                <a:gd name="T25" fmla="*/ 1759 h 2153"/>
                <a:gd name="T26" fmla="*/ 513 w 1888"/>
                <a:gd name="T27" fmla="*/ 1690 h 2153"/>
                <a:gd name="T28" fmla="*/ 427 w 1888"/>
                <a:gd name="T29" fmla="*/ 1618 h 2153"/>
                <a:gd name="T30" fmla="*/ 343 w 1888"/>
                <a:gd name="T31" fmla="*/ 1542 h 2153"/>
                <a:gd name="T32" fmla="*/ 266 w 1888"/>
                <a:gd name="T33" fmla="*/ 1460 h 2153"/>
                <a:gd name="T34" fmla="*/ 191 w 1888"/>
                <a:gd name="T35" fmla="*/ 1378 h 2153"/>
                <a:gd name="T36" fmla="*/ 123 w 1888"/>
                <a:gd name="T37" fmla="*/ 1290 h 2153"/>
                <a:gd name="T38" fmla="*/ 59 w 1888"/>
                <a:gd name="T39" fmla="*/ 1200 h 2153"/>
                <a:gd name="T40" fmla="*/ 0 w 1888"/>
                <a:gd name="T41" fmla="*/ 1107 h 2153"/>
                <a:gd name="T42" fmla="*/ 1848 w 1888"/>
                <a:gd name="T43" fmla="*/ 0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88" h="2153">
                  <a:moveTo>
                    <a:pt x="1848" y="0"/>
                  </a:moveTo>
                  <a:lnTo>
                    <a:pt x="1888" y="2153"/>
                  </a:lnTo>
                  <a:lnTo>
                    <a:pt x="1765" y="2152"/>
                  </a:lnTo>
                  <a:lnTo>
                    <a:pt x="1642" y="2144"/>
                  </a:lnTo>
                  <a:lnTo>
                    <a:pt x="1520" y="2128"/>
                  </a:lnTo>
                  <a:lnTo>
                    <a:pt x="1397" y="2106"/>
                  </a:lnTo>
                  <a:lnTo>
                    <a:pt x="1276" y="2076"/>
                  </a:lnTo>
                  <a:lnTo>
                    <a:pt x="1156" y="2038"/>
                  </a:lnTo>
                  <a:lnTo>
                    <a:pt x="1035" y="1993"/>
                  </a:lnTo>
                  <a:lnTo>
                    <a:pt x="919" y="1942"/>
                  </a:lnTo>
                  <a:lnTo>
                    <a:pt x="802" y="1882"/>
                  </a:lnTo>
                  <a:lnTo>
                    <a:pt x="702" y="1823"/>
                  </a:lnTo>
                  <a:lnTo>
                    <a:pt x="606" y="1759"/>
                  </a:lnTo>
                  <a:lnTo>
                    <a:pt x="513" y="1690"/>
                  </a:lnTo>
                  <a:lnTo>
                    <a:pt x="427" y="1618"/>
                  </a:lnTo>
                  <a:lnTo>
                    <a:pt x="343" y="1542"/>
                  </a:lnTo>
                  <a:lnTo>
                    <a:pt x="266" y="1460"/>
                  </a:lnTo>
                  <a:lnTo>
                    <a:pt x="191" y="1378"/>
                  </a:lnTo>
                  <a:lnTo>
                    <a:pt x="123" y="1290"/>
                  </a:lnTo>
                  <a:lnTo>
                    <a:pt x="59" y="1200"/>
                  </a:lnTo>
                  <a:lnTo>
                    <a:pt x="0" y="1107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4" name="Freeform 13"/>
            <p:cNvSpPr>
              <a:spLocks/>
            </p:cNvSpPr>
            <p:nvPr/>
          </p:nvSpPr>
          <p:spPr bwMode="auto">
            <a:xfrm>
              <a:off x="8341589" y="1983450"/>
              <a:ext cx="1686275" cy="1928243"/>
            </a:xfrm>
            <a:custGeom>
              <a:avLst/>
              <a:gdLst>
                <a:gd name="T0" fmla="*/ 1653 w 3373"/>
                <a:gd name="T1" fmla="*/ 0 h 3857"/>
                <a:gd name="T2" fmla="*/ 3339 w 3373"/>
                <a:gd name="T3" fmla="*/ 935 h 3857"/>
                <a:gd name="T4" fmla="*/ 3373 w 3373"/>
                <a:gd name="T5" fmla="*/ 2863 h 3857"/>
                <a:gd name="T6" fmla="*/ 1720 w 3373"/>
                <a:gd name="T7" fmla="*/ 3857 h 3857"/>
                <a:gd name="T8" fmla="*/ 33 w 3373"/>
                <a:gd name="T9" fmla="*/ 2921 h 3857"/>
                <a:gd name="T10" fmla="*/ 0 w 3373"/>
                <a:gd name="T11" fmla="*/ 992 h 3857"/>
                <a:gd name="T12" fmla="*/ 1653 w 3373"/>
                <a:gd name="T13" fmla="*/ 0 h 3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73" h="3857">
                  <a:moveTo>
                    <a:pt x="1653" y="0"/>
                  </a:moveTo>
                  <a:lnTo>
                    <a:pt x="3339" y="935"/>
                  </a:lnTo>
                  <a:lnTo>
                    <a:pt x="3373" y="2863"/>
                  </a:lnTo>
                  <a:lnTo>
                    <a:pt x="1720" y="3857"/>
                  </a:lnTo>
                  <a:lnTo>
                    <a:pt x="33" y="2921"/>
                  </a:lnTo>
                  <a:lnTo>
                    <a:pt x="0" y="99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061222" y="2404416"/>
            <a:ext cx="1546764" cy="7571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326938" y="2404416"/>
            <a:ext cx="1546764" cy="7571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78138" y="2425932"/>
            <a:ext cx="1546764" cy="7571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9186623" y="1955783"/>
            <a:ext cx="287814" cy="410784"/>
            <a:chOff x="5903913" y="1131888"/>
            <a:chExt cx="1385888" cy="1978025"/>
          </a:xfrm>
          <a:solidFill>
            <a:schemeClr val="bg1">
              <a:lumMod val="65000"/>
            </a:schemeClr>
          </a:solidFill>
        </p:grpSpPr>
        <p:sp>
          <p:nvSpPr>
            <p:cNvPr id="69" name="Freeform 6"/>
            <p:cNvSpPr>
              <a:spLocks noEditPoints="1"/>
            </p:cNvSpPr>
            <p:nvPr/>
          </p:nvSpPr>
          <p:spPr bwMode="auto">
            <a:xfrm>
              <a:off x="6213476" y="1131888"/>
              <a:ext cx="766763" cy="1825625"/>
            </a:xfrm>
            <a:custGeom>
              <a:avLst/>
              <a:gdLst>
                <a:gd name="T0" fmla="*/ 656 w 1448"/>
                <a:gd name="T1" fmla="*/ 421 h 3451"/>
                <a:gd name="T2" fmla="*/ 542 w 1448"/>
                <a:gd name="T3" fmla="*/ 601 h 3451"/>
                <a:gd name="T4" fmla="*/ 430 w 1448"/>
                <a:gd name="T5" fmla="*/ 837 h 3451"/>
                <a:gd name="T6" fmla="*/ 445 w 1448"/>
                <a:gd name="T7" fmla="*/ 1040 h 3451"/>
                <a:gd name="T8" fmla="*/ 715 w 1448"/>
                <a:gd name="T9" fmla="*/ 1058 h 3451"/>
                <a:gd name="T10" fmla="*/ 946 w 1448"/>
                <a:gd name="T11" fmla="*/ 1045 h 3451"/>
                <a:gd name="T12" fmla="*/ 1053 w 1448"/>
                <a:gd name="T13" fmla="*/ 926 h 3451"/>
                <a:gd name="T14" fmla="*/ 946 w 1448"/>
                <a:gd name="T15" fmla="*/ 671 h 3451"/>
                <a:gd name="T16" fmla="*/ 831 w 1448"/>
                <a:gd name="T17" fmla="*/ 473 h 3451"/>
                <a:gd name="T18" fmla="*/ 726 w 1448"/>
                <a:gd name="T19" fmla="*/ 330 h 3451"/>
                <a:gd name="T20" fmla="*/ 732 w 1448"/>
                <a:gd name="T21" fmla="*/ 7 h 3451"/>
                <a:gd name="T22" fmla="*/ 771 w 1448"/>
                <a:gd name="T23" fmla="*/ 41 h 3451"/>
                <a:gd name="T24" fmla="*/ 837 w 1448"/>
                <a:gd name="T25" fmla="*/ 106 h 3451"/>
                <a:gd name="T26" fmla="*/ 921 w 1448"/>
                <a:gd name="T27" fmla="*/ 205 h 3451"/>
                <a:gd name="T28" fmla="*/ 1018 w 1448"/>
                <a:gd name="T29" fmla="*/ 336 h 3451"/>
                <a:gd name="T30" fmla="*/ 1120 w 1448"/>
                <a:gd name="T31" fmla="*/ 505 h 3451"/>
                <a:gd name="T32" fmla="*/ 1218 w 1448"/>
                <a:gd name="T33" fmla="*/ 709 h 3451"/>
                <a:gd name="T34" fmla="*/ 1309 w 1448"/>
                <a:gd name="T35" fmla="*/ 952 h 3451"/>
                <a:gd name="T36" fmla="*/ 1381 w 1448"/>
                <a:gd name="T37" fmla="*/ 1236 h 3451"/>
                <a:gd name="T38" fmla="*/ 1429 w 1448"/>
                <a:gd name="T39" fmla="*/ 1561 h 3451"/>
                <a:gd name="T40" fmla="*/ 1448 w 1448"/>
                <a:gd name="T41" fmla="*/ 1929 h 3451"/>
                <a:gd name="T42" fmla="*/ 1430 w 1448"/>
                <a:gd name="T43" fmla="*/ 2301 h 3451"/>
                <a:gd name="T44" fmla="*/ 1380 w 1448"/>
                <a:gd name="T45" fmla="*/ 2628 h 3451"/>
                <a:gd name="T46" fmla="*/ 1303 w 1448"/>
                <a:gd name="T47" fmla="*/ 2903 h 3451"/>
                <a:gd name="T48" fmla="*/ 1199 w 1448"/>
                <a:gd name="T49" fmla="*/ 3128 h 3451"/>
                <a:gd name="T50" fmla="*/ 1074 w 1448"/>
                <a:gd name="T51" fmla="*/ 3298 h 3451"/>
                <a:gd name="T52" fmla="*/ 934 w 1448"/>
                <a:gd name="T53" fmla="*/ 3409 h 3451"/>
                <a:gd name="T54" fmla="*/ 832 w 1448"/>
                <a:gd name="T55" fmla="*/ 2566 h 3451"/>
                <a:gd name="T56" fmla="*/ 808 w 1448"/>
                <a:gd name="T57" fmla="*/ 2500 h 3451"/>
                <a:gd name="T58" fmla="*/ 748 w 1448"/>
                <a:gd name="T59" fmla="*/ 2463 h 3451"/>
                <a:gd name="T60" fmla="*/ 677 w 1448"/>
                <a:gd name="T61" fmla="*/ 2471 h 3451"/>
                <a:gd name="T62" fmla="*/ 627 w 1448"/>
                <a:gd name="T63" fmla="*/ 2520 h 3451"/>
                <a:gd name="T64" fmla="*/ 616 w 1448"/>
                <a:gd name="T65" fmla="*/ 3451 h 3451"/>
                <a:gd name="T66" fmla="*/ 466 w 1448"/>
                <a:gd name="T67" fmla="*/ 3379 h 3451"/>
                <a:gd name="T68" fmla="*/ 329 w 1448"/>
                <a:gd name="T69" fmla="*/ 3248 h 3451"/>
                <a:gd name="T70" fmla="*/ 212 w 1448"/>
                <a:gd name="T71" fmla="*/ 3059 h 3451"/>
                <a:gd name="T72" fmla="*/ 117 w 1448"/>
                <a:gd name="T73" fmla="*/ 2817 h 3451"/>
                <a:gd name="T74" fmla="*/ 48 w 1448"/>
                <a:gd name="T75" fmla="*/ 2524 h 3451"/>
                <a:gd name="T76" fmla="*/ 8 w 1448"/>
                <a:gd name="T77" fmla="*/ 2183 h 3451"/>
                <a:gd name="T78" fmla="*/ 2 w 1448"/>
                <a:gd name="T79" fmla="*/ 1802 h 3451"/>
                <a:gd name="T80" fmla="*/ 32 w 1448"/>
                <a:gd name="T81" fmla="*/ 1452 h 3451"/>
                <a:gd name="T82" fmla="*/ 89 w 1448"/>
                <a:gd name="T83" fmla="*/ 1143 h 3451"/>
                <a:gd name="T84" fmla="*/ 169 w 1448"/>
                <a:gd name="T85" fmla="*/ 875 h 3451"/>
                <a:gd name="T86" fmla="*/ 261 w 1448"/>
                <a:gd name="T87" fmla="*/ 643 h 3451"/>
                <a:gd name="T88" fmla="*/ 362 w 1448"/>
                <a:gd name="T89" fmla="*/ 450 h 3451"/>
                <a:gd name="T90" fmla="*/ 462 w 1448"/>
                <a:gd name="T91" fmla="*/ 293 h 3451"/>
                <a:gd name="T92" fmla="*/ 556 w 1448"/>
                <a:gd name="T93" fmla="*/ 171 h 3451"/>
                <a:gd name="T94" fmla="*/ 636 w 1448"/>
                <a:gd name="T95" fmla="*/ 83 h 3451"/>
                <a:gd name="T96" fmla="*/ 693 w 1448"/>
                <a:gd name="T97" fmla="*/ 27 h 3451"/>
                <a:gd name="T98" fmla="*/ 722 w 1448"/>
                <a:gd name="T99" fmla="*/ 1 h 3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48" h="3451">
                  <a:moveTo>
                    <a:pt x="726" y="330"/>
                  </a:moveTo>
                  <a:lnTo>
                    <a:pt x="692" y="372"/>
                  </a:lnTo>
                  <a:lnTo>
                    <a:pt x="656" y="421"/>
                  </a:lnTo>
                  <a:lnTo>
                    <a:pt x="618" y="476"/>
                  </a:lnTo>
                  <a:lnTo>
                    <a:pt x="581" y="535"/>
                  </a:lnTo>
                  <a:lnTo>
                    <a:pt x="542" y="601"/>
                  </a:lnTo>
                  <a:lnTo>
                    <a:pt x="505" y="675"/>
                  </a:lnTo>
                  <a:lnTo>
                    <a:pt x="467" y="752"/>
                  </a:lnTo>
                  <a:lnTo>
                    <a:pt x="430" y="837"/>
                  </a:lnTo>
                  <a:lnTo>
                    <a:pt x="396" y="929"/>
                  </a:lnTo>
                  <a:lnTo>
                    <a:pt x="363" y="1027"/>
                  </a:lnTo>
                  <a:lnTo>
                    <a:pt x="445" y="1040"/>
                  </a:lnTo>
                  <a:lnTo>
                    <a:pt x="533" y="1050"/>
                  </a:lnTo>
                  <a:lnTo>
                    <a:pt x="623" y="1056"/>
                  </a:lnTo>
                  <a:lnTo>
                    <a:pt x="715" y="1058"/>
                  </a:lnTo>
                  <a:lnTo>
                    <a:pt x="794" y="1057"/>
                  </a:lnTo>
                  <a:lnTo>
                    <a:pt x="871" y="1052"/>
                  </a:lnTo>
                  <a:lnTo>
                    <a:pt x="946" y="1045"/>
                  </a:lnTo>
                  <a:lnTo>
                    <a:pt x="1017" y="1036"/>
                  </a:lnTo>
                  <a:lnTo>
                    <a:pt x="1086" y="1023"/>
                  </a:lnTo>
                  <a:lnTo>
                    <a:pt x="1053" y="926"/>
                  </a:lnTo>
                  <a:lnTo>
                    <a:pt x="1019" y="835"/>
                  </a:lnTo>
                  <a:lnTo>
                    <a:pt x="983" y="750"/>
                  </a:lnTo>
                  <a:lnTo>
                    <a:pt x="946" y="671"/>
                  </a:lnTo>
                  <a:lnTo>
                    <a:pt x="907" y="599"/>
                  </a:lnTo>
                  <a:lnTo>
                    <a:pt x="870" y="534"/>
                  </a:lnTo>
                  <a:lnTo>
                    <a:pt x="831" y="473"/>
                  </a:lnTo>
                  <a:lnTo>
                    <a:pt x="795" y="420"/>
                  </a:lnTo>
                  <a:lnTo>
                    <a:pt x="758" y="372"/>
                  </a:lnTo>
                  <a:lnTo>
                    <a:pt x="726" y="330"/>
                  </a:lnTo>
                  <a:close/>
                  <a:moveTo>
                    <a:pt x="723" y="0"/>
                  </a:moveTo>
                  <a:lnTo>
                    <a:pt x="726" y="1"/>
                  </a:lnTo>
                  <a:lnTo>
                    <a:pt x="732" y="7"/>
                  </a:lnTo>
                  <a:lnTo>
                    <a:pt x="742" y="14"/>
                  </a:lnTo>
                  <a:lnTo>
                    <a:pt x="755" y="26"/>
                  </a:lnTo>
                  <a:lnTo>
                    <a:pt x="771" y="41"/>
                  </a:lnTo>
                  <a:lnTo>
                    <a:pt x="790" y="59"/>
                  </a:lnTo>
                  <a:lnTo>
                    <a:pt x="812" y="82"/>
                  </a:lnTo>
                  <a:lnTo>
                    <a:pt x="837" y="106"/>
                  </a:lnTo>
                  <a:lnTo>
                    <a:pt x="864" y="135"/>
                  </a:lnTo>
                  <a:lnTo>
                    <a:pt x="892" y="168"/>
                  </a:lnTo>
                  <a:lnTo>
                    <a:pt x="921" y="205"/>
                  </a:lnTo>
                  <a:lnTo>
                    <a:pt x="953" y="244"/>
                  </a:lnTo>
                  <a:lnTo>
                    <a:pt x="986" y="288"/>
                  </a:lnTo>
                  <a:lnTo>
                    <a:pt x="1018" y="336"/>
                  </a:lnTo>
                  <a:lnTo>
                    <a:pt x="1052" y="388"/>
                  </a:lnTo>
                  <a:lnTo>
                    <a:pt x="1086" y="444"/>
                  </a:lnTo>
                  <a:lnTo>
                    <a:pt x="1120" y="505"/>
                  </a:lnTo>
                  <a:lnTo>
                    <a:pt x="1153" y="569"/>
                  </a:lnTo>
                  <a:lnTo>
                    <a:pt x="1187" y="636"/>
                  </a:lnTo>
                  <a:lnTo>
                    <a:pt x="1218" y="709"/>
                  </a:lnTo>
                  <a:lnTo>
                    <a:pt x="1250" y="786"/>
                  </a:lnTo>
                  <a:lnTo>
                    <a:pt x="1279" y="868"/>
                  </a:lnTo>
                  <a:lnTo>
                    <a:pt x="1309" y="952"/>
                  </a:lnTo>
                  <a:lnTo>
                    <a:pt x="1334" y="1042"/>
                  </a:lnTo>
                  <a:lnTo>
                    <a:pt x="1359" y="1137"/>
                  </a:lnTo>
                  <a:lnTo>
                    <a:pt x="1381" y="1236"/>
                  </a:lnTo>
                  <a:lnTo>
                    <a:pt x="1400" y="1340"/>
                  </a:lnTo>
                  <a:lnTo>
                    <a:pt x="1416" y="1448"/>
                  </a:lnTo>
                  <a:lnTo>
                    <a:pt x="1429" y="1561"/>
                  </a:lnTo>
                  <a:lnTo>
                    <a:pt x="1440" y="1679"/>
                  </a:lnTo>
                  <a:lnTo>
                    <a:pt x="1445" y="1801"/>
                  </a:lnTo>
                  <a:lnTo>
                    <a:pt x="1448" y="1929"/>
                  </a:lnTo>
                  <a:lnTo>
                    <a:pt x="1445" y="2058"/>
                  </a:lnTo>
                  <a:lnTo>
                    <a:pt x="1440" y="2183"/>
                  </a:lnTo>
                  <a:lnTo>
                    <a:pt x="1430" y="2301"/>
                  </a:lnTo>
                  <a:lnTo>
                    <a:pt x="1417" y="2415"/>
                  </a:lnTo>
                  <a:lnTo>
                    <a:pt x="1400" y="2524"/>
                  </a:lnTo>
                  <a:lnTo>
                    <a:pt x="1380" y="2628"/>
                  </a:lnTo>
                  <a:lnTo>
                    <a:pt x="1358" y="2726"/>
                  </a:lnTo>
                  <a:lnTo>
                    <a:pt x="1331" y="2817"/>
                  </a:lnTo>
                  <a:lnTo>
                    <a:pt x="1303" y="2903"/>
                  </a:lnTo>
                  <a:lnTo>
                    <a:pt x="1270" y="2985"/>
                  </a:lnTo>
                  <a:lnTo>
                    <a:pt x="1236" y="3059"/>
                  </a:lnTo>
                  <a:lnTo>
                    <a:pt x="1199" y="3128"/>
                  </a:lnTo>
                  <a:lnTo>
                    <a:pt x="1160" y="3191"/>
                  </a:lnTo>
                  <a:lnTo>
                    <a:pt x="1119" y="3248"/>
                  </a:lnTo>
                  <a:lnTo>
                    <a:pt x="1074" y="3298"/>
                  </a:lnTo>
                  <a:lnTo>
                    <a:pt x="1030" y="3342"/>
                  </a:lnTo>
                  <a:lnTo>
                    <a:pt x="982" y="3379"/>
                  </a:lnTo>
                  <a:lnTo>
                    <a:pt x="934" y="3409"/>
                  </a:lnTo>
                  <a:lnTo>
                    <a:pt x="884" y="3434"/>
                  </a:lnTo>
                  <a:lnTo>
                    <a:pt x="832" y="3451"/>
                  </a:lnTo>
                  <a:lnTo>
                    <a:pt x="832" y="2566"/>
                  </a:lnTo>
                  <a:lnTo>
                    <a:pt x="829" y="2542"/>
                  </a:lnTo>
                  <a:lnTo>
                    <a:pt x="821" y="2520"/>
                  </a:lnTo>
                  <a:lnTo>
                    <a:pt x="808" y="2500"/>
                  </a:lnTo>
                  <a:lnTo>
                    <a:pt x="791" y="2483"/>
                  </a:lnTo>
                  <a:lnTo>
                    <a:pt x="771" y="2471"/>
                  </a:lnTo>
                  <a:lnTo>
                    <a:pt x="748" y="2463"/>
                  </a:lnTo>
                  <a:lnTo>
                    <a:pt x="723" y="2459"/>
                  </a:lnTo>
                  <a:lnTo>
                    <a:pt x="699" y="2463"/>
                  </a:lnTo>
                  <a:lnTo>
                    <a:pt x="677" y="2471"/>
                  </a:lnTo>
                  <a:lnTo>
                    <a:pt x="657" y="2483"/>
                  </a:lnTo>
                  <a:lnTo>
                    <a:pt x="640" y="2500"/>
                  </a:lnTo>
                  <a:lnTo>
                    <a:pt x="627" y="2520"/>
                  </a:lnTo>
                  <a:lnTo>
                    <a:pt x="619" y="2542"/>
                  </a:lnTo>
                  <a:lnTo>
                    <a:pt x="616" y="2566"/>
                  </a:lnTo>
                  <a:lnTo>
                    <a:pt x="616" y="3451"/>
                  </a:lnTo>
                  <a:lnTo>
                    <a:pt x="564" y="3434"/>
                  </a:lnTo>
                  <a:lnTo>
                    <a:pt x="514" y="3409"/>
                  </a:lnTo>
                  <a:lnTo>
                    <a:pt x="466" y="3379"/>
                  </a:lnTo>
                  <a:lnTo>
                    <a:pt x="418" y="3342"/>
                  </a:lnTo>
                  <a:lnTo>
                    <a:pt x="373" y="3298"/>
                  </a:lnTo>
                  <a:lnTo>
                    <a:pt x="329" y="3248"/>
                  </a:lnTo>
                  <a:lnTo>
                    <a:pt x="288" y="3191"/>
                  </a:lnTo>
                  <a:lnTo>
                    <a:pt x="249" y="3128"/>
                  </a:lnTo>
                  <a:lnTo>
                    <a:pt x="212" y="3059"/>
                  </a:lnTo>
                  <a:lnTo>
                    <a:pt x="178" y="2985"/>
                  </a:lnTo>
                  <a:lnTo>
                    <a:pt x="145" y="2903"/>
                  </a:lnTo>
                  <a:lnTo>
                    <a:pt x="117" y="2817"/>
                  </a:lnTo>
                  <a:lnTo>
                    <a:pt x="90" y="2726"/>
                  </a:lnTo>
                  <a:lnTo>
                    <a:pt x="68" y="2628"/>
                  </a:lnTo>
                  <a:lnTo>
                    <a:pt x="48" y="2524"/>
                  </a:lnTo>
                  <a:lnTo>
                    <a:pt x="31" y="2415"/>
                  </a:lnTo>
                  <a:lnTo>
                    <a:pt x="18" y="2301"/>
                  </a:lnTo>
                  <a:lnTo>
                    <a:pt x="8" y="2183"/>
                  </a:lnTo>
                  <a:lnTo>
                    <a:pt x="2" y="2058"/>
                  </a:lnTo>
                  <a:lnTo>
                    <a:pt x="0" y="1929"/>
                  </a:lnTo>
                  <a:lnTo>
                    <a:pt x="2" y="1802"/>
                  </a:lnTo>
                  <a:lnTo>
                    <a:pt x="8" y="1681"/>
                  </a:lnTo>
                  <a:lnTo>
                    <a:pt x="18" y="1564"/>
                  </a:lnTo>
                  <a:lnTo>
                    <a:pt x="32" y="1452"/>
                  </a:lnTo>
                  <a:lnTo>
                    <a:pt x="48" y="1344"/>
                  </a:lnTo>
                  <a:lnTo>
                    <a:pt x="67" y="1242"/>
                  </a:lnTo>
                  <a:lnTo>
                    <a:pt x="89" y="1143"/>
                  </a:lnTo>
                  <a:lnTo>
                    <a:pt x="114" y="1049"/>
                  </a:lnTo>
                  <a:lnTo>
                    <a:pt x="139" y="959"/>
                  </a:lnTo>
                  <a:lnTo>
                    <a:pt x="169" y="875"/>
                  </a:lnTo>
                  <a:lnTo>
                    <a:pt x="198" y="793"/>
                  </a:lnTo>
                  <a:lnTo>
                    <a:pt x="230" y="716"/>
                  </a:lnTo>
                  <a:lnTo>
                    <a:pt x="261" y="643"/>
                  </a:lnTo>
                  <a:lnTo>
                    <a:pt x="295" y="576"/>
                  </a:lnTo>
                  <a:lnTo>
                    <a:pt x="328" y="511"/>
                  </a:lnTo>
                  <a:lnTo>
                    <a:pt x="362" y="450"/>
                  </a:lnTo>
                  <a:lnTo>
                    <a:pt x="396" y="394"/>
                  </a:lnTo>
                  <a:lnTo>
                    <a:pt x="430" y="342"/>
                  </a:lnTo>
                  <a:lnTo>
                    <a:pt x="462" y="293"/>
                  </a:lnTo>
                  <a:lnTo>
                    <a:pt x="495" y="249"/>
                  </a:lnTo>
                  <a:lnTo>
                    <a:pt x="526" y="208"/>
                  </a:lnTo>
                  <a:lnTo>
                    <a:pt x="556" y="171"/>
                  </a:lnTo>
                  <a:lnTo>
                    <a:pt x="584" y="139"/>
                  </a:lnTo>
                  <a:lnTo>
                    <a:pt x="611" y="108"/>
                  </a:lnTo>
                  <a:lnTo>
                    <a:pt x="636" y="83"/>
                  </a:lnTo>
                  <a:lnTo>
                    <a:pt x="657" y="61"/>
                  </a:lnTo>
                  <a:lnTo>
                    <a:pt x="677" y="42"/>
                  </a:lnTo>
                  <a:lnTo>
                    <a:pt x="693" y="27"/>
                  </a:lnTo>
                  <a:lnTo>
                    <a:pt x="706" y="15"/>
                  </a:lnTo>
                  <a:lnTo>
                    <a:pt x="715" y="7"/>
                  </a:lnTo>
                  <a:lnTo>
                    <a:pt x="722" y="1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0" name="Freeform 7"/>
            <p:cNvSpPr>
              <a:spLocks/>
            </p:cNvSpPr>
            <p:nvPr/>
          </p:nvSpPr>
          <p:spPr bwMode="auto">
            <a:xfrm>
              <a:off x="5903913" y="2473325"/>
              <a:ext cx="374650" cy="636588"/>
            </a:xfrm>
            <a:custGeom>
              <a:avLst/>
              <a:gdLst>
                <a:gd name="T0" fmla="*/ 391 w 708"/>
                <a:gd name="T1" fmla="*/ 0 h 1203"/>
                <a:gd name="T2" fmla="*/ 479 w 708"/>
                <a:gd name="T3" fmla="*/ 0 h 1203"/>
                <a:gd name="T4" fmla="*/ 497 w 708"/>
                <a:gd name="T5" fmla="*/ 100 h 1203"/>
                <a:gd name="T6" fmla="*/ 520 w 708"/>
                <a:gd name="T7" fmla="*/ 196 h 1203"/>
                <a:gd name="T8" fmla="*/ 544 w 708"/>
                <a:gd name="T9" fmla="*/ 289 h 1203"/>
                <a:gd name="T10" fmla="*/ 571 w 708"/>
                <a:gd name="T11" fmla="*/ 377 h 1203"/>
                <a:gd name="T12" fmla="*/ 602 w 708"/>
                <a:gd name="T13" fmla="*/ 460 h 1203"/>
                <a:gd name="T14" fmla="*/ 634 w 708"/>
                <a:gd name="T15" fmla="*/ 539 h 1203"/>
                <a:gd name="T16" fmla="*/ 671 w 708"/>
                <a:gd name="T17" fmla="*/ 614 h 1203"/>
                <a:gd name="T18" fmla="*/ 708 w 708"/>
                <a:gd name="T19" fmla="*/ 682 h 1203"/>
                <a:gd name="T20" fmla="*/ 0 w 708"/>
                <a:gd name="T21" fmla="*/ 1203 h 1203"/>
                <a:gd name="T22" fmla="*/ 0 w 708"/>
                <a:gd name="T23" fmla="*/ 331 h 1203"/>
                <a:gd name="T24" fmla="*/ 4 w 708"/>
                <a:gd name="T25" fmla="*/ 286 h 1203"/>
                <a:gd name="T26" fmla="*/ 14 w 708"/>
                <a:gd name="T27" fmla="*/ 243 h 1203"/>
                <a:gd name="T28" fmla="*/ 30 w 708"/>
                <a:gd name="T29" fmla="*/ 202 h 1203"/>
                <a:gd name="T30" fmla="*/ 53 w 708"/>
                <a:gd name="T31" fmla="*/ 164 h 1203"/>
                <a:gd name="T32" fmla="*/ 81 w 708"/>
                <a:gd name="T33" fmla="*/ 129 h 1203"/>
                <a:gd name="T34" fmla="*/ 115 w 708"/>
                <a:gd name="T35" fmla="*/ 96 h 1203"/>
                <a:gd name="T36" fmla="*/ 152 w 708"/>
                <a:gd name="T37" fmla="*/ 68 h 1203"/>
                <a:gd name="T38" fmla="*/ 193 w 708"/>
                <a:gd name="T39" fmla="*/ 45 h 1203"/>
                <a:gd name="T40" fmla="*/ 239 w 708"/>
                <a:gd name="T41" fmla="*/ 25 h 1203"/>
                <a:gd name="T42" fmla="*/ 287 w 708"/>
                <a:gd name="T43" fmla="*/ 12 h 1203"/>
                <a:gd name="T44" fmla="*/ 338 w 708"/>
                <a:gd name="T45" fmla="*/ 2 h 1203"/>
                <a:gd name="T46" fmla="*/ 391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391" y="0"/>
                  </a:moveTo>
                  <a:lnTo>
                    <a:pt x="479" y="0"/>
                  </a:lnTo>
                  <a:lnTo>
                    <a:pt x="497" y="100"/>
                  </a:lnTo>
                  <a:lnTo>
                    <a:pt x="520" y="196"/>
                  </a:lnTo>
                  <a:lnTo>
                    <a:pt x="544" y="289"/>
                  </a:lnTo>
                  <a:lnTo>
                    <a:pt x="571" y="377"/>
                  </a:lnTo>
                  <a:lnTo>
                    <a:pt x="602" y="460"/>
                  </a:lnTo>
                  <a:lnTo>
                    <a:pt x="634" y="539"/>
                  </a:lnTo>
                  <a:lnTo>
                    <a:pt x="671" y="614"/>
                  </a:lnTo>
                  <a:lnTo>
                    <a:pt x="708" y="682"/>
                  </a:lnTo>
                  <a:lnTo>
                    <a:pt x="0" y="1203"/>
                  </a:lnTo>
                  <a:lnTo>
                    <a:pt x="0" y="331"/>
                  </a:lnTo>
                  <a:lnTo>
                    <a:pt x="4" y="286"/>
                  </a:lnTo>
                  <a:lnTo>
                    <a:pt x="14" y="243"/>
                  </a:lnTo>
                  <a:lnTo>
                    <a:pt x="30" y="202"/>
                  </a:lnTo>
                  <a:lnTo>
                    <a:pt x="53" y="164"/>
                  </a:lnTo>
                  <a:lnTo>
                    <a:pt x="81" y="129"/>
                  </a:lnTo>
                  <a:lnTo>
                    <a:pt x="115" y="96"/>
                  </a:lnTo>
                  <a:lnTo>
                    <a:pt x="152" y="68"/>
                  </a:lnTo>
                  <a:lnTo>
                    <a:pt x="193" y="45"/>
                  </a:lnTo>
                  <a:lnTo>
                    <a:pt x="239" y="25"/>
                  </a:lnTo>
                  <a:lnTo>
                    <a:pt x="287" y="12"/>
                  </a:lnTo>
                  <a:lnTo>
                    <a:pt x="338" y="2"/>
                  </a:lnTo>
                  <a:lnTo>
                    <a:pt x="3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1" name="Freeform 8"/>
            <p:cNvSpPr>
              <a:spLocks/>
            </p:cNvSpPr>
            <p:nvPr/>
          </p:nvSpPr>
          <p:spPr bwMode="auto">
            <a:xfrm>
              <a:off x="6915151" y="2473325"/>
              <a:ext cx="374650" cy="636588"/>
            </a:xfrm>
            <a:custGeom>
              <a:avLst/>
              <a:gdLst>
                <a:gd name="T0" fmla="*/ 229 w 708"/>
                <a:gd name="T1" fmla="*/ 0 h 1203"/>
                <a:gd name="T2" fmla="*/ 317 w 708"/>
                <a:gd name="T3" fmla="*/ 0 h 1203"/>
                <a:gd name="T4" fmla="*/ 370 w 708"/>
                <a:gd name="T5" fmla="*/ 2 h 1203"/>
                <a:gd name="T6" fmla="*/ 421 w 708"/>
                <a:gd name="T7" fmla="*/ 12 h 1203"/>
                <a:gd name="T8" fmla="*/ 469 w 708"/>
                <a:gd name="T9" fmla="*/ 25 h 1203"/>
                <a:gd name="T10" fmla="*/ 515 w 708"/>
                <a:gd name="T11" fmla="*/ 45 h 1203"/>
                <a:gd name="T12" fmla="*/ 556 w 708"/>
                <a:gd name="T13" fmla="*/ 68 h 1203"/>
                <a:gd name="T14" fmla="*/ 593 w 708"/>
                <a:gd name="T15" fmla="*/ 96 h 1203"/>
                <a:gd name="T16" fmla="*/ 626 w 708"/>
                <a:gd name="T17" fmla="*/ 129 h 1203"/>
                <a:gd name="T18" fmla="*/ 654 w 708"/>
                <a:gd name="T19" fmla="*/ 164 h 1203"/>
                <a:gd name="T20" fmla="*/ 678 w 708"/>
                <a:gd name="T21" fmla="*/ 202 h 1203"/>
                <a:gd name="T22" fmla="*/ 694 w 708"/>
                <a:gd name="T23" fmla="*/ 243 h 1203"/>
                <a:gd name="T24" fmla="*/ 704 w 708"/>
                <a:gd name="T25" fmla="*/ 286 h 1203"/>
                <a:gd name="T26" fmla="*/ 708 w 708"/>
                <a:gd name="T27" fmla="*/ 331 h 1203"/>
                <a:gd name="T28" fmla="*/ 708 w 708"/>
                <a:gd name="T29" fmla="*/ 1203 h 1203"/>
                <a:gd name="T30" fmla="*/ 0 w 708"/>
                <a:gd name="T31" fmla="*/ 682 h 1203"/>
                <a:gd name="T32" fmla="*/ 37 w 708"/>
                <a:gd name="T33" fmla="*/ 614 h 1203"/>
                <a:gd name="T34" fmla="*/ 74 w 708"/>
                <a:gd name="T35" fmla="*/ 539 h 1203"/>
                <a:gd name="T36" fmla="*/ 106 w 708"/>
                <a:gd name="T37" fmla="*/ 460 h 1203"/>
                <a:gd name="T38" fmla="*/ 137 w 708"/>
                <a:gd name="T39" fmla="*/ 377 h 1203"/>
                <a:gd name="T40" fmla="*/ 164 w 708"/>
                <a:gd name="T41" fmla="*/ 289 h 1203"/>
                <a:gd name="T42" fmla="*/ 188 w 708"/>
                <a:gd name="T43" fmla="*/ 196 h 1203"/>
                <a:gd name="T44" fmla="*/ 211 w 708"/>
                <a:gd name="T45" fmla="*/ 100 h 1203"/>
                <a:gd name="T46" fmla="*/ 229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229" y="0"/>
                  </a:moveTo>
                  <a:lnTo>
                    <a:pt x="317" y="0"/>
                  </a:lnTo>
                  <a:lnTo>
                    <a:pt x="370" y="2"/>
                  </a:lnTo>
                  <a:lnTo>
                    <a:pt x="421" y="12"/>
                  </a:lnTo>
                  <a:lnTo>
                    <a:pt x="469" y="25"/>
                  </a:lnTo>
                  <a:lnTo>
                    <a:pt x="515" y="45"/>
                  </a:lnTo>
                  <a:lnTo>
                    <a:pt x="556" y="68"/>
                  </a:lnTo>
                  <a:lnTo>
                    <a:pt x="593" y="96"/>
                  </a:lnTo>
                  <a:lnTo>
                    <a:pt x="626" y="129"/>
                  </a:lnTo>
                  <a:lnTo>
                    <a:pt x="654" y="164"/>
                  </a:lnTo>
                  <a:lnTo>
                    <a:pt x="678" y="202"/>
                  </a:lnTo>
                  <a:lnTo>
                    <a:pt x="694" y="243"/>
                  </a:lnTo>
                  <a:lnTo>
                    <a:pt x="704" y="286"/>
                  </a:lnTo>
                  <a:lnTo>
                    <a:pt x="708" y="331"/>
                  </a:lnTo>
                  <a:lnTo>
                    <a:pt x="708" y="1203"/>
                  </a:lnTo>
                  <a:lnTo>
                    <a:pt x="0" y="682"/>
                  </a:lnTo>
                  <a:lnTo>
                    <a:pt x="37" y="614"/>
                  </a:lnTo>
                  <a:lnTo>
                    <a:pt x="74" y="539"/>
                  </a:lnTo>
                  <a:lnTo>
                    <a:pt x="106" y="460"/>
                  </a:lnTo>
                  <a:lnTo>
                    <a:pt x="137" y="377"/>
                  </a:lnTo>
                  <a:lnTo>
                    <a:pt x="164" y="289"/>
                  </a:lnTo>
                  <a:lnTo>
                    <a:pt x="188" y="196"/>
                  </a:lnTo>
                  <a:lnTo>
                    <a:pt x="211" y="10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72" name="Freeform 37"/>
          <p:cNvSpPr>
            <a:spLocks noEditPoints="1"/>
          </p:cNvSpPr>
          <p:nvPr/>
        </p:nvSpPr>
        <p:spPr bwMode="auto">
          <a:xfrm>
            <a:off x="5903901" y="1916545"/>
            <a:ext cx="378566" cy="39412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649763" y="1995824"/>
            <a:ext cx="338970" cy="329228"/>
            <a:chOff x="3108326" y="3362325"/>
            <a:chExt cx="3648147" cy="3543300"/>
          </a:xfrm>
          <a:solidFill>
            <a:schemeClr val="bg1">
              <a:lumMod val="65000"/>
            </a:schemeClr>
          </a:solidFill>
        </p:grpSpPr>
        <p:sp>
          <p:nvSpPr>
            <p:cNvPr id="36" name="Freeform 18"/>
            <p:cNvSpPr>
              <a:spLocks/>
            </p:cNvSpPr>
            <p:nvPr/>
          </p:nvSpPr>
          <p:spPr bwMode="auto">
            <a:xfrm>
              <a:off x="4787973" y="3707381"/>
              <a:ext cx="1968500" cy="3133725"/>
            </a:xfrm>
            <a:custGeom>
              <a:avLst/>
              <a:gdLst>
                <a:gd name="T0" fmla="*/ 935 w 2479"/>
                <a:gd name="T1" fmla="*/ 40 h 3948"/>
                <a:gd name="T2" fmla="*/ 1169 w 2479"/>
                <a:gd name="T3" fmla="*/ 341 h 3948"/>
                <a:gd name="T4" fmla="*/ 1498 w 2479"/>
                <a:gd name="T5" fmla="*/ 729 h 3948"/>
                <a:gd name="T6" fmla="*/ 1671 w 2479"/>
                <a:gd name="T7" fmla="*/ 592 h 3948"/>
                <a:gd name="T8" fmla="*/ 2098 w 2479"/>
                <a:gd name="T9" fmla="*/ 539 h 3948"/>
                <a:gd name="T10" fmla="*/ 2230 w 2479"/>
                <a:gd name="T11" fmla="*/ 761 h 3948"/>
                <a:gd name="T12" fmla="*/ 2337 w 2479"/>
                <a:gd name="T13" fmla="*/ 998 h 3948"/>
                <a:gd name="T14" fmla="*/ 2415 w 2479"/>
                <a:gd name="T15" fmla="*/ 1248 h 3948"/>
                <a:gd name="T16" fmla="*/ 2463 w 2479"/>
                <a:gd name="T17" fmla="*/ 1509 h 3948"/>
                <a:gd name="T18" fmla="*/ 2479 w 2479"/>
                <a:gd name="T19" fmla="*/ 1781 h 3948"/>
                <a:gd name="T20" fmla="*/ 2461 w 2479"/>
                <a:gd name="T21" fmla="*/ 2063 h 3948"/>
                <a:gd name="T22" fmla="*/ 2410 w 2479"/>
                <a:gd name="T23" fmla="*/ 2335 h 3948"/>
                <a:gd name="T24" fmla="*/ 2325 w 2479"/>
                <a:gd name="T25" fmla="*/ 2593 h 3948"/>
                <a:gd name="T26" fmla="*/ 2211 w 2479"/>
                <a:gd name="T27" fmla="*/ 2838 h 3948"/>
                <a:gd name="T28" fmla="*/ 2070 w 2479"/>
                <a:gd name="T29" fmla="*/ 3064 h 3948"/>
                <a:gd name="T30" fmla="*/ 1901 w 2479"/>
                <a:gd name="T31" fmla="*/ 3272 h 3948"/>
                <a:gd name="T32" fmla="*/ 1710 w 2479"/>
                <a:gd name="T33" fmla="*/ 3458 h 3948"/>
                <a:gd name="T34" fmla="*/ 1498 w 2479"/>
                <a:gd name="T35" fmla="*/ 3621 h 3948"/>
                <a:gd name="T36" fmla="*/ 1267 w 2479"/>
                <a:gd name="T37" fmla="*/ 3759 h 3948"/>
                <a:gd name="T38" fmla="*/ 1018 w 2479"/>
                <a:gd name="T39" fmla="*/ 3868 h 3948"/>
                <a:gd name="T40" fmla="*/ 756 w 2479"/>
                <a:gd name="T41" fmla="*/ 3948 h 3948"/>
                <a:gd name="T42" fmla="*/ 1184 w 2479"/>
                <a:gd name="T43" fmla="*/ 3544 h 3948"/>
                <a:gd name="T44" fmla="*/ 1552 w 2479"/>
                <a:gd name="T45" fmla="*/ 3147 h 3948"/>
                <a:gd name="T46" fmla="*/ 1414 w 2479"/>
                <a:gd name="T47" fmla="*/ 2441 h 3948"/>
                <a:gd name="T48" fmla="*/ 1091 w 2479"/>
                <a:gd name="T49" fmla="*/ 2198 h 3948"/>
                <a:gd name="T50" fmla="*/ 646 w 2479"/>
                <a:gd name="T51" fmla="*/ 2102 h 3948"/>
                <a:gd name="T52" fmla="*/ 354 w 2479"/>
                <a:gd name="T53" fmla="*/ 2030 h 3948"/>
                <a:gd name="T54" fmla="*/ 254 w 2479"/>
                <a:gd name="T55" fmla="*/ 1833 h 3948"/>
                <a:gd name="T56" fmla="*/ 43 w 2479"/>
                <a:gd name="T57" fmla="*/ 1925 h 3948"/>
                <a:gd name="T58" fmla="*/ 175 w 2479"/>
                <a:gd name="T59" fmla="*/ 1660 h 3948"/>
                <a:gd name="T60" fmla="*/ 450 w 2479"/>
                <a:gd name="T61" fmla="*/ 1742 h 3948"/>
                <a:gd name="T62" fmla="*/ 756 w 2479"/>
                <a:gd name="T63" fmla="*/ 1281 h 3948"/>
                <a:gd name="T64" fmla="*/ 1345 w 2479"/>
                <a:gd name="T65" fmla="*/ 1121 h 3948"/>
                <a:gd name="T66" fmla="*/ 1096 w 2479"/>
                <a:gd name="T67" fmla="*/ 746 h 3948"/>
                <a:gd name="T68" fmla="*/ 847 w 2479"/>
                <a:gd name="T69" fmla="*/ 546 h 3948"/>
                <a:gd name="T70" fmla="*/ 558 w 2479"/>
                <a:gd name="T71" fmla="*/ 465 h 3948"/>
                <a:gd name="T72" fmla="*/ 276 w 2479"/>
                <a:gd name="T73" fmla="*/ 652 h 3948"/>
                <a:gd name="T74" fmla="*/ 442 w 2479"/>
                <a:gd name="T75" fmla="*/ 465 h 3948"/>
                <a:gd name="T76" fmla="*/ 685 w 2479"/>
                <a:gd name="T77" fmla="*/ 277 h 3948"/>
                <a:gd name="T78" fmla="*/ 820 w 2479"/>
                <a:gd name="T79" fmla="*/ 446 h 3948"/>
                <a:gd name="T80" fmla="*/ 1027 w 2479"/>
                <a:gd name="T81" fmla="*/ 414 h 3948"/>
                <a:gd name="T82" fmla="*/ 717 w 2479"/>
                <a:gd name="T83" fmla="*/ 95 h 3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79" h="3948">
                  <a:moveTo>
                    <a:pt x="723" y="0"/>
                  </a:moveTo>
                  <a:lnTo>
                    <a:pt x="935" y="40"/>
                  </a:lnTo>
                  <a:lnTo>
                    <a:pt x="1113" y="200"/>
                  </a:lnTo>
                  <a:lnTo>
                    <a:pt x="1169" y="341"/>
                  </a:lnTo>
                  <a:lnTo>
                    <a:pt x="1212" y="473"/>
                  </a:lnTo>
                  <a:lnTo>
                    <a:pt x="1498" y="729"/>
                  </a:lnTo>
                  <a:lnTo>
                    <a:pt x="1571" y="752"/>
                  </a:lnTo>
                  <a:lnTo>
                    <a:pt x="1671" y="592"/>
                  </a:lnTo>
                  <a:lnTo>
                    <a:pt x="2030" y="560"/>
                  </a:lnTo>
                  <a:lnTo>
                    <a:pt x="2098" y="539"/>
                  </a:lnTo>
                  <a:lnTo>
                    <a:pt x="2167" y="648"/>
                  </a:lnTo>
                  <a:lnTo>
                    <a:pt x="2230" y="761"/>
                  </a:lnTo>
                  <a:lnTo>
                    <a:pt x="2287" y="877"/>
                  </a:lnTo>
                  <a:lnTo>
                    <a:pt x="2337" y="998"/>
                  </a:lnTo>
                  <a:lnTo>
                    <a:pt x="2379" y="1121"/>
                  </a:lnTo>
                  <a:lnTo>
                    <a:pt x="2415" y="1248"/>
                  </a:lnTo>
                  <a:lnTo>
                    <a:pt x="2442" y="1377"/>
                  </a:lnTo>
                  <a:lnTo>
                    <a:pt x="2463" y="1509"/>
                  </a:lnTo>
                  <a:lnTo>
                    <a:pt x="2476" y="1645"/>
                  </a:lnTo>
                  <a:lnTo>
                    <a:pt x="2479" y="1781"/>
                  </a:lnTo>
                  <a:lnTo>
                    <a:pt x="2475" y="1924"/>
                  </a:lnTo>
                  <a:lnTo>
                    <a:pt x="2461" y="2063"/>
                  </a:lnTo>
                  <a:lnTo>
                    <a:pt x="2439" y="2201"/>
                  </a:lnTo>
                  <a:lnTo>
                    <a:pt x="2410" y="2335"/>
                  </a:lnTo>
                  <a:lnTo>
                    <a:pt x="2372" y="2466"/>
                  </a:lnTo>
                  <a:lnTo>
                    <a:pt x="2325" y="2593"/>
                  </a:lnTo>
                  <a:lnTo>
                    <a:pt x="2272" y="2717"/>
                  </a:lnTo>
                  <a:lnTo>
                    <a:pt x="2211" y="2838"/>
                  </a:lnTo>
                  <a:lnTo>
                    <a:pt x="2143" y="2952"/>
                  </a:lnTo>
                  <a:lnTo>
                    <a:pt x="2070" y="3064"/>
                  </a:lnTo>
                  <a:lnTo>
                    <a:pt x="1988" y="3170"/>
                  </a:lnTo>
                  <a:lnTo>
                    <a:pt x="1901" y="3272"/>
                  </a:lnTo>
                  <a:lnTo>
                    <a:pt x="1809" y="3368"/>
                  </a:lnTo>
                  <a:lnTo>
                    <a:pt x="1710" y="3458"/>
                  </a:lnTo>
                  <a:lnTo>
                    <a:pt x="1606" y="3542"/>
                  </a:lnTo>
                  <a:lnTo>
                    <a:pt x="1498" y="3621"/>
                  </a:lnTo>
                  <a:lnTo>
                    <a:pt x="1385" y="3693"/>
                  </a:lnTo>
                  <a:lnTo>
                    <a:pt x="1267" y="3759"/>
                  </a:lnTo>
                  <a:lnTo>
                    <a:pt x="1144" y="3817"/>
                  </a:lnTo>
                  <a:lnTo>
                    <a:pt x="1018" y="3868"/>
                  </a:lnTo>
                  <a:lnTo>
                    <a:pt x="889" y="3913"/>
                  </a:lnTo>
                  <a:lnTo>
                    <a:pt x="756" y="3948"/>
                  </a:lnTo>
                  <a:lnTo>
                    <a:pt x="797" y="3801"/>
                  </a:lnTo>
                  <a:lnTo>
                    <a:pt x="1184" y="3544"/>
                  </a:lnTo>
                  <a:lnTo>
                    <a:pt x="1285" y="3271"/>
                  </a:lnTo>
                  <a:lnTo>
                    <a:pt x="1552" y="3147"/>
                  </a:lnTo>
                  <a:lnTo>
                    <a:pt x="1806" y="2669"/>
                  </a:lnTo>
                  <a:lnTo>
                    <a:pt x="1414" y="2441"/>
                  </a:lnTo>
                  <a:lnTo>
                    <a:pt x="1212" y="2213"/>
                  </a:lnTo>
                  <a:lnTo>
                    <a:pt x="1091" y="2198"/>
                  </a:lnTo>
                  <a:lnTo>
                    <a:pt x="852" y="2134"/>
                  </a:lnTo>
                  <a:lnTo>
                    <a:pt x="646" y="2102"/>
                  </a:lnTo>
                  <a:lnTo>
                    <a:pt x="465" y="2153"/>
                  </a:lnTo>
                  <a:lnTo>
                    <a:pt x="354" y="2030"/>
                  </a:lnTo>
                  <a:lnTo>
                    <a:pt x="244" y="1998"/>
                  </a:lnTo>
                  <a:lnTo>
                    <a:pt x="254" y="1833"/>
                  </a:lnTo>
                  <a:lnTo>
                    <a:pt x="119" y="1838"/>
                  </a:lnTo>
                  <a:lnTo>
                    <a:pt x="43" y="1925"/>
                  </a:lnTo>
                  <a:lnTo>
                    <a:pt x="0" y="1742"/>
                  </a:lnTo>
                  <a:lnTo>
                    <a:pt x="175" y="1660"/>
                  </a:lnTo>
                  <a:lnTo>
                    <a:pt x="354" y="1742"/>
                  </a:lnTo>
                  <a:lnTo>
                    <a:pt x="450" y="1742"/>
                  </a:lnTo>
                  <a:lnTo>
                    <a:pt x="486" y="1601"/>
                  </a:lnTo>
                  <a:lnTo>
                    <a:pt x="756" y="1281"/>
                  </a:lnTo>
                  <a:lnTo>
                    <a:pt x="1128" y="1094"/>
                  </a:lnTo>
                  <a:lnTo>
                    <a:pt x="1345" y="1121"/>
                  </a:lnTo>
                  <a:lnTo>
                    <a:pt x="1364" y="1017"/>
                  </a:lnTo>
                  <a:lnTo>
                    <a:pt x="1096" y="746"/>
                  </a:lnTo>
                  <a:lnTo>
                    <a:pt x="995" y="546"/>
                  </a:lnTo>
                  <a:lnTo>
                    <a:pt x="847" y="546"/>
                  </a:lnTo>
                  <a:lnTo>
                    <a:pt x="756" y="494"/>
                  </a:lnTo>
                  <a:lnTo>
                    <a:pt x="558" y="465"/>
                  </a:lnTo>
                  <a:lnTo>
                    <a:pt x="516" y="698"/>
                  </a:lnTo>
                  <a:lnTo>
                    <a:pt x="276" y="652"/>
                  </a:lnTo>
                  <a:lnTo>
                    <a:pt x="257" y="505"/>
                  </a:lnTo>
                  <a:lnTo>
                    <a:pt x="442" y="465"/>
                  </a:lnTo>
                  <a:lnTo>
                    <a:pt x="503" y="203"/>
                  </a:lnTo>
                  <a:lnTo>
                    <a:pt x="685" y="277"/>
                  </a:lnTo>
                  <a:lnTo>
                    <a:pt x="681" y="389"/>
                  </a:lnTo>
                  <a:lnTo>
                    <a:pt x="820" y="446"/>
                  </a:lnTo>
                  <a:lnTo>
                    <a:pt x="913" y="473"/>
                  </a:lnTo>
                  <a:lnTo>
                    <a:pt x="1027" y="414"/>
                  </a:lnTo>
                  <a:lnTo>
                    <a:pt x="926" y="296"/>
                  </a:lnTo>
                  <a:lnTo>
                    <a:pt x="717" y="95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3" name="Freeform 19"/>
            <p:cNvSpPr>
              <a:spLocks/>
            </p:cNvSpPr>
            <p:nvPr/>
          </p:nvSpPr>
          <p:spPr bwMode="auto">
            <a:xfrm>
              <a:off x="3108326" y="4213225"/>
              <a:ext cx="2076450" cy="2692400"/>
            </a:xfrm>
            <a:custGeom>
              <a:avLst/>
              <a:gdLst>
                <a:gd name="T0" fmla="*/ 309 w 2615"/>
                <a:gd name="T1" fmla="*/ 126 h 3393"/>
                <a:gd name="T2" fmla="*/ 689 w 2615"/>
                <a:gd name="T3" fmla="*/ 209 h 3393"/>
                <a:gd name="T4" fmla="*/ 1302 w 2615"/>
                <a:gd name="T5" fmla="*/ 525 h 3393"/>
                <a:gd name="T6" fmla="*/ 1625 w 2615"/>
                <a:gd name="T7" fmla="*/ 1314 h 3393"/>
                <a:gd name="T8" fmla="*/ 1679 w 2615"/>
                <a:gd name="T9" fmla="*/ 1161 h 3393"/>
                <a:gd name="T10" fmla="*/ 2178 w 2615"/>
                <a:gd name="T11" fmla="*/ 1503 h 3393"/>
                <a:gd name="T12" fmla="*/ 2497 w 2615"/>
                <a:gd name="T13" fmla="*/ 1715 h 3393"/>
                <a:gd name="T14" fmla="*/ 2511 w 2615"/>
                <a:gd name="T15" fmla="*/ 2327 h 3393"/>
                <a:gd name="T16" fmla="*/ 2515 w 2615"/>
                <a:gd name="T17" fmla="*/ 2343 h 3393"/>
                <a:gd name="T18" fmla="*/ 2527 w 2615"/>
                <a:gd name="T19" fmla="*/ 2382 h 3393"/>
                <a:gd name="T20" fmla="*/ 2544 w 2615"/>
                <a:gd name="T21" fmla="*/ 2437 h 3393"/>
                <a:gd name="T22" fmla="*/ 2563 w 2615"/>
                <a:gd name="T23" fmla="*/ 2502 h 3393"/>
                <a:gd name="T24" fmla="*/ 2581 w 2615"/>
                <a:gd name="T25" fmla="*/ 2568 h 3393"/>
                <a:gd name="T26" fmla="*/ 2599 w 2615"/>
                <a:gd name="T27" fmla="*/ 2626 h 3393"/>
                <a:gd name="T28" fmla="*/ 2610 w 2615"/>
                <a:gd name="T29" fmla="*/ 2668 h 3393"/>
                <a:gd name="T30" fmla="*/ 2615 w 2615"/>
                <a:gd name="T31" fmla="*/ 2688 h 3393"/>
                <a:gd name="T32" fmla="*/ 2610 w 2615"/>
                <a:gd name="T33" fmla="*/ 2707 h 3393"/>
                <a:gd name="T34" fmla="*/ 2600 w 2615"/>
                <a:gd name="T35" fmla="*/ 2751 h 3393"/>
                <a:gd name="T36" fmla="*/ 2585 w 2615"/>
                <a:gd name="T37" fmla="*/ 2812 h 3393"/>
                <a:gd name="T38" fmla="*/ 2568 w 2615"/>
                <a:gd name="T39" fmla="*/ 2882 h 3393"/>
                <a:gd name="T40" fmla="*/ 2549 w 2615"/>
                <a:gd name="T41" fmla="*/ 2954 h 3393"/>
                <a:gd name="T42" fmla="*/ 2533 w 2615"/>
                <a:gd name="T43" fmla="*/ 3018 h 3393"/>
                <a:gd name="T44" fmla="*/ 2519 w 2615"/>
                <a:gd name="T45" fmla="*/ 3069 h 3393"/>
                <a:gd name="T46" fmla="*/ 2512 w 2615"/>
                <a:gd name="T47" fmla="*/ 3098 h 3393"/>
                <a:gd name="T48" fmla="*/ 2534 w 2615"/>
                <a:gd name="T49" fmla="*/ 3373 h 3393"/>
                <a:gd name="T50" fmla="*/ 2346 w 2615"/>
                <a:gd name="T51" fmla="*/ 3390 h 3393"/>
                <a:gd name="T52" fmla="*/ 2109 w 2615"/>
                <a:gd name="T53" fmla="*/ 3389 h 3393"/>
                <a:gd name="T54" fmla="*/ 1832 w 2615"/>
                <a:gd name="T55" fmla="*/ 3354 h 3393"/>
                <a:gd name="T56" fmla="*/ 1566 w 2615"/>
                <a:gd name="T57" fmla="*/ 3287 h 3393"/>
                <a:gd name="T58" fmla="*/ 1314 w 2615"/>
                <a:gd name="T59" fmla="*/ 3190 h 3393"/>
                <a:gd name="T60" fmla="*/ 1078 w 2615"/>
                <a:gd name="T61" fmla="*/ 3065 h 3393"/>
                <a:gd name="T62" fmla="*/ 858 w 2615"/>
                <a:gd name="T63" fmla="*/ 2914 h 3393"/>
                <a:gd name="T64" fmla="*/ 660 w 2615"/>
                <a:gd name="T65" fmla="*/ 2739 h 3393"/>
                <a:gd name="T66" fmla="*/ 482 w 2615"/>
                <a:gd name="T67" fmla="*/ 2542 h 3393"/>
                <a:gd name="T68" fmla="*/ 330 w 2615"/>
                <a:gd name="T69" fmla="*/ 2325 h 3393"/>
                <a:gd name="T70" fmla="*/ 203 w 2615"/>
                <a:gd name="T71" fmla="*/ 2091 h 3393"/>
                <a:gd name="T72" fmla="*/ 107 w 2615"/>
                <a:gd name="T73" fmla="*/ 1841 h 3393"/>
                <a:gd name="T74" fmla="*/ 39 w 2615"/>
                <a:gd name="T75" fmla="*/ 1577 h 3393"/>
                <a:gd name="T76" fmla="*/ 4 w 2615"/>
                <a:gd name="T77" fmla="*/ 1302 h 3393"/>
                <a:gd name="T78" fmla="*/ 4 w 2615"/>
                <a:gd name="T79" fmla="*/ 1025 h 3393"/>
                <a:gd name="T80" fmla="*/ 36 w 2615"/>
                <a:gd name="T81" fmla="*/ 760 h 3393"/>
                <a:gd name="T82" fmla="*/ 99 w 2615"/>
                <a:gd name="T83" fmla="*/ 506 h 3393"/>
                <a:gd name="T84" fmla="*/ 192 w 2615"/>
                <a:gd name="T85" fmla="*/ 264 h 3393"/>
                <a:gd name="T86" fmla="*/ 309 w 2615"/>
                <a:gd name="T87" fmla="*/ 36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615" h="3393">
                  <a:moveTo>
                    <a:pt x="470" y="0"/>
                  </a:moveTo>
                  <a:lnTo>
                    <a:pt x="309" y="126"/>
                  </a:lnTo>
                  <a:lnTo>
                    <a:pt x="437" y="209"/>
                  </a:lnTo>
                  <a:lnTo>
                    <a:pt x="689" y="209"/>
                  </a:lnTo>
                  <a:lnTo>
                    <a:pt x="1064" y="142"/>
                  </a:lnTo>
                  <a:lnTo>
                    <a:pt x="1302" y="525"/>
                  </a:lnTo>
                  <a:lnTo>
                    <a:pt x="1302" y="881"/>
                  </a:lnTo>
                  <a:lnTo>
                    <a:pt x="1625" y="1314"/>
                  </a:lnTo>
                  <a:lnTo>
                    <a:pt x="1679" y="1314"/>
                  </a:lnTo>
                  <a:lnTo>
                    <a:pt x="1679" y="1161"/>
                  </a:lnTo>
                  <a:lnTo>
                    <a:pt x="1804" y="1420"/>
                  </a:lnTo>
                  <a:lnTo>
                    <a:pt x="2178" y="1503"/>
                  </a:lnTo>
                  <a:lnTo>
                    <a:pt x="2346" y="1670"/>
                  </a:lnTo>
                  <a:lnTo>
                    <a:pt x="2497" y="1715"/>
                  </a:lnTo>
                  <a:lnTo>
                    <a:pt x="2346" y="2026"/>
                  </a:lnTo>
                  <a:lnTo>
                    <a:pt x="2511" y="2327"/>
                  </a:lnTo>
                  <a:lnTo>
                    <a:pt x="2512" y="2331"/>
                  </a:lnTo>
                  <a:lnTo>
                    <a:pt x="2515" y="2343"/>
                  </a:lnTo>
                  <a:lnTo>
                    <a:pt x="2521" y="2360"/>
                  </a:lnTo>
                  <a:lnTo>
                    <a:pt x="2527" y="2382"/>
                  </a:lnTo>
                  <a:lnTo>
                    <a:pt x="2536" y="2408"/>
                  </a:lnTo>
                  <a:lnTo>
                    <a:pt x="2544" y="2437"/>
                  </a:lnTo>
                  <a:lnTo>
                    <a:pt x="2553" y="2469"/>
                  </a:lnTo>
                  <a:lnTo>
                    <a:pt x="2563" y="2502"/>
                  </a:lnTo>
                  <a:lnTo>
                    <a:pt x="2572" y="2536"/>
                  </a:lnTo>
                  <a:lnTo>
                    <a:pt x="2581" y="2568"/>
                  </a:lnTo>
                  <a:lnTo>
                    <a:pt x="2590" y="2598"/>
                  </a:lnTo>
                  <a:lnTo>
                    <a:pt x="2599" y="2626"/>
                  </a:lnTo>
                  <a:lnTo>
                    <a:pt x="2605" y="2649"/>
                  </a:lnTo>
                  <a:lnTo>
                    <a:pt x="2610" y="2668"/>
                  </a:lnTo>
                  <a:lnTo>
                    <a:pt x="2613" y="2681"/>
                  </a:lnTo>
                  <a:lnTo>
                    <a:pt x="2615" y="2688"/>
                  </a:lnTo>
                  <a:lnTo>
                    <a:pt x="2613" y="2694"/>
                  </a:lnTo>
                  <a:lnTo>
                    <a:pt x="2610" y="2707"/>
                  </a:lnTo>
                  <a:lnTo>
                    <a:pt x="2606" y="2726"/>
                  </a:lnTo>
                  <a:lnTo>
                    <a:pt x="2600" y="2751"/>
                  </a:lnTo>
                  <a:lnTo>
                    <a:pt x="2593" y="2780"/>
                  </a:lnTo>
                  <a:lnTo>
                    <a:pt x="2585" y="2812"/>
                  </a:lnTo>
                  <a:lnTo>
                    <a:pt x="2577" y="2847"/>
                  </a:lnTo>
                  <a:lnTo>
                    <a:pt x="2568" y="2882"/>
                  </a:lnTo>
                  <a:lnTo>
                    <a:pt x="2558" y="2918"/>
                  </a:lnTo>
                  <a:lnTo>
                    <a:pt x="2549" y="2954"/>
                  </a:lnTo>
                  <a:lnTo>
                    <a:pt x="2540" y="2988"/>
                  </a:lnTo>
                  <a:lnTo>
                    <a:pt x="2533" y="3018"/>
                  </a:lnTo>
                  <a:lnTo>
                    <a:pt x="2525" y="3046"/>
                  </a:lnTo>
                  <a:lnTo>
                    <a:pt x="2519" y="3069"/>
                  </a:lnTo>
                  <a:lnTo>
                    <a:pt x="2515" y="3088"/>
                  </a:lnTo>
                  <a:lnTo>
                    <a:pt x="2512" y="3098"/>
                  </a:lnTo>
                  <a:lnTo>
                    <a:pt x="2511" y="3103"/>
                  </a:lnTo>
                  <a:lnTo>
                    <a:pt x="2534" y="3373"/>
                  </a:lnTo>
                  <a:lnTo>
                    <a:pt x="2442" y="3383"/>
                  </a:lnTo>
                  <a:lnTo>
                    <a:pt x="2346" y="3390"/>
                  </a:lnTo>
                  <a:lnTo>
                    <a:pt x="2251" y="3393"/>
                  </a:lnTo>
                  <a:lnTo>
                    <a:pt x="2109" y="3389"/>
                  </a:lnTo>
                  <a:lnTo>
                    <a:pt x="1969" y="3376"/>
                  </a:lnTo>
                  <a:lnTo>
                    <a:pt x="1832" y="3354"/>
                  </a:lnTo>
                  <a:lnTo>
                    <a:pt x="1697" y="3325"/>
                  </a:lnTo>
                  <a:lnTo>
                    <a:pt x="1566" y="3287"/>
                  </a:lnTo>
                  <a:lnTo>
                    <a:pt x="1438" y="3242"/>
                  </a:lnTo>
                  <a:lnTo>
                    <a:pt x="1314" y="3190"/>
                  </a:lnTo>
                  <a:lnTo>
                    <a:pt x="1194" y="3132"/>
                  </a:lnTo>
                  <a:lnTo>
                    <a:pt x="1078" y="3065"/>
                  </a:lnTo>
                  <a:lnTo>
                    <a:pt x="965" y="2994"/>
                  </a:lnTo>
                  <a:lnTo>
                    <a:pt x="858" y="2914"/>
                  </a:lnTo>
                  <a:lnTo>
                    <a:pt x="756" y="2829"/>
                  </a:lnTo>
                  <a:lnTo>
                    <a:pt x="660" y="2739"/>
                  </a:lnTo>
                  <a:lnTo>
                    <a:pt x="569" y="2643"/>
                  </a:lnTo>
                  <a:lnTo>
                    <a:pt x="482" y="2542"/>
                  </a:lnTo>
                  <a:lnTo>
                    <a:pt x="403" y="2436"/>
                  </a:lnTo>
                  <a:lnTo>
                    <a:pt x="330" y="2325"/>
                  </a:lnTo>
                  <a:lnTo>
                    <a:pt x="264" y="2210"/>
                  </a:lnTo>
                  <a:lnTo>
                    <a:pt x="203" y="2091"/>
                  </a:lnTo>
                  <a:lnTo>
                    <a:pt x="151" y="1968"/>
                  </a:lnTo>
                  <a:lnTo>
                    <a:pt x="107" y="1841"/>
                  </a:lnTo>
                  <a:lnTo>
                    <a:pt x="68" y="1710"/>
                  </a:lnTo>
                  <a:lnTo>
                    <a:pt x="39" y="1577"/>
                  </a:lnTo>
                  <a:lnTo>
                    <a:pt x="17" y="1442"/>
                  </a:lnTo>
                  <a:lnTo>
                    <a:pt x="4" y="1302"/>
                  </a:lnTo>
                  <a:lnTo>
                    <a:pt x="0" y="1161"/>
                  </a:lnTo>
                  <a:lnTo>
                    <a:pt x="4" y="1025"/>
                  </a:lnTo>
                  <a:lnTo>
                    <a:pt x="16" y="891"/>
                  </a:lnTo>
                  <a:lnTo>
                    <a:pt x="36" y="760"/>
                  </a:lnTo>
                  <a:lnTo>
                    <a:pt x="64" y="632"/>
                  </a:lnTo>
                  <a:lnTo>
                    <a:pt x="99" y="506"/>
                  </a:lnTo>
                  <a:lnTo>
                    <a:pt x="142" y="384"/>
                  </a:lnTo>
                  <a:lnTo>
                    <a:pt x="192" y="264"/>
                  </a:lnTo>
                  <a:lnTo>
                    <a:pt x="247" y="148"/>
                  </a:lnTo>
                  <a:lnTo>
                    <a:pt x="309" y="36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4" name="Freeform 20"/>
            <p:cNvSpPr>
              <a:spLocks noEditPoints="1"/>
            </p:cNvSpPr>
            <p:nvPr/>
          </p:nvSpPr>
          <p:spPr bwMode="auto">
            <a:xfrm>
              <a:off x="3517901" y="3362325"/>
              <a:ext cx="2139950" cy="644525"/>
            </a:xfrm>
            <a:custGeom>
              <a:avLst/>
              <a:gdLst>
                <a:gd name="T0" fmla="*/ 1152 w 2698"/>
                <a:gd name="T1" fmla="*/ 240 h 812"/>
                <a:gd name="T2" fmla="*/ 1147 w 2698"/>
                <a:gd name="T3" fmla="*/ 249 h 812"/>
                <a:gd name="T4" fmla="*/ 1137 w 2698"/>
                <a:gd name="T5" fmla="*/ 260 h 812"/>
                <a:gd name="T6" fmla="*/ 1122 w 2698"/>
                <a:gd name="T7" fmla="*/ 273 h 812"/>
                <a:gd name="T8" fmla="*/ 1106 w 2698"/>
                <a:gd name="T9" fmla="*/ 288 h 812"/>
                <a:gd name="T10" fmla="*/ 1086 w 2698"/>
                <a:gd name="T11" fmla="*/ 302 h 812"/>
                <a:gd name="T12" fmla="*/ 1067 w 2698"/>
                <a:gd name="T13" fmla="*/ 317 h 812"/>
                <a:gd name="T14" fmla="*/ 1048 w 2698"/>
                <a:gd name="T15" fmla="*/ 330 h 812"/>
                <a:gd name="T16" fmla="*/ 1030 w 2698"/>
                <a:gd name="T17" fmla="*/ 342 h 812"/>
                <a:gd name="T18" fmla="*/ 1017 w 2698"/>
                <a:gd name="T19" fmla="*/ 350 h 812"/>
                <a:gd name="T20" fmla="*/ 1008 w 2698"/>
                <a:gd name="T21" fmla="*/ 356 h 812"/>
                <a:gd name="T22" fmla="*/ 1004 w 2698"/>
                <a:gd name="T23" fmla="*/ 359 h 812"/>
                <a:gd name="T24" fmla="*/ 1152 w 2698"/>
                <a:gd name="T25" fmla="*/ 445 h 812"/>
                <a:gd name="T26" fmla="*/ 1458 w 2698"/>
                <a:gd name="T27" fmla="*/ 365 h 812"/>
                <a:gd name="T28" fmla="*/ 1386 w 2698"/>
                <a:gd name="T29" fmla="*/ 240 h 812"/>
                <a:gd name="T30" fmla="*/ 1253 w 2698"/>
                <a:gd name="T31" fmla="*/ 282 h 812"/>
                <a:gd name="T32" fmla="*/ 1152 w 2698"/>
                <a:gd name="T33" fmla="*/ 240 h 812"/>
                <a:gd name="T34" fmla="*/ 2064 w 2698"/>
                <a:gd name="T35" fmla="*/ 96 h 812"/>
                <a:gd name="T36" fmla="*/ 1832 w 2698"/>
                <a:gd name="T37" fmla="*/ 222 h 812"/>
                <a:gd name="T38" fmla="*/ 1702 w 2698"/>
                <a:gd name="T39" fmla="*/ 304 h 812"/>
                <a:gd name="T40" fmla="*/ 1793 w 2698"/>
                <a:gd name="T41" fmla="*/ 363 h 812"/>
                <a:gd name="T42" fmla="*/ 1997 w 2698"/>
                <a:gd name="T43" fmla="*/ 342 h 812"/>
                <a:gd name="T44" fmla="*/ 2211 w 2698"/>
                <a:gd name="T45" fmla="*/ 182 h 812"/>
                <a:gd name="T46" fmla="*/ 2064 w 2698"/>
                <a:gd name="T47" fmla="*/ 96 h 812"/>
                <a:gd name="T48" fmla="*/ 1737 w 2698"/>
                <a:gd name="T49" fmla="*/ 0 h 812"/>
                <a:gd name="T50" fmla="*/ 1866 w 2698"/>
                <a:gd name="T51" fmla="*/ 3 h 812"/>
                <a:gd name="T52" fmla="*/ 1992 w 2698"/>
                <a:gd name="T53" fmla="*/ 15 h 812"/>
                <a:gd name="T54" fmla="*/ 2115 w 2698"/>
                <a:gd name="T55" fmla="*/ 32 h 812"/>
                <a:gd name="T56" fmla="*/ 2237 w 2698"/>
                <a:gd name="T57" fmla="*/ 57 h 812"/>
                <a:gd name="T58" fmla="*/ 2356 w 2698"/>
                <a:gd name="T59" fmla="*/ 87 h 812"/>
                <a:gd name="T60" fmla="*/ 2473 w 2698"/>
                <a:gd name="T61" fmla="*/ 124 h 812"/>
                <a:gd name="T62" fmla="*/ 2586 w 2698"/>
                <a:gd name="T63" fmla="*/ 166 h 812"/>
                <a:gd name="T64" fmla="*/ 2698 w 2698"/>
                <a:gd name="T65" fmla="*/ 214 h 812"/>
                <a:gd name="T66" fmla="*/ 2616 w 2698"/>
                <a:gd name="T67" fmla="*/ 227 h 812"/>
                <a:gd name="T68" fmla="*/ 2396 w 2698"/>
                <a:gd name="T69" fmla="*/ 193 h 812"/>
                <a:gd name="T70" fmla="*/ 2239 w 2698"/>
                <a:gd name="T71" fmla="*/ 296 h 812"/>
                <a:gd name="T72" fmla="*/ 2127 w 2698"/>
                <a:gd name="T73" fmla="*/ 419 h 812"/>
                <a:gd name="T74" fmla="*/ 1725 w 2698"/>
                <a:gd name="T75" fmla="*/ 455 h 812"/>
                <a:gd name="T76" fmla="*/ 1560 w 2698"/>
                <a:gd name="T77" fmla="*/ 429 h 812"/>
                <a:gd name="T78" fmla="*/ 1447 w 2698"/>
                <a:gd name="T79" fmla="*/ 605 h 812"/>
                <a:gd name="T80" fmla="*/ 1115 w 2698"/>
                <a:gd name="T81" fmla="*/ 623 h 812"/>
                <a:gd name="T82" fmla="*/ 907 w 2698"/>
                <a:gd name="T83" fmla="*/ 564 h 812"/>
                <a:gd name="T84" fmla="*/ 724 w 2698"/>
                <a:gd name="T85" fmla="*/ 664 h 812"/>
                <a:gd name="T86" fmla="*/ 323 w 2698"/>
                <a:gd name="T87" fmla="*/ 719 h 812"/>
                <a:gd name="T88" fmla="*/ 2 w 2698"/>
                <a:gd name="T89" fmla="*/ 812 h 812"/>
                <a:gd name="T90" fmla="*/ 0 w 2698"/>
                <a:gd name="T91" fmla="*/ 812 h 812"/>
                <a:gd name="T92" fmla="*/ 87 w 2698"/>
                <a:gd name="T93" fmla="*/ 715 h 812"/>
                <a:gd name="T94" fmla="*/ 178 w 2698"/>
                <a:gd name="T95" fmla="*/ 623 h 812"/>
                <a:gd name="T96" fmla="*/ 273 w 2698"/>
                <a:gd name="T97" fmla="*/ 536 h 812"/>
                <a:gd name="T98" fmla="*/ 374 w 2698"/>
                <a:gd name="T99" fmla="*/ 456 h 812"/>
                <a:gd name="T100" fmla="*/ 480 w 2698"/>
                <a:gd name="T101" fmla="*/ 381 h 812"/>
                <a:gd name="T102" fmla="*/ 590 w 2698"/>
                <a:gd name="T103" fmla="*/ 312 h 812"/>
                <a:gd name="T104" fmla="*/ 703 w 2698"/>
                <a:gd name="T105" fmla="*/ 249 h 812"/>
                <a:gd name="T106" fmla="*/ 822 w 2698"/>
                <a:gd name="T107" fmla="*/ 192 h 812"/>
                <a:gd name="T108" fmla="*/ 944 w 2698"/>
                <a:gd name="T109" fmla="*/ 142 h 812"/>
                <a:gd name="T110" fmla="*/ 1068 w 2698"/>
                <a:gd name="T111" fmla="*/ 100 h 812"/>
                <a:gd name="T112" fmla="*/ 1197 w 2698"/>
                <a:gd name="T113" fmla="*/ 65 h 812"/>
                <a:gd name="T114" fmla="*/ 1328 w 2698"/>
                <a:gd name="T115" fmla="*/ 36 h 812"/>
                <a:gd name="T116" fmla="*/ 1463 w 2698"/>
                <a:gd name="T117" fmla="*/ 16 h 812"/>
                <a:gd name="T118" fmla="*/ 1599 w 2698"/>
                <a:gd name="T119" fmla="*/ 4 h 812"/>
                <a:gd name="T120" fmla="*/ 1737 w 2698"/>
                <a:gd name="T121" fmla="*/ 0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98" h="812">
                  <a:moveTo>
                    <a:pt x="1152" y="240"/>
                  </a:moveTo>
                  <a:lnTo>
                    <a:pt x="1147" y="249"/>
                  </a:lnTo>
                  <a:lnTo>
                    <a:pt x="1137" y="260"/>
                  </a:lnTo>
                  <a:lnTo>
                    <a:pt x="1122" y="273"/>
                  </a:lnTo>
                  <a:lnTo>
                    <a:pt x="1106" y="288"/>
                  </a:lnTo>
                  <a:lnTo>
                    <a:pt x="1086" y="302"/>
                  </a:lnTo>
                  <a:lnTo>
                    <a:pt x="1067" y="317"/>
                  </a:lnTo>
                  <a:lnTo>
                    <a:pt x="1048" y="330"/>
                  </a:lnTo>
                  <a:lnTo>
                    <a:pt x="1030" y="342"/>
                  </a:lnTo>
                  <a:lnTo>
                    <a:pt x="1017" y="350"/>
                  </a:lnTo>
                  <a:lnTo>
                    <a:pt x="1008" y="356"/>
                  </a:lnTo>
                  <a:lnTo>
                    <a:pt x="1004" y="359"/>
                  </a:lnTo>
                  <a:lnTo>
                    <a:pt x="1152" y="445"/>
                  </a:lnTo>
                  <a:lnTo>
                    <a:pt x="1458" y="365"/>
                  </a:lnTo>
                  <a:lnTo>
                    <a:pt x="1386" y="240"/>
                  </a:lnTo>
                  <a:lnTo>
                    <a:pt x="1253" y="282"/>
                  </a:lnTo>
                  <a:lnTo>
                    <a:pt x="1152" y="240"/>
                  </a:lnTo>
                  <a:close/>
                  <a:moveTo>
                    <a:pt x="2064" y="96"/>
                  </a:moveTo>
                  <a:lnTo>
                    <a:pt x="1832" y="222"/>
                  </a:lnTo>
                  <a:lnTo>
                    <a:pt x="1702" y="304"/>
                  </a:lnTo>
                  <a:lnTo>
                    <a:pt x="1793" y="363"/>
                  </a:lnTo>
                  <a:lnTo>
                    <a:pt x="1997" y="342"/>
                  </a:lnTo>
                  <a:lnTo>
                    <a:pt x="2211" y="182"/>
                  </a:lnTo>
                  <a:lnTo>
                    <a:pt x="2064" y="96"/>
                  </a:lnTo>
                  <a:close/>
                  <a:moveTo>
                    <a:pt x="1737" y="0"/>
                  </a:moveTo>
                  <a:lnTo>
                    <a:pt x="1866" y="3"/>
                  </a:lnTo>
                  <a:lnTo>
                    <a:pt x="1992" y="15"/>
                  </a:lnTo>
                  <a:lnTo>
                    <a:pt x="2115" y="32"/>
                  </a:lnTo>
                  <a:lnTo>
                    <a:pt x="2237" y="57"/>
                  </a:lnTo>
                  <a:lnTo>
                    <a:pt x="2356" y="87"/>
                  </a:lnTo>
                  <a:lnTo>
                    <a:pt x="2473" y="124"/>
                  </a:lnTo>
                  <a:lnTo>
                    <a:pt x="2586" y="166"/>
                  </a:lnTo>
                  <a:lnTo>
                    <a:pt x="2698" y="214"/>
                  </a:lnTo>
                  <a:lnTo>
                    <a:pt x="2616" y="227"/>
                  </a:lnTo>
                  <a:lnTo>
                    <a:pt x="2396" y="193"/>
                  </a:lnTo>
                  <a:lnTo>
                    <a:pt x="2239" y="296"/>
                  </a:lnTo>
                  <a:lnTo>
                    <a:pt x="2127" y="419"/>
                  </a:lnTo>
                  <a:lnTo>
                    <a:pt x="1725" y="455"/>
                  </a:lnTo>
                  <a:lnTo>
                    <a:pt x="1560" y="429"/>
                  </a:lnTo>
                  <a:lnTo>
                    <a:pt x="1447" y="605"/>
                  </a:lnTo>
                  <a:lnTo>
                    <a:pt x="1115" y="623"/>
                  </a:lnTo>
                  <a:lnTo>
                    <a:pt x="907" y="564"/>
                  </a:lnTo>
                  <a:lnTo>
                    <a:pt x="724" y="664"/>
                  </a:lnTo>
                  <a:lnTo>
                    <a:pt x="323" y="719"/>
                  </a:lnTo>
                  <a:lnTo>
                    <a:pt x="2" y="812"/>
                  </a:lnTo>
                  <a:lnTo>
                    <a:pt x="0" y="812"/>
                  </a:lnTo>
                  <a:lnTo>
                    <a:pt x="87" y="715"/>
                  </a:lnTo>
                  <a:lnTo>
                    <a:pt x="178" y="623"/>
                  </a:lnTo>
                  <a:lnTo>
                    <a:pt x="273" y="536"/>
                  </a:lnTo>
                  <a:lnTo>
                    <a:pt x="374" y="456"/>
                  </a:lnTo>
                  <a:lnTo>
                    <a:pt x="480" y="381"/>
                  </a:lnTo>
                  <a:lnTo>
                    <a:pt x="590" y="312"/>
                  </a:lnTo>
                  <a:lnTo>
                    <a:pt x="703" y="249"/>
                  </a:lnTo>
                  <a:lnTo>
                    <a:pt x="822" y="192"/>
                  </a:lnTo>
                  <a:lnTo>
                    <a:pt x="944" y="142"/>
                  </a:lnTo>
                  <a:lnTo>
                    <a:pt x="1068" y="100"/>
                  </a:lnTo>
                  <a:lnTo>
                    <a:pt x="1197" y="65"/>
                  </a:lnTo>
                  <a:lnTo>
                    <a:pt x="1328" y="36"/>
                  </a:lnTo>
                  <a:lnTo>
                    <a:pt x="1463" y="16"/>
                  </a:lnTo>
                  <a:lnTo>
                    <a:pt x="1599" y="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579F7E3-FEF2-4924-B7AB-8DDE915FC475}"/>
              </a:ext>
            </a:extLst>
          </p:cNvPr>
          <p:cNvSpPr txBox="1"/>
          <p:nvPr/>
        </p:nvSpPr>
        <p:spPr>
          <a:xfrm>
            <a:off x="1332473" y="5073244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750F4E9-9246-4C64-91C3-F600F8711DA5}"/>
              </a:ext>
            </a:extLst>
          </p:cNvPr>
          <p:cNvSpPr txBox="1"/>
          <p:nvPr/>
        </p:nvSpPr>
        <p:spPr>
          <a:xfrm>
            <a:off x="1332474" y="4532015"/>
            <a:ext cx="277659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</a:t>
            </a:r>
            <a:r>
              <a:rPr lang="es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this</a:t>
            </a:r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title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2990056-D3C8-4392-9FB8-25CECBA9F75E}"/>
              </a:ext>
            </a:extLst>
          </p:cNvPr>
          <p:cNvSpPr/>
          <p:nvPr/>
        </p:nvSpPr>
        <p:spPr>
          <a:xfrm>
            <a:off x="749737" y="4497935"/>
            <a:ext cx="465350" cy="4653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FAF3986-EC07-4A2B-A874-3B73168B447F}"/>
              </a:ext>
            </a:extLst>
          </p:cNvPr>
          <p:cNvSpPr txBox="1"/>
          <p:nvPr/>
        </p:nvSpPr>
        <p:spPr>
          <a:xfrm>
            <a:off x="4911435" y="5073244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8A3ECA3-1A39-4511-BBF0-5E16EFF270EF}"/>
              </a:ext>
            </a:extLst>
          </p:cNvPr>
          <p:cNvSpPr txBox="1"/>
          <p:nvPr/>
        </p:nvSpPr>
        <p:spPr>
          <a:xfrm>
            <a:off x="4911436" y="4532015"/>
            <a:ext cx="277659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</a:t>
            </a:r>
            <a:r>
              <a:rPr lang="es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this</a:t>
            </a:r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title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7BE3D05-6738-49B9-9070-D7C1CBAF5454}"/>
              </a:ext>
            </a:extLst>
          </p:cNvPr>
          <p:cNvSpPr/>
          <p:nvPr/>
        </p:nvSpPr>
        <p:spPr>
          <a:xfrm>
            <a:off x="4328699" y="4497935"/>
            <a:ext cx="465350" cy="465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B87E555-C7FD-411F-868F-C03CFE285439}"/>
              </a:ext>
            </a:extLst>
          </p:cNvPr>
          <p:cNvSpPr txBox="1"/>
          <p:nvPr/>
        </p:nvSpPr>
        <p:spPr>
          <a:xfrm>
            <a:off x="8490398" y="5073244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11FDFD-15E0-4DB2-9D1B-9CFFC21A5FBC}"/>
              </a:ext>
            </a:extLst>
          </p:cNvPr>
          <p:cNvSpPr txBox="1"/>
          <p:nvPr/>
        </p:nvSpPr>
        <p:spPr>
          <a:xfrm>
            <a:off x="8490399" y="4532015"/>
            <a:ext cx="277659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Edit </a:t>
            </a:r>
            <a:r>
              <a:rPr lang="es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this</a:t>
            </a:r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title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6F4B080-5D15-4F1C-AEEB-E78A1EE58BFA}"/>
              </a:ext>
            </a:extLst>
          </p:cNvPr>
          <p:cNvSpPr/>
          <p:nvPr/>
        </p:nvSpPr>
        <p:spPr>
          <a:xfrm>
            <a:off x="7907662" y="4497935"/>
            <a:ext cx="465350" cy="4653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Open Sans" panose="020B0606030504020204" pitchFamily="34" charset="0"/>
              </a:rPr>
              <a:t>3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26FF4A-1213-4E63-966A-1ADBDF62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</a:t>
            </a:r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can </a:t>
            </a:r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replace</a:t>
            </a:r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this</a:t>
            </a:r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text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9081109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6">
            <a:extLst>
              <a:ext uri="{FF2B5EF4-FFF2-40B4-BE49-F238E27FC236}">
                <a16:creationId xmlns:a16="http://schemas.microsoft.com/office/drawing/2014/main" id="{79DDE1FA-AFEC-402A-B9C3-2595027DC1BB}"/>
              </a:ext>
            </a:extLst>
          </p:cNvPr>
          <p:cNvSpPr>
            <a:spLocks/>
          </p:cNvSpPr>
          <p:nvPr/>
        </p:nvSpPr>
        <p:spPr bwMode="auto">
          <a:xfrm>
            <a:off x="3940204" y="985720"/>
            <a:ext cx="3827775" cy="3825425"/>
          </a:xfrm>
          <a:custGeom>
            <a:avLst/>
            <a:gdLst>
              <a:gd name="T0" fmla="*/ 3459 w 6520"/>
              <a:gd name="T1" fmla="*/ 6 h 6516"/>
              <a:gd name="T2" fmla="*/ 3846 w 6520"/>
              <a:gd name="T3" fmla="*/ 53 h 6516"/>
              <a:gd name="T4" fmla="*/ 4219 w 6520"/>
              <a:gd name="T5" fmla="*/ 143 h 6516"/>
              <a:gd name="T6" fmla="*/ 4572 w 6520"/>
              <a:gd name="T7" fmla="*/ 276 h 6516"/>
              <a:gd name="T8" fmla="*/ 4905 w 6520"/>
              <a:gd name="T9" fmla="*/ 446 h 6516"/>
              <a:gd name="T10" fmla="*/ 5215 w 6520"/>
              <a:gd name="T11" fmla="*/ 650 h 6516"/>
              <a:gd name="T12" fmla="*/ 5499 w 6520"/>
              <a:gd name="T13" fmla="*/ 890 h 6516"/>
              <a:gd name="T14" fmla="*/ 5754 w 6520"/>
              <a:gd name="T15" fmla="*/ 1160 h 6516"/>
              <a:gd name="T16" fmla="*/ 5977 w 6520"/>
              <a:gd name="T17" fmla="*/ 1457 h 6516"/>
              <a:gd name="T18" fmla="*/ 6165 w 6520"/>
              <a:gd name="T19" fmla="*/ 1778 h 6516"/>
              <a:gd name="T20" fmla="*/ 6318 w 6520"/>
              <a:gd name="T21" fmla="*/ 2121 h 6516"/>
              <a:gd name="T22" fmla="*/ 6429 w 6520"/>
              <a:gd name="T23" fmla="*/ 2484 h 6516"/>
              <a:gd name="T24" fmla="*/ 6496 w 6520"/>
              <a:gd name="T25" fmla="*/ 2865 h 6516"/>
              <a:gd name="T26" fmla="*/ 6520 w 6520"/>
              <a:gd name="T27" fmla="*/ 3259 h 6516"/>
              <a:gd name="T28" fmla="*/ 6496 w 6520"/>
              <a:gd name="T29" fmla="*/ 3652 h 6516"/>
              <a:gd name="T30" fmla="*/ 6429 w 6520"/>
              <a:gd name="T31" fmla="*/ 4032 h 6516"/>
              <a:gd name="T32" fmla="*/ 6318 w 6520"/>
              <a:gd name="T33" fmla="*/ 4395 h 6516"/>
              <a:gd name="T34" fmla="*/ 6165 w 6520"/>
              <a:gd name="T35" fmla="*/ 4740 h 6516"/>
              <a:gd name="T36" fmla="*/ 5977 w 6520"/>
              <a:gd name="T37" fmla="*/ 5061 h 6516"/>
              <a:gd name="T38" fmla="*/ 5754 w 6520"/>
              <a:gd name="T39" fmla="*/ 5358 h 6516"/>
              <a:gd name="T40" fmla="*/ 5499 w 6520"/>
              <a:gd name="T41" fmla="*/ 5628 h 6516"/>
              <a:gd name="T42" fmla="*/ 5215 w 6520"/>
              <a:gd name="T43" fmla="*/ 5866 h 6516"/>
              <a:gd name="T44" fmla="*/ 4905 w 6520"/>
              <a:gd name="T45" fmla="*/ 6072 h 6516"/>
              <a:gd name="T46" fmla="*/ 4572 w 6520"/>
              <a:gd name="T47" fmla="*/ 6243 h 6516"/>
              <a:gd name="T48" fmla="*/ 4219 w 6520"/>
              <a:gd name="T49" fmla="*/ 6373 h 6516"/>
              <a:gd name="T50" fmla="*/ 3846 w 6520"/>
              <a:gd name="T51" fmla="*/ 6465 h 6516"/>
              <a:gd name="T52" fmla="*/ 3459 w 6520"/>
              <a:gd name="T53" fmla="*/ 6510 h 6516"/>
              <a:gd name="T54" fmla="*/ 3063 w 6520"/>
              <a:gd name="T55" fmla="*/ 6510 h 6516"/>
              <a:gd name="T56" fmla="*/ 2674 w 6520"/>
              <a:gd name="T57" fmla="*/ 6465 h 6516"/>
              <a:gd name="T58" fmla="*/ 2303 w 6520"/>
              <a:gd name="T59" fmla="*/ 6373 h 6516"/>
              <a:gd name="T60" fmla="*/ 1948 w 6520"/>
              <a:gd name="T61" fmla="*/ 6243 h 6516"/>
              <a:gd name="T62" fmla="*/ 1615 w 6520"/>
              <a:gd name="T63" fmla="*/ 6072 h 6516"/>
              <a:gd name="T64" fmla="*/ 1305 w 6520"/>
              <a:gd name="T65" fmla="*/ 5866 h 6516"/>
              <a:gd name="T66" fmla="*/ 1022 w 6520"/>
              <a:gd name="T67" fmla="*/ 5628 h 6516"/>
              <a:gd name="T68" fmla="*/ 768 w 6520"/>
              <a:gd name="T69" fmla="*/ 5358 h 6516"/>
              <a:gd name="T70" fmla="*/ 544 w 6520"/>
              <a:gd name="T71" fmla="*/ 5061 h 6516"/>
              <a:gd name="T72" fmla="*/ 355 w 6520"/>
              <a:gd name="T73" fmla="*/ 4740 h 6516"/>
              <a:gd name="T74" fmla="*/ 204 w 6520"/>
              <a:gd name="T75" fmla="*/ 4395 h 6516"/>
              <a:gd name="T76" fmla="*/ 93 w 6520"/>
              <a:gd name="T77" fmla="*/ 4032 h 6516"/>
              <a:gd name="T78" fmla="*/ 24 w 6520"/>
              <a:gd name="T79" fmla="*/ 3652 h 6516"/>
              <a:gd name="T80" fmla="*/ 0 w 6520"/>
              <a:gd name="T81" fmla="*/ 3259 h 6516"/>
              <a:gd name="T82" fmla="*/ 24 w 6520"/>
              <a:gd name="T83" fmla="*/ 2865 h 6516"/>
              <a:gd name="T84" fmla="*/ 93 w 6520"/>
              <a:gd name="T85" fmla="*/ 2484 h 6516"/>
              <a:gd name="T86" fmla="*/ 204 w 6520"/>
              <a:gd name="T87" fmla="*/ 2121 h 6516"/>
              <a:gd name="T88" fmla="*/ 355 w 6520"/>
              <a:gd name="T89" fmla="*/ 1778 h 6516"/>
              <a:gd name="T90" fmla="*/ 544 w 6520"/>
              <a:gd name="T91" fmla="*/ 1457 h 6516"/>
              <a:gd name="T92" fmla="*/ 768 w 6520"/>
              <a:gd name="T93" fmla="*/ 1160 h 6516"/>
              <a:gd name="T94" fmla="*/ 1022 w 6520"/>
              <a:gd name="T95" fmla="*/ 890 h 6516"/>
              <a:gd name="T96" fmla="*/ 1305 w 6520"/>
              <a:gd name="T97" fmla="*/ 650 h 6516"/>
              <a:gd name="T98" fmla="*/ 1615 w 6520"/>
              <a:gd name="T99" fmla="*/ 446 h 6516"/>
              <a:gd name="T100" fmla="*/ 1948 w 6520"/>
              <a:gd name="T101" fmla="*/ 276 h 6516"/>
              <a:gd name="T102" fmla="*/ 2303 w 6520"/>
              <a:gd name="T103" fmla="*/ 143 h 6516"/>
              <a:gd name="T104" fmla="*/ 2674 w 6520"/>
              <a:gd name="T105" fmla="*/ 53 h 6516"/>
              <a:gd name="T106" fmla="*/ 3063 w 6520"/>
              <a:gd name="T107" fmla="*/ 6 h 6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520" h="6516">
                <a:moveTo>
                  <a:pt x="3261" y="0"/>
                </a:moveTo>
                <a:lnTo>
                  <a:pt x="3459" y="6"/>
                </a:lnTo>
                <a:lnTo>
                  <a:pt x="3654" y="24"/>
                </a:lnTo>
                <a:lnTo>
                  <a:pt x="3846" y="53"/>
                </a:lnTo>
                <a:lnTo>
                  <a:pt x="4035" y="93"/>
                </a:lnTo>
                <a:lnTo>
                  <a:pt x="4219" y="143"/>
                </a:lnTo>
                <a:lnTo>
                  <a:pt x="4398" y="204"/>
                </a:lnTo>
                <a:lnTo>
                  <a:pt x="4572" y="276"/>
                </a:lnTo>
                <a:lnTo>
                  <a:pt x="4743" y="355"/>
                </a:lnTo>
                <a:lnTo>
                  <a:pt x="4905" y="446"/>
                </a:lnTo>
                <a:lnTo>
                  <a:pt x="5064" y="543"/>
                </a:lnTo>
                <a:lnTo>
                  <a:pt x="5215" y="650"/>
                </a:lnTo>
                <a:lnTo>
                  <a:pt x="5362" y="767"/>
                </a:lnTo>
                <a:lnTo>
                  <a:pt x="5499" y="890"/>
                </a:lnTo>
                <a:lnTo>
                  <a:pt x="5631" y="1021"/>
                </a:lnTo>
                <a:lnTo>
                  <a:pt x="5754" y="1160"/>
                </a:lnTo>
                <a:lnTo>
                  <a:pt x="5869" y="1304"/>
                </a:lnTo>
                <a:lnTo>
                  <a:pt x="5977" y="1457"/>
                </a:lnTo>
                <a:lnTo>
                  <a:pt x="6076" y="1614"/>
                </a:lnTo>
                <a:lnTo>
                  <a:pt x="6165" y="1778"/>
                </a:lnTo>
                <a:lnTo>
                  <a:pt x="6246" y="1947"/>
                </a:lnTo>
                <a:lnTo>
                  <a:pt x="6318" y="2121"/>
                </a:lnTo>
                <a:lnTo>
                  <a:pt x="6377" y="2302"/>
                </a:lnTo>
                <a:lnTo>
                  <a:pt x="6429" y="2484"/>
                </a:lnTo>
                <a:lnTo>
                  <a:pt x="6469" y="2672"/>
                </a:lnTo>
                <a:lnTo>
                  <a:pt x="6496" y="2865"/>
                </a:lnTo>
                <a:lnTo>
                  <a:pt x="6514" y="3061"/>
                </a:lnTo>
                <a:lnTo>
                  <a:pt x="6520" y="3259"/>
                </a:lnTo>
                <a:lnTo>
                  <a:pt x="6514" y="3457"/>
                </a:lnTo>
                <a:lnTo>
                  <a:pt x="6496" y="3652"/>
                </a:lnTo>
                <a:lnTo>
                  <a:pt x="6469" y="3844"/>
                </a:lnTo>
                <a:lnTo>
                  <a:pt x="6429" y="4032"/>
                </a:lnTo>
                <a:lnTo>
                  <a:pt x="6377" y="4217"/>
                </a:lnTo>
                <a:lnTo>
                  <a:pt x="6318" y="4395"/>
                </a:lnTo>
                <a:lnTo>
                  <a:pt x="6246" y="4569"/>
                </a:lnTo>
                <a:lnTo>
                  <a:pt x="6165" y="4740"/>
                </a:lnTo>
                <a:lnTo>
                  <a:pt x="6076" y="4902"/>
                </a:lnTo>
                <a:lnTo>
                  <a:pt x="5977" y="5061"/>
                </a:lnTo>
                <a:lnTo>
                  <a:pt x="5869" y="5214"/>
                </a:lnTo>
                <a:lnTo>
                  <a:pt x="5754" y="5358"/>
                </a:lnTo>
                <a:lnTo>
                  <a:pt x="5631" y="5497"/>
                </a:lnTo>
                <a:lnTo>
                  <a:pt x="5499" y="5628"/>
                </a:lnTo>
                <a:lnTo>
                  <a:pt x="5362" y="5751"/>
                </a:lnTo>
                <a:lnTo>
                  <a:pt x="5215" y="5866"/>
                </a:lnTo>
                <a:lnTo>
                  <a:pt x="5064" y="5973"/>
                </a:lnTo>
                <a:lnTo>
                  <a:pt x="4905" y="6072"/>
                </a:lnTo>
                <a:lnTo>
                  <a:pt x="4743" y="6161"/>
                </a:lnTo>
                <a:lnTo>
                  <a:pt x="4572" y="6243"/>
                </a:lnTo>
                <a:lnTo>
                  <a:pt x="4398" y="6314"/>
                </a:lnTo>
                <a:lnTo>
                  <a:pt x="4219" y="6373"/>
                </a:lnTo>
                <a:lnTo>
                  <a:pt x="4035" y="6425"/>
                </a:lnTo>
                <a:lnTo>
                  <a:pt x="3846" y="6465"/>
                </a:lnTo>
                <a:lnTo>
                  <a:pt x="3654" y="6494"/>
                </a:lnTo>
                <a:lnTo>
                  <a:pt x="3459" y="6510"/>
                </a:lnTo>
                <a:lnTo>
                  <a:pt x="3261" y="6516"/>
                </a:lnTo>
                <a:lnTo>
                  <a:pt x="3063" y="6510"/>
                </a:lnTo>
                <a:lnTo>
                  <a:pt x="2866" y="6494"/>
                </a:lnTo>
                <a:lnTo>
                  <a:pt x="2674" y="6465"/>
                </a:lnTo>
                <a:lnTo>
                  <a:pt x="2485" y="6425"/>
                </a:lnTo>
                <a:lnTo>
                  <a:pt x="2303" y="6373"/>
                </a:lnTo>
                <a:lnTo>
                  <a:pt x="2122" y="6314"/>
                </a:lnTo>
                <a:lnTo>
                  <a:pt x="1948" y="6243"/>
                </a:lnTo>
                <a:lnTo>
                  <a:pt x="1779" y="6161"/>
                </a:lnTo>
                <a:lnTo>
                  <a:pt x="1615" y="6072"/>
                </a:lnTo>
                <a:lnTo>
                  <a:pt x="1456" y="5973"/>
                </a:lnTo>
                <a:lnTo>
                  <a:pt x="1305" y="5866"/>
                </a:lnTo>
                <a:lnTo>
                  <a:pt x="1160" y="5751"/>
                </a:lnTo>
                <a:lnTo>
                  <a:pt x="1022" y="5628"/>
                </a:lnTo>
                <a:lnTo>
                  <a:pt x="891" y="5497"/>
                </a:lnTo>
                <a:lnTo>
                  <a:pt x="768" y="5358"/>
                </a:lnTo>
                <a:lnTo>
                  <a:pt x="651" y="5214"/>
                </a:lnTo>
                <a:lnTo>
                  <a:pt x="544" y="5061"/>
                </a:lnTo>
                <a:lnTo>
                  <a:pt x="444" y="4902"/>
                </a:lnTo>
                <a:lnTo>
                  <a:pt x="355" y="4740"/>
                </a:lnTo>
                <a:lnTo>
                  <a:pt x="276" y="4569"/>
                </a:lnTo>
                <a:lnTo>
                  <a:pt x="204" y="4395"/>
                </a:lnTo>
                <a:lnTo>
                  <a:pt x="143" y="4217"/>
                </a:lnTo>
                <a:lnTo>
                  <a:pt x="93" y="4032"/>
                </a:lnTo>
                <a:lnTo>
                  <a:pt x="54" y="3844"/>
                </a:lnTo>
                <a:lnTo>
                  <a:pt x="24" y="3652"/>
                </a:lnTo>
                <a:lnTo>
                  <a:pt x="6" y="3457"/>
                </a:lnTo>
                <a:lnTo>
                  <a:pt x="0" y="3259"/>
                </a:lnTo>
                <a:lnTo>
                  <a:pt x="6" y="3061"/>
                </a:lnTo>
                <a:lnTo>
                  <a:pt x="24" y="2865"/>
                </a:lnTo>
                <a:lnTo>
                  <a:pt x="54" y="2672"/>
                </a:lnTo>
                <a:lnTo>
                  <a:pt x="93" y="2484"/>
                </a:lnTo>
                <a:lnTo>
                  <a:pt x="143" y="2302"/>
                </a:lnTo>
                <a:lnTo>
                  <a:pt x="204" y="2121"/>
                </a:lnTo>
                <a:lnTo>
                  <a:pt x="276" y="1947"/>
                </a:lnTo>
                <a:lnTo>
                  <a:pt x="355" y="1778"/>
                </a:lnTo>
                <a:lnTo>
                  <a:pt x="444" y="1614"/>
                </a:lnTo>
                <a:lnTo>
                  <a:pt x="544" y="1457"/>
                </a:lnTo>
                <a:lnTo>
                  <a:pt x="651" y="1304"/>
                </a:lnTo>
                <a:lnTo>
                  <a:pt x="768" y="1160"/>
                </a:lnTo>
                <a:lnTo>
                  <a:pt x="891" y="1021"/>
                </a:lnTo>
                <a:lnTo>
                  <a:pt x="1022" y="890"/>
                </a:lnTo>
                <a:lnTo>
                  <a:pt x="1160" y="767"/>
                </a:lnTo>
                <a:lnTo>
                  <a:pt x="1305" y="650"/>
                </a:lnTo>
                <a:lnTo>
                  <a:pt x="1456" y="543"/>
                </a:lnTo>
                <a:lnTo>
                  <a:pt x="1615" y="446"/>
                </a:lnTo>
                <a:lnTo>
                  <a:pt x="1779" y="355"/>
                </a:lnTo>
                <a:lnTo>
                  <a:pt x="1948" y="276"/>
                </a:lnTo>
                <a:lnTo>
                  <a:pt x="2122" y="204"/>
                </a:lnTo>
                <a:lnTo>
                  <a:pt x="2303" y="143"/>
                </a:lnTo>
                <a:lnTo>
                  <a:pt x="2485" y="93"/>
                </a:lnTo>
                <a:lnTo>
                  <a:pt x="2674" y="53"/>
                </a:lnTo>
                <a:lnTo>
                  <a:pt x="2866" y="24"/>
                </a:lnTo>
                <a:lnTo>
                  <a:pt x="3063" y="6"/>
                </a:lnTo>
                <a:lnTo>
                  <a:pt x="3261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Open Sans" panose="020B060603050402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BA30A42C-CDA0-4113-904E-4E82A2541143}"/>
              </a:ext>
            </a:extLst>
          </p:cNvPr>
          <p:cNvSpPr>
            <a:spLocks/>
          </p:cNvSpPr>
          <p:nvPr/>
        </p:nvSpPr>
        <p:spPr bwMode="auto">
          <a:xfrm>
            <a:off x="3569932" y="1628714"/>
            <a:ext cx="993343" cy="418002"/>
          </a:xfrm>
          <a:custGeom>
            <a:avLst/>
            <a:gdLst>
              <a:gd name="T0" fmla="*/ 845 w 1692"/>
              <a:gd name="T1" fmla="*/ 0 h 711"/>
              <a:gd name="T2" fmla="*/ 915 w 1692"/>
              <a:gd name="T3" fmla="*/ 6 h 711"/>
              <a:gd name="T4" fmla="*/ 980 w 1692"/>
              <a:gd name="T5" fmla="*/ 20 h 711"/>
              <a:gd name="T6" fmla="*/ 1044 w 1692"/>
              <a:gd name="T7" fmla="*/ 45 h 711"/>
              <a:gd name="T8" fmla="*/ 1099 w 1692"/>
              <a:gd name="T9" fmla="*/ 79 h 711"/>
              <a:gd name="T10" fmla="*/ 1151 w 1692"/>
              <a:gd name="T11" fmla="*/ 119 h 711"/>
              <a:gd name="T12" fmla="*/ 1196 w 1692"/>
              <a:gd name="T13" fmla="*/ 166 h 711"/>
              <a:gd name="T14" fmla="*/ 1234 w 1692"/>
              <a:gd name="T15" fmla="*/ 222 h 711"/>
              <a:gd name="T16" fmla="*/ 1262 w 1692"/>
              <a:gd name="T17" fmla="*/ 281 h 711"/>
              <a:gd name="T18" fmla="*/ 1284 w 1692"/>
              <a:gd name="T19" fmla="*/ 345 h 711"/>
              <a:gd name="T20" fmla="*/ 1294 w 1692"/>
              <a:gd name="T21" fmla="*/ 412 h 711"/>
              <a:gd name="T22" fmla="*/ 1307 w 1692"/>
              <a:gd name="T23" fmla="*/ 406 h 711"/>
              <a:gd name="T24" fmla="*/ 1325 w 1692"/>
              <a:gd name="T25" fmla="*/ 402 h 711"/>
              <a:gd name="T26" fmla="*/ 1349 w 1692"/>
              <a:gd name="T27" fmla="*/ 398 h 711"/>
              <a:gd name="T28" fmla="*/ 1377 w 1692"/>
              <a:gd name="T29" fmla="*/ 398 h 711"/>
              <a:gd name="T30" fmla="*/ 1407 w 1692"/>
              <a:gd name="T31" fmla="*/ 400 h 711"/>
              <a:gd name="T32" fmla="*/ 1438 w 1692"/>
              <a:gd name="T33" fmla="*/ 404 h 711"/>
              <a:gd name="T34" fmla="*/ 1472 w 1692"/>
              <a:gd name="T35" fmla="*/ 410 h 711"/>
              <a:gd name="T36" fmla="*/ 1506 w 1692"/>
              <a:gd name="T37" fmla="*/ 422 h 711"/>
              <a:gd name="T38" fmla="*/ 1540 w 1692"/>
              <a:gd name="T39" fmla="*/ 434 h 711"/>
              <a:gd name="T40" fmla="*/ 1571 w 1692"/>
              <a:gd name="T41" fmla="*/ 452 h 711"/>
              <a:gd name="T42" fmla="*/ 1601 w 1692"/>
              <a:gd name="T43" fmla="*/ 473 h 711"/>
              <a:gd name="T44" fmla="*/ 1629 w 1692"/>
              <a:gd name="T45" fmla="*/ 499 h 711"/>
              <a:gd name="T46" fmla="*/ 1653 w 1692"/>
              <a:gd name="T47" fmla="*/ 531 h 711"/>
              <a:gd name="T48" fmla="*/ 1670 w 1692"/>
              <a:gd name="T49" fmla="*/ 567 h 711"/>
              <a:gd name="T50" fmla="*/ 1684 w 1692"/>
              <a:gd name="T51" fmla="*/ 606 h 711"/>
              <a:gd name="T52" fmla="*/ 1692 w 1692"/>
              <a:gd name="T53" fmla="*/ 654 h 711"/>
              <a:gd name="T54" fmla="*/ 1692 w 1692"/>
              <a:gd name="T55" fmla="*/ 707 h 711"/>
              <a:gd name="T56" fmla="*/ 1692 w 1692"/>
              <a:gd name="T57" fmla="*/ 711 h 711"/>
              <a:gd name="T58" fmla="*/ 0 w 1692"/>
              <a:gd name="T59" fmla="*/ 711 h 711"/>
              <a:gd name="T60" fmla="*/ 0 w 1692"/>
              <a:gd name="T61" fmla="*/ 707 h 711"/>
              <a:gd name="T62" fmla="*/ 0 w 1692"/>
              <a:gd name="T63" fmla="*/ 652 h 711"/>
              <a:gd name="T64" fmla="*/ 8 w 1692"/>
              <a:gd name="T65" fmla="*/ 604 h 711"/>
              <a:gd name="T66" fmla="*/ 22 w 1692"/>
              <a:gd name="T67" fmla="*/ 561 h 711"/>
              <a:gd name="T68" fmla="*/ 42 w 1692"/>
              <a:gd name="T69" fmla="*/ 525 h 711"/>
              <a:gd name="T70" fmla="*/ 68 w 1692"/>
              <a:gd name="T71" fmla="*/ 493 h 711"/>
              <a:gd name="T72" fmla="*/ 97 w 1692"/>
              <a:gd name="T73" fmla="*/ 468 h 711"/>
              <a:gd name="T74" fmla="*/ 129 w 1692"/>
              <a:gd name="T75" fmla="*/ 446 h 711"/>
              <a:gd name="T76" fmla="*/ 163 w 1692"/>
              <a:gd name="T77" fmla="*/ 430 h 711"/>
              <a:gd name="T78" fmla="*/ 197 w 1692"/>
              <a:gd name="T79" fmla="*/ 416 h 711"/>
              <a:gd name="T80" fmla="*/ 232 w 1692"/>
              <a:gd name="T81" fmla="*/ 406 h 711"/>
              <a:gd name="T82" fmla="*/ 266 w 1692"/>
              <a:gd name="T83" fmla="*/ 400 h 711"/>
              <a:gd name="T84" fmla="*/ 298 w 1692"/>
              <a:gd name="T85" fmla="*/ 398 h 711"/>
              <a:gd name="T86" fmla="*/ 328 w 1692"/>
              <a:gd name="T87" fmla="*/ 396 h 711"/>
              <a:gd name="T88" fmla="*/ 353 w 1692"/>
              <a:gd name="T89" fmla="*/ 398 h 711"/>
              <a:gd name="T90" fmla="*/ 375 w 1692"/>
              <a:gd name="T91" fmla="*/ 402 h 711"/>
              <a:gd name="T92" fmla="*/ 391 w 1692"/>
              <a:gd name="T93" fmla="*/ 406 h 711"/>
              <a:gd name="T94" fmla="*/ 399 w 1692"/>
              <a:gd name="T95" fmla="*/ 412 h 711"/>
              <a:gd name="T96" fmla="*/ 409 w 1692"/>
              <a:gd name="T97" fmla="*/ 345 h 711"/>
              <a:gd name="T98" fmla="*/ 429 w 1692"/>
              <a:gd name="T99" fmla="*/ 281 h 711"/>
              <a:gd name="T100" fmla="*/ 458 w 1692"/>
              <a:gd name="T101" fmla="*/ 222 h 711"/>
              <a:gd name="T102" fmla="*/ 496 w 1692"/>
              <a:gd name="T103" fmla="*/ 166 h 711"/>
              <a:gd name="T104" fmla="*/ 542 w 1692"/>
              <a:gd name="T105" fmla="*/ 119 h 711"/>
              <a:gd name="T106" fmla="*/ 593 w 1692"/>
              <a:gd name="T107" fmla="*/ 79 h 711"/>
              <a:gd name="T108" fmla="*/ 649 w 1692"/>
              <a:gd name="T109" fmla="*/ 45 h 711"/>
              <a:gd name="T110" fmla="*/ 710 w 1692"/>
              <a:gd name="T111" fmla="*/ 20 h 711"/>
              <a:gd name="T112" fmla="*/ 778 w 1692"/>
              <a:gd name="T113" fmla="*/ 6 h 711"/>
              <a:gd name="T114" fmla="*/ 845 w 1692"/>
              <a:gd name="T115" fmla="*/ 0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92" h="711">
                <a:moveTo>
                  <a:pt x="845" y="0"/>
                </a:moveTo>
                <a:lnTo>
                  <a:pt x="915" y="6"/>
                </a:lnTo>
                <a:lnTo>
                  <a:pt x="980" y="20"/>
                </a:lnTo>
                <a:lnTo>
                  <a:pt x="1044" y="45"/>
                </a:lnTo>
                <a:lnTo>
                  <a:pt x="1099" y="79"/>
                </a:lnTo>
                <a:lnTo>
                  <a:pt x="1151" y="119"/>
                </a:lnTo>
                <a:lnTo>
                  <a:pt x="1196" y="166"/>
                </a:lnTo>
                <a:lnTo>
                  <a:pt x="1234" y="222"/>
                </a:lnTo>
                <a:lnTo>
                  <a:pt x="1262" y="281"/>
                </a:lnTo>
                <a:lnTo>
                  <a:pt x="1284" y="345"/>
                </a:lnTo>
                <a:lnTo>
                  <a:pt x="1294" y="412"/>
                </a:lnTo>
                <a:lnTo>
                  <a:pt x="1307" y="406"/>
                </a:lnTo>
                <a:lnTo>
                  <a:pt x="1325" y="402"/>
                </a:lnTo>
                <a:lnTo>
                  <a:pt x="1349" y="398"/>
                </a:lnTo>
                <a:lnTo>
                  <a:pt x="1377" y="398"/>
                </a:lnTo>
                <a:lnTo>
                  <a:pt x="1407" y="400"/>
                </a:lnTo>
                <a:lnTo>
                  <a:pt x="1438" y="404"/>
                </a:lnTo>
                <a:lnTo>
                  <a:pt x="1472" y="410"/>
                </a:lnTo>
                <a:lnTo>
                  <a:pt x="1506" y="422"/>
                </a:lnTo>
                <a:lnTo>
                  <a:pt x="1540" y="434"/>
                </a:lnTo>
                <a:lnTo>
                  <a:pt x="1571" y="452"/>
                </a:lnTo>
                <a:lnTo>
                  <a:pt x="1601" y="473"/>
                </a:lnTo>
                <a:lnTo>
                  <a:pt x="1629" y="499"/>
                </a:lnTo>
                <a:lnTo>
                  <a:pt x="1653" y="531"/>
                </a:lnTo>
                <a:lnTo>
                  <a:pt x="1670" y="567"/>
                </a:lnTo>
                <a:lnTo>
                  <a:pt x="1684" y="606"/>
                </a:lnTo>
                <a:lnTo>
                  <a:pt x="1692" y="654"/>
                </a:lnTo>
                <a:lnTo>
                  <a:pt x="1692" y="707"/>
                </a:lnTo>
                <a:lnTo>
                  <a:pt x="1692" y="711"/>
                </a:lnTo>
                <a:lnTo>
                  <a:pt x="0" y="711"/>
                </a:lnTo>
                <a:lnTo>
                  <a:pt x="0" y="707"/>
                </a:lnTo>
                <a:lnTo>
                  <a:pt x="0" y="652"/>
                </a:lnTo>
                <a:lnTo>
                  <a:pt x="8" y="604"/>
                </a:lnTo>
                <a:lnTo>
                  <a:pt x="22" y="561"/>
                </a:lnTo>
                <a:lnTo>
                  <a:pt x="42" y="525"/>
                </a:lnTo>
                <a:lnTo>
                  <a:pt x="68" y="493"/>
                </a:lnTo>
                <a:lnTo>
                  <a:pt x="97" y="468"/>
                </a:lnTo>
                <a:lnTo>
                  <a:pt x="129" y="446"/>
                </a:lnTo>
                <a:lnTo>
                  <a:pt x="163" y="430"/>
                </a:lnTo>
                <a:lnTo>
                  <a:pt x="197" y="416"/>
                </a:lnTo>
                <a:lnTo>
                  <a:pt x="232" y="406"/>
                </a:lnTo>
                <a:lnTo>
                  <a:pt x="266" y="400"/>
                </a:lnTo>
                <a:lnTo>
                  <a:pt x="298" y="398"/>
                </a:lnTo>
                <a:lnTo>
                  <a:pt x="328" y="396"/>
                </a:lnTo>
                <a:lnTo>
                  <a:pt x="353" y="398"/>
                </a:lnTo>
                <a:lnTo>
                  <a:pt x="375" y="402"/>
                </a:lnTo>
                <a:lnTo>
                  <a:pt x="391" y="406"/>
                </a:lnTo>
                <a:lnTo>
                  <a:pt x="399" y="412"/>
                </a:lnTo>
                <a:lnTo>
                  <a:pt x="409" y="345"/>
                </a:lnTo>
                <a:lnTo>
                  <a:pt x="429" y="281"/>
                </a:lnTo>
                <a:lnTo>
                  <a:pt x="458" y="222"/>
                </a:lnTo>
                <a:lnTo>
                  <a:pt x="496" y="166"/>
                </a:lnTo>
                <a:lnTo>
                  <a:pt x="542" y="119"/>
                </a:lnTo>
                <a:lnTo>
                  <a:pt x="593" y="79"/>
                </a:lnTo>
                <a:lnTo>
                  <a:pt x="649" y="45"/>
                </a:lnTo>
                <a:lnTo>
                  <a:pt x="710" y="20"/>
                </a:lnTo>
                <a:lnTo>
                  <a:pt x="778" y="6"/>
                </a:lnTo>
                <a:lnTo>
                  <a:pt x="8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7" name="Freeform 8">
            <a:extLst>
              <a:ext uri="{FF2B5EF4-FFF2-40B4-BE49-F238E27FC236}">
                <a16:creationId xmlns:a16="http://schemas.microsoft.com/office/drawing/2014/main" id="{16314333-2A11-4508-B538-D6425D4B98D5}"/>
              </a:ext>
            </a:extLst>
          </p:cNvPr>
          <p:cNvSpPr>
            <a:spLocks/>
          </p:cNvSpPr>
          <p:nvPr/>
        </p:nvSpPr>
        <p:spPr bwMode="auto">
          <a:xfrm>
            <a:off x="8929249" y="3209586"/>
            <a:ext cx="1794163" cy="754990"/>
          </a:xfrm>
          <a:custGeom>
            <a:avLst/>
            <a:gdLst>
              <a:gd name="T0" fmla="*/ 845 w 1692"/>
              <a:gd name="T1" fmla="*/ 0 h 712"/>
              <a:gd name="T2" fmla="*/ 914 w 1692"/>
              <a:gd name="T3" fmla="*/ 6 h 712"/>
              <a:gd name="T4" fmla="*/ 980 w 1692"/>
              <a:gd name="T5" fmla="*/ 20 h 712"/>
              <a:gd name="T6" fmla="*/ 1043 w 1692"/>
              <a:gd name="T7" fmla="*/ 46 h 712"/>
              <a:gd name="T8" fmla="*/ 1099 w 1692"/>
              <a:gd name="T9" fmla="*/ 79 h 712"/>
              <a:gd name="T10" fmla="*/ 1150 w 1692"/>
              <a:gd name="T11" fmla="*/ 119 h 712"/>
              <a:gd name="T12" fmla="*/ 1196 w 1692"/>
              <a:gd name="T13" fmla="*/ 166 h 712"/>
              <a:gd name="T14" fmla="*/ 1234 w 1692"/>
              <a:gd name="T15" fmla="*/ 222 h 712"/>
              <a:gd name="T16" fmla="*/ 1261 w 1692"/>
              <a:gd name="T17" fmla="*/ 281 h 712"/>
              <a:gd name="T18" fmla="*/ 1283 w 1692"/>
              <a:gd name="T19" fmla="*/ 345 h 712"/>
              <a:gd name="T20" fmla="*/ 1293 w 1692"/>
              <a:gd name="T21" fmla="*/ 412 h 712"/>
              <a:gd name="T22" fmla="*/ 1307 w 1692"/>
              <a:gd name="T23" fmla="*/ 406 h 712"/>
              <a:gd name="T24" fmla="*/ 1325 w 1692"/>
              <a:gd name="T25" fmla="*/ 402 h 712"/>
              <a:gd name="T26" fmla="*/ 1349 w 1692"/>
              <a:gd name="T27" fmla="*/ 398 h 712"/>
              <a:gd name="T28" fmla="*/ 1376 w 1692"/>
              <a:gd name="T29" fmla="*/ 398 h 712"/>
              <a:gd name="T30" fmla="*/ 1406 w 1692"/>
              <a:gd name="T31" fmla="*/ 400 h 712"/>
              <a:gd name="T32" fmla="*/ 1438 w 1692"/>
              <a:gd name="T33" fmla="*/ 404 h 712"/>
              <a:gd name="T34" fmla="*/ 1472 w 1692"/>
              <a:gd name="T35" fmla="*/ 410 h 712"/>
              <a:gd name="T36" fmla="*/ 1505 w 1692"/>
              <a:gd name="T37" fmla="*/ 422 h 712"/>
              <a:gd name="T38" fmla="*/ 1539 w 1692"/>
              <a:gd name="T39" fmla="*/ 434 h 712"/>
              <a:gd name="T40" fmla="*/ 1571 w 1692"/>
              <a:gd name="T41" fmla="*/ 452 h 712"/>
              <a:gd name="T42" fmla="*/ 1601 w 1692"/>
              <a:gd name="T43" fmla="*/ 474 h 712"/>
              <a:gd name="T44" fmla="*/ 1628 w 1692"/>
              <a:gd name="T45" fmla="*/ 500 h 712"/>
              <a:gd name="T46" fmla="*/ 1652 w 1692"/>
              <a:gd name="T47" fmla="*/ 531 h 712"/>
              <a:gd name="T48" fmla="*/ 1670 w 1692"/>
              <a:gd name="T49" fmla="*/ 567 h 712"/>
              <a:gd name="T50" fmla="*/ 1684 w 1692"/>
              <a:gd name="T51" fmla="*/ 607 h 712"/>
              <a:gd name="T52" fmla="*/ 1692 w 1692"/>
              <a:gd name="T53" fmla="*/ 654 h 712"/>
              <a:gd name="T54" fmla="*/ 1692 w 1692"/>
              <a:gd name="T55" fmla="*/ 708 h 712"/>
              <a:gd name="T56" fmla="*/ 1692 w 1692"/>
              <a:gd name="T57" fmla="*/ 712 h 712"/>
              <a:gd name="T58" fmla="*/ 0 w 1692"/>
              <a:gd name="T59" fmla="*/ 712 h 712"/>
              <a:gd name="T60" fmla="*/ 0 w 1692"/>
              <a:gd name="T61" fmla="*/ 708 h 712"/>
              <a:gd name="T62" fmla="*/ 0 w 1692"/>
              <a:gd name="T63" fmla="*/ 652 h 712"/>
              <a:gd name="T64" fmla="*/ 8 w 1692"/>
              <a:gd name="T65" fmla="*/ 605 h 712"/>
              <a:gd name="T66" fmla="*/ 22 w 1692"/>
              <a:gd name="T67" fmla="*/ 561 h 712"/>
              <a:gd name="T68" fmla="*/ 42 w 1692"/>
              <a:gd name="T69" fmla="*/ 525 h 712"/>
              <a:gd name="T70" fmla="*/ 67 w 1692"/>
              <a:gd name="T71" fmla="*/ 494 h 712"/>
              <a:gd name="T72" fmla="*/ 97 w 1692"/>
              <a:gd name="T73" fmla="*/ 468 h 712"/>
              <a:gd name="T74" fmla="*/ 129 w 1692"/>
              <a:gd name="T75" fmla="*/ 446 h 712"/>
              <a:gd name="T76" fmla="*/ 163 w 1692"/>
              <a:gd name="T77" fmla="*/ 430 h 712"/>
              <a:gd name="T78" fmla="*/ 196 w 1692"/>
              <a:gd name="T79" fmla="*/ 416 h 712"/>
              <a:gd name="T80" fmla="*/ 232 w 1692"/>
              <a:gd name="T81" fmla="*/ 406 h 712"/>
              <a:gd name="T82" fmla="*/ 266 w 1692"/>
              <a:gd name="T83" fmla="*/ 400 h 712"/>
              <a:gd name="T84" fmla="*/ 297 w 1692"/>
              <a:gd name="T85" fmla="*/ 398 h 712"/>
              <a:gd name="T86" fmla="*/ 327 w 1692"/>
              <a:gd name="T87" fmla="*/ 396 h 712"/>
              <a:gd name="T88" fmla="*/ 353 w 1692"/>
              <a:gd name="T89" fmla="*/ 398 h 712"/>
              <a:gd name="T90" fmla="*/ 375 w 1692"/>
              <a:gd name="T91" fmla="*/ 402 h 712"/>
              <a:gd name="T92" fmla="*/ 391 w 1692"/>
              <a:gd name="T93" fmla="*/ 406 h 712"/>
              <a:gd name="T94" fmla="*/ 399 w 1692"/>
              <a:gd name="T95" fmla="*/ 412 h 712"/>
              <a:gd name="T96" fmla="*/ 408 w 1692"/>
              <a:gd name="T97" fmla="*/ 345 h 712"/>
              <a:gd name="T98" fmla="*/ 430 w 1692"/>
              <a:gd name="T99" fmla="*/ 281 h 712"/>
              <a:gd name="T100" fmla="*/ 458 w 1692"/>
              <a:gd name="T101" fmla="*/ 222 h 712"/>
              <a:gd name="T102" fmla="*/ 496 w 1692"/>
              <a:gd name="T103" fmla="*/ 166 h 712"/>
              <a:gd name="T104" fmla="*/ 541 w 1692"/>
              <a:gd name="T105" fmla="*/ 119 h 712"/>
              <a:gd name="T106" fmla="*/ 593 w 1692"/>
              <a:gd name="T107" fmla="*/ 79 h 712"/>
              <a:gd name="T108" fmla="*/ 648 w 1692"/>
              <a:gd name="T109" fmla="*/ 46 h 712"/>
              <a:gd name="T110" fmla="*/ 712 w 1692"/>
              <a:gd name="T111" fmla="*/ 20 h 712"/>
              <a:gd name="T112" fmla="*/ 777 w 1692"/>
              <a:gd name="T113" fmla="*/ 6 h 712"/>
              <a:gd name="T114" fmla="*/ 845 w 1692"/>
              <a:gd name="T115" fmla="*/ 0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92" h="712">
                <a:moveTo>
                  <a:pt x="845" y="0"/>
                </a:moveTo>
                <a:lnTo>
                  <a:pt x="914" y="6"/>
                </a:lnTo>
                <a:lnTo>
                  <a:pt x="980" y="20"/>
                </a:lnTo>
                <a:lnTo>
                  <a:pt x="1043" y="46"/>
                </a:lnTo>
                <a:lnTo>
                  <a:pt x="1099" y="79"/>
                </a:lnTo>
                <a:lnTo>
                  <a:pt x="1150" y="119"/>
                </a:lnTo>
                <a:lnTo>
                  <a:pt x="1196" y="166"/>
                </a:lnTo>
                <a:lnTo>
                  <a:pt x="1234" y="222"/>
                </a:lnTo>
                <a:lnTo>
                  <a:pt x="1261" y="281"/>
                </a:lnTo>
                <a:lnTo>
                  <a:pt x="1283" y="345"/>
                </a:lnTo>
                <a:lnTo>
                  <a:pt x="1293" y="412"/>
                </a:lnTo>
                <a:lnTo>
                  <a:pt x="1307" y="406"/>
                </a:lnTo>
                <a:lnTo>
                  <a:pt x="1325" y="402"/>
                </a:lnTo>
                <a:lnTo>
                  <a:pt x="1349" y="398"/>
                </a:lnTo>
                <a:lnTo>
                  <a:pt x="1376" y="398"/>
                </a:lnTo>
                <a:lnTo>
                  <a:pt x="1406" y="400"/>
                </a:lnTo>
                <a:lnTo>
                  <a:pt x="1438" y="404"/>
                </a:lnTo>
                <a:lnTo>
                  <a:pt x="1472" y="410"/>
                </a:lnTo>
                <a:lnTo>
                  <a:pt x="1505" y="422"/>
                </a:lnTo>
                <a:lnTo>
                  <a:pt x="1539" y="434"/>
                </a:lnTo>
                <a:lnTo>
                  <a:pt x="1571" y="452"/>
                </a:lnTo>
                <a:lnTo>
                  <a:pt x="1601" y="474"/>
                </a:lnTo>
                <a:lnTo>
                  <a:pt x="1628" y="500"/>
                </a:lnTo>
                <a:lnTo>
                  <a:pt x="1652" y="531"/>
                </a:lnTo>
                <a:lnTo>
                  <a:pt x="1670" y="567"/>
                </a:lnTo>
                <a:lnTo>
                  <a:pt x="1684" y="607"/>
                </a:lnTo>
                <a:lnTo>
                  <a:pt x="1692" y="654"/>
                </a:lnTo>
                <a:lnTo>
                  <a:pt x="1692" y="708"/>
                </a:lnTo>
                <a:lnTo>
                  <a:pt x="1692" y="712"/>
                </a:lnTo>
                <a:lnTo>
                  <a:pt x="0" y="712"/>
                </a:lnTo>
                <a:lnTo>
                  <a:pt x="0" y="708"/>
                </a:lnTo>
                <a:lnTo>
                  <a:pt x="0" y="652"/>
                </a:lnTo>
                <a:lnTo>
                  <a:pt x="8" y="605"/>
                </a:lnTo>
                <a:lnTo>
                  <a:pt x="22" y="561"/>
                </a:lnTo>
                <a:lnTo>
                  <a:pt x="42" y="525"/>
                </a:lnTo>
                <a:lnTo>
                  <a:pt x="67" y="494"/>
                </a:lnTo>
                <a:lnTo>
                  <a:pt x="97" y="468"/>
                </a:lnTo>
                <a:lnTo>
                  <a:pt x="129" y="446"/>
                </a:lnTo>
                <a:lnTo>
                  <a:pt x="163" y="430"/>
                </a:lnTo>
                <a:lnTo>
                  <a:pt x="196" y="416"/>
                </a:lnTo>
                <a:lnTo>
                  <a:pt x="232" y="406"/>
                </a:lnTo>
                <a:lnTo>
                  <a:pt x="266" y="400"/>
                </a:lnTo>
                <a:lnTo>
                  <a:pt x="297" y="398"/>
                </a:lnTo>
                <a:lnTo>
                  <a:pt x="327" y="396"/>
                </a:lnTo>
                <a:lnTo>
                  <a:pt x="353" y="398"/>
                </a:lnTo>
                <a:lnTo>
                  <a:pt x="375" y="402"/>
                </a:lnTo>
                <a:lnTo>
                  <a:pt x="391" y="406"/>
                </a:lnTo>
                <a:lnTo>
                  <a:pt x="399" y="412"/>
                </a:lnTo>
                <a:lnTo>
                  <a:pt x="408" y="345"/>
                </a:lnTo>
                <a:lnTo>
                  <a:pt x="430" y="281"/>
                </a:lnTo>
                <a:lnTo>
                  <a:pt x="458" y="222"/>
                </a:lnTo>
                <a:lnTo>
                  <a:pt x="496" y="166"/>
                </a:lnTo>
                <a:lnTo>
                  <a:pt x="541" y="119"/>
                </a:lnTo>
                <a:lnTo>
                  <a:pt x="593" y="79"/>
                </a:lnTo>
                <a:lnTo>
                  <a:pt x="648" y="46"/>
                </a:lnTo>
                <a:lnTo>
                  <a:pt x="712" y="20"/>
                </a:lnTo>
                <a:lnTo>
                  <a:pt x="777" y="6"/>
                </a:lnTo>
                <a:lnTo>
                  <a:pt x="8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DCB4912-AC33-4975-B5BB-421E723A9DF5}"/>
              </a:ext>
            </a:extLst>
          </p:cNvPr>
          <p:cNvGrpSpPr/>
          <p:nvPr/>
        </p:nvGrpSpPr>
        <p:grpSpPr>
          <a:xfrm>
            <a:off x="4179733" y="1159496"/>
            <a:ext cx="3349890" cy="3652824"/>
            <a:chOff x="3825876" y="1071563"/>
            <a:chExt cx="4529137" cy="4938713"/>
          </a:xfrm>
        </p:grpSpPr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674A4A04-727D-4B58-B461-F395228F7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876" y="4365626"/>
              <a:ext cx="1801813" cy="1644650"/>
            </a:xfrm>
            <a:custGeom>
              <a:avLst/>
              <a:gdLst>
                <a:gd name="T0" fmla="*/ 1896 w 2269"/>
                <a:gd name="T1" fmla="*/ 0 h 2071"/>
                <a:gd name="T2" fmla="*/ 2269 w 2269"/>
                <a:gd name="T3" fmla="*/ 1237 h 2071"/>
                <a:gd name="T4" fmla="*/ 672 w 2269"/>
                <a:gd name="T5" fmla="*/ 1237 h 2071"/>
                <a:gd name="T6" fmla="*/ 646 w 2269"/>
                <a:gd name="T7" fmla="*/ 1241 h 2071"/>
                <a:gd name="T8" fmla="*/ 624 w 2269"/>
                <a:gd name="T9" fmla="*/ 1250 h 2071"/>
                <a:gd name="T10" fmla="*/ 605 w 2269"/>
                <a:gd name="T11" fmla="*/ 1264 h 2071"/>
                <a:gd name="T12" fmla="*/ 589 w 2269"/>
                <a:gd name="T13" fmla="*/ 1284 h 2071"/>
                <a:gd name="T14" fmla="*/ 172 w 2269"/>
                <a:gd name="T15" fmla="*/ 2028 h 2071"/>
                <a:gd name="T16" fmla="*/ 154 w 2269"/>
                <a:gd name="T17" fmla="*/ 2049 h 2071"/>
                <a:gd name="T18" fmla="*/ 133 w 2269"/>
                <a:gd name="T19" fmla="*/ 2065 h 2071"/>
                <a:gd name="T20" fmla="*/ 107 w 2269"/>
                <a:gd name="T21" fmla="*/ 2071 h 2071"/>
                <a:gd name="T22" fmla="*/ 81 w 2269"/>
                <a:gd name="T23" fmla="*/ 2071 h 2071"/>
                <a:gd name="T24" fmla="*/ 55 w 2269"/>
                <a:gd name="T25" fmla="*/ 2065 h 2071"/>
                <a:gd name="T26" fmla="*/ 33 w 2269"/>
                <a:gd name="T27" fmla="*/ 2051 h 2071"/>
                <a:gd name="T28" fmla="*/ 16 w 2269"/>
                <a:gd name="T29" fmla="*/ 2033 h 2071"/>
                <a:gd name="T30" fmla="*/ 4 w 2269"/>
                <a:gd name="T31" fmla="*/ 2008 h 2071"/>
                <a:gd name="T32" fmla="*/ 0 w 2269"/>
                <a:gd name="T33" fmla="*/ 1978 h 2071"/>
                <a:gd name="T34" fmla="*/ 0 w 2269"/>
                <a:gd name="T35" fmla="*/ 473 h 2071"/>
                <a:gd name="T36" fmla="*/ 4 w 2269"/>
                <a:gd name="T37" fmla="*/ 448 h 2071"/>
                <a:gd name="T38" fmla="*/ 14 w 2269"/>
                <a:gd name="T39" fmla="*/ 426 h 2071"/>
                <a:gd name="T40" fmla="*/ 27 w 2269"/>
                <a:gd name="T41" fmla="*/ 406 h 2071"/>
                <a:gd name="T42" fmla="*/ 49 w 2269"/>
                <a:gd name="T43" fmla="*/ 390 h 2071"/>
                <a:gd name="T44" fmla="*/ 73 w 2269"/>
                <a:gd name="T45" fmla="*/ 382 h 2071"/>
                <a:gd name="T46" fmla="*/ 1896 w 2269"/>
                <a:gd name="T47" fmla="*/ 0 h 2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69" h="2071">
                  <a:moveTo>
                    <a:pt x="1896" y="0"/>
                  </a:moveTo>
                  <a:lnTo>
                    <a:pt x="2269" y="1237"/>
                  </a:lnTo>
                  <a:lnTo>
                    <a:pt x="672" y="1237"/>
                  </a:lnTo>
                  <a:lnTo>
                    <a:pt x="646" y="1241"/>
                  </a:lnTo>
                  <a:lnTo>
                    <a:pt x="624" y="1250"/>
                  </a:lnTo>
                  <a:lnTo>
                    <a:pt x="605" y="1264"/>
                  </a:lnTo>
                  <a:lnTo>
                    <a:pt x="589" y="1284"/>
                  </a:lnTo>
                  <a:lnTo>
                    <a:pt x="172" y="2028"/>
                  </a:lnTo>
                  <a:lnTo>
                    <a:pt x="154" y="2049"/>
                  </a:lnTo>
                  <a:lnTo>
                    <a:pt x="133" y="2065"/>
                  </a:lnTo>
                  <a:lnTo>
                    <a:pt x="107" y="2071"/>
                  </a:lnTo>
                  <a:lnTo>
                    <a:pt x="81" y="2071"/>
                  </a:lnTo>
                  <a:lnTo>
                    <a:pt x="55" y="2065"/>
                  </a:lnTo>
                  <a:lnTo>
                    <a:pt x="33" y="2051"/>
                  </a:lnTo>
                  <a:lnTo>
                    <a:pt x="16" y="2033"/>
                  </a:lnTo>
                  <a:lnTo>
                    <a:pt x="4" y="2008"/>
                  </a:lnTo>
                  <a:lnTo>
                    <a:pt x="0" y="1978"/>
                  </a:lnTo>
                  <a:lnTo>
                    <a:pt x="0" y="473"/>
                  </a:lnTo>
                  <a:lnTo>
                    <a:pt x="4" y="448"/>
                  </a:lnTo>
                  <a:lnTo>
                    <a:pt x="14" y="426"/>
                  </a:lnTo>
                  <a:lnTo>
                    <a:pt x="27" y="406"/>
                  </a:lnTo>
                  <a:lnTo>
                    <a:pt x="49" y="390"/>
                  </a:lnTo>
                  <a:lnTo>
                    <a:pt x="73" y="382"/>
                  </a:lnTo>
                  <a:lnTo>
                    <a:pt x="1896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7FEA3277-D5A4-4702-8948-E4E35EDF6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1613" y="4362451"/>
              <a:ext cx="1803400" cy="1646238"/>
            </a:xfrm>
            <a:custGeom>
              <a:avLst/>
              <a:gdLst>
                <a:gd name="T0" fmla="*/ 373 w 2271"/>
                <a:gd name="T1" fmla="*/ 0 h 2073"/>
                <a:gd name="T2" fmla="*/ 2196 w 2271"/>
                <a:gd name="T3" fmla="*/ 386 h 2073"/>
                <a:gd name="T4" fmla="*/ 2226 w 2271"/>
                <a:gd name="T5" fmla="*/ 398 h 2073"/>
                <a:gd name="T6" fmla="*/ 2250 w 2271"/>
                <a:gd name="T7" fmla="*/ 416 h 2073"/>
                <a:gd name="T8" fmla="*/ 2265 w 2271"/>
                <a:gd name="T9" fmla="*/ 442 h 2073"/>
                <a:gd name="T10" fmla="*/ 2271 w 2271"/>
                <a:gd name="T11" fmla="*/ 473 h 2073"/>
                <a:gd name="T12" fmla="*/ 2271 w 2271"/>
                <a:gd name="T13" fmla="*/ 1978 h 2073"/>
                <a:gd name="T14" fmla="*/ 2265 w 2271"/>
                <a:gd name="T15" fmla="*/ 2010 h 2073"/>
                <a:gd name="T16" fmla="*/ 2254 w 2271"/>
                <a:gd name="T17" fmla="*/ 2034 h 2073"/>
                <a:gd name="T18" fmla="*/ 2236 w 2271"/>
                <a:gd name="T19" fmla="*/ 2053 h 2073"/>
                <a:gd name="T20" fmla="*/ 2214 w 2271"/>
                <a:gd name="T21" fmla="*/ 2067 h 2073"/>
                <a:gd name="T22" fmla="*/ 2190 w 2271"/>
                <a:gd name="T23" fmla="*/ 2073 h 2073"/>
                <a:gd name="T24" fmla="*/ 2162 w 2271"/>
                <a:gd name="T25" fmla="*/ 2073 h 2073"/>
                <a:gd name="T26" fmla="*/ 2139 w 2271"/>
                <a:gd name="T27" fmla="*/ 2065 h 2073"/>
                <a:gd name="T28" fmla="*/ 2115 w 2271"/>
                <a:gd name="T29" fmla="*/ 2049 h 2073"/>
                <a:gd name="T30" fmla="*/ 2097 w 2271"/>
                <a:gd name="T31" fmla="*/ 2026 h 2073"/>
                <a:gd name="T32" fmla="*/ 1680 w 2271"/>
                <a:gd name="T33" fmla="*/ 1284 h 2073"/>
                <a:gd name="T34" fmla="*/ 1664 w 2271"/>
                <a:gd name="T35" fmla="*/ 1264 h 2073"/>
                <a:gd name="T36" fmla="*/ 1645 w 2271"/>
                <a:gd name="T37" fmla="*/ 1248 h 2073"/>
                <a:gd name="T38" fmla="*/ 1623 w 2271"/>
                <a:gd name="T39" fmla="*/ 1241 h 2073"/>
                <a:gd name="T40" fmla="*/ 1597 w 2271"/>
                <a:gd name="T41" fmla="*/ 1237 h 2073"/>
                <a:gd name="T42" fmla="*/ 0 w 2271"/>
                <a:gd name="T43" fmla="*/ 1237 h 2073"/>
                <a:gd name="T44" fmla="*/ 373 w 2271"/>
                <a:gd name="T45" fmla="*/ 0 h 2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71" h="2073">
                  <a:moveTo>
                    <a:pt x="373" y="0"/>
                  </a:moveTo>
                  <a:lnTo>
                    <a:pt x="2196" y="386"/>
                  </a:lnTo>
                  <a:lnTo>
                    <a:pt x="2226" y="398"/>
                  </a:lnTo>
                  <a:lnTo>
                    <a:pt x="2250" y="416"/>
                  </a:lnTo>
                  <a:lnTo>
                    <a:pt x="2265" y="442"/>
                  </a:lnTo>
                  <a:lnTo>
                    <a:pt x="2271" y="473"/>
                  </a:lnTo>
                  <a:lnTo>
                    <a:pt x="2271" y="1978"/>
                  </a:lnTo>
                  <a:lnTo>
                    <a:pt x="2265" y="2010"/>
                  </a:lnTo>
                  <a:lnTo>
                    <a:pt x="2254" y="2034"/>
                  </a:lnTo>
                  <a:lnTo>
                    <a:pt x="2236" y="2053"/>
                  </a:lnTo>
                  <a:lnTo>
                    <a:pt x="2214" y="2067"/>
                  </a:lnTo>
                  <a:lnTo>
                    <a:pt x="2190" y="2073"/>
                  </a:lnTo>
                  <a:lnTo>
                    <a:pt x="2162" y="2073"/>
                  </a:lnTo>
                  <a:lnTo>
                    <a:pt x="2139" y="2065"/>
                  </a:lnTo>
                  <a:lnTo>
                    <a:pt x="2115" y="2049"/>
                  </a:lnTo>
                  <a:lnTo>
                    <a:pt x="2097" y="2026"/>
                  </a:lnTo>
                  <a:lnTo>
                    <a:pt x="1680" y="1284"/>
                  </a:lnTo>
                  <a:lnTo>
                    <a:pt x="1664" y="1264"/>
                  </a:lnTo>
                  <a:lnTo>
                    <a:pt x="1645" y="1248"/>
                  </a:lnTo>
                  <a:lnTo>
                    <a:pt x="1623" y="1241"/>
                  </a:lnTo>
                  <a:lnTo>
                    <a:pt x="1597" y="1237"/>
                  </a:lnTo>
                  <a:lnTo>
                    <a:pt x="0" y="1237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DA31243C-B1F5-4567-BCA7-74324ABBA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751" y="1071563"/>
              <a:ext cx="1452563" cy="1011238"/>
            </a:xfrm>
            <a:custGeom>
              <a:avLst/>
              <a:gdLst>
                <a:gd name="T0" fmla="*/ 912 w 1828"/>
                <a:gd name="T1" fmla="*/ 0 h 1275"/>
                <a:gd name="T2" fmla="*/ 1051 w 1828"/>
                <a:gd name="T3" fmla="*/ 145 h 1275"/>
                <a:gd name="T4" fmla="*/ 1184 w 1828"/>
                <a:gd name="T5" fmla="*/ 296 h 1275"/>
                <a:gd name="T6" fmla="*/ 1309 w 1828"/>
                <a:gd name="T7" fmla="*/ 450 h 1275"/>
                <a:gd name="T8" fmla="*/ 1426 w 1828"/>
                <a:gd name="T9" fmla="*/ 609 h 1275"/>
                <a:gd name="T10" fmla="*/ 1537 w 1828"/>
                <a:gd name="T11" fmla="*/ 772 h 1275"/>
                <a:gd name="T12" fmla="*/ 1642 w 1828"/>
                <a:gd name="T13" fmla="*/ 936 h 1275"/>
                <a:gd name="T14" fmla="*/ 1737 w 1828"/>
                <a:gd name="T15" fmla="*/ 1105 h 1275"/>
                <a:gd name="T16" fmla="*/ 1828 w 1828"/>
                <a:gd name="T17" fmla="*/ 1275 h 1275"/>
                <a:gd name="T18" fmla="*/ 0 w 1828"/>
                <a:gd name="T19" fmla="*/ 1275 h 1275"/>
                <a:gd name="T20" fmla="*/ 89 w 1828"/>
                <a:gd name="T21" fmla="*/ 1105 h 1275"/>
                <a:gd name="T22" fmla="*/ 184 w 1828"/>
                <a:gd name="T23" fmla="*/ 936 h 1275"/>
                <a:gd name="T24" fmla="*/ 287 w 1828"/>
                <a:gd name="T25" fmla="*/ 772 h 1275"/>
                <a:gd name="T26" fmla="*/ 396 w 1828"/>
                <a:gd name="T27" fmla="*/ 609 h 1275"/>
                <a:gd name="T28" fmla="*/ 515 w 1828"/>
                <a:gd name="T29" fmla="*/ 450 h 1275"/>
                <a:gd name="T30" fmla="*/ 640 w 1828"/>
                <a:gd name="T31" fmla="*/ 296 h 1275"/>
                <a:gd name="T32" fmla="*/ 771 w 1828"/>
                <a:gd name="T33" fmla="*/ 145 h 1275"/>
                <a:gd name="T34" fmla="*/ 912 w 1828"/>
                <a:gd name="T35" fmla="*/ 0 h 1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28" h="1275">
                  <a:moveTo>
                    <a:pt x="912" y="0"/>
                  </a:moveTo>
                  <a:lnTo>
                    <a:pt x="1051" y="145"/>
                  </a:lnTo>
                  <a:lnTo>
                    <a:pt x="1184" y="296"/>
                  </a:lnTo>
                  <a:lnTo>
                    <a:pt x="1309" y="450"/>
                  </a:lnTo>
                  <a:lnTo>
                    <a:pt x="1426" y="609"/>
                  </a:lnTo>
                  <a:lnTo>
                    <a:pt x="1537" y="772"/>
                  </a:lnTo>
                  <a:lnTo>
                    <a:pt x="1642" y="936"/>
                  </a:lnTo>
                  <a:lnTo>
                    <a:pt x="1737" y="1105"/>
                  </a:lnTo>
                  <a:lnTo>
                    <a:pt x="1828" y="1275"/>
                  </a:lnTo>
                  <a:lnTo>
                    <a:pt x="0" y="1275"/>
                  </a:lnTo>
                  <a:lnTo>
                    <a:pt x="89" y="1105"/>
                  </a:lnTo>
                  <a:lnTo>
                    <a:pt x="184" y="936"/>
                  </a:lnTo>
                  <a:lnTo>
                    <a:pt x="287" y="772"/>
                  </a:lnTo>
                  <a:lnTo>
                    <a:pt x="396" y="609"/>
                  </a:lnTo>
                  <a:lnTo>
                    <a:pt x="515" y="450"/>
                  </a:lnTo>
                  <a:lnTo>
                    <a:pt x="640" y="296"/>
                  </a:lnTo>
                  <a:lnTo>
                    <a:pt x="771" y="14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Open Sans" panose="020B0606030504020204" pitchFamily="34" charset="0"/>
              </a:endParaRPr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E444178B-B521-4C00-9159-8AE2CD4CE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751" y="2082801"/>
              <a:ext cx="2211388" cy="3351213"/>
            </a:xfrm>
            <a:custGeom>
              <a:avLst/>
              <a:gdLst>
                <a:gd name="T0" fmla="*/ 480 w 2785"/>
                <a:gd name="T1" fmla="*/ 0 h 4223"/>
                <a:gd name="T2" fmla="*/ 2306 w 2785"/>
                <a:gd name="T3" fmla="*/ 0 h 4223"/>
                <a:gd name="T4" fmla="*/ 2404 w 2785"/>
                <a:gd name="T5" fmla="*/ 212 h 4223"/>
                <a:gd name="T6" fmla="*/ 2489 w 2785"/>
                <a:gd name="T7" fmla="*/ 428 h 4223"/>
                <a:gd name="T8" fmla="*/ 2564 w 2785"/>
                <a:gd name="T9" fmla="*/ 646 h 4223"/>
                <a:gd name="T10" fmla="*/ 2630 w 2785"/>
                <a:gd name="T11" fmla="*/ 866 h 4223"/>
                <a:gd name="T12" fmla="*/ 2681 w 2785"/>
                <a:gd name="T13" fmla="*/ 1090 h 4223"/>
                <a:gd name="T14" fmla="*/ 2725 w 2785"/>
                <a:gd name="T15" fmla="*/ 1316 h 4223"/>
                <a:gd name="T16" fmla="*/ 2755 w 2785"/>
                <a:gd name="T17" fmla="*/ 1542 h 4223"/>
                <a:gd name="T18" fmla="*/ 2777 w 2785"/>
                <a:gd name="T19" fmla="*/ 1770 h 4223"/>
                <a:gd name="T20" fmla="*/ 2785 w 2785"/>
                <a:gd name="T21" fmla="*/ 1998 h 4223"/>
                <a:gd name="T22" fmla="*/ 2785 w 2785"/>
                <a:gd name="T23" fmla="*/ 2228 h 4223"/>
                <a:gd name="T24" fmla="*/ 2773 w 2785"/>
                <a:gd name="T25" fmla="*/ 2456 h 4223"/>
                <a:gd name="T26" fmla="*/ 2749 w 2785"/>
                <a:gd name="T27" fmla="*/ 2684 h 4223"/>
                <a:gd name="T28" fmla="*/ 2715 w 2785"/>
                <a:gd name="T29" fmla="*/ 2910 h 4223"/>
                <a:gd name="T30" fmla="*/ 2669 w 2785"/>
                <a:gd name="T31" fmla="*/ 3136 h 4223"/>
                <a:gd name="T32" fmla="*/ 2614 w 2785"/>
                <a:gd name="T33" fmla="*/ 3358 h 4223"/>
                <a:gd name="T34" fmla="*/ 2546 w 2785"/>
                <a:gd name="T35" fmla="*/ 3578 h 4223"/>
                <a:gd name="T36" fmla="*/ 2469 w 2785"/>
                <a:gd name="T37" fmla="*/ 3796 h 4223"/>
                <a:gd name="T38" fmla="*/ 2382 w 2785"/>
                <a:gd name="T39" fmla="*/ 4012 h 4223"/>
                <a:gd name="T40" fmla="*/ 2281 w 2785"/>
                <a:gd name="T41" fmla="*/ 4223 h 4223"/>
                <a:gd name="T42" fmla="*/ 505 w 2785"/>
                <a:gd name="T43" fmla="*/ 4223 h 4223"/>
                <a:gd name="T44" fmla="*/ 406 w 2785"/>
                <a:gd name="T45" fmla="*/ 4012 h 4223"/>
                <a:gd name="T46" fmla="*/ 317 w 2785"/>
                <a:gd name="T47" fmla="*/ 3796 h 4223"/>
                <a:gd name="T48" fmla="*/ 240 w 2785"/>
                <a:gd name="T49" fmla="*/ 3578 h 4223"/>
                <a:gd name="T50" fmla="*/ 172 w 2785"/>
                <a:gd name="T51" fmla="*/ 3358 h 4223"/>
                <a:gd name="T52" fmla="*/ 117 w 2785"/>
                <a:gd name="T53" fmla="*/ 3136 h 4223"/>
                <a:gd name="T54" fmla="*/ 71 w 2785"/>
                <a:gd name="T55" fmla="*/ 2910 h 4223"/>
                <a:gd name="T56" fmla="*/ 37 w 2785"/>
                <a:gd name="T57" fmla="*/ 2684 h 4223"/>
                <a:gd name="T58" fmla="*/ 13 w 2785"/>
                <a:gd name="T59" fmla="*/ 2456 h 4223"/>
                <a:gd name="T60" fmla="*/ 2 w 2785"/>
                <a:gd name="T61" fmla="*/ 2228 h 4223"/>
                <a:gd name="T62" fmla="*/ 0 w 2785"/>
                <a:gd name="T63" fmla="*/ 1998 h 4223"/>
                <a:gd name="T64" fmla="*/ 9 w 2785"/>
                <a:gd name="T65" fmla="*/ 1770 h 4223"/>
                <a:gd name="T66" fmla="*/ 31 w 2785"/>
                <a:gd name="T67" fmla="*/ 1542 h 4223"/>
                <a:gd name="T68" fmla="*/ 63 w 2785"/>
                <a:gd name="T69" fmla="*/ 1316 h 4223"/>
                <a:gd name="T70" fmla="*/ 105 w 2785"/>
                <a:gd name="T71" fmla="*/ 1090 h 4223"/>
                <a:gd name="T72" fmla="*/ 158 w 2785"/>
                <a:gd name="T73" fmla="*/ 866 h 4223"/>
                <a:gd name="T74" fmla="*/ 222 w 2785"/>
                <a:gd name="T75" fmla="*/ 646 h 4223"/>
                <a:gd name="T76" fmla="*/ 297 w 2785"/>
                <a:gd name="T77" fmla="*/ 428 h 4223"/>
                <a:gd name="T78" fmla="*/ 382 w 2785"/>
                <a:gd name="T79" fmla="*/ 212 h 4223"/>
                <a:gd name="T80" fmla="*/ 480 w 2785"/>
                <a:gd name="T81" fmla="*/ 0 h 4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785" h="4223">
                  <a:moveTo>
                    <a:pt x="480" y="0"/>
                  </a:moveTo>
                  <a:lnTo>
                    <a:pt x="2306" y="0"/>
                  </a:lnTo>
                  <a:lnTo>
                    <a:pt x="2404" y="212"/>
                  </a:lnTo>
                  <a:lnTo>
                    <a:pt x="2489" y="428"/>
                  </a:lnTo>
                  <a:lnTo>
                    <a:pt x="2564" y="646"/>
                  </a:lnTo>
                  <a:lnTo>
                    <a:pt x="2630" y="866"/>
                  </a:lnTo>
                  <a:lnTo>
                    <a:pt x="2681" y="1090"/>
                  </a:lnTo>
                  <a:lnTo>
                    <a:pt x="2725" y="1316"/>
                  </a:lnTo>
                  <a:lnTo>
                    <a:pt x="2755" y="1542"/>
                  </a:lnTo>
                  <a:lnTo>
                    <a:pt x="2777" y="1770"/>
                  </a:lnTo>
                  <a:lnTo>
                    <a:pt x="2785" y="1998"/>
                  </a:lnTo>
                  <a:lnTo>
                    <a:pt x="2785" y="2228"/>
                  </a:lnTo>
                  <a:lnTo>
                    <a:pt x="2773" y="2456"/>
                  </a:lnTo>
                  <a:lnTo>
                    <a:pt x="2749" y="2684"/>
                  </a:lnTo>
                  <a:lnTo>
                    <a:pt x="2715" y="2910"/>
                  </a:lnTo>
                  <a:lnTo>
                    <a:pt x="2669" y="3136"/>
                  </a:lnTo>
                  <a:lnTo>
                    <a:pt x="2614" y="3358"/>
                  </a:lnTo>
                  <a:lnTo>
                    <a:pt x="2546" y="3578"/>
                  </a:lnTo>
                  <a:lnTo>
                    <a:pt x="2469" y="3796"/>
                  </a:lnTo>
                  <a:lnTo>
                    <a:pt x="2382" y="4012"/>
                  </a:lnTo>
                  <a:lnTo>
                    <a:pt x="2281" y="4223"/>
                  </a:lnTo>
                  <a:lnTo>
                    <a:pt x="505" y="4223"/>
                  </a:lnTo>
                  <a:lnTo>
                    <a:pt x="406" y="4012"/>
                  </a:lnTo>
                  <a:lnTo>
                    <a:pt x="317" y="3796"/>
                  </a:lnTo>
                  <a:lnTo>
                    <a:pt x="240" y="3578"/>
                  </a:lnTo>
                  <a:lnTo>
                    <a:pt x="172" y="3358"/>
                  </a:lnTo>
                  <a:lnTo>
                    <a:pt x="117" y="3136"/>
                  </a:lnTo>
                  <a:lnTo>
                    <a:pt x="71" y="2910"/>
                  </a:lnTo>
                  <a:lnTo>
                    <a:pt x="37" y="2684"/>
                  </a:lnTo>
                  <a:lnTo>
                    <a:pt x="13" y="2456"/>
                  </a:lnTo>
                  <a:lnTo>
                    <a:pt x="2" y="2228"/>
                  </a:lnTo>
                  <a:lnTo>
                    <a:pt x="0" y="1998"/>
                  </a:lnTo>
                  <a:lnTo>
                    <a:pt x="9" y="1770"/>
                  </a:lnTo>
                  <a:lnTo>
                    <a:pt x="31" y="1542"/>
                  </a:lnTo>
                  <a:lnTo>
                    <a:pt x="63" y="1316"/>
                  </a:lnTo>
                  <a:lnTo>
                    <a:pt x="105" y="1090"/>
                  </a:lnTo>
                  <a:lnTo>
                    <a:pt x="158" y="866"/>
                  </a:lnTo>
                  <a:lnTo>
                    <a:pt x="222" y="646"/>
                  </a:lnTo>
                  <a:lnTo>
                    <a:pt x="297" y="428"/>
                  </a:lnTo>
                  <a:lnTo>
                    <a:pt x="382" y="212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F50829C6-50D1-482D-B52B-25BC8421A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488" y="2673351"/>
              <a:ext cx="1330325" cy="1327150"/>
            </a:xfrm>
            <a:custGeom>
              <a:avLst/>
              <a:gdLst>
                <a:gd name="T0" fmla="*/ 839 w 1676"/>
                <a:gd name="T1" fmla="*/ 0 h 1674"/>
                <a:gd name="T2" fmla="*/ 936 w 1676"/>
                <a:gd name="T3" fmla="*/ 6 h 1674"/>
                <a:gd name="T4" fmla="*/ 1031 w 1676"/>
                <a:gd name="T5" fmla="*/ 22 h 1674"/>
                <a:gd name="T6" fmla="*/ 1121 w 1676"/>
                <a:gd name="T7" fmla="*/ 48 h 1674"/>
                <a:gd name="T8" fmla="*/ 1206 w 1676"/>
                <a:gd name="T9" fmla="*/ 86 h 1674"/>
                <a:gd name="T10" fmla="*/ 1287 w 1676"/>
                <a:gd name="T11" fmla="*/ 129 h 1674"/>
                <a:gd name="T12" fmla="*/ 1363 w 1676"/>
                <a:gd name="T13" fmla="*/ 183 h 1674"/>
                <a:gd name="T14" fmla="*/ 1430 w 1676"/>
                <a:gd name="T15" fmla="*/ 244 h 1674"/>
                <a:gd name="T16" fmla="*/ 1492 w 1676"/>
                <a:gd name="T17" fmla="*/ 314 h 1674"/>
                <a:gd name="T18" fmla="*/ 1545 w 1676"/>
                <a:gd name="T19" fmla="*/ 389 h 1674"/>
                <a:gd name="T20" fmla="*/ 1591 w 1676"/>
                <a:gd name="T21" fmla="*/ 468 h 1674"/>
                <a:gd name="T22" fmla="*/ 1627 w 1676"/>
                <a:gd name="T23" fmla="*/ 556 h 1674"/>
                <a:gd name="T24" fmla="*/ 1654 w 1676"/>
                <a:gd name="T25" fmla="*/ 645 h 1674"/>
                <a:gd name="T26" fmla="*/ 1670 w 1676"/>
                <a:gd name="T27" fmla="*/ 740 h 1674"/>
                <a:gd name="T28" fmla="*/ 1676 w 1676"/>
                <a:gd name="T29" fmla="*/ 837 h 1674"/>
                <a:gd name="T30" fmla="*/ 1670 w 1676"/>
                <a:gd name="T31" fmla="*/ 934 h 1674"/>
                <a:gd name="T32" fmla="*/ 1654 w 1676"/>
                <a:gd name="T33" fmla="*/ 1029 h 1674"/>
                <a:gd name="T34" fmla="*/ 1627 w 1676"/>
                <a:gd name="T35" fmla="*/ 1121 h 1674"/>
                <a:gd name="T36" fmla="*/ 1591 w 1676"/>
                <a:gd name="T37" fmla="*/ 1206 h 1674"/>
                <a:gd name="T38" fmla="*/ 1545 w 1676"/>
                <a:gd name="T39" fmla="*/ 1287 h 1674"/>
                <a:gd name="T40" fmla="*/ 1492 w 1676"/>
                <a:gd name="T41" fmla="*/ 1360 h 1674"/>
                <a:gd name="T42" fmla="*/ 1430 w 1676"/>
                <a:gd name="T43" fmla="*/ 1430 h 1674"/>
                <a:gd name="T44" fmla="*/ 1363 w 1676"/>
                <a:gd name="T45" fmla="*/ 1491 h 1674"/>
                <a:gd name="T46" fmla="*/ 1287 w 1676"/>
                <a:gd name="T47" fmla="*/ 1545 h 1674"/>
                <a:gd name="T48" fmla="*/ 1206 w 1676"/>
                <a:gd name="T49" fmla="*/ 1590 h 1674"/>
                <a:gd name="T50" fmla="*/ 1121 w 1676"/>
                <a:gd name="T51" fmla="*/ 1626 h 1674"/>
                <a:gd name="T52" fmla="*/ 1031 w 1676"/>
                <a:gd name="T53" fmla="*/ 1652 h 1674"/>
                <a:gd name="T54" fmla="*/ 936 w 1676"/>
                <a:gd name="T55" fmla="*/ 1670 h 1674"/>
                <a:gd name="T56" fmla="*/ 839 w 1676"/>
                <a:gd name="T57" fmla="*/ 1674 h 1674"/>
                <a:gd name="T58" fmla="*/ 740 w 1676"/>
                <a:gd name="T59" fmla="*/ 1670 h 1674"/>
                <a:gd name="T60" fmla="*/ 647 w 1676"/>
                <a:gd name="T61" fmla="*/ 1652 h 1674"/>
                <a:gd name="T62" fmla="*/ 555 w 1676"/>
                <a:gd name="T63" fmla="*/ 1626 h 1674"/>
                <a:gd name="T64" fmla="*/ 470 w 1676"/>
                <a:gd name="T65" fmla="*/ 1590 h 1674"/>
                <a:gd name="T66" fmla="*/ 389 w 1676"/>
                <a:gd name="T67" fmla="*/ 1545 h 1674"/>
                <a:gd name="T68" fmla="*/ 315 w 1676"/>
                <a:gd name="T69" fmla="*/ 1491 h 1674"/>
                <a:gd name="T70" fmla="*/ 246 w 1676"/>
                <a:gd name="T71" fmla="*/ 1430 h 1674"/>
                <a:gd name="T72" fmla="*/ 184 w 1676"/>
                <a:gd name="T73" fmla="*/ 1360 h 1674"/>
                <a:gd name="T74" fmla="*/ 131 w 1676"/>
                <a:gd name="T75" fmla="*/ 1287 h 1674"/>
                <a:gd name="T76" fmla="*/ 85 w 1676"/>
                <a:gd name="T77" fmla="*/ 1206 h 1674"/>
                <a:gd name="T78" fmla="*/ 50 w 1676"/>
                <a:gd name="T79" fmla="*/ 1121 h 1674"/>
                <a:gd name="T80" fmla="*/ 22 w 1676"/>
                <a:gd name="T81" fmla="*/ 1029 h 1674"/>
                <a:gd name="T82" fmla="*/ 6 w 1676"/>
                <a:gd name="T83" fmla="*/ 934 h 1674"/>
                <a:gd name="T84" fmla="*/ 0 w 1676"/>
                <a:gd name="T85" fmla="*/ 837 h 1674"/>
                <a:gd name="T86" fmla="*/ 6 w 1676"/>
                <a:gd name="T87" fmla="*/ 740 h 1674"/>
                <a:gd name="T88" fmla="*/ 22 w 1676"/>
                <a:gd name="T89" fmla="*/ 645 h 1674"/>
                <a:gd name="T90" fmla="*/ 50 w 1676"/>
                <a:gd name="T91" fmla="*/ 556 h 1674"/>
                <a:gd name="T92" fmla="*/ 85 w 1676"/>
                <a:gd name="T93" fmla="*/ 468 h 1674"/>
                <a:gd name="T94" fmla="*/ 131 w 1676"/>
                <a:gd name="T95" fmla="*/ 389 h 1674"/>
                <a:gd name="T96" fmla="*/ 184 w 1676"/>
                <a:gd name="T97" fmla="*/ 314 h 1674"/>
                <a:gd name="T98" fmla="*/ 246 w 1676"/>
                <a:gd name="T99" fmla="*/ 244 h 1674"/>
                <a:gd name="T100" fmla="*/ 315 w 1676"/>
                <a:gd name="T101" fmla="*/ 183 h 1674"/>
                <a:gd name="T102" fmla="*/ 389 w 1676"/>
                <a:gd name="T103" fmla="*/ 129 h 1674"/>
                <a:gd name="T104" fmla="*/ 470 w 1676"/>
                <a:gd name="T105" fmla="*/ 86 h 1674"/>
                <a:gd name="T106" fmla="*/ 555 w 1676"/>
                <a:gd name="T107" fmla="*/ 48 h 1674"/>
                <a:gd name="T108" fmla="*/ 647 w 1676"/>
                <a:gd name="T109" fmla="*/ 22 h 1674"/>
                <a:gd name="T110" fmla="*/ 740 w 1676"/>
                <a:gd name="T111" fmla="*/ 6 h 1674"/>
                <a:gd name="T112" fmla="*/ 839 w 1676"/>
                <a:gd name="T113" fmla="*/ 0 h 1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76" h="1674">
                  <a:moveTo>
                    <a:pt x="839" y="0"/>
                  </a:moveTo>
                  <a:lnTo>
                    <a:pt x="936" y="6"/>
                  </a:lnTo>
                  <a:lnTo>
                    <a:pt x="1031" y="22"/>
                  </a:lnTo>
                  <a:lnTo>
                    <a:pt x="1121" y="48"/>
                  </a:lnTo>
                  <a:lnTo>
                    <a:pt x="1206" y="86"/>
                  </a:lnTo>
                  <a:lnTo>
                    <a:pt x="1287" y="129"/>
                  </a:lnTo>
                  <a:lnTo>
                    <a:pt x="1363" y="183"/>
                  </a:lnTo>
                  <a:lnTo>
                    <a:pt x="1430" y="244"/>
                  </a:lnTo>
                  <a:lnTo>
                    <a:pt x="1492" y="314"/>
                  </a:lnTo>
                  <a:lnTo>
                    <a:pt x="1545" y="389"/>
                  </a:lnTo>
                  <a:lnTo>
                    <a:pt x="1591" y="468"/>
                  </a:lnTo>
                  <a:lnTo>
                    <a:pt x="1627" y="556"/>
                  </a:lnTo>
                  <a:lnTo>
                    <a:pt x="1654" y="645"/>
                  </a:lnTo>
                  <a:lnTo>
                    <a:pt x="1670" y="740"/>
                  </a:lnTo>
                  <a:lnTo>
                    <a:pt x="1676" y="837"/>
                  </a:lnTo>
                  <a:lnTo>
                    <a:pt x="1670" y="934"/>
                  </a:lnTo>
                  <a:lnTo>
                    <a:pt x="1654" y="1029"/>
                  </a:lnTo>
                  <a:lnTo>
                    <a:pt x="1627" y="1121"/>
                  </a:lnTo>
                  <a:lnTo>
                    <a:pt x="1591" y="1206"/>
                  </a:lnTo>
                  <a:lnTo>
                    <a:pt x="1545" y="1287"/>
                  </a:lnTo>
                  <a:lnTo>
                    <a:pt x="1492" y="1360"/>
                  </a:lnTo>
                  <a:lnTo>
                    <a:pt x="1430" y="1430"/>
                  </a:lnTo>
                  <a:lnTo>
                    <a:pt x="1363" y="1491"/>
                  </a:lnTo>
                  <a:lnTo>
                    <a:pt x="1287" y="1545"/>
                  </a:lnTo>
                  <a:lnTo>
                    <a:pt x="1206" y="1590"/>
                  </a:lnTo>
                  <a:lnTo>
                    <a:pt x="1121" y="1626"/>
                  </a:lnTo>
                  <a:lnTo>
                    <a:pt x="1031" y="1652"/>
                  </a:lnTo>
                  <a:lnTo>
                    <a:pt x="936" y="1670"/>
                  </a:lnTo>
                  <a:lnTo>
                    <a:pt x="839" y="1674"/>
                  </a:lnTo>
                  <a:lnTo>
                    <a:pt x="740" y="1670"/>
                  </a:lnTo>
                  <a:lnTo>
                    <a:pt x="647" y="1652"/>
                  </a:lnTo>
                  <a:lnTo>
                    <a:pt x="555" y="1626"/>
                  </a:lnTo>
                  <a:lnTo>
                    <a:pt x="470" y="1590"/>
                  </a:lnTo>
                  <a:lnTo>
                    <a:pt x="389" y="1545"/>
                  </a:lnTo>
                  <a:lnTo>
                    <a:pt x="315" y="1491"/>
                  </a:lnTo>
                  <a:lnTo>
                    <a:pt x="246" y="1430"/>
                  </a:lnTo>
                  <a:lnTo>
                    <a:pt x="184" y="1360"/>
                  </a:lnTo>
                  <a:lnTo>
                    <a:pt x="131" y="1287"/>
                  </a:lnTo>
                  <a:lnTo>
                    <a:pt x="85" y="1206"/>
                  </a:lnTo>
                  <a:lnTo>
                    <a:pt x="50" y="1121"/>
                  </a:lnTo>
                  <a:lnTo>
                    <a:pt x="22" y="1029"/>
                  </a:lnTo>
                  <a:lnTo>
                    <a:pt x="6" y="934"/>
                  </a:lnTo>
                  <a:lnTo>
                    <a:pt x="0" y="837"/>
                  </a:lnTo>
                  <a:lnTo>
                    <a:pt x="6" y="740"/>
                  </a:lnTo>
                  <a:lnTo>
                    <a:pt x="22" y="645"/>
                  </a:lnTo>
                  <a:lnTo>
                    <a:pt x="50" y="556"/>
                  </a:lnTo>
                  <a:lnTo>
                    <a:pt x="85" y="468"/>
                  </a:lnTo>
                  <a:lnTo>
                    <a:pt x="131" y="389"/>
                  </a:lnTo>
                  <a:lnTo>
                    <a:pt x="184" y="314"/>
                  </a:lnTo>
                  <a:lnTo>
                    <a:pt x="246" y="244"/>
                  </a:lnTo>
                  <a:lnTo>
                    <a:pt x="315" y="183"/>
                  </a:lnTo>
                  <a:lnTo>
                    <a:pt x="389" y="129"/>
                  </a:lnTo>
                  <a:lnTo>
                    <a:pt x="470" y="86"/>
                  </a:lnTo>
                  <a:lnTo>
                    <a:pt x="555" y="48"/>
                  </a:lnTo>
                  <a:lnTo>
                    <a:pt x="647" y="22"/>
                  </a:lnTo>
                  <a:lnTo>
                    <a:pt x="740" y="6"/>
                  </a:lnTo>
                  <a:lnTo>
                    <a:pt x="839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20021BB4-A202-44AB-A62F-8D553773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376" y="2913063"/>
              <a:ext cx="846138" cy="847725"/>
            </a:xfrm>
            <a:custGeom>
              <a:avLst/>
              <a:gdLst>
                <a:gd name="T0" fmla="*/ 534 w 1068"/>
                <a:gd name="T1" fmla="*/ 0 h 1066"/>
                <a:gd name="T2" fmla="*/ 611 w 1068"/>
                <a:gd name="T3" fmla="*/ 6 h 1066"/>
                <a:gd name="T4" fmla="*/ 687 w 1068"/>
                <a:gd name="T5" fmla="*/ 22 h 1066"/>
                <a:gd name="T6" fmla="*/ 758 w 1068"/>
                <a:gd name="T7" fmla="*/ 49 h 1066"/>
                <a:gd name="T8" fmla="*/ 824 w 1068"/>
                <a:gd name="T9" fmla="*/ 85 h 1066"/>
                <a:gd name="T10" fmla="*/ 883 w 1068"/>
                <a:gd name="T11" fmla="*/ 131 h 1066"/>
                <a:gd name="T12" fmla="*/ 937 w 1068"/>
                <a:gd name="T13" fmla="*/ 182 h 1066"/>
                <a:gd name="T14" fmla="*/ 982 w 1068"/>
                <a:gd name="T15" fmla="*/ 242 h 1066"/>
                <a:gd name="T16" fmla="*/ 1018 w 1068"/>
                <a:gd name="T17" fmla="*/ 309 h 1066"/>
                <a:gd name="T18" fmla="*/ 1044 w 1068"/>
                <a:gd name="T19" fmla="*/ 378 h 1066"/>
                <a:gd name="T20" fmla="*/ 1062 w 1068"/>
                <a:gd name="T21" fmla="*/ 454 h 1066"/>
                <a:gd name="T22" fmla="*/ 1068 w 1068"/>
                <a:gd name="T23" fmla="*/ 533 h 1066"/>
                <a:gd name="T24" fmla="*/ 1062 w 1068"/>
                <a:gd name="T25" fmla="*/ 612 h 1066"/>
                <a:gd name="T26" fmla="*/ 1044 w 1068"/>
                <a:gd name="T27" fmla="*/ 688 h 1066"/>
                <a:gd name="T28" fmla="*/ 1018 w 1068"/>
                <a:gd name="T29" fmla="*/ 759 h 1066"/>
                <a:gd name="T30" fmla="*/ 982 w 1068"/>
                <a:gd name="T31" fmla="*/ 824 h 1066"/>
                <a:gd name="T32" fmla="*/ 937 w 1068"/>
                <a:gd name="T33" fmla="*/ 884 h 1066"/>
                <a:gd name="T34" fmla="*/ 883 w 1068"/>
                <a:gd name="T35" fmla="*/ 935 h 1066"/>
                <a:gd name="T36" fmla="*/ 824 w 1068"/>
                <a:gd name="T37" fmla="*/ 981 h 1066"/>
                <a:gd name="T38" fmla="*/ 758 w 1068"/>
                <a:gd name="T39" fmla="*/ 1017 h 1066"/>
                <a:gd name="T40" fmla="*/ 687 w 1068"/>
                <a:gd name="T41" fmla="*/ 1044 h 1066"/>
                <a:gd name="T42" fmla="*/ 611 w 1068"/>
                <a:gd name="T43" fmla="*/ 1060 h 1066"/>
                <a:gd name="T44" fmla="*/ 534 w 1068"/>
                <a:gd name="T45" fmla="*/ 1066 h 1066"/>
                <a:gd name="T46" fmla="*/ 455 w 1068"/>
                <a:gd name="T47" fmla="*/ 1060 h 1066"/>
                <a:gd name="T48" fmla="*/ 379 w 1068"/>
                <a:gd name="T49" fmla="*/ 1044 h 1066"/>
                <a:gd name="T50" fmla="*/ 308 w 1068"/>
                <a:gd name="T51" fmla="*/ 1017 h 1066"/>
                <a:gd name="T52" fmla="*/ 242 w 1068"/>
                <a:gd name="T53" fmla="*/ 981 h 1066"/>
                <a:gd name="T54" fmla="*/ 183 w 1068"/>
                <a:gd name="T55" fmla="*/ 935 h 1066"/>
                <a:gd name="T56" fmla="*/ 131 w 1068"/>
                <a:gd name="T57" fmla="*/ 884 h 1066"/>
                <a:gd name="T58" fmla="*/ 86 w 1068"/>
                <a:gd name="T59" fmla="*/ 824 h 1066"/>
                <a:gd name="T60" fmla="*/ 50 w 1068"/>
                <a:gd name="T61" fmla="*/ 759 h 1066"/>
                <a:gd name="T62" fmla="*/ 22 w 1068"/>
                <a:gd name="T63" fmla="*/ 688 h 1066"/>
                <a:gd name="T64" fmla="*/ 4 w 1068"/>
                <a:gd name="T65" fmla="*/ 612 h 1066"/>
                <a:gd name="T66" fmla="*/ 0 w 1068"/>
                <a:gd name="T67" fmla="*/ 533 h 1066"/>
                <a:gd name="T68" fmla="*/ 4 w 1068"/>
                <a:gd name="T69" fmla="*/ 454 h 1066"/>
                <a:gd name="T70" fmla="*/ 22 w 1068"/>
                <a:gd name="T71" fmla="*/ 378 h 1066"/>
                <a:gd name="T72" fmla="*/ 50 w 1068"/>
                <a:gd name="T73" fmla="*/ 309 h 1066"/>
                <a:gd name="T74" fmla="*/ 86 w 1068"/>
                <a:gd name="T75" fmla="*/ 242 h 1066"/>
                <a:gd name="T76" fmla="*/ 131 w 1068"/>
                <a:gd name="T77" fmla="*/ 182 h 1066"/>
                <a:gd name="T78" fmla="*/ 183 w 1068"/>
                <a:gd name="T79" fmla="*/ 131 h 1066"/>
                <a:gd name="T80" fmla="*/ 242 w 1068"/>
                <a:gd name="T81" fmla="*/ 85 h 1066"/>
                <a:gd name="T82" fmla="*/ 308 w 1068"/>
                <a:gd name="T83" fmla="*/ 49 h 1066"/>
                <a:gd name="T84" fmla="*/ 379 w 1068"/>
                <a:gd name="T85" fmla="*/ 22 h 1066"/>
                <a:gd name="T86" fmla="*/ 455 w 1068"/>
                <a:gd name="T87" fmla="*/ 6 h 1066"/>
                <a:gd name="T88" fmla="*/ 534 w 1068"/>
                <a:gd name="T8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8" h="1066">
                  <a:moveTo>
                    <a:pt x="534" y="0"/>
                  </a:moveTo>
                  <a:lnTo>
                    <a:pt x="611" y="6"/>
                  </a:lnTo>
                  <a:lnTo>
                    <a:pt x="687" y="22"/>
                  </a:lnTo>
                  <a:lnTo>
                    <a:pt x="758" y="49"/>
                  </a:lnTo>
                  <a:lnTo>
                    <a:pt x="824" y="85"/>
                  </a:lnTo>
                  <a:lnTo>
                    <a:pt x="883" y="131"/>
                  </a:lnTo>
                  <a:lnTo>
                    <a:pt x="937" y="182"/>
                  </a:lnTo>
                  <a:lnTo>
                    <a:pt x="982" y="242"/>
                  </a:lnTo>
                  <a:lnTo>
                    <a:pt x="1018" y="309"/>
                  </a:lnTo>
                  <a:lnTo>
                    <a:pt x="1044" y="378"/>
                  </a:lnTo>
                  <a:lnTo>
                    <a:pt x="1062" y="454"/>
                  </a:lnTo>
                  <a:lnTo>
                    <a:pt x="1068" y="533"/>
                  </a:lnTo>
                  <a:lnTo>
                    <a:pt x="1062" y="612"/>
                  </a:lnTo>
                  <a:lnTo>
                    <a:pt x="1044" y="688"/>
                  </a:lnTo>
                  <a:lnTo>
                    <a:pt x="1018" y="759"/>
                  </a:lnTo>
                  <a:lnTo>
                    <a:pt x="982" y="824"/>
                  </a:lnTo>
                  <a:lnTo>
                    <a:pt x="937" y="884"/>
                  </a:lnTo>
                  <a:lnTo>
                    <a:pt x="883" y="935"/>
                  </a:lnTo>
                  <a:lnTo>
                    <a:pt x="824" y="981"/>
                  </a:lnTo>
                  <a:lnTo>
                    <a:pt x="758" y="1017"/>
                  </a:lnTo>
                  <a:lnTo>
                    <a:pt x="687" y="1044"/>
                  </a:lnTo>
                  <a:lnTo>
                    <a:pt x="611" y="1060"/>
                  </a:lnTo>
                  <a:lnTo>
                    <a:pt x="534" y="1066"/>
                  </a:lnTo>
                  <a:lnTo>
                    <a:pt x="455" y="1060"/>
                  </a:lnTo>
                  <a:lnTo>
                    <a:pt x="379" y="1044"/>
                  </a:lnTo>
                  <a:lnTo>
                    <a:pt x="308" y="1017"/>
                  </a:lnTo>
                  <a:lnTo>
                    <a:pt x="242" y="981"/>
                  </a:lnTo>
                  <a:lnTo>
                    <a:pt x="183" y="935"/>
                  </a:lnTo>
                  <a:lnTo>
                    <a:pt x="131" y="884"/>
                  </a:lnTo>
                  <a:lnTo>
                    <a:pt x="86" y="824"/>
                  </a:lnTo>
                  <a:lnTo>
                    <a:pt x="50" y="759"/>
                  </a:lnTo>
                  <a:lnTo>
                    <a:pt x="22" y="688"/>
                  </a:lnTo>
                  <a:lnTo>
                    <a:pt x="4" y="612"/>
                  </a:lnTo>
                  <a:lnTo>
                    <a:pt x="0" y="533"/>
                  </a:lnTo>
                  <a:lnTo>
                    <a:pt x="4" y="454"/>
                  </a:lnTo>
                  <a:lnTo>
                    <a:pt x="22" y="378"/>
                  </a:lnTo>
                  <a:lnTo>
                    <a:pt x="50" y="309"/>
                  </a:lnTo>
                  <a:lnTo>
                    <a:pt x="86" y="242"/>
                  </a:lnTo>
                  <a:lnTo>
                    <a:pt x="131" y="182"/>
                  </a:lnTo>
                  <a:lnTo>
                    <a:pt x="183" y="131"/>
                  </a:lnTo>
                  <a:lnTo>
                    <a:pt x="242" y="85"/>
                  </a:lnTo>
                  <a:lnTo>
                    <a:pt x="308" y="49"/>
                  </a:lnTo>
                  <a:lnTo>
                    <a:pt x="379" y="22"/>
                  </a:lnTo>
                  <a:lnTo>
                    <a:pt x="455" y="6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48249D-2CE6-41A8-89CE-598336C48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813" y="4217988"/>
              <a:ext cx="447675" cy="1790700"/>
            </a:xfrm>
            <a:custGeom>
              <a:avLst/>
              <a:gdLst>
                <a:gd name="T0" fmla="*/ 284 w 566"/>
                <a:gd name="T1" fmla="*/ 0 h 2256"/>
                <a:gd name="T2" fmla="*/ 314 w 566"/>
                <a:gd name="T3" fmla="*/ 8 h 2256"/>
                <a:gd name="T4" fmla="*/ 344 w 566"/>
                <a:gd name="T5" fmla="*/ 26 h 2256"/>
                <a:gd name="T6" fmla="*/ 373 w 566"/>
                <a:gd name="T7" fmla="*/ 58 h 2256"/>
                <a:gd name="T8" fmla="*/ 399 w 566"/>
                <a:gd name="T9" fmla="*/ 101 h 2256"/>
                <a:gd name="T10" fmla="*/ 427 w 566"/>
                <a:gd name="T11" fmla="*/ 155 h 2256"/>
                <a:gd name="T12" fmla="*/ 451 w 566"/>
                <a:gd name="T13" fmla="*/ 218 h 2256"/>
                <a:gd name="T14" fmla="*/ 472 w 566"/>
                <a:gd name="T15" fmla="*/ 292 h 2256"/>
                <a:gd name="T16" fmla="*/ 492 w 566"/>
                <a:gd name="T17" fmla="*/ 373 h 2256"/>
                <a:gd name="T18" fmla="*/ 512 w 566"/>
                <a:gd name="T19" fmla="*/ 462 h 2256"/>
                <a:gd name="T20" fmla="*/ 528 w 566"/>
                <a:gd name="T21" fmla="*/ 559 h 2256"/>
                <a:gd name="T22" fmla="*/ 540 w 566"/>
                <a:gd name="T23" fmla="*/ 662 h 2256"/>
                <a:gd name="T24" fmla="*/ 552 w 566"/>
                <a:gd name="T25" fmla="*/ 773 h 2256"/>
                <a:gd name="T26" fmla="*/ 560 w 566"/>
                <a:gd name="T27" fmla="*/ 886 h 2256"/>
                <a:gd name="T28" fmla="*/ 564 w 566"/>
                <a:gd name="T29" fmla="*/ 1005 h 2256"/>
                <a:gd name="T30" fmla="*/ 566 w 566"/>
                <a:gd name="T31" fmla="*/ 1128 h 2256"/>
                <a:gd name="T32" fmla="*/ 564 w 566"/>
                <a:gd name="T33" fmla="*/ 1251 h 2256"/>
                <a:gd name="T34" fmla="*/ 560 w 566"/>
                <a:gd name="T35" fmla="*/ 1370 h 2256"/>
                <a:gd name="T36" fmla="*/ 552 w 566"/>
                <a:gd name="T37" fmla="*/ 1485 h 2256"/>
                <a:gd name="T38" fmla="*/ 540 w 566"/>
                <a:gd name="T39" fmla="*/ 1594 h 2256"/>
                <a:gd name="T40" fmla="*/ 528 w 566"/>
                <a:gd name="T41" fmla="*/ 1699 h 2256"/>
                <a:gd name="T42" fmla="*/ 512 w 566"/>
                <a:gd name="T43" fmla="*/ 1794 h 2256"/>
                <a:gd name="T44" fmla="*/ 492 w 566"/>
                <a:gd name="T45" fmla="*/ 1885 h 2256"/>
                <a:gd name="T46" fmla="*/ 472 w 566"/>
                <a:gd name="T47" fmla="*/ 1967 h 2256"/>
                <a:gd name="T48" fmla="*/ 451 w 566"/>
                <a:gd name="T49" fmla="*/ 2040 h 2256"/>
                <a:gd name="T50" fmla="*/ 427 w 566"/>
                <a:gd name="T51" fmla="*/ 2104 h 2256"/>
                <a:gd name="T52" fmla="*/ 399 w 566"/>
                <a:gd name="T53" fmla="*/ 2157 h 2256"/>
                <a:gd name="T54" fmla="*/ 373 w 566"/>
                <a:gd name="T55" fmla="*/ 2199 h 2256"/>
                <a:gd name="T56" fmla="*/ 344 w 566"/>
                <a:gd name="T57" fmla="*/ 2230 h 2256"/>
                <a:gd name="T58" fmla="*/ 314 w 566"/>
                <a:gd name="T59" fmla="*/ 2250 h 2256"/>
                <a:gd name="T60" fmla="*/ 284 w 566"/>
                <a:gd name="T61" fmla="*/ 2256 h 2256"/>
                <a:gd name="T62" fmla="*/ 252 w 566"/>
                <a:gd name="T63" fmla="*/ 2250 h 2256"/>
                <a:gd name="T64" fmla="*/ 223 w 566"/>
                <a:gd name="T65" fmla="*/ 2230 h 2256"/>
                <a:gd name="T66" fmla="*/ 195 w 566"/>
                <a:gd name="T67" fmla="*/ 2199 h 2256"/>
                <a:gd name="T68" fmla="*/ 167 w 566"/>
                <a:gd name="T69" fmla="*/ 2157 h 2256"/>
                <a:gd name="T70" fmla="*/ 141 w 566"/>
                <a:gd name="T71" fmla="*/ 2104 h 2256"/>
                <a:gd name="T72" fmla="*/ 117 w 566"/>
                <a:gd name="T73" fmla="*/ 2040 h 2256"/>
                <a:gd name="T74" fmla="*/ 94 w 566"/>
                <a:gd name="T75" fmla="*/ 1967 h 2256"/>
                <a:gd name="T76" fmla="*/ 74 w 566"/>
                <a:gd name="T77" fmla="*/ 1885 h 2256"/>
                <a:gd name="T78" fmla="*/ 56 w 566"/>
                <a:gd name="T79" fmla="*/ 1794 h 2256"/>
                <a:gd name="T80" fmla="*/ 40 w 566"/>
                <a:gd name="T81" fmla="*/ 1699 h 2256"/>
                <a:gd name="T82" fmla="*/ 26 w 566"/>
                <a:gd name="T83" fmla="*/ 1594 h 2256"/>
                <a:gd name="T84" fmla="*/ 16 w 566"/>
                <a:gd name="T85" fmla="*/ 1485 h 2256"/>
                <a:gd name="T86" fmla="*/ 8 w 566"/>
                <a:gd name="T87" fmla="*/ 1370 h 2256"/>
                <a:gd name="T88" fmla="*/ 2 w 566"/>
                <a:gd name="T89" fmla="*/ 1251 h 2256"/>
                <a:gd name="T90" fmla="*/ 0 w 566"/>
                <a:gd name="T91" fmla="*/ 1128 h 2256"/>
                <a:gd name="T92" fmla="*/ 2 w 566"/>
                <a:gd name="T93" fmla="*/ 1005 h 2256"/>
                <a:gd name="T94" fmla="*/ 8 w 566"/>
                <a:gd name="T95" fmla="*/ 886 h 2256"/>
                <a:gd name="T96" fmla="*/ 16 w 566"/>
                <a:gd name="T97" fmla="*/ 773 h 2256"/>
                <a:gd name="T98" fmla="*/ 26 w 566"/>
                <a:gd name="T99" fmla="*/ 662 h 2256"/>
                <a:gd name="T100" fmla="*/ 40 w 566"/>
                <a:gd name="T101" fmla="*/ 559 h 2256"/>
                <a:gd name="T102" fmla="*/ 56 w 566"/>
                <a:gd name="T103" fmla="*/ 462 h 2256"/>
                <a:gd name="T104" fmla="*/ 74 w 566"/>
                <a:gd name="T105" fmla="*/ 373 h 2256"/>
                <a:gd name="T106" fmla="*/ 94 w 566"/>
                <a:gd name="T107" fmla="*/ 292 h 2256"/>
                <a:gd name="T108" fmla="*/ 117 w 566"/>
                <a:gd name="T109" fmla="*/ 218 h 2256"/>
                <a:gd name="T110" fmla="*/ 141 w 566"/>
                <a:gd name="T111" fmla="*/ 155 h 2256"/>
                <a:gd name="T112" fmla="*/ 167 w 566"/>
                <a:gd name="T113" fmla="*/ 101 h 2256"/>
                <a:gd name="T114" fmla="*/ 195 w 566"/>
                <a:gd name="T115" fmla="*/ 58 h 2256"/>
                <a:gd name="T116" fmla="*/ 223 w 566"/>
                <a:gd name="T117" fmla="*/ 26 h 2256"/>
                <a:gd name="T118" fmla="*/ 252 w 566"/>
                <a:gd name="T119" fmla="*/ 8 h 2256"/>
                <a:gd name="T120" fmla="*/ 284 w 566"/>
                <a:gd name="T121" fmla="*/ 0 h 2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6" h="2256">
                  <a:moveTo>
                    <a:pt x="284" y="0"/>
                  </a:moveTo>
                  <a:lnTo>
                    <a:pt x="314" y="8"/>
                  </a:lnTo>
                  <a:lnTo>
                    <a:pt x="344" y="26"/>
                  </a:lnTo>
                  <a:lnTo>
                    <a:pt x="373" y="58"/>
                  </a:lnTo>
                  <a:lnTo>
                    <a:pt x="399" y="101"/>
                  </a:lnTo>
                  <a:lnTo>
                    <a:pt x="427" y="155"/>
                  </a:lnTo>
                  <a:lnTo>
                    <a:pt x="451" y="218"/>
                  </a:lnTo>
                  <a:lnTo>
                    <a:pt x="472" y="292"/>
                  </a:lnTo>
                  <a:lnTo>
                    <a:pt x="492" y="373"/>
                  </a:lnTo>
                  <a:lnTo>
                    <a:pt x="512" y="462"/>
                  </a:lnTo>
                  <a:lnTo>
                    <a:pt x="528" y="559"/>
                  </a:lnTo>
                  <a:lnTo>
                    <a:pt x="540" y="662"/>
                  </a:lnTo>
                  <a:lnTo>
                    <a:pt x="552" y="773"/>
                  </a:lnTo>
                  <a:lnTo>
                    <a:pt x="560" y="886"/>
                  </a:lnTo>
                  <a:lnTo>
                    <a:pt x="564" y="1005"/>
                  </a:lnTo>
                  <a:lnTo>
                    <a:pt x="566" y="1128"/>
                  </a:lnTo>
                  <a:lnTo>
                    <a:pt x="564" y="1251"/>
                  </a:lnTo>
                  <a:lnTo>
                    <a:pt x="560" y="1370"/>
                  </a:lnTo>
                  <a:lnTo>
                    <a:pt x="552" y="1485"/>
                  </a:lnTo>
                  <a:lnTo>
                    <a:pt x="540" y="1594"/>
                  </a:lnTo>
                  <a:lnTo>
                    <a:pt x="528" y="1699"/>
                  </a:lnTo>
                  <a:lnTo>
                    <a:pt x="512" y="1794"/>
                  </a:lnTo>
                  <a:lnTo>
                    <a:pt x="492" y="1885"/>
                  </a:lnTo>
                  <a:lnTo>
                    <a:pt x="472" y="1967"/>
                  </a:lnTo>
                  <a:lnTo>
                    <a:pt x="451" y="2040"/>
                  </a:lnTo>
                  <a:lnTo>
                    <a:pt x="427" y="2104"/>
                  </a:lnTo>
                  <a:lnTo>
                    <a:pt x="399" y="2157"/>
                  </a:lnTo>
                  <a:lnTo>
                    <a:pt x="373" y="2199"/>
                  </a:lnTo>
                  <a:lnTo>
                    <a:pt x="344" y="2230"/>
                  </a:lnTo>
                  <a:lnTo>
                    <a:pt x="314" y="2250"/>
                  </a:lnTo>
                  <a:lnTo>
                    <a:pt x="284" y="2256"/>
                  </a:lnTo>
                  <a:lnTo>
                    <a:pt x="252" y="2250"/>
                  </a:lnTo>
                  <a:lnTo>
                    <a:pt x="223" y="2230"/>
                  </a:lnTo>
                  <a:lnTo>
                    <a:pt x="195" y="2199"/>
                  </a:lnTo>
                  <a:lnTo>
                    <a:pt x="167" y="2157"/>
                  </a:lnTo>
                  <a:lnTo>
                    <a:pt x="141" y="2104"/>
                  </a:lnTo>
                  <a:lnTo>
                    <a:pt x="117" y="2040"/>
                  </a:lnTo>
                  <a:lnTo>
                    <a:pt x="94" y="1967"/>
                  </a:lnTo>
                  <a:lnTo>
                    <a:pt x="74" y="1885"/>
                  </a:lnTo>
                  <a:lnTo>
                    <a:pt x="56" y="1794"/>
                  </a:lnTo>
                  <a:lnTo>
                    <a:pt x="40" y="1699"/>
                  </a:lnTo>
                  <a:lnTo>
                    <a:pt x="26" y="1594"/>
                  </a:lnTo>
                  <a:lnTo>
                    <a:pt x="16" y="1485"/>
                  </a:lnTo>
                  <a:lnTo>
                    <a:pt x="8" y="1370"/>
                  </a:lnTo>
                  <a:lnTo>
                    <a:pt x="2" y="1251"/>
                  </a:lnTo>
                  <a:lnTo>
                    <a:pt x="0" y="1128"/>
                  </a:lnTo>
                  <a:lnTo>
                    <a:pt x="2" y="1005"/>
                  </a:lnTo>
                  <a:lnTo>
                    <a:pt x="8" y="886"/>
                  </a:lnTo>
                  <a:lnTo>
                    <a:pt x="16" y="773"/>
                  </a:lnTo>
                  <a:lnTo>
                    <a:pt x="26" y="662"/>
                  </a:lnTo>
                  <a:lnTo>
                    <a:pt x="40" y="559"/>
                  </a:lnTo>
                  <a:lnTo>
                    <a:pt x="56" y="462"/>
                  </a:lnTo>
                  <a:lnTo>
                    <a:pt x="74" y="373"/>
                  </a:lnTo>
                  <a:lnTo>
                    <a:pt x="94" y="292"/>
                  </a:lnTo>
                  <a:lnTo>
                    <a:pt x="117" y="218"/>
                  </a:lnTo>
                  <a:lnTo>
                    <a:pt x="141" y="155"/>
                  </a:lnTo>
                  <a:lnTo>
                    <a:pt x="167" y="101"/>
                  </a:lnTo>
                  <a:lnTo>
                    <a:pt x="195" y="58"/>
                  </a:lnTo>
                  <a:lnTo>
                    <a:pt x="223" y="26"/>
                  </a:lnTo>
                  <a:lnTo>
                    <a:pt x="252" y="8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41" name="Freeform 7">
            <a:extLst>
              <a:ext uri="{FF2B5EF4-FFF2-40B4-BE49-F238E27FC236}">
                <a16:creationId xmlns:a16="http://schemas.microsoft.com/office/drawing/2014/main" id="{59E10031-3306-4566-9B06-8E3AE1876404}"/>
              </a:ext>
            </a:extLst>
          </p:cNvPr>
          <p:cNvSpPr>
            <a:spLocks/>
          </p:cNvSpPr>
          <p:nvPr/>
        </p:nvSpPr>
        <p:spPr bwMode="auto">
          <a:xfrm>
            <a:off x="1291978" y="1989712"/>
            <a:ext cx="1701181" cy="715863"/>
          </a:xfrm>
          <a:custGeom>
            <a:avLst/>
            <a:gdLst>
              <a:gd name="T0" fmla="*/ 845 w 1692"/>
              <a:gd name="T1" fmla="*/ 0 h 711"/>
              <a:gd name="T2" fmla="*/ 915 w 1692"/>
              <a:gd name="T3" fmla="*/ 6 h 711"/>
              <a:gd name="T4" fmla="*/ 980 w 1692"/>
              <a:gd name="T5" fmla="*/ 20 h 711"/>
              <a:gd name="T6" fmla="*/ 1044 w 1692"/>
              <a:gd name="T7" fmla="*/ 45 h 711"/>
              <a:gd name="T8" fmla="*/ 1099 w 1692"/>
              <a:gd name="T9" fmla="*/ 79 h 711"/>
              <a:gd name="T10" fmla="*/ 1151 w 1692"/>
              <a:gd name="T11" fmla="*/ 119 h 711"/>
              <a:gd name="T12" fmla="*/ 1196 w 1692"/>
              <a:gd name="T13" fmla="*/ 166 h 711"/>
              <a:gd name="T14" fmla="*/ 1234 w 1692"/>
              <a:gd name="T15" fmla="*/ 222 h 711"/>
              <a:gd name="T16" fmla="*/ 1262 w 1692"/>
              <a:gd name="T17" fmla="*/ 281 h 711"/>
              <a:gd name="T18" fmla="*/ 1284 w 1692"/>
              <a:gd name="T19" fmla="*/ 345 h 711"/>
              <a:gd name="T20" fmla="*/ 1294 w 1692"/>
              <a:gd name="T21" fmla="*/ 412 h 711"/>
              <a:gd name="T22" fmla="*/ 1307 w 1692"/>
              <a:gd name="T23" fmla="*/ 406 h 711"/>
              <a:gd name="T24" fmla="*/ 1325 w 1692"/>
              <a:gd name="T25" fmla="*/ 402 h 711"/>
              <a:gd name="T26" fmla="*/ 1349 w 1692"/>
              <a:gd name="T27" fmla="*/ 398 h 711"/>
              <a:gd name="T28" fmla="*/ 1377 w 1692"/>
              <a:gd name="T29" fmla="*/ 398 h 711"/>
              <a:gd name="T30" fmla="*/ 1407 w 1692"/>
              <a:gd name="T31" fmla="*/ 400 h 711"/>
              <a:gd name="T32" fmla="*/ 1438 w 1692"/>
              <a:gd name="T33" fmla="*/ 404 h 711"/>
              <a:gd name="T34" fmla="*/ 1472 w 1692"/>
              <a:gd name="T35" fmla="*/ 410 h 711"/>
              <a:gd name="T36" fmla="*/ 1506 w 1692"/>
              <a:gd name="T37" fmla="*/ 422 h 711"/>
              <a:gd name="T38" fmla="*/ 1540 w 1692"/>
              <a:gd name="T39" fmla="*/ 434 h 711"/>
              <a:gd name="T40" fmla="*/ 1571 w 1692"/>
              <a:gd name="T41" fmla="*/ 452 h 711"/>
              <a:gd name="T42" fmla="*/ 1601 w 1692"/>
              <a:gd name="T43" fmla="*/ 473 h 711"/>
              <a:gd name="T44" fmla="*/ 1629 w 1692"/>
              <a:gd name="T45" fmla="*/ 499 h 711"/>
              <a:gd name="T46" fmla="*/ 1653 w 1692"/>
              <a:gd name="T47" fmla="*/ 531 h 711"/>
              <a:gd name="T48" fmla="*/ 1670 w 1692"/>
              <a:gd name="T49" fmla="*/ 567 h 711"/>
              <a:gd name="T50" fmla="*/ 1684 w 1692"/>
              <a:gd name="T51" fmla="*/ 606 h 711"/>
              <a:gd name="T52" fmla="*/ 1692 w 1692"/>
              <a:gd name="T53" fmla="*/ 654 h 711"/>
              <a:gd name="T54" fmla="*/ 1692 w 1692"/>
              <a:gd name="T55" fmla="*/ 707 h 711"/>
              <a:gd name="T56" fmla="*/ 1692 w 1692"/>
              <a:gd name="T57" fmla="*/ 711 h 711"/>
              <a:gd name="T58" fmla="*/ 0 w 1692"/>
              <a:gd name="T59" fmla="*/ 711 h 711"/>
              <a:gd name="T60" fmla="*/ 0 w 1692"/>
              <a:gd name="T61" fmla="*/ 707 h 711"/>
              <a:gd name="T62" fmla="*/ 0 w 1692"/>
              <a:gd name="T63" fmla="*/ 652 h 711"/>
              <a:gd name="T64" fmla="*/ 8 w 1692"/>
              <a:gd name="T65" fmla="*/ 604 h 711"/>
              <a:gd name="T66" fmla="*/ 22 w 1692"/>
              <a:gd name="T67" fmla="*/ 561 h 711"/>
              <a:gd name="T68" fmla="*/ 42 w 1692"/>
              <a:gd name="T69" fmla="*/ 525 h 711"/>
              <a:gd name="T70" fmla="*/ 68 w 1692"/>
              <a:gd name="T71" fmla="*/ 493 h 711"/>
              <a:gd name="T72" fmla="*/ 97 w 1692"/>
              <a:gd name="T73" fmla="*/ 468 h 711"/>
              <a:gd name="T74" fmla="*/ 129 w 1692"/>
              <a:gd name="T75" fmla="*/ 446 h 711"/>
              <a:gd name="T76" fmla="*/ 163 w 1692"/>
              <a:gd name="T77" fmla="*/ 430 h 711"/>
              <a:gd name="T78" fmla="*/ 197 w 1692"/>
              <a:gd name="T79" fmla="*/ 416 h 711"/>
              <a:gd name="T80" fmla="*/ 232 w 1692"/>
              <a:gd name="T81" fmla="*/ 406 h 711"/>
              <a:gd name="T82" fmla="*/ 266 w 1692"/>
              <a:gd name="T83" fmla="*/ 400 h 711"/>
              <a:gd name="T84" fmla="*/ 298 w 1692"/>
              <a:gd name="T85" fmla="*/ 398 h 711"/>
              <a:gd name="T86" fmla="*/ 328 w 1692"/>
              <a:gd name="T87" fmla="*/ 396 h 711"/>
              <a:gd name="T88" fmla="*/ 353 w 1692"/>
              <a:gd name="T89" fmla="*/ 398 h 711"/>
              <a:gd name="T90" fmla="*/ 375 w 1692"/>
              <a:gd name="T91" fmla="*/ 402 h 711"/>
              <a:gd name="T92" fmla="*/ 391 w 1692"/>
              <a:gd name="T93" fmla="*/ 406 h 711"/>
              <a:gd name="T94" fmla="*/ 399 w 1692"/>
              <a:gd name="T95" fmla="*/ 412 h 711"/>
              <a:gd name="T96" fmla="*/ 409 w 1692"/>
              <a:gd name="T97" fmla="*/ 345 h 711"/>
              <a:gd name="T98" fmla="*/ 429 w 1692"/>
              <a:gd name="T99" fmla="*/ 281 h 711"/>
              <a:gd name="T100" fmla="*/ 458 w 1692"/>
              <a:gd name="T101" fmla="*/ 222 h 711"/>
              <a:gd name="T102" fmla="*/ 496 w 1692"/>
              <a:gd name="T103" fmla="*/ 166 h 711"/>
              <a:gd name="T104" fmla="*/ 542 w 1692"/>
              <a:gd name="T105" fmla="*/ 119 h 711"/>
              <a:gd name="T106" fmla="*/ 593 w 1692"/>
              <a:gd name="T107" fmla="*/ 79 h 711"/>
              <a:gd name="T108" fmla="*/ 649 w 1692"/>
              <a:gd name="T109" fmla="*/ 45 h 711"/>
              <a:gd name="T110" fmla="*/ 710 w 1692"/>
              <a:gd name="T111" fmla="*/ 20 h 711"/>
              <a:gd name="T112" fmla="*/ 778 w 1692"/>
              <a:gd name="T113" fmla="*/ 6 h 711"/>
              <a:gd name="T114" fmla="*/ 845 w 1692"/>
              <a:gd name="T115" fmla="*/ 0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92" h="711">
                <a:moveTo>
                  <a:pt x="845" y="0"/>
                </a:moveTo>
                <a:lnTo>
                  <a:pt x="915" y="6"/>
                </a:lnTo>
                <a:lnTo>
                  <a:pt x="980" y="20"/>
                </a:lnTo>
                <a:lnTo>
                  <a:pt x="1044" y="45"/>
                </a:lnTo>
                <a:lnTo>
                  <a:pt x="1099" y="79"/>
                </a:lnTo>
                <a:lnTo>
                  <a:pt x="1151" y="119"/>
                </a:lnTo>
                <a:lnTo>
                  <a:pt x="1196" y="166"/>
                </a:lnTo>
                <a:lnTo>
                  <a:pt x="1234" y="222"/>
                </a:lnTo>
                <a:lnTo>
                  <a:pt x="1262" y="281"/>
                </a:lnTo>
                <a:lnTo>
                  <a:pt x="1284" y="345"/>
                </a:lnTo>
                <a:lnTo>
                  <a:pt x="1294" y="412"/>
                </a:lnTo>
                <a:lnTo>
                  <a:pt x="1307" y="406"/>
                </a:lnTo>
                <a:lnTo>
                  <a:pt x="1325" y="402"/>
                </a:lnTo>
                <a:lnTo>
                  <a:pt x="1349" y="398"/>
                </a:lnTo>
                <a:lnTo>
                  <a:pt x="1377" y="398"/>
                </a:lnTo>
                <a:lnTo>
                  <a:pt x="1407" y="400"/>
                </a:lnTo>
                <a:lnTo>
                  <a:pt x="1438" y="404"/>
                </a:lnTo>
                <a:lnTo>
                  <a:pt x="1472" y="410"/>
                </a:lnTo>
                <a:lnTo>
                  <a:pt x="1506" y="422"/>
                </a:lnTo>
                <a:lnTo>
                  <a:pt x="1540" y="434"/>
                </a:lnTo>
                <a:lnTo>
                  <a:pt x="1571" y="452"/>
                </a:lnTo>
                <a:lnTo>
                  <a:pt x="1601" y="473"/>
                </a:lnTo>
                <a:lnTo>
                  <a:pt x="1629" y="499"/>
                </a:lnTo>
                <a:lnTo>
                  <a:pt x="1653" y="531"/>
                </a:lnTo>
                <a:lnTo>
                  <a:pt x="1670" y="567"/>
                </a:lnTo>
                <a:lnTo>
                  <a:pt x="1684" y="606"/>
                </a:lnTo>
                <a:lnTo>
                  <a:pt x="1692" y="654"/>
                </a:lnTo>
                <a:lnTo>
                  <a:pt x="1692" y="707"/>
                </a:lnTo>
                <a:lnTo>
                  <a:pt x="1692" y="711"/>
                </a:lnTo>
                <a:lnTo>
                  <a:pt x="0" y="711"/>
                </a:lnTo>
                <a:lnTo>
                  <a:pt x="0" y="707"/>
                </a:lnTo>
                <a:lnTo>
                  <a:pt x="0" y="652"/>
                </a:lnTo>
                <a:lnTo>
                  <a:pt x="8" y="604"/>
                </a:lnTo>
                <a:lnTo>
                  <a:pt x="22" y="561"/>
                </a:lnTo>
                <a:lnTo>
                  <a:pt x="42" y="525"/>
                </a:lnTo>
                <a:lnTo>
                  <a:pt x="68" y="493"/>
                </a:lnTo>
                <a:lnTo>
                  <a:pt x="97" y="468"/>
                </a:lnTo>
                <a:lnTo>
                  <a:pt x="129" y="446"/>
                </a:lnTo>
                <a:lnTo>
                  <a:pt x="163" y="430"/>
                </a:lnTo>
                <a:lnTo>
                  <a:pt x="197" y="416"/>
                </a:lnTo>
                <a:lnTo>
                  <a:pt x="232" y="406"/>
                </a:lnTo>
                <a:lnTo>
                  <a:pt x="266" y="400"/>
                </a:lnTo>
                <a:lnTo>
                  <a:pt x="298" y="398"/>
                </a:lnTo>
                <a:lnTo>
                  <a:pt x="328" y="396"/>
                </a:lnTo>
                <a:lnTo>
                  <a:pt x="353" y="398"/>
                </a:lnTo>
                <a:lnTo>
                  <a:pt x="375" y="402"/>
                </a:lnTo>
                <a:lnTo>
                  <a:pt x="391" y="406"/>
                </a:lnTo>
                <a:lnTo>
                  <a:pt x="399" y="412"/>
                </a:lnTo>
                <a:lnTo>
                  <a:pt x="409" y="345"/>
                </a:lnTo>
                <a:lnTo>
                  <a:pt x="429" y="281"/>
                </a:lnTo>
                <a:lnTo>
                  <a:pt x="458" y="222"/>
                </a:lnTo>
                <a:lnTo>
                  <a:pt x="496" y="166"/>
                </a:lnTo>
                <a:lnTo>
                  <a:pt x="542" y="119"/>
                </a:lnTo>
                <a:lnTo>
                  <a:pt x="593" y="79"/>
                </a:lnTo>
                <a:lnTo>
                  <a:pt x="649" y="45"/>
                </a:lnTo>
                <a:lnTo>
                  <a:pt x="710" y="20"/>
                </a:lnTo>
                <a:lnTo>
                  <a:pt x="778" y="6"/>
                </a:lnTo>
                <a:lnTo>
                  <a:pt x="8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2" name="Freeform 8">
            <a:extLst>
              <a:ext uri="{FF2B5EF4-FFF2-40B4-BE49-F238E27FC236}">
                <a16:creationId xmlns:a16="http://schemas.microsoft.com/office/drawing/2014/main" id="{9CC17742-5959-410E-88DA-7FF091AB242A}"/>
              </a:ext>
            </a:extLst>
          </p:cNvPr>
          <p:cNvSpPr>
            <a:spLocks/>
          </p:cNvSpPr>
          <p:nvPr/>
        </p:nvSpPr>
        <p:spPr bwMode="auto">
          <a:xfrm>
            <a:off x="6862698" y="1131410"/>
            <a:ext cx="1366767" cy="575141"/>
          </a:xfrm>
          <a:custGeom>
            <a:avLst/>
            <a:gdLst>
              <a:gd name="T0" fmla="*/ 845 w 1692"/>
              <a:gd name="T1" fmla="*/ 0 h 712"/>
              <a:gd name="T2" fmla="*/ 914 w 1692"/>
              <a:gd name="T3" fmla="*/ 6 h 712"/>
              <a:gd name="T4" fmla="*/ 980 w 1692"/>
              <a:gd name="T5" fmla="*/ 20 h 712"/>
              <a:gd name="T6" fmla="*/ 1043 w 1692"/>
              <a:gd name="T7" fmla="*/ 46 h 712"/>
              <a:gd name="T8" fmla="*/ 1099 w 1692"/>
              <a:gd name="T9" fmla="*/ 79 h 712"/>
              <a:gd name="T10" fmla="*/ 1150 w 1692"/>
              <a:gd name="T11" fmla="*/ 119 h 712"/>
              <a:gd name="T12" fmla="*/ 1196 w 1692"/>
              <a:gd name="T13" fmla="*/ 166 h 712"/>
              <a:gd name="T14" fmla="*/ 1234 w 1692"/>
              <a:gd name="T15" fmla="*/ 222 h 712"/>
              <a:gd name="T16" fmla="*/ 1261 w 1692"/>
              <a:gd name="T17" fmla="*/ 281 h 712"/>
              <a:gd name="T18" fmla="*/ 1283 w 1692"/>
              <a:gd name="T19" fmla="*/ 345 h 712"/>
              <a:gd name="T20" fmla="*/ 1293 w 1692"/>
              <a:gd name="T21" fmla="*/ 412 h 712"/>
              <a:gd name="T22" fmla="*/ 1307 w 1692"/>
              <a:gd name="T23" fmla="*/ 406 h 712"/>
              <a:gd name="T24" fmla="*/ 1325 w 1692"/>
              <a:gd name="T25" fmla="*/ 402 h 712"/>
              <a:gd name="T26" fmla="*/ 1349 w 1692"/>
              <a:gd name="T27" fmla="*/ 398 h 712"/>
              <a:gd name="T28" fmla="*/ 1376 w 1692"/>
              <a:gd name="T29" fmla="*/ 398 h 712"/>
              <a:gd name="T30" fmla="*/ 1406 w 1692"/>
              <a:gd name="T31" fmla="*/ 400 h 712"/>
              <a:gd name="T32" fmla="*/ 1438 w 1692"/>
              <a:gd name="T33" fmla="*/ 404 h 712"/>
              <a:gd name="T34" fmla="*/ 1472 w 1692"/>
              <a:gd name="T35" fmla="*/ 410 h 712"/>
              <a:gd name="T36" fmla="*/ 1505 w 1692"/>
              <a:gd name="T37" fmla="*/ 422 h 712"/>
              <a:gd name="T38" fmla="*/ 1539 w 1692"/>
              <a:gd name="T39" fmla="*/ 434 h 712"/>
              <a:gd name="T40" fmla="*/ 1571 w 1692"/>
              <a:gd name="T41" fmla="*/ 452 h 712"/>
              <a:gd name="T42" fmla="*/ 1601 w 1692"/>
              <a:gd name="T43" fmla="*/ 474 h 712"/>
              <a:gd name="T44" fmla="*/ 1628 w 1692"/>
              <a:gd name="T45" fmla="*/ 500 h 712"/>
              <a:gd name="T46" fmla="*/ 1652 w 1692"/>
              <a:gd name="T47" fmla="*/ 531 h 712"/>
              <a:gd name="T48" fmla="*/ 1670 w 1692"/>
              <a:gd name="T49" fmla="*/ 567 h 712"/>
              <a:gd name="T50" fmla="*/ 1684 w 1692"/>
              <a:gd name="T51" fmla="*/ 607 h 712"/>
              <a:gd name="T52" fmla="*/ 1692 w 1692"/>
              <a:gd name="T53" fmla="*/ 654 h 712"/>
              <a:gd name="T54" fmla="*/ 1692 w 1692"/>
              <a:gd name="T55" fmla="*/ 708 h 712"/>
              <a:gd name="T56" fmla="*/ 1692 w 1692"/>
              <a:gd name="T57" fmla="*/ 712 h 712"/>
              <a:gd name="T58" fmla="*/ 0 w 1692"/>
              <a:gd name="T59" fmla="*/ 712 h 712"/>
              <a:gd name="T60" fmla="*/ 0 w 1692"/>
              <a:gd name="T61" fmla="*/ 708 h 712"/>
              <a:gd name="T62" fmla="*/ 0 w 1692"/>
              <a:gd name="T63" fmla="*/ 652 h 712"/>
              <a:gd name="T64" fmla="*/ 8 w 1692"/>
              <a:gd name="T65" fmla="*/ 605 h 712"/>
              <a:gd name="T66" fmla="*/ 22 w 1692"/>
              <a:gd name="T67" fmla="*/ 561 h 712"/>
              <a:gd name="T68" fmla="*/ 42 w 1692"/>
              <a:gd name="T69" fmla="*/ 525 h 712"/>
              <a:gd name="T70" fmla="*/ 67 w 1692"/>
              <a:gd name="T71" fmla="*/ 494 h 712"/>
              <a:gd name="T72" fmla="*/ 97 w 1692"/>
              <a:gd name="T73" fmla="*/ 468 h 712"/>
              <a:gd name="T74" fmla="*/ 129 w 1692"/>
              <a:gd name="T75" fmla="*/ 446 h 712"/>
              <a:gd name="T76" fmla="*/ 163 w 1692"/>
              <a:gd name="T77" fmla="*/ 430 h 712"/>
              <a:gd name="T78" fmla="*/ 196 w 1692"/>
              <a:gd name="T79" fmla="*/ 416 h 712"/>
              <a:gd name="T80" fmla="*/ 232 w 1692"/>
              <a:gd name="T81" fmla="*/ 406 h 712"/>
              <a:gd name="T82" fmla="*/ 266 w 1692"/>
              <a:gd name="T83" fmla="*/ 400 h 712"/>
              <a:gd name="T84" fmla="*/ 297 w 1692"/>
              <a:gd name="T85" fmla="*/ 398 h 712"/>
              <a:gd name="T86" fmla="*/ 327 w 1692"/>
              <a:gd name="T87" fmla="*/ 396 h 712"/>
              <a:gd name="T88" fmla="*/ 353 w 1692"/>
              <a:gd name="T89" fmla="*/ 398 h 712"/>
              <a:gd name="T90" fmla="*/ 375 w 1692"/>
              <a:gd name="T91" fmla="*/ 402 h 712"/>
              <a:gd name="T92" fmla="*/ 391 w 1692"/>
              <a:gd name="T93" fmla="*/ 406 h 712"/>
              <a:gd name="T94" fmla="*/ 399 w 1692"/>
              <a:gd name="T95" fmla="*/ 412 h 712"/>
              <a:gd name="T96" fmla="*/ 408 w 1692"/>
              <a:gd name="T97" fmla="*/ 345 h 712"/>
              <a:gd name="T98" fmla="*/ 430 w 1692"/>
              <a:gd name="T99" fmla="*/ 281 h 712"/>
              <a:gd name="T100" fmla="*/ 458 w 1692"/>
              <a:gd name="T101" fmla="*/ 222 h 712"/>
              <a:gd name="T102" fmla="*/ 496 w 1692"/>
              <a:gd name="T103" fmla="*/ 166 h 712"/>
              <a:gd name="T104" fmla="*/ 541 w 1692"/>
              <a:gd name="T105" fmla="*/ 119 h 712"/>
              <a:gd name="T106" fmla="*/ 593 w 1692"/>
              <a:gd name="T107" fmla="*/ 79 h 712"/>
              <a:gd name="T108" fmla="*/ 648 w 1692"/>
              <a:gd name="T109" fmla="*/ 46 h 712"/>
              <a:gd name="T110" fmla="*/ 712 w 1692"/>
              <a:gd name="T111" fmla="*/ 20 h 712"/>
              <a:gd name="T112" fmla="*/ 777 w 1692"/>
              <a:gd name="T113" fmla="*/ 6 h 712"/>
              <a:gd name="T114" fmla="*/ 845 w 1692"/>
              <a:gd name="T115" fmla="*/ 0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92" h="712">
                <a:moveTo>
                  <a:pt x="845" y="0"/>
                </a:moveTo>
                <a:lnTo>
                  <a:pt x="914" y="6"/>
                </a:lnTo>
                <a:lnTo>
                  <a:pt x="980" y="20"/>
                </a:lnTo>
                <a:lnTo>
                  <a:pt x="1043" y="46"/>
                </a:lnTo>
                <a:lnTo>
                  <a:pt x="1099" y="79"/>
                </a:lnTo>
                <a:lnTo>
                  <a:pt x="1150" y="119"/>
                </a:lnTo>
                <a:lnTo>
                  <a:pt x="1196" y="166"/>
                </a:lnTo>
                <a:lnTo>
                  <a:pt x="1234" y="222"/>
                </a:lnTo>
                <a:lnTo>
                  <a:pt x="1261" y="281"/>
                </a:lnTo>
                <a:lnTo>
                  <a:pt x="1283" y="345"/>
                </a:lnTo>
                <a:lnTo>
                  <a:pt x="1293" y="412"/>
                </a:lnTo>
                <a:lnTo>
                  <a:pt x="1307" y="406"/>
                </a:lnTo>
                <a:lnTo>
                  <a:pt x="1325" y="402"/>
                </a:lnTo>
                <a:lnTo>
                  <a:pt x="1349" y="398"/>
                </a:lnTo>
                <a:lnTo>
                  <a:pt x="1376" y="398"/>
                </a:lnTo>
                <a:lnTo>
                  <a:pt x="1406" y="400"/>
                </a:lnTo>
                <a:lnTo>
                  <a:pt x="1438" y="404"/>
                </a:lnTo>
                <a:lnTo>
                  <a:pt x="1472" y="410"/>
                </a:lnTo>
                <a:lnTo>
                  <a:pt x="1505" y="422"/>
                </a:lnTo>
                <a:lnTo>
                  <a:pt x="1539" y="434"/>
                </a:lnTo>
                <a:lnTo>
                  <a:pt x="1571" y="452"/>
                </a:lnTo>
                <a:lnTo>
                  <a:pt x="1601" y="474"/>
                </a:lnTo>
                <a:lnTo>
                  <a:pt x="1628" y="500"/>
                </a:lnTo>
                <a:lnTo>
                  <a:pt x="1652" y="531"/>
                </a:lnTo>
                <a:lnTo>
                  <a:pt x="1670" y="567"/>
                </a:lnTo>
                <a:lnTo>
                  <a:pt x="1684" y="607"/>
                </a:lnTo>
                <a:lnTo>
                  <a:pt x="1692" y="654"/>
                </a:lnTo>
                <a:lnTo>
                  <a:pt x="1692" y="708"/>
                </a:lnTo>
                <a:lnTo>
                  <a:pt x="1692" y="712"/>
                </a:lnTo>
                <a:lnTo>
                  <a:pt x="0" y="712"/>
                </a:lnTo>
                <a:lnTo>
                  <a:pt x="0" y="708"/>
                </a:lnTo>
                <a:lnTo>
                  <a:pt x="0" y="652"/>
                </a:lnTo>
                <a:lnTo>
                  <a:pt x="8" y="605"/>
                </a:lnTo>
                <a:lnTo>
                  <a:pt x="22" y="561"/>
                </a:lnTo>
                <a:lnTo>
                  <a:pt x="42" y="525"/>
                </a:lnTo>
                <a:lnTo>
                  <a:pt x="67" y="494"/>
                </a:lnTo>
                <a:lnTo>
                  <a:pt x="97" y="468"/>
                </a:lnTo>
                <a:lnTo>
                  <a:pt x="129" y="446"/>
                </a:lnTo>
                <a:lnTo>
                  <a:pt x="163" y="430"/>
                </a:lnTo>
                <a:lnTo>
                  <a:pt x="196" y="416"/>
                </a:lnTo>
                <a:lnTo>
                  <a:pt x="232" y="406"/>
                </a:lnTo>
                <a:lnTo>
                  <a:pt x="266" y="400"/>
                </a:lnTo>
                <a:lnTo>
                  <a:pt x="297" y="398"/>
                </a:lnTo>
                <a:lnTo>
                  <a:pt x="327" y="396"/>
                </a:lnTo>
                <a:lnTo>
                  <a:pt x="353" y="398"/>
                </a:lnTo>
                <a:lnTo>
                  <a:pt x="375" y="402"/>
                </a:lnTo>
                <a:lnTo>
                  <a:pt x="391" y="406"/>
                </a:lnTo>
                <a:lnTo>
                  <a:pt x="399" y="412"/>
                </a:lnTo>
                <a:lnTo>
                  <a:pt x="408" y="345"/>
                </a:lnTo>
                <a:lnTo>
                  <a:pt x="430" y="281"/>
                </a:lnTo>
                <a:lnTo>
                  <a:pt x="458" y="222"/>
                </a:lnTo>
                <a:lnTo>
                  <a:pt x="496" y="166"/>
                </a:lnTo>
                <a:lnTo>
                  <a:pt x="541" y="119"/>
                </a:lnTo>
                <a:lnTo>
                  <a:pt x="593" y="79"/>
                </a:lnTo>
                <a:lnTo>
                  <a:pt x="648" y="46"/>
                </a:lnTo>
                <a:lnTo>
                  <a:pt x="712" y="20"/>
                </a:lnTo>
                <a:lnTo>
                  <a:pt x="777" y="6"/>
                </a:lnTo>
                <a:lnTo>
                  <a:pt x="8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7534" y="5580976"/>
            <a:ext cx="12181418" cy="1310442"/>
            <a:chOff x="17534" y="5580976"/>
            <a:chExt cx="12181418" cy="1310442"/>
          </a:xfrm>
        </p:grpSpPr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17534" y="6175555"/>
              <a:ext cx="1701181" cy="715863"/>
            </a:xfrm>
            <a:custGeom>
              <a:avLst/>
              <a:gdLst>
                <a:gd name="T0" fmla="*/ 845 w 1692"/>
                <a:gd name="T1" fmla="*/ 0 h 711"/>
                <a:gd name="T2" fmla="*/ 915 w 1692"/>
                <a:gd name="T3" fmla="*/ 6 h 711"/>
                <a:gd name="T4" fmla="*/ 980 w 1692"/>
                <a:gd name="T5" fmla="*/ 20 h 711"/>
                <a:gd name="T6" fmla="*/ 1044 w 1692"/>
                <a:gd name="T7" fmla="*/ 45 h 711"/>
                <a:gd name="T8" fmla="*/ 1099 w 1692"/>
                <a:gd name="T9" fmla="*/ 79 h 711"/>
                <a:gd name="T10" fmla="*/ 1151 w 1692"/>
                <a:gd name="T11" fmla="*/ 119 h 711"/>
                <a:gd name="T12" fmla="*/ 1196 w 1692"/>
                <a:gd name="T13" fmla="*/ 166 h 711"/>
                <a:gd name="T14" fmla="*/ 1234 w 1692"/>
                <a:gd name="T15" fmla="*/ 222 h 711"/>
                <a:gd name="T16" fmla="*/ 1262 w 1692"/>
                <a:gd name="T17" fmla="*/ 281 h 711"/>
                <a:gd name="T18" fmla="*/ 1284 w 1692"/>
                <a:gd name="T19" fmla="*/ 345 h 711"/>
                <a:gd name="T20" fmla="*/ 1294 w 1692"/>
                <a:gd name="T21" fmla="*/ 412 h 711"/>
                <a:gd name="T22" fmla="*/ 1307 w 1692"/>
                <a:gd name="T23" fmla="*/ 406 h 711"/>
                <a:gd name="T24" fmla="*/ 1325 w 1692"/>
                <a:gd name="T25" fmla="*/ 402 h 711"/>
                <a:gd name="T26" fmla="*/ 1349 w 1692"/>
                <a:gd name="T27" fmla="*/ 398 h 711"/>
                <a:gd name="T28" fmla="*/ 1377 w 1692"/>
                <a:gd name="T29" fmla="*/ 398 h 711"/>
                <a:gd name="T30" fmla="*/ 1407 w 1692"/>
                <a:gd name="T31" fmla="*/ 400 h 711"/>
                <a:gd name="T32" fmla="*/ 1438 w 1692"/>
                <a:gd name="T33" fmla="*/ 404 h 711"/>
                <a:gd name="T34" fmla="*/ 1472 w 1692"/>
                <a:gd name="T35" fmla="*/ 410 h 711"/>
                <a:gd name="T36" fmla="*/ 1506 w 1692"/>
                <a:gd name="T37" fmla="*/ 422 h 711"/>
                <a:gd name="T38" fmla="*/ 1540 w 1692"/>
                <a:gd name="T39" fmla="*/ 434 h 711"/>
                <a:gd name="T40" fmla="*/ 1571 w 1692"/>
                <a:gd name="T41" fmla="*/ 452 h 711"/>
                <a:gd name="T42" fmla="*/ 1601 w 1692"/>
                <a:gd name="T43" fmla="*/ 473 h 711"/>
                <a:gd name="T44" fmla="*/ 1629 w 1692"/>
                <a:gd name="T45" fmla="*/ 499 h 711"/>
                <a:gd name="T46" fmla="*/ 1653 w 1692"/>
                <a:gd name="T47" fmla="*/ 531 h 711"/>
                <a:gd name="T48" fmla="*/ 1670 w 1692"/>
                <a:gd name="T49" fmla="*/ 567 h 711"/>
                <a:gd name="T50" fmla="*/ 1684 w 1692"/>
                <a:gd name="T51" fmla="*/ 606 h 711"/>
                <a:gd name="T52" fmla="*/ 1692 w 1692"/>
                <a:gd name="T53" fmla="*/ 654 h 711"/>
                <a:gd name="T54" fmla="*/ 1692 w 1692"/>
                <a:gd name="T55" fmla="*/ 707 h 711"/>
                <a:gd name="T56" fmla="*/ 1692 w 1692"/>
                <a:gd name="T57" fmla="*/ 711 h 711"/>
                <a:gd name="T58" fmla="*/ 0 w 1692"/>
                <a:gd name="T59" fmla="*/ 711 h 711"/>
                <a:gd name="T60" fmla="*/ 0 w 1692"/>
                <a:gd name="T61" fmla="*/ 707 h 711"/>
                <a:gd name="T62" fmla="*/ 0 w 1692"/>
                <a:gd name="T63" fmla="*/ 652 h 711"/>
                <a:gd name="T64" fmla="*/ 8 w 1692"/>
                <a:gd name="T65" fmla="*/ 604 h 711"/>
                <a:gd name="T66" fmla="*/ 22 w 1692"/>
                <a:gd name="T67" fmla="*/ 561 h 711"/>
                <a:gd name="T68" fmla="*/ 42 w 1692"/>
                <a:gd name="T69" fmla="*/ 525 h 711"/>
                <a:gd name="T70" fmla="*/ 68 w 1692"/>
                <a:gd name="T71" fmla="*/ 493 h 711"/>
                <a:gd name="T72" fmla="*/ 97 w 1692"/>
                <a:gd name="T73" fmla="*/ 468 h 711"/>
                <a:gd name="T74" fmla="*/ 129 w 1692"/>
                <a:gd name="T75" fmla="*/ 446 h 711"/>
                <a:gd name="T76" fmla="*/ 163 w 1692"/>
                <a:gd name="T77" fmla="*/ 430 h 711"/>
                <a:gd name="T78" fmla="*/ 197 w 1692"/>
                <a:gd name="T79" fmla="*/ 416 h 711"/>
                <a:gd name="T80" fmla="*/ 232 w 1692"/>
                <a:gd name="T81" fmla="*/ 406 h 711"/>
                <a:gd name="T82" fmla="*/ 266 w 1692"/>
                <a:gd name="T83" fmla="*/ 400 h 711"/>
                <a:gd name="T84" fmla="*/ 298 w 1692"/>
                <a:gd name="T85" fmla="*/ 398 h 711"/>
                <a:gd name="T86" fmla="*/ 328 w 1692"/>
                <a:gd name="T87" fmla="*/ 396 h 711"/>
                <a:gd name="T88" fmla="*/ 353 w 1692"/>
                <a:gd name="T89" fmla="*/ 398 h 711"/>
                <a:gd name="T90" fmla="*/ 375 w 1692"/>
                <a:gd name="T91" fmla="*/ 402 h 711"/>
                <a:gd name="T92" fmla="*/ 391 w 1692"/>
                <a:gd name="T93" fmla="*/ 406 h 711"/>
                <a:gd name="T94" fmla="*/ 399 w 1692"/>
                <a:gd name="T95" fmla="*/ 412 h 711"/>
                <a:gd name="T96" fmla="*/ 409 w 1692"/>
                <a:gd name="T97" fmla="*/ 345 h 711"/>
                <a:gd name="T98" fmla="*/ 429 w 1692"/>
                <a:gd name="T99" fmla="*/ 281 h 711"/>
                <a:gd name="T100" fmla="*/ 458 w 1692"/>
                <a:gd name="T101" fmla="*/ 222 h 711"/>
                <a:gd name="T102" fmla="*/ 496 w 1692"/>
                <a:gd name="T103" fmla="*/ 166 h 711"/>
                <a:gd name="T104" fmla="*/ 542 w 1692"/>
                <a:gd name="T105" fmla="*/ 119 h 711"/>
                <a:gd name="T106" fmla="*/ 593 w 1692"/>
                <a:gd name="T107" fmla="*/ 79 h 711"/>
                <a:gd name="T108" fmla="*/ 649 w 1692"/>
                <a:gd name="T109" fmla="*/ 45 h 711"/>
                <a:gd name="T110" fmla="*/ 710 w 1692"/>
                <a:gd name="T111" fmla="*/ 20 h 711"/>
                <a:gd name="T112" fmla="*/ 778 w 1692"/>
                <a:gd name="T113" fmla="*/ 6 h 711"/>
                <a:gd name="T114" fmla="*/ 845 w 1692"/>
                <a:gd name="T115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1">
                  <a:moveTo>
                    <a:pt x="845" y="0"/>
                  </a:moveTo>
                  <a:lnTo>
                    <a:pt x="915" y="6"/>
                  </a:lnTo>
                  <a:lnTo>
                    <a:pt x="980" y="20"/>
                  </a:lnTo>
                  <a:lnTo>
                    <a:pt x="1044" y="45"/>
                  </a:lnTo>
                  <a:lnTo>
                    <a:pt x="1099" y="79"/>
                  </a:lnTo>
                  <a:lnTo>
                    <a:pt x="1151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2" y="281"/>
                  </a:lnTo>
                  <a:lnTo>
                    <a:pt x="1284" y="345"/>
                  </a:lnTo>
                  <a:lnTo>
                    <a:pt x="1294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7" y="398"/>
                  </a:lnTo>
                  <a:lnTo>
                    <a:pt x="1407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6" y="422"/>
                  </a:lnTo>
                  <a:lnTo>
                    <a:pt x="1540" y="434"/>
                  </a:lnTo>
                  <a:lnTo>
                    <a:pt x="1571" y="452"/>
                  </a:lnTo>
                  <a:lnTo>
                    <a:pt x="1601" y="473"/>
                  </a:lnTo>
                  <a:lnTo>
                    <a:pt x="1629" y="499"/>
                  </a:lnTo>
                  <a:lnTo>
                    <a:pt x="1653" y="531"/>
                  </a:lnTo>
                  <a:lnTo>
                    <a:pt x="1670" y="567"/>
                  </a:lnTo>
                  <a:lnTo>
                    <a:pt x="1684" y="606"/>
                  </a:lnTo>
                  <a:lnTo>
                    <a:pt x="1692" y="654"/>
                  </a:lnTo>
                  <a:lnTo>
                    <a:pt x="1692" y="707"/>
                  </a:lnTo>
                  <a:lnTo>
                    <a:pt x="1692" y="711"/>
                  </a:lnTo>
                  <a:lnTo>
                    <a:pt x="0" y="711"/>
                  </a:lnTo>
                  <a:lnTo>
                    <a:pt x="0" y="707"/>
                  </a:lnTo>
                  <a:lnTo>
                    <a:pt x="0" y="652"/>
                  </a:lnTo>
                  <a:lnTo>
                    <a:pt x="8" y="604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8" y="493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7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8" y="398"/>
                  </a:lnTo>
                  <a:lnTo>
                    <a:pt x="328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9" y="345"/>
                  </a:lnTo>
                  <a:lnTo>
                    <a:pt x="429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2" y="119"/>
                  </a:lnTo>
                  <a:lnTo>
                    <a:pt x="593" y="79"/>
                  </a:lnTo>
                  <a:lnTo>
                    <a:pt x="649" y="45"/>
                  </a:lnTo>
                  <a:lnTo>
                    <a:pt x="710" y="20"/>
                  </a:lnTo>
                  <a:lnTo>
                    <a:pt x="778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513262" y="5779832"/>
              <a:ext cx="2641580" cy="1111586"/>
            </a:xfrm>
            <a:custGeom>
              <a:avLst/>
              <a:gdLst>
                <a:gd name="T0" fmla="*/ 845 w 1692"/>
                <a:gd name="T1" fmla="*/ 0 h 712"/>
                <a:gd name="T2" fmla="*/ 914 w 1692"/>
                <a:gd name="T3" fmla="*/ 6 h 712"/>
                <a:gd name="T4" fmla="*/ 980 w 1692"/>
                <a:gd name="T5" fmla="*/ 20 h 712"/>
                <a:gd name="T6" fmla="*/ 1043 w 1692"/>
                <a:gd name="T7" fmla="*/ 46 h 712"/>
                <a:gd name="T8" fmla="*/ 1099 w 1692"/>
                <a:gd name="T9" fmla="*/ 79 h 712"/>
                <a:gd name="T10" fmla="*/ 1150 w 1692"/>
                <a:gd name="T11" fmla="*/ 119 h 712"/>
                <a:gd name="T12" fmla="*/ 1196 w 1692"/>
                <a:gd name="T13" fmla="*/ 166 h 712"/>
                <a:gd name="T14" fmla="*/ 1234 w 1692"/>
                <a:gd name="T15" fmla="*/ 222 h 712"/>
                <a:gd name="T16" fmla="*/ 1261 w 1692"/>
                <a:gd name="T17" fmla="*/ 281 h 712"/>
                <a:gd name="T18" fmla="*/ 1283 w 1692"/>
                <a:gd name="T19" fmla="*/ 345 h 712"/>
                <a:gd name="T20" fmla="*/ 1293 w 1692"/>
                <a:gd name="T21" fmla="*/ 412 h 712"/>
                <a:gd name="T22" fmla="*/ 1307 w 1692"/>
                <a:gd name="T23" fmla="*/ 406 h 712"/>
                <a:gd name="T24" fmla="*/ 1325 w 1692"/>
                <a:gd name="T25" fmla="*/ 402 h 712"/>
                <a:gd name="T26" fmla="*/ 1349 w 1692"/>
                <a:gd name="T27" fmla="*/ 398 h 712"/>
                <a:gd name="T28" fmla="*/ 1376 w 1692"/>
                <a:gd name="T29" fmla="*/ 398 h 712"/>
                <a:gd name="T30" fmla="*/ 1406 w 1692"/>
                <a:gd name="T31" fmla="*/ 400 h 712"/>
                <a:gd name="T32" fmla="*/ 1438 w 1692"/>
                <a:gd name="T33" fmla="*/ 404 h 712"/>
                <a:gd name="T34" fmla="*/ 1472 w 1692"/>
                <a:gd name="T35" fmla="*/ 410 h 712"/>
                <a:gd name="T36" fmla="*/ 1505 w 1692"/>
                <a:gd name="T37" fmla="*/ 422 h 712"/>
                <a:gd name="T38" fmla="*/ 1539 w 1692"/>
                <a:gd name="T39" fmla="*/ 434 h 712"/>
                <a:gd name="T40" fmla="*/ 1571 w 1692"/>
                <a:gd name="T41" fmla="*/ 452 h 712"/>
                <a:gd name="T42" fmla="*/ 1601 w 1692"/>
                <a:gd name="T43" fmla="*/ 474 h 712"/>
                <a:gd name="T44" fmla="*/ 1628 w 1692"/>
                <a:gd name="T45" fmla="*/ 500 h 712"/>
                <a:gd name="T46" fmla="*/ 1652 w 1692"/>
                <a:gd name="T47" fmla="*/ 531 h 712"/>
                <a:gd name="T48" fmla="*/ 1670 w 1692"/>
                <a:gd name="T49" fmla="*/ 567 h 712"/>
                <a:gd name="T50" fmla="*/ 1684 w 1692"/>
                <a:gd name="T51" fmla="*/ 607 h 712"/>
                <a:gd name="T52" fmla="*/ 1692 w 1692"/>
                <a:gd name="T53" fmla="*/ 654 h 712"/>
                <a:gd name="T54" fmla="*/ 1692 w 1692"/>
                <a:gd name="T55" fmla="*/ 708 h 712"/>
                <a:gd name="T56" fmla="*/ 1692 w 1692"/>
                <a:gd name="T57" fmla="*/ 712 h 712"/>
                <a:gd name="T58" fmla="*/ 0 w 1692"/>
                <a:gd name="T59" fmla="*/ 712 h 712"/>
                <a:gd name="T60" fmla="*/ 0 w 1692"/>
                <a:gd name="T61" fmla="*/ 708 h 712"/>
                <a:gd name="T62" fmla="*/ 0 w 1692"/>
                <a:gd name="T63" fmla="*/ 652 h 712"/>
                <a:gd name="T64" fmla="*/ 8 w 1692"/>
                <a:gd name="T65" fmla="*/ 605 h 712"/>
                <a:gd name="T66" fmla="*/ 22 w 1692"/>
                <a:gd name="T67" fmla="*/ 561 h 712"/>
                <a:gd name="T68" fmla="*/ 42 w 1692"/>
                <a:gd name="T69" fmla="*/ 525 h 712"/>
                <a:gd name="T70" fmla="*/ 67 w 1692"/>
                <a:gd name="T71" fmla="*/ 494 h 712"/>
                <a:gd name="T72" fmla="*/ 97 w 1692"/>
                <a:gd name="T73" fmla="*/ 468 h 712"/>
                <a:gd name="T74" fmla="*/ 129 w 1692"/>
                <a:gd name="T75" fmla="*/ 446 h 712"/>
                <a:gd name="T76" fmla="*/ 163 w 1692"/>
                <a:gd name="T77" fmla="*/ 430 h 712"/>
                <a:gd name="T78" fmla="*/ 196 w 1692"/>
                <a:gd name="T79" fmla="*/ 416 h 712"/>
                <a:gd name="T80" fmla="*/ 232 w 1692"/>
                <a:gd name="T81" fmla="*/ 406 h 712"/>
                <a:gd name="T82" fmla="*/ 266 w 1692"/>
                <a:gd name="T83" fmla="*/ 400 h 712"/>
                <a:gd name="T84" fmla="*/ 297 w 1692"/>
                <a:gd name="T85" fmla="*/ 398 h 712"/>
                <a:gd name="T86" fmla="*/ 327 w 1692"/>
                <a:gd name="T87" fmla="*/ 396 h 712"/>
                <a:gd name="T88" fmla="*/ 353 w 1692"/>
                <a:gd name="T89" fmla="*/ 398 h 712"/>
                <a:gd name="T90" fmla="*/ 375 w 1692"/>
                <a:gd name="T91" fmla="*/ 402 h 712"/>
                <a:gd name="T92" fmla="*/ 391 w 1692"/>
                <a:gd name="T93" fmla="*/ 406 h 712"/>
                <a:gd name="T94" fmla="*/ 399 w 1692"/>
                <a:gd name="T95" fmla="*/ 412 h 712"/>
                <a:gd name="T96" fmla="*/ 408 w 1692"/>
                <a:gd name="T97" fmla="*/ 345 h 712"/>
                <a:gd name="T98" fmla="*/ 430 w 1692"/>
                <a:gd name="T99" fmla="*/ 281 h 712"/>
                <a:gd name="T100" fmla="*/ 458 w 1692"/>
                <a:gd name="T101" fmla="*/ 222 h 712"/>
                <a:gd name="T102" fmla="*/ 496 w 1692"/>
                <a:gd name="T103" fmla="*/ 166 h 712"/>
                <a:gd name="T104" fmla="*/ 541 w 1692"/>
                <a:gd name="T105" fmla="*/ 119 h 712"/>
                <a:gd name="T106" fmla="*/ 593 w 1692"/>
                <a:gd name="T107" fmla="*/ 79 h 712"/>
                <a:gd name="T108" fmla="*/ 648 w 1692"/>
                <a:gd name="T109" fmla="*/ 46 h 712"/>
                <a:gd name="T110" fmla="*/ 712 w 1692"/>
                <a:gd name="T111" fmla="*/ 20 h 712"/>
                <a:gd name="T112" fmla="*/ 777 w 1692"/>
                <a:gd name="T113" fmla="*/ 6 h 712"/>
                <a:gd name="T114" fmla="*/ 845 w 1692"/>
                <a:gd name="T11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2">
                  <a:moveTo>
                    <a:pt x="845" y="0"/>
                  </a:moveTo>
                  <a:lnTo>
                    <a:pt x="914" y="6"/>
                  </a:lnTo>
                  <a:lnTo>
                    <a:pt x="980" y="20"/>
                  </a:lnTo>
                  <a:lnTo>
                    <a:pt x="1043" y="46"/>
                  </a:lnTo>
                  <a:lnTo>
                    <a:pt x="1099" y="79"/>
                  </a:lnTo>
                  <a:lnTo>
                    <a:pt x="1150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1" y="281"/>
                  </a:lnTo>
                  <a:lnTo>
                    <a:pt x="1283" y="345"/>
                  </a:lnTo>
                  <a:lnTo>
                    <a:pt x="1293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6" y="398"/>
                  </a:lnTo>
                  <a:lnTo>
                    <a:pt x="1406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5" y="422"/>
                  </a:lnTo>
                  <a:lnTo>
                    <a:pt x="1539" y="434"/>
                  </a:lnTo>
                  <a:lnTo>
                    <a:pt x="1571" y="452"/>
                  </a:lnTo>
                  <a:lnTo>
                    <a:pt x="1601" y="474"/>
                  </a:lnTo>
                  <a:lnTo>
                    <a:pt x="1628" y="500"/>
                  </a:lnTo>
                  <a:lnTo>
                    <a:pt x="1652" y="531"/>
                  </a:lnTo>
                  <a:lnTo>
                    <a:pt x="1670" y="567"/>
                  </a:lnTo>
                  <a:lnTo>
                    <a:pt x="1684" y="607"/>
                  </a:lnTo>
                  <a:lnTo>
                    <a:pt x="1692" y="654"/>
                  </a:lnTo>
                  <a:lnTo>
                    <a:pt x="1692" y="708"/>
                  </a:lnTo>
                  <a:lnTo>
                    <a:pt x="1692" y="712"/>
                  </a:lnTo>
                  <a:lnTo>
                    <a:pt x="0" y="712"/>
                  </a:lnTo>
                  <a:lnTo>
                    <a:pt x="0" y="708"/>
                  </a:lnTo>
                  <a:lnTo>
                    <a:pt x="0" y="652"/>
                  </a:lnTo>
                  <a:lnTo>
                    <a:pt x="8" y="605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7" y="494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6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7" y="398"/>
                  </a:lnTo>
                  <a:lnTo>
                    <a:pt x="327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8" y="345"/>
                  </a:lnTo>
                  <a:lnTo>
                    <a:pt x="430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1" y="119"/>
                  </a:lnTo>
                  <a:lnTo>
                    <a:pt x="593" y="79"/>
                  </a:lnTo>
                  <a:lnTo>
                    <a:pt x="648" y="46"/>
                  </a:lnTo>
                  <a:lnTo>
                    <a:pt x="712" y="20"/>
                  </a:lnTo>
                  <a:lnTo>
                    <a:pt x="777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4" name="Freeform 7"/>
            <p:cNvSpPr>
              <a:spLocks/>
            </p:cNvSpPr>
            <p:nvPr/>
          </p:nvSpPr>
          <p:spPr bwMode="auto">
            <a:xfrm>
              <a:off x="4049206" y="5580976"/>
              <a:ext cx="3114141" cy="1310442"/>
            </a:xfrm>
            <a:custGeom>
              <a:avLst/>
              <a:gdLst>
                <a:gd name="T0" fmla="*/ 845 w 1692"/>
                <a:gd name="T1" fmla="*/ 0 h 711"/>
                <a:gd name="T2" fmla="*/ 915 w 1692"/>
                <a:gd name="T3" fmla="*/ 6 h 711"/>
                <a:gd name="T4" fmla="*/ 980 w 1692"/>
                <a:gd name="T5" fmla="*/ 20 h 711"/>
                <a:gd name="T6" fmla="*/ 1044 w 1692"/>
                <a:gd name="T7" fmla="*/ 45 h 711"/>
                <a:gd name="T8" fmla="*/ 1099 w 1692"/>
                <a:gd name="T9" fmla="*/ 79 h 711"/>
                <a:gd name="T10" fmla="*/ 1151 w 1692"/>
                <a:gd name="T11" fmla="*/ 119 h 711"/>
                <a:gd name="T12" fmla="*/ 1196 w 1692"/>
                <a:gd name="T13" fmla="*/ 166 h 711"/>
                <a:gd name="T14" fmla="*/ 1234 w 1692"/>
                <a:gd name="T15" fmla="*/ 222 h 711"/>
                <a:gd name="T16" fmla="*/ 1262 w 1692"/>
                <a:gd name="T17" fmla="*/ 281 h 711"/>
                <a:gd name="T18" fmla="*/ 1284 w 1692"/>
                <a:gd name="T19" fmla="*/ 345 h 711"/>
                <a:gd name="T20" fmla="*/ 1294 w 1692"/>
                <a:gd name="T21" fmla="*/ 412 h 711"/>
                <a:gd name="T22" fmla="*/ 1307 w 1692"/>
                <a:gd name="T23" fmla="*/ 406 h 711"/>
                <a:gd name="T24" fmla="*/ 1325 w 1692"/>
                <a:gd name="T25" fmla="*/ 402 h 711"/>
                <a:gd name="T26" fmla="*/ 1349 w 1692"/>
                <a:gd name="T27" fmla="*/ 398 h 711"/>
                <a:gd name="T28" fmla="*/ 1377 w 1692"/>
                <a:gd name="T29" fmla="*/ 398 h 711"/>
                <a:gd name="T30" fmla="*/ 1407 w 1692"/>
                <a:gd name="T31" fmla="*/ 400 h 711"/>
                <a:gd name="T32" fmla="*/ 1438 w 1692"/>
                <a:gd name="T33" fmla="*/ 404 h 711"/>
                <a:gd name="T34" fmla="*/ 1472 w 1692"/>
                <a:gd name="T35" fmla="*/ 410 h 711"/>
                <a:gd name="T36" fmla="*/ 1506 w 1692"/>
                <a:gd name="T37" fmla="*/ 422 h 711"/>
                <a:gd name="T38" fmla="*/ 1540 w 1692"/>
                <a:gd name="T39" fmla="*/ 434 h 711"/>
                <a:gd name="T40" fmla="*/ 1571 w 1692"/>
                <a:gd name="T41" fmla="*/ 452 h 711"/>
                <a:gd name="T42" fmla="*/ 1601 w 1692"/>
                <a:gd name="T43" fmla="*/ 473 h 711"/>
                <a:gd name="T44" fmla="*/ 1629 w 1692"/>
                <a:gd name="T45" fmla="*/ 499 h 711"/>
                <a:gd name="T46" fmla="*/ 1653 w 1692"/>
                <a:gd name="T47" fmla="*/ 531 h 711"/>
                <a:gd name="T48" fmla="*/ 1670 w 1692"/>
                <a:gd name="T49" fmla="*/ 567 h 711"/>
                <a:gd name="T50" fmla="*/ 1684 w 1692"/>
                <a:gd name="T51" fmla="*/ 606 h 711"/>
                <a:gd name="T52" fmla="*/ 1692 w 1692"/>
                <a:gd name="T53" fmla="*/ 654 h 711"/>
                <a:gd name="T54" fmla="*/ 1692 w 1692"/>
                <a:gd name="T55" fmla="*/ 707 h 711"/>
                <a:gd name="T56" fmla="*/ 1692 w 1692"/>
                <a:gd name="T57" fmla="*/ 711 h 711"/>
                <a:gd name="T58" fmla="*/ 0 w 1692"/>
                <a:gd name="T59" fmla="*/ 711 h 711"/>
                <a:gd name="T60" fmla="*/ 0 w 1692"/>
                <a:gd name="T61" fmla="*/ 707 h 711"/>
                <a:gd name="T62" fmla="*/ 0 w 1692"/>
                <a:gd name="T63" fmla="*/ 652 h 711"/>
                <a:gd name="T64" fmla="*/ 8 w 1692"/>
                <a:gd name="T65" fmla="*/ 604 h 711"/>
                <a:gd name="T66" fmla="*/ 22 w 1692"/>
                <a:gd name="T67" fmla="*/ 561 h 711"/>
                <a:gd name="T68" fmla="*/ 42 w 1692"/>
                <a:gd name="T69" fmla="*/ 525 h 711"/>
                <a:gd name="T70" fmla="*/ 68 w 1692"/>
                <a:gd name="T71" fmla="*/ 493 h 711"/>
                <a:gd name="T72" fmla="*/ 97 w 1692"/>
                <a:gd name="T73" fmla="*/ 468 h 711"/>
                <a:gd name="T74" fmla="*/ 129 w 1692"/>
                <a:gd name="T75" fmla="*/ 446 h 711"/>
                <a:gd name="T76" fmla="*/ 163 w 1692"/>
                <a:gd name="T77" fmla="*/ 430 h 711"/>
                <a:gd name="T78" fmla="*/ 197 w 1692"/>
                <a:gd name="T79" fmla="*/ 416 h 711"/>
                <a:gd name="T80" fmla="*/ 232 w 1692"/>
                <a:gd name="T81" fmla="*/ 406 h 711"/>
                <a:gd name="T82" fmla="*/ 266 w 1692"/>
                <a:gd name="T83" fmla="*/ 400 h 711"/>
                <a:gd name="T84" fmla="*/ 298 w 1692"/>
                <a:gd name="T85" fmla="*/ 398 h 711"/>
                <a:gd name="T86" fmla="*/ 328 w 1692"/>
                <a:gd name="T87" fmla="*/ 396 h 711"/>
                <a:gd name="T88" fmla="*/ 353 w 1692"/>
                <a:gd name="T89" fmla="*/ 398 h 711"/>
                <a:gd name="T90" fmla="*/ 375 w 1692"/>
                <a:gd name="T91" fmla="*/ 402 h 711"/>
                <a:gd name="T92" fmla="*/ 391 w 1692"/>
                <a:gd name="T93" fmla="*/ 406 h 711"/>
                <a:gd name="T94" fmla="*/ 399 w 1692"/>
                <a:gd name="T95" fmla="*/ 412 h 711"/>
                <a:gd name="T96" fmla="*/ 409 w 1692"/>
                <a:gd name="T97" fmla="*/ 345 h 711"/>
                <a:gd name="T98" fmla="*/ 429 w 1692"/>
                <a:gd name="T99" fmla="*/ 281 h 711"/>
                <a:gd name="T100" fmla="*/ 458 w 1692"/>
                <a:gd name="T101" fmla="*/ 222 h 711"/>
                <a:gd name="T102" fmla="*/ 496 w 1692"/>
                <a:gd name="T103" fmla="*/ 166 h 711"/>
                <a:gd name="T104" fmla="*/ 542 w 1692"/>
                <a:gd name="T105" fmla="*/ 119 h 711"/>
                <a:gd name="T106" fmla="*/ 593 w 1692"/>
                <a:gd name="T107" fmla="*/ 79 h 711"/>
                <a:gd name="T108" fmla="*/ 649 w 1692"/>
                <a:gd name="T109" fmla="*/ 45 h 711"/>
                <a:gd name="T110" fmla="*/ 710 w 1692"/>
                <a:gd name="T111" fmla="*/ 20 h 711"/>
                <a:gd name="T112" fmla="*/ 778 w 1692"/>
                <a:gd name="T113" fmla="*/ 6 h 711"/>
                <a:gd name="T114" fmla="*/ 845 w 1692"/>
                <a:gd name="T115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1">
                  <a:moveTo>
                    <a:pt x="845" y="0"/>
                  </a:moveTo>
                  <a:lnTo>
                    <a:pt x="915" y="6"/>
                  </a:lnTo>
                  <a:lnTo>
                    <a:pt x="980" y="20"/>
                  </a:lnTo>
                  <a:lnTo>
                    <a:pt x="1044" y="45"/>
                  </a:lnTo>
                  <a:lnTo>
                    <a:pt x="1099" y="79"/>
                  </a:lnTo>
                  <a:lnTo>
                    <a:pt x="1151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2" y="281"/>
                  </a:lnTo>
                  <a:lnTo>
                    <a:pt x="1284" y="345"/>
                  </a:lnTo>
                  <a:lnTo>
                    <a:pt x="1294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7" y="398"/>
                  </a:lnTo>
                  <a:lnTo>
                    <a:pt x="1407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6" y="422"/>
                  </a:lnTo>
                  <a:lnTo>
                    <a:pt x="1540" y="434"/>
                  </a:lnTo>
                  <a:lnTo>
                    <a:pt x="1571" y="452"/>
                  </a:lnTo>
                  <a:lnTo>
                    <a:pt x="1601" y="473"/>
                  </a:lnTo>
                  <a:lnTo>
                    <a:pt x="1629" y="499"/>
                  </a:lnTo>
                  <a:lnTo>
                    <a:pt x="1653" y="531"/>
                  </a:lnTo>
                  <a:lnTo>
                    <a:pt x="1670" y="567"/>
                  </a:lnTo>
                  <a:lnTo>
                    <a:pt x="1684" y="606"/>
                  </a:lnTo>
                  <a:lnTo>
                    <a:pt x="1692" y="654"/>
                  </a:lnTo>
                  <a:lnTo>
                    <a:pt x="1692" y="707"/>
                  </a:lnTo>
                  <a:lnTo>
                    <a:pt x="1692" y="711"/>
                  </a:lnTo>
                  <a:lnTo>
                    <a:pt x="0" y="711"/>
                  </a:lnTo>
                  <a:lnTo>
                    <a:pt x="0" y="707"/>
                  </a:lnTo>
                  <a:lnTo>
                    <a:pt x="0" y="652"/>
                  </a:lnTo>
                  <a:lnTo>
                    <a:pt x="8" y="604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8" y="493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7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8" y="398"/>
                  </a:lnTo>
                  <a:lnTo>
                    <a:pt x="328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9" y="345"/>
                  </a:lnTo>
                  <a:lnTo>
                    <a:pt x="429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2" y="119"/>
                  </a:lnTo>
                  <a:lnTo>
                    <a:pt x="593" y="79"/>
                  </a:lnTo>
                  <a:lnTo>
                    <a:pt x="649" y="45"/>
                  </a:lnTo>
                  <a:lnTo>
                    <a:pt x="710" y="20"/>
                  </a:lnTo>
                  <a:lnTo>
                    <a:pt x="778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5" name="Freeform 7"/>
            <p:cNvSpPr>
              <a:spLocks/>
            </p:cNvSpPr>
            <p:nvPr/>
          </p:nvSpPr>
          <p:spPr bwMode="auto">
            <a:xfrm>
              <a:off x="3549705" y="6382131"/>
              <a:ext cx="1210273" cy="509287"/>
            </a:xfrm>
            <a:custGeom>
              <a:avLst/>
              <a:gdLst>
                <a:gd name="T0" fmla="*/ 845 w 1692"/>
                <a:gd name="T1" fmla="*/ 0 h 711"/>
                <a:gd name="T2" fmla="*/ 915 w 1692"/>
                <a:gd name="T3" fmla="*/ 6 h 711"/>
                <a:gd name="T4" fmla="*/ 980 w 1692"/>
                <a:gd name="T5" fmla="*/ 20 h 711"/>
                <a:gd name="T6" fmla="*/ 1044 w 1692"/>
                <a:gd name="T7" fmla="*/ 45 h 711"/>
                <a:gd name="T8" fmla="*/ 1099 w 1692"/>
                <a:gd name="T9" fmla="*/ 79 h 711"/>
                <a:gd name="T10" fmla="*/ 1151 w 1692"/>
                <a:gd name="T11" fmla="*/ 119 h 711"/>
                <a:gd name="T12" fmla="*/ 1196 w 1692"/>
                <a:gd name="T13" fmla="*/ 166 h 711"/>
                <a:gd name="T14" fmla="*/ 1234 w 1692"/>
                <a:gd name="T15" fmla="*/ 222 h 711"/>
                <a:gd name="T16" fmla="*/ 1262 w 1692"/>
                <a:gd name="T17" fmla="*/ 281 h 711"/>
                <a:gd name="T18" fmla="*/ 1284 w 1692"/>
                <a:gd name="T19" fmla="*/ 345 h 711"/>
                <a:gd name="T20" fmla="*/ 1294 w 1692"/>
                <a:gd name="T21" fmla="*/ 412 h 711"/>
                <a:gd name="T22" fmla="*/ 1307 w 1692"/>
                <a:gd name="T23" fmla="*/ 406 h 711"/>
                <a:gd name="T24" fmla="*/ 1325 w 1692"/>
                <a:gd name="T25" fmla="*/ 402 h 711"/>
                <a:gd name="T26" fmla="*/ 1349 w 1692"/>
                <a:gd name="T27" fmla="*/ 398 h 711"/>
                <a:gd name="T28" fmla="*/ 1377 w 1692"/>
                <a:gd name="T29" fmla="*/ 398 h 711"/>
                <a:gd name="T30" fmla="*/ 1407 w 1692"/>
                <a:gd name="T31" fmla="*/ 400 h 711"/>
                <a:gd name="T32" fmla="*/ 1438 w 1692"/>
                <a:gd name="T33" fmla="*/ 404 h 711"/>
                <a:gd name="T34" fmla="*/ 1472 w 1692"/>
                <a:gd name="T35" fmla="*/ 410 h 711"/>
                <a:gd name="T36" fmla="*/ 1506 w 1692"/>
                <a:gd name="T37" fmla="*/ 422 h 711"/>
                <a:gd name="T38" fmla="*/ 1540 w 1692"/>
                <a:gd name="T39" fmla="*/ 434 h 711"/>
                <a:gd name="T40" fmla="*/ 1571 w 1692"/>
                <a:gd name="T41" fmla="*/ 452 h 711"/>
                <a:gd name="T42" fmla="*/ 1601 w 1692"/>
                <a:gd name="T43" fmla="*/ 473 h 711"/>
                <a:gd name="T44" fmla="*/ 1629 w 1692"/>
                <a:gd name="T45" fmla="*/ 499 h 711"/>
                <a:gd name="T46" fmla="*/ 1653 w 1692"/>
                <a:gd name="T47" fmla="*/ 531 h 711"/>
                <a:gd name="T48" fmla="*/ 1670 w 1692"/>
                <a:gd name="T49" fmla="*/ 567 h 711"/>
                <a:gd name="T50" fmla="*/ 1684 w 1692"/>
                <a:gd name="T51" fmla="*/ 606 h 711"/>
                <a:gd name="T52" fmla="*/ 1692 w 1692"/>
                <a:gd name="T53" fmla="*/ 654 h 711"/>
                <a:gd name="T54" fmla="*/ 1692 w 1692"/>
                <a:gd name="T55" fmla="*/ 707 h 711"/>
                <a:gd name="T56" fmla="*/ 1692 w 1692"/>
                <a:gd name="T57" fmla="*/ 711 h 711"/>
                <a:gd name="T58" fmla="*/ 0 w 1692"/>
                <a:gd name="T59" fmla="*/ 711 h 711"/>
                <a:gd name="T60" fmla="*/ 0 w 1692"/>
                <a:gd name="T61" fmla="*/ 707 h 711"/>
                <a:gd name="T62" fmla="*/ 0 w 1692"/>
                <a:gd name="T63" fmla="*/ 652 h 711"/>
                <a:gd name="T64" fmla="*/ 8 w 1692"/>
                <a:gd name="T65" fmla="*/ 604 h 711"/>
                <a:gd name="T66" fmla="*/ 22 w 1692"/>
                <a:gd name="T67" fmla="*/ 561 h 711"/>
                <a:gd name="T68" fmla="*/ 42 w 1692"/>
                <a:gd name="T69" fmla="*/ 525 h 711"/>
                <a:gd name="T70" fmla="*/ 68 w 1692"/>
                <a:gd name="T71" fmla="*/ 493 h 711"/>
                <a:gd name="T72" fmla="*/ 97 w 1692"/>
                <a:gd name="T73" fmla="*/ 468 h 711"/>
                <a:gd name="T74" fmla="*/ 129 w 1692"/>
                <a:gd name="T75" fmla="*/ 446 h 711"/>
                <a:gd name="T76" fmla="*/ 163 w 1692"/>
                <a:gd name="T77" fmla="*/ 430 h 711"/>
                <a:gd name="T78" fmla="*/ 197 w 1692"/>
                <a:gd name="T79" fmla="*/ 416 h 711"/>
                <a:gd name="T80" fmla="*/ 232 w 1692"/>
                <a:gd name="T81" fmla="*/ 406 h 711"/>
                <a:gd name="T82" fmla="*/ 266 w 1692"/>
                <a:gd name="T83" fmla="*/ 400 h 711"/>
                <a:gd name="T84" fmla="*/ 298 w 1692"/>
                <a:gd name="T85" fmla="*/ 398 h 711"/>
                <a:gd name="T86" fmla="*/ 328 w 1692"/>
                <a:gd name="T87" fmla="*/ 396 h 711"/>
                <a:gd name="T88" fmla="*/ 353 w 1692"/>
                <a:gd name="T89" fmla="*/ 398 h 711"/>
                <a:gd name="T90" fmla="*/ 375 w 1692"/>
                <a:gd name="T91" fmla="*/ 402 h 711"/>
                <a:gd name="T92" fmla="*/ 391 w 1692"/>
                <a:gd name="T93" fmla="*/ 406 h 711"/>
                <a:gd name="T94" fmla="*/ 399 w 1692"/>
                <a:gd name="T95" fmla="*/ 412 h 711"/>
                <a:gd name="T96" fmla="*/ 409 w 1692"/>
                <a:gd name="T97" fmla="*/ 345 h 711"/>
                <a:gd name="T98" fmla="*/ 429 w 1692"/>
                <a:gd name="T99" fmla="*/ 281 h 711"/>
                <a:gd name="T100" fmla="*/ 458 w 1692"/>
                <a:gd name="T101" fmla="*/ 222 h 711"/>
                <a:gd name="T102" fmla="*/ 496 w 1692"/>
                <a:gd name="T103" fmla="*/ 166 h 711"/>
                <a:gd name="T104" fmla="*/ 542 w 1692"/>
                <a:gd name="T105" fmla="*/ 119 h 711"/>
                <a:gd name="T106" fmla="*/ 593 w 1692"/>
                <a:gd name="T107" fmla="*/ 79 h 711"/>
                <a:gd name="T108" fmla="*/ 649 w 1692"/>
                <a:gd name="T109" fmla="*/ 45 h 711"/>
                <a:gd name="T110" fmla="*/ 710 w 1692"/>
                <a:gd name="T111" fmla="*/ 20 h 711"/>
                <a:gd name="T112" fmla="*/ 778 w 1692"/>
                <a:gd name="T113" fmla="*/ 6 h 711"/>
                <a:gd name="T114" fmla="*/ 845 w 1692"/>
                <a:gd name="T115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1">
                  <a:moveTo>
                    <a:pt x="845" y="0"/>
                  </a:moveTo>
                  <a:lnTo>
                    <a:pt x="915" y="6"/>
                  </a:lnTo>
                  <a:lnTo>
                    <a:pt x="980" y="20"/>
                  </a:lnTo>
                  <a:lnTo>
                    <a:pt x="1044" y="45"/>
                  </a:lnTo>
                  <a:lnTo>
                    <a:pt x="1099" y="79"/>
                  </a:lnTo>
                  <a:lnTo>
                    <a:pt x="1151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2" y="281"/>
                  </a:lnTo>
                  <a:lnTo>
                    <a:pt x="1284" y="345"/>
                  </a:lnTo>
                  <a:lnTo>
                    <a:pt x="1294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7" y="398"/>
                  </a:lnTo>
                  <a:lnTo>
                    <a:pt x="1407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6" y="422"/>
                  </a:lnTo>
                  <a:lnTo>
                    <a:pt x="1540" y="434"/>
                  </a:lnTo>
                  <a:lnTo>
                    <a:pt x="1571" y="452"/>
                  </a:lnTo>
                  <a:lnTo>
                    <a:pt x="1601" y="473"/>
                  </a:lnTo>
                  <a:lnTo>
                    <a:pt x="1629" y="499"/>
                  </a:lnTo>
                  <a:lnTo>
                    <a:pt x="1653" y="531"/>
                  </a:lnTo>
                  <a:lnTo>
                    <a:pt x="1670" y="567"/>
                  </a:lnTo>
                  <a:lnTo>
                    <a:pt x="1684" y="606"/>
                  </a:lnTo>
                  <a:lnTo>
                    <a:pt x="1692" y="654"/>
                  </a:lnTo>
                  <a:lnTo>
                    <a:pt x="1692" y="707"/>
                  </a:lnTo>
                  <a:lnTo>
                    <a:pt x="1692" y="711"/>
                  </a:lnTo>
                  <a:lnTo>
                    <a:pt x="0" y="711"/>
                  </a:lnTo>
                  <a:lnTo>
                    <a:pt x="0" y="707"/>
                  </a:lnTo>
                  <a:lnTo>
                    <a:pt x="0" y="652"/>
                  </a:lnTo>
                  <a:lnTo>
                    <a:pt x="8" y="604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8" y="493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7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8" y="398"/>
                  </a:lnTo>
                  <a:lnTo>
                    <a:pt x="328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9" y="345"/>
                  </a:lnTo>
                  <a:lnTo>
                    <a:pt x="429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2" y="119"/>
                  </a:lnTo>
                  <a:lnTo>
                    <a:pt x="593" y="79"/>
                  </a:lnTo>
                  <a:lnTo>
                    <a:pt x="649" y="45"/>
                  </a:lnTo>
                  <a:lnTo>
                    <a:pt x="710" y="20"/>
                  </a:lnTo>
                  <a:lnTo>
                    <a:pt x="778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auto">
            <a:xfrm>
              <a:off x="6279226" y="5779832"/>
              <a:ext cx="2641580" cy="1111586"/>
            </a:xfrm>
            <a:custGeom>
              <a:avLst/>
              <a:gdLst>
                <a:gd name="T0" fmla="*/ 845 w 1692"/>
                <a:gd name="T1" fmla="*/ 0 h 712"/>
                <a:gd name="T2" fmla="*/ 914 w 1692"/>
                <a:gd name="T3" fmla="*/ 6 h 712"/>
                <a:gd name="T4" fmla="*/ 980 w 1692"/>
                <a:gd name="T5" fmla="*/ 20 h 712"/>
                <a:gd name="T6" fmla="*/ 1043 w 1692"/>
                <a:gd name="T7" fmla="*/ 46 h 712"/>
                <a:gd name="T8" fmla="*/ 1099 w 1692"/>
                <a:gd name="T9" fmla="*/ 79 h 712"/>
                <a:gd name="T10" fmla="*/ 1150 w 1692"/>
                <a:gd name="T11" fmla="*/ 119 h 712"/>
                <a:gd name="T12" fmla="*/ 1196 w 1692"/>
                <a:gd name="T13" fmla="*/ 166 h 712"/>
                <a:gd name="T14" fmla="*/ 1234 w 1692"/>
                <a:gd name="T15" fmla="*/ 222 h 712"/>
                <a:gd name="T16" fmla="*/ 1261 w 1692"/>
                <a:gd name="T17" fmla="*/ 281 h 712"/>
                <a:gd name="T18" fmla="*/ 1283 w 1692"/>
                <a:gd name="T19" fmla="*/ 345 h 712"/>
                <a:gd name="T20" fmla="*/ 1293 w 1692"/>
                <a:gd name="T21" fmla="*/ 412 h 712"/>
                <a:gd name="T22" fmla="*/ 1307 w 1692"/>
                <a:gd name="T23" fmla="*/ 406 h 712"/>
                <a:gd name="T24" fmla="*/ 1325 w 1692"/>
                <a:gd name="T25" fmla="*/ 402 h 712"/>
                <a:gd name="T26" fmla="*/ 1349 w 1692"/>
                <a:gd name="T27" fmla="*/ 398 h 712"/>
                <a:gd name="T28" fmla="*/ 1376 w 1692"/>
                <a:gd name="T29" fmla="*/ 398 h 712"/>
                <a:gd name="T30" fmla="*/ 1406 w 1692"/>
                <a:gd name="T31" fmla="*/ 400 h 712"/>
                <a:gd name="T32" fmla="*/ 1438 w 1692"/>
                <a:gd name="T33" fmla="*/ 404 h 712"/>
                <a:gd name="T34" fmla="*/ 1472 w 1692"/>
                <a:gd name="T35" fmla="*/ 410 h 712"/>
                <a:gd name="T36" fmla="*/ 1505 w 1692"/>
                <a:gd name="T37" fmla="*/ 422 h 712"/>
                <a:gd name="T38" fmla="*/ 1539 w 1692"/>
                <a:gd name="T39" fmla="*/ 434 h 712"/>
                <a:gd name="T40" fmla="*/ 1571 w 1692"/>
                <a:gd name="T41" fmla="*/ 452 h 712"/>
                <a:gd name="T42" fmla="*/ 1601 w 1692"/>
                <a:gd name="T43" fmla="*/ 474 h 712"/>
                <a:gd name="T44" fmla="*/ 1628 w 1692"/>
                <a:gd name="T45" fmla="*/ 500 h 712"/>
                <a:gd name="T46" fmla="*/ 1652 w 1692"/>
                <a:gd name="T47" fmla="*/ 531 h 712"/>
                <a:gd name="T48" fmla="*/ 1670 w 1692"/>
                <a:gd name="T49" fmla="*/ 567 h 712"/>
                <a:gd name="T50" fmla="*/ 1684 w 1692"/>
                <a:gd name="T51" fmla="*/ 607 h 712"/>
                <a:gd name="T52" fmla="*/ 1692 w 1692"/>
                <a:gd name="T53" fmla="*/ 654 h 712"/>
                <a:gd name="T54" fmla="*/ 1692 w 1692"/>
                <a:gd name="T55" fmla="*/ 708 h 712"/>
                <a:gd name="T56" fmla="*/ 1692 w 1692"/>
                <a:gd name="T57" fmla="*/ 712 h 712"/>
                <a:gd name="T58" fmla="*/ 0 w 1692"/>
                <a:gd name="T59" fmla="*/ 712 h 712"/>
                <a:gd name="T60" fmla="*/ 0 w 1692"/>
                <a:gd name="T61" fmla="*/ 708 h 712"/>
                <a:gd name="T62" fmla="*/ 0 w 1692"/>
                <a:gd name="T63" fmla="*/ 652 h 712"/>
                <a:gd name="T64" fmla="*/ 8 w 1692"/>
                <a:gd name="T65" fmla="*/ 605 h 712"/>
                <a:gd name="T66" fmla="*/ 22 w 1692"/>
                <a:gd name="T67" fmla="*/ 561 h 712"/>
                <a:gd name="T68" fmla="*/ 42 w 1692"/>
                <a:gd name="T69" fmla="*/ 525 h 712"/>
                <a:gd name="T70" fmla="*/ 67 w 1692"/>
                <a:gd name="T71" fmla="*/ 494 h 712"/>
                <a:gd name="T72" fmla="*/ 97 w 1692"/>
                <a:gd name="T73" fmla="*/ 468 h 712"/>
                <a:gd name="T74" fmla="*/ 129 w 1692"/>
                <a:gd name="T75" fmla="*/ 446 h 712"/>
                <a:gd name="T76" fmla="*/ 163 w 1692"/>
                <a:gd name="T77" fmla="*/ 430 h 712"/>
                <a:gd name="T78" fmla="*/ 196 w 1692"/>
                <a:gd name="T79" fmla="*/ 416 h 712"/>
                <a:gd name="T80" fmla="*/ 232 w 1692"/>
                <a:gd name="T81" fmla="*/ 406 h 712"/>
                <a:gd name="T82" fmla="*/ 266 w 1692"/>
                <a:gd name="T83" fmla="*/ 400 h 712"/>
                <a:gd name="T84" fmla="*/ 297 w 1692"/>
                <a:gd name="T85" fmla="*/ 398 h 712"/>
                <a:gd name="T86" fmla="*/ 327 w 1692"/>
                <a:gd name="T87" fmla="*/ 396 h 712"/>
                <a:gd name="T88" fmla="*/ 353 w 1692"/>
                <a:gd name="T89" fmla="*/ 398 h 712"/>
                <a:gd name="T90" fmla="*/ 375 w 1692"/>
                <a:gd name="T91" fmla="*/ 402 h 712"/>
                <a:gd name="T92" fmla="*/ 391 w 1692"/>
                <a:gd name="T93" fmla="*/ 406 h 712"/>
                <a:gd name="T94" fmla="*/ 399 w 1692"/>
                <a:gd name="T95" fmla="*/ 412 h 712"/>
                <a:gd name="T96" fmla="*/ 408 w 1692"/>
                <a:gd name="T97" fmla="*/ 345 h 712"/>
                <a:gd name="T98" fmla="*/ 430 w 1692"/>
                <a:gd name="T99" fmla="*/ 281 h 712"/>
                <a:gd name="T100" fmla="*/ 458 w 1692"/>
                <a:gd name="T101" fmla="*/ 222 h 712"/>
                <a:gd name="T102" fmla="*/ 496 w 1692"/>
                <a:gd name="T103" fmla="*/ 166 h 712"/>
                <a:gd name="T104" fmla="*/ 541 w 1692"/>
                <a:gd name="T105" fmla="*/ 119 h 712"/>
                <a:gd name="T106" fmla="*/ 593 w 1692"/>
                <a:gd name="T107" fmla="*/ 79 h 712"/>
                <a:gd name="T108" fmla="*/ 648 w 1692"/>
                <a:gd name="T109" fmla="*/ 46 h 712"/>
                <a:gd name="T110" fmla="*/ 712 w 1692"/>
                <a:gd name="T111" fmla="*/ 20 h 712"/>
                <a:gd name="T112" fmla="*/ 777 w 1692"/>
                <a:gd name="T113" fmla="*/ 6 h 712"/>
                <a:gd name="T114" fmla="*/ 845 w 1692"/>
                <a:gd name="T11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2">
                  <a:moveTo>
                    <a:pt x="845" y="0"/>
                  </a:moveTo>
                  <a:lnTo>
                    <a:pt x="914" y="6"/>
                  </a:lnTo>
                  <a:lnTo>
                    <a:pt x="980" y="20"/>
                  </a:lnTo>
                  <a:lnTo>
                    <a:pt x="1043" y="46"/>
                  </a:lnTo>
                  <a:lnTo>
                    <a:pt x="1099" y="79"/>
                  </a:lnTo>
                  <a:lnTo>
                    <a:pt x="1150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1" y="281"/>
                  </a:lnTo>
                  <a:lnTo>
                    <a:pt x="1283" y="345"/>
                  </a:lnTo>
                  <a:lnTo>
                    <a:pt x="1293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6" y="398"/>
                  </a:lnTo>
                  <a:lnTo>
                    <a:pt x="1406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5" y="422"/>
                  </a:lnTo>
                  <a:lnTo>
                    <a:pt x="1539" y="434"/>
                  </a:lnTo>
                  <a:lnTo>
                    <a:pt x="1571" y="452"/>
                  </a:lnTo>
                  <a:lnTo>
                    <a:pt x="1601" y="474"/>
                  </a:lnTo>
                  <a:lnTo>
                    <a:pt x="1628" y="500"/>
                  </a:lnTo>
                  <a:lnTo>
                    <a:pt x="1652" y="531"/>
                  </a:lnTo>
                  <a:lnTo>
                    <a:pt x="1670" y="567"/>
                  </a:lnTo>
                  <a:lnTo>
                    <a:pt x="1684" y="607"/>
                  </a:lnTo>
                  <a:lnTo>
                    <a:pt x="1692" y="654"/>
                  </a:lnTo>
                  <a:lnTo>
                    <a:pt x="1692" y="708"/>
                  </a:lnTo>
                  <a:lnTo>
                    <a:pt x="1692" y="712"/>
                  </a:lnTo>
                  <a:lnTo>
                    <a:pt x="0" y="712"/>
                  </a:lnTo>
                  <a:lnTo>
                    <a:pt x="0" y="708"/>
                  </a:lnTo>
                  <a:lnTo>
                    <a:pt x="0" y="652"/>
                  </a:lnTo>
                  <a:lnTo>
                    <a:pt x="8" y="605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7" y="494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6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7" y="398"/>
                  </a:lnTo>
                  <a:lnTo>
                    <a:pt x="327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8" y="345"/>
                  </a:lnTo>
                  <a:lnTo>
                    <a:pt x="430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1" y="119"/>
                  </a:lnTo>
                  <a:lnTo>
                    <a:pt x="593" y="79"/>
                  </a:lnTo>
                  <a:lnTo>
                    <a:pt x="648" y="46"/>
                  </a:lnTo>
                  <a:lnTo>
                    <a:pt x="712" y="20"/>
                  </a:lnTo>
                  <a:lnTo>
                    <a:pt x="777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8" name="Freeform 8"/>
            <p:cNvSpPr>
              <a:spLocks/>
            </p:cNvSpPr>
            <p:nvPr/>
          </p:nvSpPr>
          <p:spPr bwMode="auto">
            <a:xfrm flipH="1">
              <a:off x="8440535" y="6079428"/>
              <a:ext cx="1929617" cy="811990"/>
            </a:xfrm>
            <a:custGeom>
              <a:avLst/>
              <a:gdLst>
                <a:gd name="T0" fmla="*/ 845 w 1692"/>
                <a:gd name="T1" fmla="*/ 0 h 712"/>
                <a:gd name="T2" fmla="*/ 914 w 1692"/>
                <a:gd name="T3" fmla="*/ 6 h 712"/>
                <a:gd name="T4" fmla="*/ 980 w 1692"/>
                <a:gd name="T5" fmla="*/ 20 h 712"/>
                <a:gd name="T6" fmla="*/ 1043 w 1692"/>
                <a:gd name="T7" fmla="*/ 46 h 712"/>
                <a:gd name="T8" fmla="*/ 1099 w 1692"/>
                <a:gd name="T9" fmla="*/ 79 h 712"/>
                <a:gd name="T10" fmla="*/ 1150 w 1692"/>
                <a:gd name="T11" fmla="*/ 119 h 712"/>
                <a:gd name="T12" fmla="*/ 1196 w 1692"/>
                <a:gd name="T13" fmla="*/ 166 h 712"/>
                <a:gd name="T14" fmla="*/ 1234 w 1692"/>
                <a:gd name="T15" fmla="*/ 222 h 712"/>
                <a:gd name="T16" fmla="*/ 1261 w 1692"/>
                <a:gd name="T17" fmla="*/ 281 h 712"/>
                <a:gd name="T18" fmla="*/ 1283 w 1692"/>
                <a:gd name="T19" fmla="*/ 345 h 712"/>
                <a:gd name="T20" fmla="*/ 1293 w 1692"/>
                <a:gd name="T21" fmla="*/ 412 h 712"/>
                <a:gd name="T22" fmla="*/ 1307 w 1692"/>
                <a:gd name="T23" fmla="*/ 406 h 712"/>
                <a:gd name="T24" fmla="*/ 1325 w 1692"/>
                <a:gd name="T25" fmla="*/ 402 h 712"/>
                <a:gd name="T26" fmla="*/ 1349 w 1692"/>
                <a:gd name="T27" fmla="*/ 398 h 712"/>
                <a:gd name="T28" fmla="*/ 1376 w 1692"/>
                <a:gd name="T29" fmla="*/ 398 h 712"/>
                <a:gd name="T30" fmla="*/ 1406 w 1692"/>
                <a:gd name="T31" fmla="*/ 400 h 712"/>
                <a:gd name="T32" fmla="*/ 1438 w 1692"/>
                <a:gd name="T33" fmla="*/ 404 h 712"/>
                <a:gd name="T34" fmla="*/ 1472 w 1692"/>
                <a:gd name="T35" fmla="*/ 410 h 712"/>
                <a:gd name="T36" fmla="*/ 1505 w 1692"/>
                <a:gd name="T37" fmla="*/ 422 h 712"/>
                <a:gd name="T38" fmla="*/ 1539 w 1692"/>
                <a:gd name="T39" fmla="*/ 434 h 712"/>
                <a:gd name="T40" fmla="*/ 1571 w 1692"/>
                <a:gd name="T41" fmla="*/ 452 h 712"/>
                <a:gd name="T42" fmla="*/ 1601 w 1692"/>
                <a:gd name="T43" fmla="*/ 474 h 712"/>
                <a:gd name="T44" fmla="*/ 1628 w 1692"/>
                <a:gd name="T45" fmla="*/ 500 h 712"/>
                <a:gd name="T46" fmla="*/ 1652 w 1692"/>
                <a:gd name="T47" fmla="*/ 531 h 712"/>
                <a:gd name="T48" fmla="*/ 1670 w 1692"/>
                <a:gd name="T49" fmla="*/ 567 h 712"/>
                <a:gd name="T50" fmla="*/ 1684 w 1692"/>
                <a:gd name="T51" fmla="*/ 607 h 712"/>
                <a:gd name="T52" fmla="*/ 1692 w 1692"/>
                <a:gd name="T53" fmla="*/ 654 h 712"/>
                <a:gd name="T54" fmla="*/ 1692 w 1692"/>
                <a:gd name="T55" fmla="*/ 708 h 712"/>
                <a:gd name="T56" fmla="*/ 1692 w 1692"/>
                <a:gd name="T57" fmla="*/ 712 h 712"/>
                <a:gd name="T58" fmla="*/ 0 w 1692"/>
                <a:gd name="T59" fmla="*/ 712 h 712"/>
                <a:gd name="T60" fmla="*/ 0 w 1692"/>
                <a:gd name="T61" fmla="*/ 708 h 712"/>
                <a:gd name="T62" fmla="*/ 0 w 1692"/>
                <a:gd name="T63" fmla="*/ 652 h 712"/>
                <a:gd name="T64" fmla="*/ 8 w 1692"/>
                <a:gd name="T65" fmla="*/ 605 h 712"/>
                <a:gd name="T66" fmla="*/ 22 w 1692"/>
                <a:gd name="T67" fmla="*/ 561 h 712"/>
                <a:gd name="T68" fmla="*/ 42 w 1692"/>
                <a:gd name="T69" fmla="*/ 525 h 712"/>
                <a:gd name="T70" fmla="*/ 67 w 1692"/>
                <a:gd name="T71" fmla="*/ 494 h 712"/>
                <a:gd name="T72" fmla="*/ 97 w 1692"/>
                <a:gd name="T73" fmla="*/ 468 h 712"/>
                <a:gd name="T74" fmla="*/ 129 w 1692"/>
                <a:gd name="T75" fmla="*/ 446 h 712"/>
                <a:gd name="T76" fmla="*/ 163 w 1692"/>
                <a:gd name="T77" fmla="*/ 430 h 712"/>
                <a:gd name="T78" fmla="*/ 196 w 1692"/>
                <a:gd name="T79" fmla="*/ 416 h 712"/>
                <a:gd name="T80" fmla="*/ 232 w 1692"/>
                <a:gd name="T81" fmla="*/ 406 h 712"/>
                <a:gd name="T82" fmla="*/ 266 w 1692"/>
                <a:gd name="T83" fmla="*/ 400 h 712"/>
                <a:gd name="T84" fmla="*/ 297 w 1692"/>
                <a:gd name="T85" fmla="*/ 398 h 712"/>
                <a:gd name="T86" fmla="*/ 327 w 1692"/>
                <a:gd name="T87" fmla="*/ 396 h 712"/>
                <a:gd name="T88" fmla="*/ 353 w 1692"/>
                <a:gd name="T89" fmla="*/ 398 h 712"/>
                <a:gd name="T90" fmla="*/ 375 w 1692"/>
                <a:gd name="T91" fmla="*/ 402 h 712"/>
                <a:gd name="T92" fmla="*/ 391 w 1692"/>
                <a:gd name="T93" fmla="*/ 406 h 712"/>
                <a:gd name="T94" fmla="*/ 399 w 1692"/>
                <a:gd name="T95" fmla="*/ 412 h 712"/>
                <a:gd name="T96" fmla="*/ 408 w 1692"/>
                <a:gd name="T97" fmla="*/ 345 h 712"/>
                <a:gd name="T98" fmla="*/ 430 w 1692"/>
                <a:gd name="T99" fmla="*/ 281 h 712"/>
                <a:gd name="T100" fmla="*/ 458 w 1692"/>
                <a:gd name="T101" fmla="*/ 222 h 712"/>
                <a:gd name="T102" fmla="*/ 496 w 1692"/>
                <a:gd name="T103" fmla="*/ 166 h 712"/>
                <a:gd name="T104" fmla="*/ 541 w 1692"/>
                <a:gd name="T105" fmla="*/ 119 h 712"/>
                <a:gd name="T106" fmla="*/ 593 w 1692"/>
                <a:gd name="T107" fmla="*/ 79 h 712"/>
                <a:gd name="T108" fmla="*/ 648 w 1692"/>
                <a:gd name="T109" fmla="*/ 46 h 712"/>
                <a:gd name="T110" fmla="*/ 712 w 1692"/>
                <a:gd name="T111" fmla="*/ 20 h 712"/>
                <a:gd name="T112" fmla="*/ 777 w 1692"/>
                <a:gd name="T113" fmla="*/ 6 h 712"/>
                <a:gd name="T114" fmla="*/ 845 w 1692"/>
                <a:gd name="T11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2">
                  <a:moveTo>
                    <a:pt x="845" y="0"/>
                  </a:moveTo>
                  <a:lnTo>
                    <a:pt x="914" y="6"/>
                  </a:lnTo>
                  <a:lnTo>
                    <a:pt x="980" y="20"/>
                  </a:lnTo>
                  <a:lnTo>
                    <a:pt x="1043" y="46"/>
                  </a:lnTo>
                  <a:lnTo>
                    <a:pt x="1099" y="79"/>
                  </a:lnTo>
                  <a:lnTo>
                    <a:pt x="1150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1" y="281"/>
                  </a:lnTo>
                  <a:lnTo>
                    <a:pt x="1283" y="345"/>
                  </a:lnTo>
                  <a:lnTo>
                    <a:pt x="1293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6" y="398"/>
                  </a:lnTo>
                  <a:lnTo>
                    <a:pt x="1406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5" y="422"/>
                  </a:lnTo>
                  <a:lnTo>
                    <a:pt x="1539" y="434"/>
                  </a:lnTo>
                  <a:lnTo>
                    <a:pt x="1571" y="452"/>
                  </a:lnTo>
                  <a:lnTo>
                    <a:pt x="1601" y="474"/>
                  </a:lnTo>
                  <a:lnTo>
                    <a:pt x="1628" y="500"/>
                  </a:lnTo>
                  <a:lnTo>
                    <a:pt x="1652" y="531"/>
                  </a:lnTo>
                  <a:lnTo>
                    <a:pt x="1670" y="567"/>
                  </a:lnTo>
                  <a:lnTo>
                    <a:pt x="1684" y="607"/>
                  </a:lnTo>
                  <a:lnTo>
                    <a:pt x="1692" y="654"/>
                  </a:lnTo>
                  <a:lnTo>
                    <a:pt x="1692" y="708"/>
                  </a:lnTo>
                  <a:lnTo>
                    <a:pt x="1692" y="712"/>
                  </a:lnTo>
                  <a:lnTo>
                    <a:pt x="0" y="712"/>
                  </a:lnTo>
                  <a:lnTo>
                    <a:pt x="0" y="708"/>
                  </a:lnTo>
                  <a:lnTo>
                    <a:pt x="0" y="652"/>
                  </a:lnTo>
                  <a:lnTo>
                    <a:pt x="8" y="605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7" y="494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6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7" y="398"/>
                  </a:lnTo>
                  <a:lnTo>
                    <a:pt x="327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8" y="345"/>
                  </a:lnTo>
                  <a:lnTo>
                    <a:pt x="430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1" y="119"/>
                  </a:lnTo>
                  <a:lnTo>
                    <a:pt x="593" y="79"/>
                  </a:lnTo>
                  <a:lnTo>
                    <a:pt x="648" y="46"/>
                  </a:lnTo>
                  <a:lnTo>
                    <a:pt x="712" y="20"/>
                  </a:lnTo>
                  <a:lnTo>
                    <a:pt x="777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59" name="Freeform 8"/>
            <p:cNvSpPr>
              <a:spLocks/>
            </p:cNvSpPr>
            <p:nvPr/>
          </p:nvSpPr>
          <p:spPr bwMode="auto">
            <a:xfrm flipH="1">
              <a:off x="10269335" y="6079428"/>
              <a:ext cx="1929617" cy="811990"/>
            </a:xfrm>
            <a:custGeom>
              <a:avLst/>
              <a:gdLst>
                <a:gd name="T0" fmla="*/ 845 w 1692"/>
                <a:gd name="T1" fmla="*/ 0 h 712"/>
                <a:gd name="T2" fmla="*/ 914 w 1692"/>
                <a:gd name="T3" fmla="*/ 6 h 712"/>
                <a:gd name="T4" fmla="*/ 980 w 1692"/>
                <a:gd name="T5" fmla="*/ 20 h 712"/>
                <a:gd name="T6" fmla="*/ 1043 w 1692"/>
                <a:gd name="T7" fmla="*/ 46 h 712"/>
                <a:gd name="T8" fmla="*/ 1099 w 1692"/>
                <a:gd name="T9" fmla="*/ 79 h 712"/>
                <a:gd name="T10" fmla="*/ 1150 w 1692"/>
                <a:gd name="T11" fmla="*/ 119 h 712"/>
                <a:gd name="T12" fmla="*/ 1196 w 1692"/>
                <a:gd name="T13" fmla="*/ 166 h 712"/>
                <a:gd name="T14" fmla="*/ 1234 w 1692"/>
                <a:gd name="T15" fmla="*/ 222 h 712"/>
                <a:gd name="T16" fmla="*/ 1261 w 1692"/>
                <a:gd name="T17" fmla="*/ 281 h 712"/>
                <a:gd name="T18" fmla="*/ 1283 w 1692"/>
                <a:gd name="T19" fmla="*/ 345 h 712"/>
                <a:gd name="T20" fmla="*/ 1293 w 1692"/>
                <a:gd name="T21" fmla="*/ 412 h 712"/>
                <a:gd name="T22" fmla="*/ 1307 w 1692"/>
                <a:gd name="T23" fmla="*/ 406 h 712"/>
                <a:gd name="T24" fmla="*/ 1325 w 1692"/>
                <a:gd name="T25" fmla="*/ 402 h 712"/>
                <a:gd name="T26" fmla="*/ 1349 w 1692"/>
                <a:gd name="T27" fmla="*/ 398 h 712"/>
                <a:gd name="T28" fmla="*/ 1376 w 1692"/>
                <a:gd name="T29" fmla="*/ 398 h 712"/>
                <a:gd name="T30" fmla="*/ 1406 w 1692"/>
                <a:gd name="T31" fmla="*/ 400 h 712"/>
                <a:gd name="T32" fmla="*/ 1438 w 1692"/>
                <a:gd name="T33" fmla="*/ 404 h 712"/>
                <a:gd name="T34" fmla="*/ 1472 w 1692"/>
                <a:gd name="T35" fmla="*/ 410 h 712"/>
                <a:gd name="T36" fmla="*/ 1505 w 1692"/>
                <a:gd name="T37" fmla="*/ 422 h 712"/>
                <a:gd name="T38" fmla="*/ 1539 w 1692"/>
                <a:gd name="T39" fmla="*/ 434 h 712"/>
                <a:gd name="T40" fmla="*/ 1571 w 1692"/>
                <a:gd name="T41" fmla="*/ 452 h 712"/>
                <a:gd name="T42" fmla="*/ 1601 w 1692"/>
                <a:gd name="T43" fmla="*/ 474 h 712"/>
                <a:gd name="T44" fmla="*/ 1628 w 1692"/>
                <a:gd name="T45" fmla="*/ 500 h 712"/>
                <a:gd name="T46" fmla="*/ 1652 w 1692"/>
                <a:gd name="T47" fmla="*/ 531 h 712"/>
                <a:gd name="T48" fmla="*/ 1670 w 1692"/>
                <a:gd name="T49" fmla="*/ 567 h 712"/>
                <a:gd name="T50" fmla="*/ 1684 w 1692"/>
                <a:gd name="T51" fmla="*/ 607 h 712"/>
                <a:gd name="T52" fmla="*/ 1692 w 1692"/>
                <a:gd name="T53" fmla="*/ 654 h 712"/>
                <a:gd name="T54" fmla="*/ 1692 w 1692"/>
                <a:gd name="T55" fmla="*/ 708 h 712"/>
                <a:gd name="T56" fmla="*/ 1692 w 1692"/>
                <a:gd name="T57" fmla="*/ 712 h 712"/>
                <a:gd name="T58" fmla="*/ 0 w 1692"/>
                <a:gd name="T59" fmla="*/ 712 h 712"/>
                <a:gd name="T60" fmla="*/ 0 w 1692"/>
                <a:gd name="T61" fmla="*/ 708 h 712"/>
                <a:gd name="T62" fmla="*/ 0 w 1692"/>
                <a:gd name="T63" fmla="*/ 652 h 712"/>
                <a:gd name="T64" fmla="*/ 8 w 1692"/>
                <a:gd name="T65" fmla="*/ 605 h 712"/>
                <a:gd name="T66" fmla="*/ 22 w 1692"/>
                <a:gd name="T67" fmla="*/ 561 h 712"/>
                <a:gd name="T68" fmla="*/ 42 w 1692"/>
                <a:gd name="T69" fmla="*/ 525 h 712"/>
                <a:gd name="T70" fmla="*/ 67 w 1692"/>
                <a:gd name="T71" fmla="*/ 494 h 712"/>
                <a:gd name="T72" fmla="*/ 97 w 1692"/>
                <a:gd name="T73" fmla="*/ 468 h 712"/>
                <a:gd name="T74" fmla="*/ 129 w 1692"/>
                <a:gd name="T75" fmla="*/ 446 h 712"/>
                <a:gd name="T76" fmla="*/ 163 w 1692"/>
                <a:gd name="T77" fmla="*/ 430 h 712"/>
                <a:gd name="T78" fmla="*/ 196 w 1692"/>
                <a:gd name="T79" fmla="*/ 416 h 712"/>
                <a:gd name="T80" fmla="*/ 232 w 1692"/>
                <a:gd name="T81" fmla="*/ 406 h 712"/>
                <a:gd name="T82" fmla="*/ 266 w 1692"/>
                <a:gd name="T83" fmla="*/ 400 h 712"/>
                <a:gd name="T84" fmla="*/ 297 w 1692"/>
                <a:gd name="T85" fmla="*/ 398 h 712"/>
                <a:gd name="T86" fmla="*/ 327 w 1692"/>
                <a:gd name="T87" fmla="*/ 396 h 712"/>
                <a:gd name="T88" fmla="*/ 353 w 1692"/>
                <a:gd name="T89" fmla="*/ 398 h 712"/>
                <a:gd name="T90" fmla="*/ 375 w 1692"/>
                <a:gd name="T91" fmla="*/ 402 h 712"/>
                <a:gd name="T92" fmla="*/ 391 w 1692"/>
                <a:gd name="T93" fmla="*/ 406 h 712"/>
                <a:gd name="T94" fmla="*/ 399 w 1692"/>
                <a:gd name="T95" fmla="*/ 412 h 712"/>
                <a:gd name="T96" fmla="*/ 408 w 1692"/>
                <a:gd name="T97" fmla="*/ 345 h 712"/>
                <a:gd name="T98" fmla="*/ 430 w 1692"/>
                <a:gd name="T99" fmla="*/ 281 h 712"/>
                <a:gd name="T100" fmla="*/ 458 w 1692"/>
                <a:gd name="T101" fmla="*/ 222 h 712"/>
                <a:gd name="T102" fmla="*/ 496 w 1692"/>
                <a:gd name="T103" fmla="*/ 166 h 712"/>
                <a:gd name="T104" fmla="*/ 541 w 1692"/>
                <a:gd name="T105" fmla="*/ 119 h 712"/>
                <a:gd name="T106" fmla="*/ 593 w 1692"/>
                <a:gd name="T107" fmla="*/ 79 h 712"/>
                <a:gd name="T108" fmla="*/ 648 w 1692"/>
                <a:gd name="T109" fmla="*/ 46 h 712"/>
                <a:gd name="T110" fmla="*/ 712 w 1692"/>
                <a:gd name="T111" fmla="*/ 20 h 712"/>
                <a:gd name="T112" fmla="*/ 777 w 1692"/>
                <a:gd name="T113" fmla="*/ 6 h 712"/>
                <a:gd name="T114" fmla="*/ 845 w 1692"/>
                <a:gd name="T11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2">
                  <a:moveTo>
                    <a:pt x="845" y="0"/>
                  </a:moveTo>
                  <a:lnTo>
                    <a:pt x="914" y="6"/>
                  </a:lnTo>
                  <a:lnTo>
                    <a:pt x="980" y="20"/>
                  </a:lnTo>
                  <a:lnTo>
                    <a:pt x="1043" y="46"/>
                  </a:lnTo>
                  <a:lnTo>
                    <a:pt x="1099" y="79"/>
                  </a:lnTo>
                  <a:lnTo>
                    <a:pt x="1150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1" y="281"/>
                  </a:lnTo>
                  <a:lnTo>
                    <a:pt x="1283" y="345"/>
                  </a:lnTo>
                  <a:lnTo>
                    <a:pt x="1293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6" y="398"/>
                  </a:lnTo>
                  <a:lnTo>
                    <a:pt x="1406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5" y="422"/>
                  </a:lnTo>
                  <a:lnTo>
                    <a:pt x="1539" y="434"/>
                  </a:lnTo>
                  <a:lnTo>
                    <a:pt x="1571" y="452"/>
                  </a:lnTo>
                  <a:lnTo>
                    <a:pt x="1601" y="474"/>
                  </a:lnTo>
                  <a:lnTo>
                    <a:pt x="1628" y="500"/>
                  </a:lnTo>
                  <a:lnTo>
                    <a:pt x="1652" y="531"/>
                  </a:lnTo>
                  <a:lnTo>
                    <a:pt x="1670" y="567"/>
                  </a:lnTo>
                  <a:lnTo>
                    <a:pt x="1684" y="607"/>
                  </a:lnTo>
                  <a:lnTo>
                    <a:pt x="1692" y="654"/>
                  </a:lnTo>
                  <a:lnTo>
                    <a:pt x="1692" y="708"/>
                  </a:lnTo>
                  <a:lnTo>
                    <a:pt x="1692" y="712"/>
                  </a:lnTo>
                  <a:lnTo>
                    <a:pt x="0" y="712"/>
                  </a:lnTo>
                  <a:lnTo>
                    <a:pt x="0" y="708"/>
                  </a:lnTo>
                  <a:lnTo>
                    <a:pt x="0" y="652"/>
                  </a:lnTo>
                  <a:lnTo>
                    <a:pt x="8" y="605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7" y="494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6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7" y="398"/>
                  </a:lnTo>
                  <a:lnTo>
                    <a:pt x="327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8" y="345"/>
                  </a:lnTo>
                  <a:lnTo>
                    <a:pt x="430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1" y="119"/>
                  </a:lnTo>
                  <a:lnTo>
                    <a:pt x="593" y="79"/>
                  </a:lnTo>
                  <a:lnTo>
                    <a:pt x="648" y="46"/>
                  </a:lnTo>
                  <a:lnTo>
                    <a:pt x="712" y="20"/>
                  </a:lnTo>
                  <a:lnTo>
                    <a:pt x="777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0" name="Freeform 8"/>
            <p:cNvSpPr>
              <a:spLocks/>
            </p:cNvSpPr>
            <p:nvPr/>
          </p:nvSpPr>
          <p:spPr bwMode="auto">
            <a:xfrm>
              <a:off x="1058320" y="6335625"/>
              <a:ext cx="1320790" cy="555793"/>
            </a:xfrm>
            <a:custGeom>
              <a:avLst/>
              <a:gdLst>
                <a:gd name="T0" fmla="*/ 845 w 1692"/>
                <a:gd name="T1" fmla="*/ 0 h 712"/>
                <a:gd name="T2" fmla="*/ 914 w 1692"/>
                <a:gd name="T3" fmla="*/ 6 h 712"/>
                <a:gd name="T4" fmla="*/ 980 w 1692"/>
                <a:gd name="T5" fmla="*/ 20 h 712"/>
                <a:gd name="T6" fmla="*/ 1043 w 1692"/>
                <a:gd name="T7" fmla="*/ 46 h 712"/>
                <a:gd name="T8" fmla="*/ 1099 w 1692"/>
                <a:gd name="T9" fmla="*/ 79 h 712"/>
                <a:gd name="T10" fmla="*/ 1150 w 1692"/>
                <a:gd name="T11" fmla="*/ 119 h 712"/>
                <a:gd name="T12" fmla="*/ 1196 w 1692"/>
                <a:gd name="T13" fmla="*/ 166 h 712"/>
                <a:gd name="T14" fmla="*/ 1234 w 1692"/>
                <a:gd name="T15" fmla="*/ 222 h 712"/>
                <a:gd name="T16" fmla="*/ 1261 w 1692"/>
                <a:gd name="T17" fmla="*/ 281 h 712"/>
                <a:gd name="T18" fmla="*/ 1283 w 1692"/>
                <a:gd name="T19" fmla="*/ 345 h 712"/>
                <a:gd name="T20" fmla="*/ 1293 w 1692"/>
                <a:gd name="T21" fmla="*/ 412 h 712"/>
                <a:gd name="T22" fmla="*/ 1307 w 1692"/>
                <a:gd name="T23" fmla="*/ 406 h 712"/>
                <a:gd name="T24" fmla="*/ 1325 w 1692"/>
                <a:gd name="T25" fmla="*/ 402 h 712"/>
                <a:gd name="T26" fmla="*/ 1349 w 1692"/>
                <a:gd name="T27" fmla="*/ 398 h 712"/>
                <a:gd name="T28" fmla="*/ 1376 w 1692"/>
                <a:gd name="T29" fmla="*/ 398 h 712"/>
                <a:gd name="T30" fmla="*/ 1406 w 1692"/>
                <a:gd name="T31" fmla="*/ 400 h 712"/>
                <a:gd name="T32" fmla="*/ 1438 w 1692"/>
                <a:gd name="T33" fmla="*/ 404 h 712"/>
                <a:gd name="T34" fmla="*/ 1472 w 1692"/>
                <a:gd name="T35" fmla="*/ 410 h 712"/>
                <a:gd name="T36" fmla="*/ 1505 w 1692"/>
                <a:gd name="T37" fmla="*/ 422 h 712"/>
                <a:gd name="T38" fmla="*/ 1539 w 1692"/>
                <a:gd name="T39" fmla="*/ 434 h 712"/>
                <a:gd name="T40" fmla="*/ 1571 w 1692"/>
                <a:gd name="T41" fmla="*/ 452 h 712"/>
                <a:gd name="T42" fmla="*/ 1601 w 1692"/>
                <a:gd name="T43" fmla="*/ 474 h 712"/>
                <a:gd name="T44" fmla="*/ 1628 w 1692"/>
                <a:gd name="T45" fmla="*/ 500 h 712"/>
                <a:gd name="T46" fmla="*/ 1652 w 1692"/>
                <a:gd name="T47" fmla="*/ 531 h 712"/>
                <a:gd name="T48" fmla="*/ 1670 w 1692"/>
                <a:gd name="T49" fmla="*/ 567 h 712"/>
                <a:gd name="T50" fmla="*/ 1684 w 1692"/>
                <a:gd name="T51" fmla="*/ 607 h 712"/>
                <a:gd name="T52" fmla="*/ 1692 w 1692"/>
                <a:gd name="T53" fmla="*/ 654 h 712"/>
                <a:gd name="T54" fmla="*/ 1692 w 1692"/>
                <a:gd name="T55" fmla="*/ 708 h 712"/>
                <a:gd name="T56" fmla="*/ 1692 w 1692"/>
                <a:gd name="T57" fmla="*/ 712 h 712"/>
                <a:gd name="T58" fmla="*/ 0 w 1692"/>
                <a:gd name="T59" fmla="*/ 712 h 712"/>
                <a:gd name="T60" fmla="*/ 0 w 1692"/>
                <a:gd name="T61" fmla="*/ 708 h 712"/>
                <a:gd name="T62" fmla="*/ 0 w 1692"/>
                <a:gd name="T63" fmla="*/ 652 h 712"/>
                <a:gd name="T64" fmla="*/ 8 w 1692"/>
                <a:gd name="T65" fmla="*/ 605 h 712"/>
                <a:gd name="T66" fmla="*/ 22 w 1692"/>
                <a:gd name="T67" fmla="*/ 561 h 712"/>
                <a:gd name="T68" fmla="*/ 42 w 1692"/>
                <a:gd name="T69" fmla="*/ 525 h 712"/>
                <a:gd name="T70" fmla="*/ 67 w 1692"/>
                <a:gd name="T71" fmla="*/ 494 h 712"/>
                <a:gd name="T72" fmla="*/ 97 w 1692"/>
                <a:gd name="T73" fmla="*/ 468 h 712"/>
                <a:gd name="T74" fmla="*/ 129 w 1692"/>
                <a:gd name="T75" fmla="*/ 446 h 712"/>
                <a:gd name="T76" fmla="*/ 163 w 1692"/>
                <a:gd name="T77" fmla="*/ 430 h 712"/>
                <a:gd name="T78" fmla="*/ 196 w 1692"/>
                <a:gd name="T79" fmla="*/ 416 h 712"/>
                <a:gd name="T80" fmla="*/ 232 w 1692"/>
                <a:gd name="T81" fmla="*/ 406 h 712"/>
                <a:gd name="T82" fmla="*/ 266 w 1692"/>
                <a:gd name="T83" fmla="*/ 400 h 712"/>
                <a:gd name="T84" fmla="*/ 297 w 1692"/>
                <a:gd name="T85" fmla="*/ 398 h 712"/>
                <a:gd name="T86" fmla="*/ 327 w 1692"/>
                <a:gd name="T87" fmla="*/ 396 h 712"/>
                <a:gd name="T88" fmla="*/ 353 w 1692"/>
                <a:gd name="T89" fmla="*/ 398 h 712"/>
                <a:gd name="T90" fmla="*/ 375 w 1692"/>
                <a:gd name="T91" fmla="*/ 402 h 712"/>
                <a:gd name="T92" fmla="*/ 391 w 1692"/>
                <a:gd name="T93" fmla="*/ 406 h 712"/>
                <a:gd name="T94" fmla="*/ 399 w 1692"/>
                <a:gd name="T95" fmla="*/ 412 h 712"/>
                <a:gd name="T96" fmla="*/ 408 w 1692"/>
                <a:gd name="T97" fmla="*/ 345 h 712"/>
                <a:gd name="T98" fmla="*/ 430 w 1692"/>
                <a:gd name="T99" fmla="*/ 281 h 712"/>
                <a:gd name="T100" fmla="*/ 458 w 1692"/>
                <a:gd name="T101" fmla="*/ 222 h 712"/>
                <a:gd name="T102" fmla="*/ 496 w 1692"/>
                <a:gd name="T103" fmla="*/ 166 h 712"/>
                <a:gd name="T104" fmla="*/ 541 w 1692"/>
                <a:gd name="T105" fmla="*/ 119 h 712"/>
                <a:gd name="T106" fmla="*/ 593 w 1692"/>
                <a:gd name="T107" fmla="*/ 79 h 712"/>
                <a:gd name="T108" fmla="*/ 648 w 1692"/>
                <a:gd name="T109" fmla="*/ 46 h 712"/>
                <a:gd name="T110" fmla="*/ 712 w 1692"/>
                <a:gd name="T111" fmla="*/ 20 h 712"/>
                <a:gd name="T112" fmla="*/ 777 w 1692"/>
                <a:gd name="T113" fmla="*/ 6 h 712"/>
                <a:gd name="T114" fmla="*/ 845 w 1692"/>
                <a:gd name="T11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2" h="712">
                  <a:moveTo>
                    <a:pt x="845" y="0"/>
                  </a:moveTo>
                  <a:lnTo>
                    <a:pt x="914" y="6"/>
                  </a:lnTo>
                  <a:lnTo>
                    <a:pt x="980" y="20"/>
                  </a:lnTo>
                  <a:lnTo>
                    <a:pt x="1043" y="46"/>
                  </a:lnTo>
                  <a:lnTo>
                    <a:pt x="1099" y="79"/>
                  </a:lnTo>
                  <a:lnTo>
                    <a:pt x="1150" y="119"/>
                  </a:lnTo>
                  <a:lnTo>
                    <a:pt x="1196" y="166"/>
                  </a:lnTo>
                  <a:lnTo>
                    <a:pt x="1234" y="222"/>
                  </a:lnTo>
                  <a:lnTo>
                    <a:pt x="1261" y="281"/>
                  </a:lnTo>
                  <a:lnTo>
                    <a:pt x="1283" y="345"/>
                  </a:lnTo>
                  <a:lnTo>
                    <a:pt x="1293" y="412"/>
                  </a:lnTo>
                  <a:lnTo>
                    <a:pt x="1307" y="406"/>
                  </a:lnTo>
                  <a:lnTo>
                    <a:pt x="1325" y="402"/>
                  </a:lnTo>
                  <a:lnTo>
                    <a:pt x="1349" y="398"/>
                  </a:lnTo>
                  <a:lnTo>
                    <a:pt x="1376" y="398"/>
                  </a:lnTo>
                  <a:lnTo>
                    <a:pt x="1406" y="400"/>
                  </a:lnTo>
                  <a:lnTo>
                    <a:pt x="1438" y="404"/>
                  </a:lnTo>
                  <a:lnTo>
                    <a:pt x="1472" y="410"/>
                  </a:lnTo>
                  <a:lnTo>
                    <a:pt x="1505" y="422"/>
                  </a:lnTo>
                  <a:lnTo>
                    <a:pt x="1539" y="434"/>
                  </a:lnTo>
                  <a:lnTo>
                    <a:pt x="1571" y="452"/>
                  </a:lnTo>
                  <a:lnTo>
                    <a:pt x="1601" y="474"/>
                  </a:lnTo>
                  <a:lnTo>
                    <a:pt x="1628" y="500"/>
                  </a:lnTo>
                  <a:lnTo>
                    <a:pt x="1652" y="531"/>
                  </a:lnTo>
                  <a:lnTo>
                    <a:pt x="1670" y="567"/>
                  </a:lnTo>
                  <a:lnTo>
                    <a:pt x="1684" y="607"/>
                  </a:lnTo>
                  <a:lnTo>
                    <a:pt x="1692" y="654"/>
                  </a:lnTo>
                  <a:lnTo>
                    <a:pt x="1692" y="708"/>
                  </a:lnTo>
                  <a:lnTo>
                    <a:pt x="1692" y="712"/>
                  </a:lnTo>
                  <a:lnTo>
                    <a:pt x="0" y="712"/>
                  </a:lnTo>
                  <a:lnTo>
                    <a:pt x="0" y="708"/>
                  </a:lnTo>
                  <a:lnTo>
                    <a:pt x="0" y="652"/>
                  </a:lnTo>
                  <a:lnTo>
                    <a:pt x="8" y="605"/>
                  </a:lnTo>
                  <a:lnTo>
                    <a:pt x="22" y="561"/>
                  </a:lnTo>
                  <a:lnTo>
                    <a:pt x="42" y="525"/>
                  </a:lnTo>
                  <a:lnTo>
                    <a:pt x="67" y="494"/>
                  </a:lnTo>
                  <a:lnTo>
                    <a:pt x="97" y="468"/>
                  </a:lnTo>
                  <a:lnTo>
                    <a:pt x="129" y="446"/>
                  </a:lnTo>
                  <a:lnTo>
                    <a:pt x="163" y="430"/>
                  </a:lnTo>
                  <a:lnTo>
                    <a:pt x="196" y="416"/>
                  </a:lnTo>
                  <a:lnTo>
                    <a:pt x="232" y="406"/>
                  </a:lnTo>
                  <a:lnTo>
                    <a:pt x="266" y="400"/>
                  </a:lnTo>
                  <a:lnTo>
                    <a:pt x="297" y="398"/>
                  </a:lnTo>
                  <a:lnTo>
                    <a:pt x="327" y="396"/>
                  </a:lnTo>
                  <a:lnTo>
                    <a:pt x="353" y="398"/>
                  </a:lnTo>
                  <a:lnTo>
                    <a:pt x="375" y="402"/>
                  </a:lnTo>
                  <a:lnTo>
                    <a:pt x="391" y="406"/>
                  </a:lnTo>
                  <a:lnTo>
                    <a:pt x="399" y="412"/>
                  </a:lnTo>
                  <a:lnTo>
                    <a:pt x="408" y="345"/>
                  </a:lnTo>
                  <a:lnTo>
                    <a:pt x="430" y="281"/>
                  </a:lnTo>
                  <a:lnTo>
                    <a:pt x="458" y="222"/>
                  </a:lnTo>
                  <a:lnTo>
                    <a:pt x="496" y="166"/>
                  </a:lnTo>
                  <a:lnTo>
                    <a:pt x="541" y="119"/>
                  </a:lnTo>
                  <a:lnTo>
                    <a:pt x="593" y="79"/>
                  </a:lnTo>
                  <a:lnTo>
                    <a:pt x="648" y="46"/>
                  </a:lnTo>
                  <a:lnTo>
                    <a:pt x="712" y="20"/>
                  </a:lnTo>
                  <a:lnTo>
                    <a:pt x="777" y="6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61" name="Freeform 27"/>
          <p:cNvSpPr>
            <a:spLocks/>
          </p:cNvSpPr>
          <p:nvPr/>
        </p:nvSpPr>
        <p:spPr bwMode="auto">
          <a:xfrm>
            <a:off x="9725898" y="3387764"/>
            <a:ext cx="200863" cy="398633"/>
          </a:xfrm>
          <a:custGeom>
            <a:avLst/>
            <a:gdLst>
              <a:gd name="T0" fmla="*/ 1826 w 3212"/>
              <a:gd name="T1" fmla="*/ 4 h 6200"/>
              <a:gd name="T2" fmla="*/ 1981 w 3212"/>
              <a:gd name="T3" fmla="*/ 91 h 6200"/>
              <a:gd name="T4" fmla="*/ 2003 w 3212"/>
              <a:gd name="T5" fmla="*/ 387 h 6200"/>
              <a:gd name="T6" fmla="*/ 2024 w 3212"/>
              <a:gd name="T7" fmla="*/ 612 h 6200"/>
              <a:gd name="T8" fmla="*/ 2164 w 3212"/>
              <a:gd name="T9" fmla="*/ 687 h 6200"/>
              <a:gd name="T10" fmla="*/ 2737 w 3212"/>
              <a:gd name="T11" fmla="*/ 829 h 6200"/>
              <a:gd name="T12" fmla="*/ 2999 w 3212"/>
              <a:gd name="T13" fmla="*/ 997 h 6200"/>
              <a:gd name="T14" fmla="*/ 2899 w 3212"/>
              <a:gd name="T15" fmla="*/ 1457 h 6200"/>
              <a:gd name="T16" fmla="*/ 2773 w 3212"/>
              <a:gd name="T17" fmla="*/ 1759 h 6200"/>
              <a:gd name="T18" fmla="*/ 2597 w 3212"/>
              <a:gd name="T19" fmla="*/ 1733 h 6200"/>
              <a:gd name="T20" fmla="*/ 1922 w 3212"/>
              <a:gd name="T21" fmla="*/ 1548 h 6200"/>
              <a:gd name="T22" fmla="*/ 1447 w 3212"/>
              <a:gd name="T23" fmla="*/ 1572 h 6200"/>
              <a:gd name="T24" fmla="*/ 1198 w 3212"/>
              <a:gd name="T25" fmla="*/ 1744 h 6200"/>
              <a:gd name="T26" fmla="*/ 1141 w 3212"/>
              <a:gd name="T27" fmla="*/ 1997 h 6200"/>
              <a:gd name="T28" fmla="*/ 1294 w 3212"/>
              <a:gd name="T29" fmla="*/ 2241 h 6200"/>
              <a:gd name="T30" fmla="*/ 1711 w 3212"/>
              <a:gd name="T31" fmla="*/ 2473 h 6200"/>
              <a:gd name="T32" fmla="*/ 2469 w 3212"/>
              <a:gd name="T33" fmla="*/ 2816 h 6200"/>
              <a:gd name="T34" fmla="*/ 2907 w 3212"/>
              <a:gd name="T35" fmla="*/ 3184 h 6200"/>
              <a:gd name="T36" fmla="*/ 3158 w 3212"/>
              <a:gd name="T37" fmla="*/ 3660 h 6200"/>
              <a:gd name="T38" fmla="*/ 3205 w 3212"/>
              <a:gd name="T39" fmla="*/ 4184 h 6200"/>
              <a:gd name="T40" fmla="*/ 3037 w 3212"/>
              <a:gd name="T41" fmla="*/ 4698 h 6200"/>
              <a:gd name="T42" fmla="*/ 2660 w 3212"/>
              <a:gd name="T43" fmla="*/ 5124 h 6200"/>
              <a:gd name="T44" fmla="*/ 2150 w 3212"/>
              <a:gd name="T45" fmla="*/ 5370 h 6200"/>
              <a:gd name="T46" fmla="*/ 1988 w 3212"/>
              <a:gd name="T47" fmla="*/ 5485 h 6200"/>
              <a:gd name="T48" fmla="*/ 1967 w 3212"/>
              <a:gd name="T49" fmla="*/ 5879 h 6200"/>
              <a:gd name="T50" fmla="*/ 1909 w 3212"/>
              <a:gd name="T51" fmla="*/ 6160 h 6200"/>
              <a:gd name="T52" fmla="*/ 1358 w 3212"/>
              <a:gd name="T53" fmla="*/ 6200 h 6200"/>
              <a:gd name="T54" fmla="*/ 1198 w 3212"/>
              <a:gd name="T55" fmla="*/ 6117 h 6200"/>
              <a:gd name="T56" fmla="*/ 1168 w 3212"/>
              <a:gd name="T57" fmla="*/ 5709 h 6200"/>
              <a:gd name="T58" fmla="*/ 1138 w 3212"/>
              <a:gd name="T59" fmla="*/ 5511 h 6200"/>
              <a:gd name="T60" fmla="*/ 953 w 3212"/>
              <a:gd name="T61" fmla="*/ 5451 h 6200"/>
              <a:gd name="T62" fmla="*/ 308 w 3212"/>
              <a:gd name="T63" fmla="*/ 5285 h 6200"/>
              <a:gd name="T64" fmla="*/ 30 w 3212"/>
              <a:gd name="T65" fmla="*/ 5128 h 6200"/>
              <a:gd name="T66" fmla="*/ 13 w 3212"/>
              <a:gd name="T67" fmla="*/ 4945 h 6200"/>
              <a:gd name="T68" fmla="*/ 189 w 3212"/>
              <a:gd name="T69" fmla="*/ 4362 h 6200"/>
              <a:gd name="T70" fmla="*/ 298 w 3212"/>
              <a:gd name="T71" fmla="*/ 4292 h 6200"/>
              <a:gd name="T72" fmla="*/ 687 w 3212"/>
              <a:gd name="T73" fmla="*/ 4456 h 6200"/>
              <a:gd name="T74" fmla="*/ 1362 w 3212"/>
              <a:gd name="T75" fmla="*/ 4600 h 6200"/>
              <a:gd name="T76" fmla="*/ 1824 w 3212"/>
              <a:gd name="T77" fmla="*/ 4517 h 6200"/>
              <a:gd name="T78" fmla="*/ 2062 w 3212"/>
              <a:gd name="T79" fmla="*/ 4307 h 6200"/>
              <a:gd name="T80" fmla="*/ 2099 w 3212"/>
              <a:gd name="T81" fmla="*/ 4022 h 6200"/>
              <a:gd name="T82" fmla="*/ 1928 w 3212"/>
              <a:gd name="T83" fmla="*/ 3754 h 6200"/>
              <a:gd name="T84" fmla="*/ 1485 w 3212"/>
              <a:gd name="T85" fmla="*/ 3513 h 6200"/>
              <a:gd name="T86" fmla="*/ 858 w 3212"/>
              <a:gd name="T87" fmla="*/ 3243 h 6200"/>
              <a:gd name="T88" fmla="*/ 419 w 3212"/>
              <a:gd name="T89" fmla="*/ 2939 h 6200"/>
              <a:gd name="T90" fmla="*/ 143 w 3212"/>
              <a:gd name="T91" fmla="*/ 2569 h 6200"/>
              <a:gd name="T92" fmla="*/ 40 w 3212"/>
              <a:gd name="T93" fmla="*/ 2103 h 6200"/>
              <a:gd name="T94" fmla="*/ 136 w 3212"/>
              <a:gd name="T95" fmla="*/ 1552 h 6200"/>
              <a:gd name="T96" fmla="*/ 425 w 3212"/>
              <a:gd name="T97" fmla="*/ 1127 h 6200"/>
              <a:gd name="T98" fmla="*/ 881 w 3212"/>
              <a:gd name="T99" fmla="*/ 834 h 6200"/>
              <a:gd name="T100" fmla="*/ 1154 w 3212"/>
              <a:gd name="T101" fmla="*/ 723 h 6200"/>
              <a:gd name="T102" fmla="*/ 1220 w 3212"/>
              <a:gd name="T103" fmla="*/ 608 h 6200"/>
              <a:gd name="T104" fmla="*/ 1226 w 3212"/>
              <a:gd name="T105" fmla="*/ 221 h 6200"/>
              <a:gd name="T106" fmla="*/ 1281 w 3212"/>
              <a:gd name="T107" fmla="*/ 34 h 6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12" h="6200">
                <a:moveTo>
                  <a:pt x="1445" y="0"/>
                </a:moveTo>
                <a:lnTo>
                  <a:pt x="1613" y="0"/>
                </a:lnTo>
                <a:lnTo>
                  <a:pt x="1696" y="0"/>
                </a:lnTo>
                <a:lnTo>
                  <a:pt x="1767" y="2"/>
                </a:lnTo>
                <a:lnTo>
                  <a:pt x="1826" y="4"/>
                </a:lnTo>
                <a:lnTo>
                  <a:pt x="1873" y="12"/>
                </a:lnTo>
                <a:lnTo>
                  <a:pt x="1913" y="23"/>
                </a:lnTo>
                <a:lnTo>
                  <a:pt x="1943" y="38"/>
                </a:lnTo>
                <a:lnTo>
                  <a:pt x="1966" y="61"/>
                </a:lnTo>
                <a:lnTo>
                  <a:pt x="1981" y="91"/>
                </a:lnTo>
                <a:lnTo>
                  <a:pt x="1992" y="129"/>
                </a:lnTo>
                <a:lnTo>
                  <a:pt x="1998" y="176"/>
                </a:lnTo>
                <a:lnTo>
                  <a:pt x="2001" y="234"/>
                </a:lnTo>
                <a:lnTo>
                  <a:pt x="2003" y="306"/>
                </a:lnTo>
                <a:lnTo>
                  <a:pt x="2003" y="387"/>
                </a:lnTo>
                <a:lnTo>
                  <a:pt x="2005" y="451"/>
                </a:lnTo>
                <a:lnTo>
                  <a:pt x="2005" y="504"/>
                </a:lnTo>
                <a:lnTo>
                  <a:pt x="2009" y="548"/>
                </a:lnTo>
                <a:lnTo>
                  <a:pt x="2015" y="583"/>
                </a:lnTo>
                <a:lnTo>
                  <a:pt x="2024" y="612"/>
                </a:lnTo>
                <a:lnTo>
                  <a:pt x="2039" y="634"/>
                </a:lnTo>
                <a:lnTo>
                  <a:pt x="2060" y="653"/>
                </a:lnTo>
                <a:lnTo>
                  <a:pt x="2086" y="667"/>
                </a:lnTo>
                <a:lnTo>
                  <a:pt x="2120" y="678"/>
                </a:lnTo>
                <a:lnTo>
                  <a:pt x="2164" y="687"/>
                </a:lnTo>
                <a:lnTo>
                  <a:pt x="2216" y="697"/>
                </a:lnTo>
                <a:lnTo>
                  <a:pt x="2279" y="706"/>
                </a:lnTo>
                <a:lnTo>
                  <a:pt x="2435" y="736"/>
                </a:lnTo>
                <a:lnTo>
                  <a:pt x="2588" y="778"/>
                </a:lnTo>
                <a:lnTo>
                  <a:pt x="2737" y="829"/>
                </a:lnTo>
                <a:lnTo>
                  <a:pt x="2884" y="887"/>
                </a:lnTo>
                <a:lnTo>
                  <a:pt x="2926" y="910"/>
                </a:lnTo>
                <a:lnTo>
                  <a:pt x="2958" y="935"/>
                </a:lnTo>
                <a:lnTo>
                  <a:pt x="2984" y="965"/>
                </a:lnTo>
                <a:lnTo>
                  <a:pt x="2999" y="997"/>
                </a:lnTo>
                <a:lnTo>
                  <a:pt x="3009" y="1035"/>
                </a:lnTo>
                <a:lnTo>
                  <a:pt x="3007" y="1076"/>
                </a:lnTo>
                <a:lnTo>
                  <a:pt x="2997" y="1121"/>
                </a:lnTo>
                <a:lnTo>
                  <a:pt x="2948" y="1289"/>
                </a:lnTo>
                <a:lnTo>
                  <a:pt x="2899" y="1457"/>
                </a:lnTo>
                <a:lnTo>
                  <a:pt x="2848" y="1625"/>
                </a:lnTo>
                <a:lnTo>
                  <a:pt x="2831" y="1672"/>
                </a:lnTo>
                <a:lnTo>
                  <a:pt x="2814" y="1710"/>
                </a:lnTo>
                <a:lnTo>
                  <a:pt x="2794" y="1740"/>
                </a:lnTo>
                <a:lnTo>
                  <a:pt x="2773" y="1759"/>
                </a:lnTo>
                <a:lnTo>
                  <a:pt x="2746" y="1771"/>
                </a:lnTo>
                <a:lnTo>
                  <a:pt x="2718" y="1772"/>
                </a:lnTo>
                <a:lnTo>
                  <a:pt x="2684" y="1767"/>
                </a:lnTo>
                <a:lnTo>
                  <a:pt x="2643" y="1754"/>
                </a:lnTo>
                <a:lnTo>
                  <a:pt x="2597" y="1733"/>
                </a:lnTo>
                <a:lnTo>
                  <a:pt x="2465" y="1676"/>
                </a:lnTo>
                <a:lnTo>
                  <a:pt x="2333" y="1629"/>
                </a:lnTo>
                <a:lnTo>
                  <a:pt x="2198" y="1591"/>
                </a:lnTo>
                <a:lnTo>
                  <a:pt x="2062" y="1565"/>
                </a:lnTo>
                <a:lnTo>
                  <a:pt x="1922" y="1548"/>
                </a:lnTo>
                <a:lnTo>
                  <a:pt x="1783" y="1540"/>
                </a:lnTo>
                <a:lnTo>
                  <a:pt x="1639" y="1544"/>
                </a:lnTo>
                <a:lnTo>
                  <a:pt x="1575" y="1548"/>
                </a:lnTo>
                <a:lnTo>
                  <a:pt x="1509" y="1557"/>
                </a:lnTo>
                <a:lnTo>
                  <a:pt x="1447" y="1572"/>
                </a:lnTo>
                <a:lnTo>
                  <a:pt x="1385" y="1595"/>
                </a:lnTo>
                <a:lnTo>
                  <a:pt x="1326" y="1625"/>
                </a:lnTo>
                <a:lnTo>
                  <a:pt x="1275" y="1661"/>
                </a:lnTo>
                <a:lnTo>
                  <a:pt x="1232" y="1701"/>
                </a:lnTo>
                <a:lnTo>
                  <a:pt x="1198" y="1744"/>
                </a:lnTo>
                <a:lnTo>
                  <a:pt x="1170" y="1791"/>
                </a:lnTo>
                <a:lnTo>
                  <a:pt x="1151" y="1840"/>
                </a:lnTo>
                <a:lnTo>
                  <a:pt x="1139" y="1891"/>
                </a:lnTo>
                <a:lnTo>
                  <a:pt x="1136" y="1944"/>
                </a:lnTo>
                <a:lnTo>
                  <a:pt x="1141" y="1997"/>
                </a:lnTo>
                <a:lnTo>
                  <a:pt x="1154" y="2048"/>
                </a:lnTo>
                <a:lnTo>
                  <a:pt x="1175" y="2099"/>
                </a:lnTo>
                <a:lnTo>
                  <a:pt x="1207" y="2150"/>
                </a:lnTo>
                <a:lnTo>
                  <a:pt x="1247" y="2197"/>
                </a:lnTo>
                <a:lnTo>
                  <a:pt x="1294" y="2241"/>
                </a:lnTo>
                <a:lnTo>
                  <a:pt x="1371" y="2297"/>
                </a:lnTo>
                <a:lnTo>
                  <a:pt x="1453" y="2348"/>
                </a:lnTo>
                <a:lnTo>
                  <a:pt x="1535" y="2393"/>
                </a:lnTo>
                <a:lnTo>
                  <a:pt x="1622" y="2435"/>
                </a:lnTo>
                <a:lnTo>
                  <a:pt x="1711" y="2473"/>
                </a:lnTo>
                <a:lnTo>
                  <a:pt x="1866" y="2537"/>
                </a:lnTo>
                <a:lnTo>
                  <a:pt x="2018" y="2601"/>
                </a:lnTo>
                <a:lnTo>
                  <a:pt x="2171" y="2669"/>
                </a:lnTo>
                <a:lnTo>
                  <a:pt x="2320" y="2739"/>
                </a:lnTo>
                <a:lnTo>
                  <a:pt x="2469" y="2816"/>
                </a:lnTo>
                <a:lnTo>
                  <a:pt x="2571" y="2878"/>
                </a:lnTo>
                <a:lnTo>
                  <a:pt x="2665" y="2946"/>
                </a:lnTo>
                <a:lnTo>
                  <a:pt x="2754" y="3020"/>
                </a:lnTo>
                <a:lnTo>
                  <a:pt x="2835" y="3099"/>
                </a:lnTo>
                <a:lnTo>
                  <a:pt x="2907" y="3184"/>
                </a:lnTo>
                <a:lnTo>
                  <a:pt x="2973" y="3273"/>
                </a:lnTo>
                <a:lnTo>
                  <a:pt x="3031" y="3363"/>
                </a:lnTo>
                <a:lnTo>
                  <a:pt x="3080" y="3460"/>
                </a:lnTo>
                <a:lnTo>
                  <a:pt x="3124" y="3558"/>
                </a:lnTo>
                <a:lnTo>
                  <a:pt x="3158" y="3660"/>
                </a:lnTo>
                <a:lnTo>
                  <a:pt x="3184" y="3762"/>
                </a:lnTo>
                <a:lnTo>
                  <a:pt x="3201" y="3867"/>
                </a:lnTo>
                <a:lnTo>
                  <a:pt x="3210" y="3973"/>
                </a:lnTo>
                <a:lnTo>
                  <a:pt x="3212" y="4079"/>
                </a:lnTo>
                <a:lnTo>
                  <a:pt x="3205" y="4184"/>
                </a:lnTo>
                <a:lnTo>
                  <a:pt x="3188" y="4290"/>
                </a:lnTo>
                <a:lnTo>
                  <a:pt x="3163" y="4394"/>
                </a:lnTo>
                <a:lnTo>
                  <a:pt x="3129" y="4498"/>
                </a:lnTo>
                <a:lnTo>
                  <a:pt x="3088" y="4600"/>
                </a:lnTo>
                <a:lnTo>
                  <a:pt x="3037" y="4698"/>
                </a:lnTo>
                <a:lnTo>
                  <a:pt x="2975" y="4794"/>
                </a:lnTo>
                <a:lnTo>
                  <a:pt x="2905" y="4886"/>
                </a:lnTo>
                <a:lnTo>
                  <a:pt x="2829" y="4973"/>
                </a:lnTo>
                <a:lnTo>
                  <a:pt x="2746" y="5053"/>
                </a:lnTo>
                <a:lnTo>
                  <a:pt x="2660" y="5124"/>
                </a:lnTo>
                <a:lnTo>
                  <a:pt x="2567" y="5188"/>
                </a:lnTo>
                <a:lnTo>
                  <a:pt x="2469" y="5245"/>
                </a:lnTo>
                <a:lnTo>
                  <a:pt x="2367" y="5294"/>
                </a:lnTo>
                <a:lnTo>
                  <a:pt x="2262" y="5336"/>
                </a:lnTo>
                <a:lnTo>
                  <a:pt x="2150" y="5370"/>
                </a:lnTo>
                <a:lnTo>
                  <a:pt x="2105" y="5385"/>
                </a:lnTo>
                <a:lnTo>
                  <a:pt x="2067" y="5404"/>
                </a:lnTo>
                <a:lnTo>
                  <a:pt x="2033" y="5426"/>
                </a:lnTo>
                <a:lnTo>
                  <a:pt x="2009" y="5453"/>
                </a:lnTo>
                <a:lnTo>
                  <a:pt x="1988" y="5485"/>
                </a:lnTo>
                <a:lnTo>
                  <a:pt x="1975" y="5521"/>
                </a:lnTo>
                <a:lnTo>
                  <a:pt x="1969" y="5564"/>
                </a:lnTo>
                <a:lnTo>
                  <a:pt x="1967" y="5611"/>
                </a:lnTo>
                <a:lnTo>
                  <a:pt x="1969" y="5745"/>
                </a:lnTo>
                <a:lnTo>
                  <a:pt x="1967" y="5879"/>
                </a:lnTo>
                <a:lnTo>
                  <a:pt x="1967" y="6011"/>
                </a:lnTo>
                <a:lnTo>
                  <a:pt x="1964" y="6060"/>
                </a:lnTo>
                <a:lnTo>
                  <a:pt x="1952" y="6100"/>
                </a:lnTo>
                <a:lnTo>
                  <a:pt x="1933" y="6134"/>
                </a:lnTo>
                <a:lnTo>
                  <a:pt x="1909" y="6160"/>
                </a:lnTo>
                <a:lnTo>
                  <a:pt x="1875" y="6181"/>
                </a:lnTo>
                <a:lnTo>
                  <a:pt x="1835" y="6192"/>
                </a:lnTo>
                <a:lnTo>
                  <a:pt x="1788" y="6198"/>
                </a:lnTo>
                <a:lnTo>
                  <a:pt x="1573" y="6200"/>
                </a:lnTo>
                <a:lnTo>
                  <a:pt x="1358" y="6200"/>
                </a:lnTo>
                <a:lnTo>
                  <a:pt x="1313" y="6194"/>
                </a:lnTo>
                <a:lnTo>
                  <a:pt x="1275" y="6185"/>
                </a:lnTo>
                <a:lnTo>
                  <a:pt x="1243" y="6168"/>
                </a:lnTo>
                <a:lnTo>
                  <a:pt x="1217" y="6145"/>
                </a:lnTo>
                <a:lnTo>
                  <a:pt x="1198" y="6117"/>
                </a:lnTo>
                <a:lnTo>
                  <a:pt x="1183" y="6085"/>
                </a:lnTo>
                <a:lnTo>
                  <a:pt x="1173" y="6045"/>
                </a:lnTo>
                <a:lnTo>
                  <a:pt x="1171" y="6002"/>
                </a:lnTo>
                <a:lnTo>
                  <a:pt x="1170" y="5855"/>
                </a:lnTo>
                <a:lnTo>
                  <a:pt x="1168" y="5709"/>
                </a:lnTo>
                <a:lnTo>
                  <a:pt x="1168" y="5651"/>
                </a:lnTo>
                <a:lnTo>
                  <a:pt x="1164" y="5602"/>
                </a:lnTo>
                <a:lnTo>
                  <a:pt x="1160" y="5564"/>
                </a:lnTo>
                <a:lnTo>
                  <a:pt x="1151" y="5534"/>
                </a:lnTo>
                <a:lnTo>
                  <a:pt x="1138" y="5511"/>
                </a:lnTo>
                <a:lnTo>
                  <a:pt x="1117" y="5494"/>
                </a:lnTo>
                <a:lnTo>
                  <a:pt x="1090" y="5481"/>
                </a:lnTo>
                <a:lnTo>
                  <a:pt x="1055" y="5470"/>
                </a:lnTo>
                <a:lnTo>
                  <a:pt x="1007" y="5460"/>
                </a:lnTo>
                <a:lnTo>
                  <a:pt x="953" y="5451"/>
                </a:lnTo>
                <a:lnTo>
                  <a:pt x="821" y="5428"/>
                </a:lnTo>
                <a:lnTo>
                  <a:pt x="689" y="5402"/>
                </a:lnTo>
                <a:lnTo>
                  <a:pt x="560" y="5370"/>
                </a:lnTo>
                <a:lnTo>
                  <a:pt x="432" y="5332"/>
                </a:lnTo>
                <a:lnTo>
                  <a:pt x="308" y="5285"/>
                </a:lnTo>
                <a:lnTo>
                  <a:pt x="183" y="5230"/>
                </a:lnTo>
                <a:lnTo>
                  <a:pt x="132" y="5204"/>
                </a:lnTo>
                <a:lnTo>
                  <a:pt x="89" y="5179"/>
                </a:lnTo>
                <a:lnTo>
                  <a:pt x="55" y="5154"/>
                </a:lnTo>
                <a:lnTo>
                  <a:pt x="30" y="5128"/>
                </a:lnTo>
                <a:lnTo>
                  <a:pt x="13" y="5100"/>
                </a:lnTo>
                <a:lnTo>
                  <a:pt x="4" y="5070"/>
                </a:lnTo>
                <a:lnTo>
                  <a:pt x="0" y="5034"/>
                </a:lnTo>
                <a:lnTo>
                  <a:pt x="4" y="4994"/>
                </a:lnTo>
                <a:lnTo>
                  <a:pt x="13" y="4945"/>
                </a:lnTo>
                <a:lnTo>
                  <a:pt x="28" y="4890"/>
                </a:lnTo>
                <a:lnTo>
                  <a:pt x="89" y="4668"/>
                </a:lnTo>
                <a:lnTo>
                  <a:pt x="155" y="4445"/>
                </a:lnTo>
                <a:lnTo>
                  <a:pt x="172" y="4400"/>
                </a:lnTo>
                <a:lnTo>
                  <a:pt x="189" y="4362"/>
                </a:lnTo>
                <a:lnTo>
                  <a:pt x="206" y="4332"/>
                </a:lnTo>
                <a:lnTo>
                  <a:pt x="225" y="4309"/>
                </a:lnTo>
                <a:lnTo>
                  <a:pt x="245" y="4296"/>
                </a:lnTo>
                <a:lnTo>
                  <a:pt x="270" y="4290"/>
                </a:lnTo>
                <a:lnTo>
                  <a:pt x="298" y="4292"/>
                </a:lnTo>
                <a:lnTo>
                  <a:pt x="330" y="4300"/>
                </a:lnTo>
                <a:lnTo>
                  <a:pt x="368" y="4315"/>
                </a:lnTo>
                <a:lnTo>
                  <a:pt x="413" y="4335"/>
                </a:lnTo>
                <a:lnTo>
                  <a:pt x="549" y="4400"/>
                </a:lnTo>
                <a:lnTo>
                  <a:pt x="687" y="4456"/>
                </a:lnTo>
                <a:lnTo>
                  <a:pt x="828" y="4501"/>
                </a:lnTo>
                <a:lnTo>
                  <a:pt x="972" y="4539"/>
                </a:lnTo>
                <a:lnTo>
                  <a:pt x="1117" y="4568"/>
                </a:lnTo>
                <a:lnTo>
                  <a:pt x="1266" y="4590"/>
                </a:lnTo>
                <a:lnTo>
                  <a:pt x="1362" y="4600"/>
                </a:lnTo>
                <a:lnTo>
                  <a:pt x="1456" y="4600"/>
                </a:lnTo>
                <a:lnTo>
                  <a:pt x="1551" y="4592"/>
                </a:lnTo>
                <a:lnTo>
                  <a:pt x="1643" y="4577"/>
                </a:lnTo>
                <a:lnTo>
                  <a:pt x="1735" y="4552"/>
                </a:lnTo>
                <a:lnTo>
                  <a:pt x="1824" y="4517"/>
                </a:lnTo>
                <a:lnTo>
                  <a:pt x="1888" y="4484"/>
                </a:lnTo>
                <a:lnTo>
                  <a:pt x="1943" y="4447"/>
                </a:lnTo>
                <a:lnTo>
                  <a:pt x="1990" y="4403"/>
                </a:lnTo>
                <a:lnTo>
                  <a:pt x="2030" y="4356"/>
                </a:lnTo>
                <a:lnTo>
                  <a:pt x="2062" y="4307"/>
                </a:lnTo>
                <a:lnTo>
                  <a:pt x="2086" y="4252"/>
                </a:lnTo>
                <a:lnTo>
                  <a:pt x="2101" y="4196"/>
                </a:lnTo>
                <a:lnTo>
                  <a:pt x="2109" y="4139"/>
                </a:lnTo>
                <a:lnTo>
                  <a:pt x="2109" y="4081"/>
                </a:lnTo>
                <a:lnTo>
                  <a:pt x="2099" y="4022"/>
                </a:lnTo>
                <a:lnTo>
                  <a:pt x="2082" y="3965"/>
                </a:lnTo>
                <a:lnTo>
                  <a:pt x="2058" y="3909"/>
                </a:lnTo>
                <a:lnTo>
                  <a:pt x="2022" y="3854"/>
                </a:lnTo>
                <a:lnTo>
                  <a:pt x="1981" y="3803"/>
                </a:lnTo>
                <a:lnTo>
                  <a:pt x="1928" y="3754"/>
                </a:lnTo>
                <a:lnTo>
                  <a:pt x="1854" y="3697"/>
                </a:lnTo>
                <a:lnTo>
                  <a:pt x="1777" y="3650"/>
                </a:lnTo>
                <a:lnTo>
                  <a:pt x="1696" y="3607"/>
                </a:lnTo>
                <a:lnTo>
                  <a:pt x="1611" y="3567"/>
                </a:lnTo>
                <a:lnTo>
                  <a:pt x="1485" y="3513"/>
                </a:lnTo>
                <a:lnTo>
                  <a:pt x="1358" y="3462"/>
                </a:lnTo>
                <a:lnTo>
                  <a:pt x="1232" y="3411"/>
                </a:lnTo>
                <a:lnTo>
                  <a:pt x="1105" y="3358"/>
                </a:lnTo>
                <a:lnTo>
                  <a:pt x="981" y="3303"/>
                </a:lnTo>
                <a:lnTo>
                  <a:pt x="858" y="3243"/>
                </a:lnTo>
                <a:lnTo>
                  <a:pt x="740" y="3175"/>
                </a:lnTo>
                <a:lnTo>
                  <a:pt x="653" y="3120"/>
                </a:lnTo>
                <a:lnTo>
                  <a:pt x="570" y="3063"/>
                </a:lnTo>
                <a:lnTo>
                  <a:pt x="492" y="3001"/>
                </a:lnTo>
                <a:lnTo>
                  <a:pt x="419" y="2939"/>
                </a:lnTo>
                <a:lnTo>
                  <a:pt x="353" y="2871"/>
                </a:lnTo>
                <a:lnTo>
                  <a:pt x="291" y="2801"/>
                </a:lnTo>
                <a:lnTo>
                  <a:pt x="236" y="2727"/>
                </a:lnTo>
                <a:lnTo>
                  <a:pt x="187" y="2650"/>
                </a:lnTo>
                <a:lnTo>
                  <a:pt x="143" y="2569"/>
                </a:lnTo>
                <a:lnTo>
                  <a:pt x="108" y="2484"/>
                </a:lnTo>
                <a:lnTo>
                  <a:pt x="79" y="2395"/>
                </a:lnTo>
                <a:lnTo>
                  <a:pt x="59" y="2301"/>
                </a:lnTo>
                <a:lnTo>
                  <a:pt x="45" y="2205"/>
                </a:lnTo>
                <a:lnTo>
                  <a:pt x="40" y="2103"/>
                </a:lnTo>
                <a:lnTo>
                  <a:pt x="42" y="1995"/>
                </a:lnTo>
                <a:lnTo>
                  <a:pt x="53" y="1876"/>
                </a:lnTo>
                <a:lnTo>
                  <a:pt x="74" y="1761"/>
                </a:lnTo>
                <a:lnTo>
                  <a:pt x="100" y="1654"/>
                </a:lnTo>
                <a:lnTo>
                  <a:pt x="136" y="1552"/>
                </a:lnTo>
                <a:lnTo>
                  <a:pt x="179" y="1455"/>
                </a:lnTo>
                <a:lnTo>
                  <a:pt x="230" y="1365"/>
                </a:lnTo>
                <a:lnTo>
                  <a:pt x="287" y="1280"/>
                </a:lnTo>
                <a:lnTo>
                  <a:pt x="351" y="1201"/>
                </a:lnTo>
                <a:lnTo>
                  <a:pt x="425" y="1127"/>
                </a:lnTo>
                <a:lnTo>
                  <a:pt x="502" y="1059"/>
                </a:lnTo>
                <a:lnTo>
                  <a:pt x="587" y="995"/>
                </a:lnTo>
                <a:lnTo>
                  <a:pt x="679" y="936"/>
                </a:lnTo>
                <a:lnTo>
                  <a:pt x="777" y="884"/>
                </a:lnTo>
                <a:lnTo>
                  <a:pt x="881" y="834"/>
                </a:lnTo>
                <a:lnTo>
                  <a:pt x="990" y="791"/>
                </a:lnTo>
                <a:lnTo>
                  <a:pt x="1043" y="772"/>
                </a:lnTo>
                <a:lnTo>
                  <a:pt x="1088" y="755"/>
                </a:lnTo>
                <a:lnTo>
                  <a:pt x="1124" y="740"/>
                </a:lnTo>
                <a:lnTo>
                  <a:pt x="1154" y="723"/>
                </a:lnTo>
                <a:lnTo>
                  <a:pt x="1177" y="708"/>
                </a:lnTo>
                <a:lnTo>
                  <a:pt x="1194" y="689"/>
                </a:lnTo>
                <a:lnTo>
                  <a:pt x="1207" y="667"/>
                </a:lnTo>
                <a:lnTo>
                  <a:pt x="1217" y="640"/>
                </a:lnTo>
                <a:lnTo>
                  <a:pt x="1220" y="608"/>
                </a:lnTo>
                <a:lnTo>
                  <a:pt x="1224" y="570"/>
                </a:lnTo>
                <a:lnTo>
                  <a:pt x="1226" y="523"/>
                </a:lnTo>
                <a:lnTo>
                  <a:pt x="1226" y="468"/>
                </a:lnTo>
                <a:lnTo>
                  <a:pt x="1226" y="344"/>
                </a:lnTo>
                <a:lnTo>
                  <a:pt x="1226" y="221"/>
                </a:lnTo>
                <a:lnTo>
                  <a:pt x="1230" y="165"/>
                </a:lnTo>
                <a:lnTo>
                  <a:pt x="1236" y="119"/>
                </a:lnTo>
                <a:lnTo>
                  <a:pt x="1245" y="83"/>
                </a:lnTo>
                <a:lnTo>
                  <a:pt x="1260" y="55"/>
                </a:lnTo>
                <a:lnTo>
                  <a:pt x="1281" y="34"/>
                </a:lnTo>
                <a:lnTo>
                  <a:pt x="1309" y="19"/>
                </a:lnTo>
                <a:lnTo>
                  <a:pt x="1345" y="8"/>
                </a:lnTo>
                <a:lnTo>
                  <a:pt x="1390" y="2"/>
                </a:lnTo>
                <a:lnTo>
                  <a:pt x="144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2" name="Freeform 32"/>
          <p:cNvSpPr>
            <a:spLocks noEditPoints="1"/>
          </p:cNvSpPr>
          <p:nvPr/>
        </p:nvSpPr>
        <p:spPr bwMode="auto">
          <a:xfrm>
            <a:off x="7367221" y="1294895"/>
            <a:ext cx="357720" cy="298275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3" name="Freeform 37"/>
          <p:cNvSpPr>
            <a:spLocks noEditPoints="1"/>
          </p:cNvSpPr>
          <p:nvPr/>
        </p:nvSpPr>
        <p:spPr bwMode="auto">
          <a:xfrm>
            <a:off x="1948070" y="2149079"/>
            <a:ext cx="388994" cy="404977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384987" y="1744343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384987" y="1287580"/>
            <a:ext cx="2760130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algn="l"/>
            <a:r>
              <a:rPr lang="es-US" dirty="0"/>
              <a:t>Edit Text Here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6872" y="4951148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926872" y="4494385"/>
            <a:ext cx="2760130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algn="l"/>
            <a:r>
              <a:rPr lang="es-US" dirty="0"/>
              <a:t>Edit Text Here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3947" y="3624009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20556" y="3120040"/>
            <a:ext cx="276013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US" b="1" dirty="0">
                <a:solidFill>
                  <a:schemeClr val="bg1"/>
                </a:solidFill>
                <a:latin typeface="Open Sans" panose="020B0606030504020204" pitchFamily="34" charset="0"/>
              </a:rPr>
              <a:t>Edit Text Here</a:t>
            </a:r>
          </a:p>
        </p:txBody>
      </p:sp>
    </p:spTree>
    <p:extLst>
      <p:ext uri="{BB962C8B-B14F-4D97-AF65-F5344CB8AC3E}">
        <p14:creationId xmlns:p14="http://schemas.microsoft.com/office/powerpoint/2010/main" val="9408141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 flipH="1" flipV="1">
            <a:off x="10911514" y="2855248"/>
            <a:ext cx="832983" cy="1068935"/>
          </a:xfrm>
          <a:prstGeom prst="line">
            <a:avLst/>
          </a:prstGeom>
          <a:ln w="1905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8C83947-A251-4BE7-82A6-21DFA66564FD}"/>
              </a:ext>
            </a:extLst>
          </p:cNvPr>
          <p:cNvGrpSpPr/>
          <p:nvPr/>
        </p:nvGrpSpPr>
        <p:grpSpPr>
          <a:xfrm rot="3220394">
            <a:off x="9170173" y="1960963"/>
            <a:ext cx="2290575" cy="1788570"/>
            <a:chOff x="1818672" y="2360065"/>
            <a:chExt cx="2290575" cy="1788570"/>
          </a:xfrm>
          <a:solidFill>
            <a:schemeClr val="bg1"/>
          </a:solidFill>
        </p:grpSpPr>
        <p:sp>
          <p:nvSpPr>
            <p:cNvPr id="38" name="Rounded Rectangle 7">
              <a:extLst>
                <a:ext uri="{FF2B5EF4-FFF2-40B4-BE49-F238E27FC236}">
                  <a16:creationId xmlns:a16="http://schemas.microsoft.com/office/drawing/2014/main" id="{D93FEB1F-4E63-4410-B21E-D89A8948F1B0}"/>
                </a:ext>
              </a:extLst>
            </p:cNvPr>
            <p:cNvSpPr/>
            <p:nvPr/>
          </p:nvSpPr>
          <p:spPr>
            <a:xfrm>
              <a:off x="2429492" y="2360065"/>
              <a:ext cx="1068935" cy="1527050"/>
            </a:xfrm>
            <a:prstGeom prst="roundRect">
              <a:avLst>
                <a:gd name="adj" fmla="val 3805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9" name="Trapezoid 38">
              <a:extLst>
                <a:ext uri="{FF2B5EF4-FFF2-40B4-BE49-F238E27FC236}">
                  <a16:creationId xmlns:a16="http://schemas.microsoft.com/office/drawing/2014/main" id="{C920A243-D2FD-45E3-A53A-EAB4D9657701}"/>
                </a:ext>
              </a:extLst>
            </p:cNvPr>
            <p:cNvSpPr/>
            <p:nvPr/>
          </p:nvSpPr>
          <p:spPr>
            <a:xfrm>
              <a:off x="1818672" y="3232405"/>
              <a:ext cx="2290575" cy="916230"/>
            </a:xfrm>
            <a:prstGeom prst="trapezoid">
              <a:avLst>
                <a:gd name="adj" fmla="val 6692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 flipV="1">
            <a:off x="11732140" y="3887115"/>
            <a:ext cx="0" cy="2699978"/>
          </a:xfrm>
          <a:prstGeom prst="line">
            <a:avLst/>
          </a:prstGeom>
          <a:ln w="1905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 Single Corner Rectangle 1"/>
          <p:cNvSpPr/>
          <p:nvPr/>
        </p:nvSpPr>
        <p:spPr>
          <a:xfrm flipH="1">
            <a:off x="9912036" y="6587093"/>
            <a:ext cx="2276787" cy="270907"/>
          </a:xfrm>
          <a:prstGeom prst="round1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0" name="Trapezoid 19"/>
          <p:cNvSpPr/>
          <p:nvPr/>
        </p:nvSpPr>
        <p:spPr>
          <a:xfrm>
            <a:off x="87716" y="2484153"/>
            <a:ext cx="10187910" cy="4405483"/>
          </a:xfrm>
          <a:custGeom>
            <a:avLst/>
            <a:gdLst>
              <a:gd name="connsiteX0" fmla="*/ 0 w 2443280"/>
              <a:gd name="connsiteY0" fmla="*/ 3249562 h 3249562"/>
              <a:gd name="connsiteX1" fmla="*/ 610820 w 2443280"/>
              <a:gd name="connsiteY1" fmla="*/ 0 h 3249562"/>
              <a:gd name="connsiteX2" fmla="*/ 1832460 w 2443280"/>
              <a:gd name="connsiteY2" fmla="*/ 0 h 3249562"/>
              <a:gd name="connsiteX3" fmla="*/ 2443280 w 2443280"/>
              <a:gd name="connsiteY3" fmla="*/ 3249562 h 3249562"/>
              <a:gd name="connsiteX4" fmla="*/ 0 w 2443280"/>
              <a:gd name="connsiteY4" fmla="*/ 3249562 h 3249562"/>
              <a:gd name="connsiteX0" fmla="*/ 0 w 7713307"/>
              <a:gd name="connsiteY0" fmla="*/ 3249562 h 3249562"/>
              <a:gd name="connsiteX1" fmla="*/ 610820 w 7713307"/>
              <a:gd name="connsiteY1" fmla="*/ 0 h 3249562"/>
              <a:gd name="connsiteX2" fmla="*/ 7713307 w 7713307"/>
              <a:gd name="connsiteY2" fmla="*/ 1219200 h 3249562"/>
              <a:gd name="connsiteX3" fmla="*/ 2443280 w 7713307"/>
              <a:gd name="connsiteY3" fmla="*/ 3249562 h 3249562"/>
              <a:gd name="connsiteX4" fmla="*/ 0 w 7713307"/>
              <a:gd name="connsiteY4" fmla="*/ 3249562 h 3249562"/>
              <a:gd name="connsiteX0" fmla="*/ 0 w 7713307"/>
              <a:gd name="connsiteY0" fmla="*/ 3859162 h 3859162"/>
              <a:gd name="connsiteX1" fmla="*/ 6312373 w 7713307"/>
              <a:gd name="connsiteY1" fmla="*/ 0 h 3859162"/>
              <a:gd name="connsiteX2" fmla="*/ 7713307 w 7713307"/>
              <a:gd name="connsiteY2" fmla="*/ 1828800 h 3859162"/>
              <a:gd name="connsiteX3" fmla="*/ 2443280 w 7713307"/>
              <a:gd name="connsiteY3" fmla="*/ 3859162 h 3859162"/>
              <a:gd name="connsiteX4" fmla="*/ 0 w 7713307"/>
              <a:gd name="connsiteY4" fmla="*/ 3859162 h 3859162"/>
              <a:gd name="connsiteX0" fmla="*/ 0 w 7713307"/>
              <a:gd name="connsiteY0" fmla="*/ 3859162 h 4397044"/>
              <a:gd name="connsiteX1" fmla="*/ 6312373 w 7713307"/>
              <a:gd name="connsiteY1" fmla="*/ 0 h 4397044"/>
              <a:gd name="connsiteX2" fmla="*/ 7713307 w 7713307"/>
              <a:gd name="connsiteY2" fmla="*/ 1828800 h 4397044"/>
              <a:gd name="connsiteX3" fmla="*/ 6818057 w 7713307"/>
              <a:gd name="connsiteY3" fmla="*/ 4397044 h 4397044"/>
              <a:gd name="connsiteX4" fmla="*/ 0 w 7713307"/>
              <a:gd name="connsiteY4" fmla="*/ 3859162 h 4397044"/>
              <a:gd name="connsiteX0" fmla="*/ 0 w 6189307"/>
              <a:gd name="connsiteY0" fmla="*/ 4289468 h 4397044"/>
              <a:gd name="connsiteX1" fmla="*/ 4788373 w 6189307"/>
              <a:gd name="connsiteY1" fmla="*/ 0 h 4397044"/>
              <a:gd name="connsiteX2" fmla="*/ 6189307 w 6189307"/>
              <a:gd name="connsiteY2" fmla="*/ 1828800 h 4397044"/>
              <a:gd name="connsiteX3" fmla="*/ 5294057 w 6189307"/>
              <a:gd name="connsiteY3" fmla="*/ 4397044 h 4397044"/>
              <a:gd name="connsiteX4" fmla="*/ 0 w 6189307"/>
              <a:gd name="connsiteY4" fmla="*/ 4289468 h 4397044"/>
              <a:gd name="connsiteX0" fmla="*/ 0 w 6189307"/>
              <a:gd name="connsiteY0" fmla="*/ 4329224 h 4436800"/>
              <a:gd name="connsiteX1" fmla="*/ 4838068 w 6189307"/>
              <a:gd name="connsiteY1" fmla="*/ 0 h 4436800"/>
              <a:gd name="connsiteX2" fmla="*/ 6189307 w 6189307"/>
              <a:gd name="connsiteY2" fmla="*/ 1868556 h 4436800"/>
              <a:gd name="connsiteX3" fmla="*/ 5294057 w 6189307"/>
              <a:gd name="connsiteY3" fmla="*/ 4436800 h 4436800"/>
              <a:gd name="connsiteX4" fmla="*/ 0 w 6189307"/>
              <a:gd name="connsiteY4" fmla="*/ 4329224 h 4436800"/>
              <a:gd name="connsiteX0" fmla="*/ 0 w 5483629"/>
              <a:gd name="connsiteY0" fmla="*/ 4329224 h 4436800"/>
              <a:gd name="connsiteX1" fmla="*/ 4838068 w 5483629"/>
              <a:gd name="connsiteY1" fmla="*/ 0 h 4436800"/>
              <a:gd name="connsiteX2" fmla="*/ 5483629 w 5483629"/>
              <a:gd name="connsiteY2" fmla="*/ 1689652 h 4436800"/>
              <a:gd name="connsiteX3" fmla="*/ 5294057 w 5483629"/>
              <a:gd name="connsiteY3" fmla="*/ 4436800 h 4436800"/>
              <a:gd name="connsiteX4" fmla="*/ 0 w 5483629"/>
              <a:gd name="connsiteY4" fmla="*/ 4329224 h 4436800"/>
              <a:gd name="connsiteX0" fmla="*/ 0 w 6169429"/>
              <a:gd name="connsiteY0" fmla="*/ 4329224 h 4436800"/>
              <a:gd name="connsiteX1" fmla="*/ 4838068 w 6169429"/>
              <a:gd name="connsiteY1" fmla="*/ 0 h 4436800"/>
              <a:gd name="connsiteX2" fmla="*/ 6169429 w 6169429"/>
              <a:gd name="connsiteY2" fmla="*/ 1828799 h 4436800"/>
              <a:gd name="connsiteX3" fmla="*/ 5294057 w 6169429"/>
              <a:gd name="connsiteY3" fmla="*/ 4436800 h 4436800"/>
              <a:gd name="connsiteX4" fmla="*/ 0 w 6169429"/>
              <a:gd name="connsiteY4" fmla="*/ 4329224 h 4436800"/>
              <a:gd name="connsiteX0" fmla="*/ 0 w 6169429"/>
              <a:gd name="connsiteY0" fmla="*/ 3295554 h 3403130"/>
              <a:gd name="connsiteX1" fmla="*/ 4907642 w 6169429"/>
              <a:gd name="connsiteY1" fmla="*/ 0 h 3403130"/>
              <a:gd name="connsiteX2" fmla="*/ 6169429 w 6169429"/>
              <a:gd name="connsiteY2" fmla="*/ 795129 h 3403130"/>
              <a:gd name="connsiteX3" fmla="*/ 5294057 w 6169429"/>
              <a:gd name="connsiteY3" fmla="*/ 3403130 h 3403130"/>
              <a:gd name="connsiteX4" fmla="*/ 0 w 6169429"/>
              <a:gd name="connsiteY4" fmla="*/ 3295554 h 3403130"/>
              <a:gd name="connsiteX0" fmla="*/ 0 w 6169429"/>
              <a:gd name="connsiteY0" fmla="*/ 4309345 h 4416921"/>
              <a:gd name="connsiteX1" fmla="*/ 4848007 w 6169429"/>
              <a:gd name="connsiteY1" fmla="*/ 0 h 4416921"/>
              <a:gd name="connsiteX2" fmla="*/ 6169429 w 6169429"/>
              <a:gd name="connsiteY2" fmla="*/ 1808920 h 4416921"/>
              <a:gd name="connsiteX3" fmla="*/ 5294057 w 6169429"/>
              <a:gd name="connsiteY3" fmla="*/ 4416921 h 4416921"/>
              <a:gd name="connsiteX4" fmla="*/ 0 w 6169429"/>
              <a:gd name="connsiteY4" fmla="*/ 4309345 h 4416921"/>
              <a:gd name="connsiteX0" fmla="*/ 0 w 6596812"/>
              <a:gd name="connsiteY0" fmla="*/ 4388858 h 4416921"/>
              <a:gd name="connsiteX1" fmla="*/ 5275390 w 6596812"/>
              <a:gd name="connsiteY1" fmla="*/ 0 h 4416921"/>
              <a:gd name="connsiteX2" fmla="*/ 6596812 w 6596812"/>
              <a:gd name="connsiteY2" fmla="*/ 1808920 h 4416921"/>
              <a:gd name="connsiteX3" fmla="*/ 5721440 w 6596812"/>
              <a:gd name="connsiteY3" fmla="*/ 4416921 h 4416921"/>
              <a:gd name="connsiteX4" fmla="*/ 0 w 6596812"/>
              <a:gd name="connsiteY4" fmla="*/ 4388858 h 4416921"/>
              <a:gd name="connsiteX0" fmla="*/ 0 w 6596812"/>
              <a:gd name="connsiteY0" fmla="*/ 4388858 h 4416921"/>
              <a:gd name="connsiteX1" fmla="*/ 5275390 w 6596812"/>
              <a:gd name="connsiteY1" fmla="*/ 0 h 4416921"/>
              <a:gd name="connsiteX2" fmla="*/ 6596812 w 6596812"/>
              <a:gd name="connsiteY2" fmla="*/ 1808920 h 4416921"/>
              <a:gd name="connsiteX3" fmla="*/ 5813056 w 6596812"/>
              <a:gd name="connsiteY3" fmla="*/ 4145247 h 4416921"/>
              <a:gd name="connsiteX4" fmla="*/ 5721440 w 6596812"/>
              <a:gd name="connsiteY4" fmla="*/ 4416921 h 4416921"/>
              <a:gd name="connsiteX5" fmla="*/ 0 w 6596812"/>
              <a:gd name="connsiteY5" fmla="*/ 4388858 h 4416921"/>
              <a:gd name="connsiteX0" fmla="*/ 0 w 6596812"/>
              <a:gd name="connsiteY0" fmla="*/ 4388858 h 4388858"/>
              <a:gd name="connsiteX1" fmla="*/ 5275390 w 6596812"/>
              <a:gd name="connsiteY1" fmla="*/ 0 h 4388858"/>
              <a:gd name="connsiteX2" fmla="*/ 6596812 w 6596812"/>
              <a:gd name="connsiteY2" fmla="*/ 1808920 h 4388858"/>
              <a:gd name="connsiteX3" fmla="*/ 5813056 w 6596812"/>
              <a:gd name="connsiteY3" fmla="*/ 4145247 h 4388858"/>
              <a:gd name="connsiteX4" fmla="*/ 5731379 w 6596812"/>
              <a:gd name="connsiteY4" fmla="*/ 4387104 h 4388858"/>
              <a:gd name="connsiteX5" fmla="*/ 0 w 6596812"/>
              <a:gd name="connsiteY5" fmla="*/ 4388858 h 4388858"/>
              <a:gd name="connsiteX0" fmla="*/ 0 w 6651243"/>
              <a:gd name="connsiteY0" fmla="*/ 4388858 h 4388858"/>
              <a:gd name="connsiteX1" fmla="*/ 5275390 w 6651243"/>
              <a:gd name="connsiteY1" fmla="*/ 0 h 4388858"/>
              <a:gd name="connsiteX2" fmla="*/ 6596812 w 6651243"/>
              <a:gd name="connsiteY2" fmla="*/ 1808920 h 4388858"/>
              <a:gd name="connsiteX3" fmla="*/ 5731379 w 6651243"/>
              <a:gd name="connsiteY3" fmla="*/ 4387104 h 4388858"/>
              <a:gd name="connsiteX4" fmla="*/ 0 w 6651243"/>
              <a:gd name="connsiteY4" fmla="*/ 4388858 h 4388858"/>
              <a:gd name="connsiteX0" fmla="*/ 0 w 6596812"/>
              <a:gd name="connsiteY0" fmla="*/ 4388858 h 4388858"/>
              <a:gd name="connsiteX1" fmla="*/ 5275390 w 6596812"/>
              <a:gd name="connsiteY1" fmla="*/ 0 h 4388858"/>
              <a:gd name="connsiteX2" fmla="*/ 6596812 w 6596812"/>
              <a:gd name="connsiteY2" fmla="*/ 1808920 h 4388858"/>
              <a:gd name="connsiteX3" fmla="*/ 5731379 w 6596812"/>
              <a:gd name="connsiteY3" fmla="*/ 4387104 h 4388858"/>
              <a:gd name="connsiteX4" fmla="*/ 0 w 6596812"/>
              <a:gd name="connsiteY4" fmla="*/ 4388858 h 4388858"/>
              <a:gd name="connsiteX0" fmla="*/ 0 w 10187910"/>
              <a:gd name="connsiteY0" fmla="*/ 4405483 h 4405483"/>
              <a:gd name="connsiteX1" fmla="*/ 8866488 w 10187910"/>
              <a:gd name="connsiteY1" fmla="*/ 0 h 4405483"/>
              <a:gd name="connsiteX2" fmla="*/ 10187910 w 10187910"/>
              <a:gd name="connsiteY2" fmla="*/ 1808920 h 4405483"/>
              <a:gd name="connsiteX3" fmla="*/ 9322477 w 10187910"/>
              <a:gd name="connsiteY3" fmla="*/ 4387104 h 4405483"/>
              <a:gd name="connsiteX4" fmla="*/ 0 w 10187910"/>
              <a:gd name="connsiteY4" fmla="*/ 4405483 h 4405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7910" h="4405483">
                <a:moveTo>
                  <a:pt x="0" y="4405483"/>
                </a:moveTo>
                <a:lnTo>
                  <a:pt x="8866488" y="0"/>
                </a:lnTo>
                <a:lnTo>
                  <a:pt x="10187910" y="1808920"/>
                </a:lnTo>
                <a:lnTo>
                  <a:pt x="9322477" y="4387104"/>
                </a:lnTo>
                <a:lnTo>
                  <a:pt x="0" y="44054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 rot="19425906">
            <a:off x="10330055" y="2232937"/>
            <a:ext cx="210884" cy="10714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9551" y="5164394"/>
            <a:ext cx="3695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0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</a:t>
            </a:r>
            <a:r>
              <a:rPr lang="es-US" sz="2000">
                <a:solidFill>
                  <a:schemeClr val="bg1"/>
                </a:solidFill>
                <a:latin typeface="Open Sans" panose="020B0606030504020204" pitchFamily="34" charset="0"/>
              </a:rPr>
              <a:t>this text.</a:t>
            </a:r>
            <a:endParaRPr lang="en-US" sz="2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2901" y="4333397"/>
            <a:ext cx="2468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4800" b="1">
                <a:solidFill>
                  <a:schemeClr val="bg1"/>
                </a:solidFill>
                <a:latin typeface="Open Sans" panose="020B0606030504020204" pitchFamily="34" charset="0"/>
              </a:rPr>
              <a:t>123,456</a:t>
            </a:r>
            <a:endParaRPr lang="en-US" sz="4800" b="1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818069" y="765238"/>
            <a:ext cx="847898" cy="847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8069" y="2360343"/>
            <a:ext cx="847898" cy="847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18069" y="3955447"/>
            <a:ext cx="847898" cy="847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01156" y="765238"/>
            <a:ext cx="847898" cy="847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868547" y="680118"/>
            <a:ext cx="2776594" cy="1033672"/>
            <a:chOff x="1868547" y="680118"/>
            <a:chExt cx="2776594" cy="1033672"/>
          </a:xfrm>
        </p:grpSpPr>
        <p:sp>
          <p:nvSpPr>
            <p:cNvPr id="17" name="TextBox 16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868547" y="2276162"/>
            <a:ext cx="2776594" cy="1033672"/>
            <a:chOff x="1868547" y="680118"/>
            <a:chExt cx="2776594" cy="1033672"/>
          </a:xfrm>
        </p:grpSpPr>
        <p:sp>
          <p:nvSpPr>
            <p:cNvPr id="21" name="TextBox 20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868547" y="3872206"/>
            <a:ext cx="2776594" cy="1033672"/>
            <a:chOff x="1868547" y="680118"/>
            <a:chExt cx="2776594" cy="1033672"/>
          </a:xfrm>
        </p:grpSpPr>
        <p:sp>
          <p:nvSpPr>
            <p:cNvPr id="24" name="TextBox 23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468506" y="680118"/>
            <a:ext cx="2776594" cy="1033672"/>
            <a:chOff x="1868547" y="680118"/>
            <a:chExt cx="2776594" cy="1033672"/>
          </a:xfrm>
        </p:grpSpPr>
        <p:sp>
          <p:nvSpPr>
            <p:cNvPr id="27" name="TextBox 26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/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bg1"/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97994" y="988208"/>
            <a:ext cx="488048" cy="401958"/>
            <a:chOff x="3040063" y="2486025"/>
            <a:chExt cx="3779838" cy="3113087"/>
          </a:xfrm>
          <a:solidFill>
            <a:schemeClr val="bg1">
              <a:lumMod val="65000"/>
            </a:schemeClr>
          </a:solidFill>
        </p:grpSpPr>
        <p:sp>
          <p:nvSpPr>
            <p:cNvPr id="30" name="Freeform 21"/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1" name="Freeform 22"/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33" name="Freeform 32"/>
          <p:cNvSpPr>
            <a:spLocks noEditPoints="1"/>
          </p:cNvSpPr>
          <p:nvPr/>
        </p:nvSpPr>
        <p:spPr bwMode="auto">
          <a:xfrm>
            <a:off x="6747752" y="1058110"/>
            <a:ext cx="350466" cy="292226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4" name="Freeform 37"/>
          <p:cNvSpPr>
            <a:spLocks noEditPoints="1"/>
          </p:cNvSpPr>
          <p:nvPr/>
        </p:nvSpPr>
        <p:spPr bwMode="auto">
          <a:xfrm>
            <a:off x="1026742" y="2556277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5" name="Freeform 6"/>
          <p:cNvSpPr>
            <a:spLocks noEditPoints="1"/>
          </p:cNvSpPr>
          <p:nvPr/>
        </p:nvSpPr>
        <p:spPr bwMode="auto">
          <a:xfrm>
            <a:off x="1060808" y="4201360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7271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1513262" y="2970062"/>
            <a:ext cx="3611411" cy="2902218"/>
            <a:chOff x="3651132" y="1162440"/>
            <a:chExt cx="5101691" cy="4099843"/>
          </a:xfrm>
        </p:grpSpPr>
        <p:grpSp>
          <p:nvGrpSpPr>
            <p:cNvPr id="45" name="Group 44"/>
            <p:cNvGrpSpPr/>
            <p:nvPr/>
          </p:nvGrpSpPr>
          <p:grpSpPr>
            <a:xfrm>
              <a:off x="4948797" y="1162440"/>
              <a:ext cx="2457451" cy="3608388"/>
              <a:chOff x="4621213" y="1065213"/>
              <a:chExt cx="2457451" cy="3608388"/>
            </a:xfrm>
            <a:solidFill>
              <a:schemeClr val="accent6"/>
            </a:solidFill>
          </p:grpSpPr>
          <p:sp>
            <p:nvSpPr>
              <p:cNvPr id="28" name="Freeform 9"/>
              <p:cNvSpPr>
                <a:spLocks/>
              </p:cNvSpPr>
              <p:nvPr/>
            </p:nvSpPr>
            <p:spPr bwMode="auto">
              <a:xfrm>
                <a:off x="4622801" y="1065213"/>
                <a:ext cx="2451100" cy="844550"/>
              </a:xfrm>
              <a:custGeom>
                <a:avLst/>
                <a:gdLst>
                  <a:gd name="T0" fmla="*/ 766 w 1544"/>
                  <a:gd name="T1" fmla="*/ 0 h 532"/>
                  <a:gd name="T2" fmla="*/ 1544 w 1544"/>
                  <a:gd name="T3" fmla="*/ 244 h 532"/>
                  <a:gd name="T4" fmla="*/ 772 w 1544"/>
                  <a:gd name="T5" fmla="*/ 532 h 532"/>
                  <a:gd name="T6" fmla="*/ 0 w 1544"/>
                  <a:gd name="T7" fmla="*/ 241 h 532"/>
                  <a:gd name="T8" fmla="*/ 766 w 1544"/>
                  <a:gd name="T9" fmla="*/ 0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4" h="532">
                    <a:moveTo>
                      <a:pt x="766" y="0"/>
                    </a:moveTo>
                    <a:lnTo>
                      <a:pt x="1544" y="244"/>
                    </a:lnTo>
                    <a:lnTo>
                      <a:pt x="772" y="532"/>
                    </a:lnTo>
                    <a:lnTo>
                      <a:pt x="0" y="241"/>
                    </a:lnTo>
                    <a:lnTo>
                      <a:pt x="766" y="0"/>
                    </a:lnTo>
                    <a:close/>
                  </a:path>
                </a:pathLst>
              </a:custGeom>
              <a:solidFill>
                <a:schemeClr val="accent2">
                  <a:alpha val="85000"/>
                </a:schemeClr>
              </a:solidFill>
              <a:ln w="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9" name="Freeform 10"/>
              <p:cNvSpPr>
                <a:spLocks/>
              </p:cNvSpPr>
              <p:nvPr/>
            </p:nvSpPr>
            <p:spPr bwMode="auto">
              <a:xfrm>
                <a:off x="5851526" y="1452563"/>
                <a:ext cx="1227138" cy="3221038"/>
              </a:xfrm>
              <a:custGeom>
                <a:avLst/>
                <a:gdLst>
                  <a:gd name="T0" fmla="*/ 772 w 773"/>
                  <a:gd name="T1" fmla="*/ 0 h 2029"/>
                  <a:gd name="T2" fmla="*/ 773 w 773"/>
                  <a:gd name="T3" fmla="*/ 1753 h 2029"/>
                  <a:gd name="T4" fmla="*/ 0 w 773"/>
                  <a:gd name="T5" fmla="*/ 2029 h 2029"/>
                  <a:gd name="T6" fmla="*/ 0 w 773"/>
                  <a:gd name="T7" fmla="*/ 288 h 2029"/>
                  <a:gd name="T8" fmla="*/ 772 w 773"/>
                  <a:gd name="T9" fmla="*/ 0 h 2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3" h="2029">
                    <a:moveTo>
                      <a:pt x="772" y="0"/>
                    </a:moveTo>
                    <a:lnTo>
                      <a:pt x="773" y="1753"/>
                    </a:lnTo>
                    <a:lnTo>
                      <a:pt x="0" y="2029"/>
                    </a:lnTo>
                    <a:lnTo>
                      <a:pt x="0" y="288"/>
                    </a:lnTo>
                    <a:lnTo>
                      <a:pt x="772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0" name="Freeform 11"/>
              <p:cNvSpPr>
                <a:spLocks/>
              </p:cNvSpPr>
              <p:nvPr/>
            </p:nvSpPr>
            <p:spPr bwMode="auto">
              <a:xfrm>
                <a:off x="4621213" y="1447800"/>
                <a:ext cx="1230313" cy="3225800"/>
              </a:xfrm>
              <a:custGeom>
                <a:avLst/>
                <a:gdLst>
                  <a:gd name="T0" fmla="*/ 3 w 775"/>
                  <a:gd name="T1" fmla="*/ 0 h 2032"/>
                  <a:gd name="T2" fmla="*/ 775 w 775"/>
                  <a:gd name="T3" fmla="*/ 291 h 2032"/>
                  <a:gd name="T4" fmla="*/ 775 w 775"/>
                  <a:gd name="T5" fmla="*/ 2032 h 2032"/>
                  <a:gd name="T6" fmla="*/ 0 w 775"/>
                  <a:gd name="T7" fmla="*/ 1756 h 2032"/>
                  <a:gd name="T8" fmla="*/ 3 w 775"/>
                  <a:gd name="T9" fmla="*/ 0 h 2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5" h="2032">
                    <a:moveTo>
                      <a:pt x="3" y="0"/>
                    </a:moveTo>
                    <a:lnTo>
                      <a:pt x="775" y="291"/>
                    </a:lnTo>
                    <a:lnTo>
                      <a:pt x="775" y="2032"/>
                    </a:lnTo>
                    <a:lnTo>
                      <a:pt x="0" y="175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6295372" y="2976282"/>
              <a:ext cx="2457451" cy="2286001"/>
              <a:chOff x="6335713" y="2895600"/>
              <a:chExt cx="2457451" cy="2286001"/>
            </a:xfrm>
            <a:solidFill>
              <a:schemeClr val="accent3"/>
            </a:solidFill>
          </p:grpSpPr>
          <p:sp>
            <p:nvSpPr>
              <p:cNvPr id="31" name="Freeform 12"/>
              <p:cNvSpPr>
                <a:spLocks/>
              </p:cNvSpPr>
              <p:nvPr/>
            </p:nvSpPr>
            <p:spPr bwMode="auto">
              <a:xfrm>
                <a:off x="6337301" y="2895600"/>
                <a:ext cx="2451100" cy="844550"/>
              </a:xfrm>
              <a:custGeom>
                <a:avLst/>
                <a:gdLst>
                  <a:gd name="T0" fmla="*/ 766 w 1544"/>
                  <a:gd name="T1" fmla="*/ 0 h 532"/>
                  <a:gd name="T2" fmla="*/ 1544 w 1544"/>
                  <a:gd name="T3" fmla="*/ 244 h 532"/>
                  <a:gd name="T4" fmla="*/ 772 w 1544"/>
                  <a:gd name="T5" fmla="*/ 532 h 532"/>
                  <a:gd name="T6" fmla="*/ 0 w 1544"/>
                  <a:gd name="T7" fmla="*/ 239 h 532"/>
                  <a:gd name="T8" fmla="*/ 766 w 1544"/>
                  <a:gd name="T9" fmla="*/ 0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4" h="532">
                    <a:moveTo>
                      <a:pt x="766" y="0"/>
                    </a:moveTo>
                    <a:lnTo>
                      <a:pt x="1544" y="244"/>
                    </a:lnTo>
                    <a:lnTo>
                      <a:pt x="772" y="532"/>
                    </a:lnTo>
                    <a:lnTo>
                      <a:pt x="0" y="239"/>
                    </a:lnTo>
                    <a:lnTo>
                      <a:pt x="766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solidFill>
                  <a:schemeClr val="accent6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2" name="Freeform 13"/>
              <p:cNvSpPr>
                <a:spLocks/>
              </p:cNvSpPr>
              <p:nvPr/>
            </p:nvSpPr>
            <p:spPr bwMode="auto">
              <a:xfrm>
                <a:off x="7566026" y="3282950"/>
                <a:ext cx="1227138" cy="1898650"/>
              </a:xfrm>
              <a:custGeom>
                <a:avLst/>
                <a:gdLst>
                  <a:gd name="T0" fmla="*/ 772 w 773"/>
                  <a:gd name="T1" fmla="*/ 0 h 1196"/>
                  <a:gd name="T2" fmla="*/ 773 w 773"/>
                  <a:gd name="T3" fmla="*/ 920 h 1196"/>
                  <a:gd name="T4" fmla="*/ 0 w 773"/>
                  <a:gd name="T5" fmla="*/ 1196 h 1196"/>
                  <a:gd name="T6" fmla="*/ 0 w 773"/>
                  <a:gd name="T7" fmla="*/ 288 h 1196"/>
                  <a:gd name="T8" fmla="*/ 772 w 773"/>
                  <a:gd name="T9" fmla="*/ 0 h 1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3" h="1196">
                    <a:moveTo>
                      <a:pt x="772" y="0"/>
                    </a:moveTo>
                    <a:lnTo>
                      <a:pt x="773" y="920"/>
                    </a:lnTo>
                    <a:lnTo>
                      <a:pt x="0" y="1196"/>
                    </a:lnTo>
                    <a:lnTo>
                      <a:pt x="0" y="288"/>
                    </a:lnTo>
                    <a:lnTo>
                      <a:pt x="772" y="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0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3" name="Freeform 14"/>
              <p:cNvSpPr>
                <a:spLocks/>
              </p:cNvSpPr>
              <p:nvPr/>
            </p:nvSpPr>
            <p:spPr bwMode="auto">
              <a:xfrm>
                <a:off x="6335713" y="3275013"/>
                <a:ext cx="1230313" cy="1906588"/>
              </a:xfrm>
              <a:custGeom>
                <a:avLst/>
                <a:gdLst>
                  <a:gd name="T0" fmla="*/ 3 w 775"/>
                  <a:gd name="T1" fmla="*/ 0 h 1201"/>
                  <a:gd name="T2" fmla="*/ 775 w 775"/>
                  <a:gd name="T3" fmla="*/ 293 h 1201"/>
                  <a:gd name="T4" fmla="*/ 775 w 775"/>
                  <a:gd name="T5" fmla="*/ 1201 h 1201"/>
                  <a:gd name="T6" fmla="*/ 0 w 775"/>
                  <a:gd name="T7" fmla="*/ 925 h 1201"/>
                  <a:gd name="T8" fmla="*/ 3 w 775"/>
                  <a:gd name="T9" fmla="*/ 0 h 1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5" h="1201">
                    <a:moveTo>
                      <a:pt x="3" y="0"/>
                    </a:moveTo>
                    <a:lnTo>
                      <a:pt x="775" y="293"/>
                    </a:lnTo>
                    <a:lnTo>
                      <a:pt x="775" y="1201"/>
                    </a:lnTo>
                    <a:lnTo>
                      <a:pt x="0" y="92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0">
                <a:solidFill>
                  <a:schemeClr val="accent6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651132" y="3683484"/>
              <a:ext cx="2457451" cy="1562101"/>
              <a:chOff x="3389313" y="4229100"/>
              <a:chExt cx="2457451" cy="1562101"/>
            </a:xfrm>
            <a:solidFill>
              <a:schemeClr val="bg1">
                <a:lumMod val="65000"/>
              </a:schemeClr>
            </a:solidFill>
          </p:grpSpPr>
          <p:sp>
            <p:nvSpPr>
              <p:cNvPr id="25" name="Freeform 6"/>
              <p:cNvSpPr>
                <a:spLocks/>
              </p:cNvSpPr>
              <p:nvPr/>
            </p:nvSpPr>
            <p:spPr bwMode="auto">
              <a:xfrm>
                <a:off x="3390901" y="4229100"/>
                <a:ext cx="2451100" cy="844550"/>
              </a:xfrm>
              <a:custGeom>
                <a:avLst/>
                <a:gdLst>
                  <a:gd name="T0" fmla="*/ 766 w 1544"/>
                  <a:gd name="T1" fmla="*/ 0 h 532"/>
                  <a:gd name="T2" fmla="*/ 1544 w 1544"/>
                  <a:gd name="T3" fmla="*/ 243 h 532"/>
                  <a:gd name="T4" fmla="*/ 773 w 1544"/>
                  <a:gd name="T5" fmla="*/ 532 h 532"/>
                  <a:gd name="T6" fmla="*/ 0 w 1544"/>
                  <a:gd name="T7" fmla="*/ 239 h 532"/>
                  <a:gd name="T8" fmla="*/ 766 w 1544"/>
                  <a:gd name="T9" fmla="*/ 0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4" h="532">
                    <a:moveTo>
                      <a:pt x="766" y="0"/>
                    </a:moveTo>
                    <a:lnTo>
                      <a:pt x="1544" y="243"/>
                    </a:lnTo>
                    <a:lnTo>
                      <a:pt x="773" y="532"/>
                    </a:lnTo>
                    <a:lnTo>
                      <a:pt x="0" y="239"/>
                    </a:lnTo>
                    <a:lnTo>
                      <a:pt x="766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0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6" name="Freeform 7"/>
              <p:cNvSpPr>
                <a:spLocks/>
              </p:cNvSpPr>
              <p:nvPr/>
            </p:nvSpPr>
            <p:spPr bwMode="auto">
              <a:xfrm>
                <a:off x="4619626" y="4614863"/>
                <a:ext cx="1227138" cy="1176338"/>
              </a:xfrm>
              <a:custGeom>
                <a:avLst/>
                <a:gdLst>
                  <a:gd name="T0" fmla="*/ 771 w 773"/>
                  <a:gd name="T1" fmla="*/ 0 h 741"/>
                  <a:gd name="T2" fmla="*/ 773 w 773"/>
                  <a:gd name="T3" fmla="*/ 465 h 741"/>
                  <a:gd name="T4" fmla="*/ 0 w 773"/>
                  <a:gd name="T5" fmla="*/ 741 h 741"/>
                  <a:gd name="T6" fmla="*/ 0 w 773"/>
                  <a:gd name="T7" fmla="*/ 289 h 741"/>
                  <a:gd name="T8" fmla="*/ 771 w 773"/>
                  <a:gd name="T9" fmla="*/ 0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3" h="741">
                    <a:moveTo>
                      <a:pt x="771" y="0"/>
                    </a:moveTo>
                    <a:lnTo>
                      <a:pt x="773" y="465"/>
                    </a:lnTo>
                    <a:lnTo>
                      <a:pt x="0" y="741"/>
                    </a:lnTo>
                    <a:lnTo>
                      <a:pt x="0" y="289"/>
                    </a:lnTo>
                    <a:lnTo>
                      <a:pt x="771" y="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7" name="Freeform 8"/>
              <p:cNvSpPr>
                <a:spLocks/>
              </p:cNvSpPr>
              <p:nvPr/>
            </p:nvSpPr>
            <p:spPr bwMode="auto">
              <a:xfrm>
                <a:off x="3389313" y="4608513"/>
                <a:ext cx="1230313" cy="1182688"/>
              </a:xfrm>
              <a:custGeom>
                <a:avLst/>
                <a:gdLst>
                  <a:gd name="T0" fmla="*/ 2 w 775"/>
                  <a:gd name="T1" fmla="*/ 0 h 745"/>
                  <a:gd name="T2" fmla="*/ 775 w 775"/>
                  <a:gd name="T3" fmla="*/ 293 h 745"/>
                  <a:gd name="T4" fmla="*/ 775 w 775"/>
                  <a:gd name="T5" fmla="*/ 745 h 745"/>
                  <a:gd name="T6" fmla="*/ 0 w 775"/>
                  <a:gd name="T7" fmla="*/ 469 h 745"/>
                  <a:gd name="T8" fmla="*/ 2 w 775"/>
                  <a:gd name="T9" fmla="*/ 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5" h="745">
                    <a:moveTo>
                      <a:pt x="2" y="0"/>
                    </a:moveTo>
                    <a:lnTo>
                      <a:pt x="775" y="293"/>
                    </a:lnTo>
                    <a:lnTo>
                      <a:pt x="775" y="745"/>
                    </a:lnTo>
                    <a:lnTo>
                      <a:pt x="0" y="46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0">
                <a:solidFill>
                  <a:schemeClr val="accent5">
                    <a:lumMod val="20000"/>
                    <a:lumOff val="8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cxnSp>
        <p:nvCxnSpPr>
          <p:cNvPr id="83" name="Straight Connector 82"/>
          <p:cNvCxnSpPr/>
          <p:nvPr/>
        </p:nvCxnSpPr>
        <p:spPr>
          <a:xfrm flipV="1">
            <a:off x="3302780" y="1749245"/>
            <a:ext cx="0" cy="149164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2388380" y="2970062"/>
            <a:ext cx="0" cy="219293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4253752" y="2724125"/>
            <a:ext cx="0" cy="175390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630668" y="1893128"/>
            <a:ext cx="1441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50%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697608" y="904083"/>
            <a:ext cx="17924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100%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764544" y="1949112"/>
            <a:ext cx="1441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25%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93" name="Group 92"/>
          <p:cNvGrpSpPr/>
          <p:nvPr/>
        </p:nvGrpSpPr>
        <p:grpSpPr>
          <a:xfrm>
            <a:off x="7312334" y="1341110"/>
            <a:ext cx="2776594" cy="1033672"/>
            <a:chOff x="1868547" y="680118"/>
            <a:chExt cx="2776594" cy="1033672"/>
          </a:xfrm>
        </p:grpSpPr>
        <p:sp>
          <p:nvSpPr>
            <p:cNvPr id="94" name="TextBox 93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7312334" y="2937154"/>
            <a:ext cx="2776594" cy="1033672"/>
            <a:chOff x="1868547" y="680118"/>
            <a:chExt cx="2776594" cy="1033672"/>
          </a:xfrm>
        </p:grpSpPr>
        <p:sp>
          <p:nvSpPr>
            <p:cNvPr id="97" name="TextBox 96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7312334" y="4533198"/>
            <a:ext cx="2776594" cy="1033672"/>
            <a:chOff x="1868547" y="680118"/>
            <a:chExt cx="2776594" cy="1033672"/>
          </a:xfrm>
        </p:grpSpPr>
        <p:sp>
          <p:nvSpPr>
            <p:cNvPr id="100" name="TextBox 99"/>
            <p:cNvSpPr txBox="1"/>
            <p:nvPr/>
          </p:nvSpPr>
          <p:spPr>
            <a:xfrm>
              <a:off x="1868547" y="1067459"/>
              <a:ext cx="27765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868547" y="680118"/>
              <a:ext cx="2314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Edit Text Here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103" name="Oval 102"/>
          <p:cNvSpPr/>
          <p:nvPr/>
        </p:nvSpPr>
        <p:spPr>
          <a:xfrm>
            <a:off x="6736701" y="1492897"/>
            <a:ext cx="335902" cy="3359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736701" y="3023117"/>
            <a:ext cx="335902" cy="3359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36701" y="4627982"/>
            <a:ext cx="335902" cy="33590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6568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980446"/>
            <a:ext cx="12188825" cy="28775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1211543" y="2512951"/>
            <a:ext cx="3955527" cy="1477689"/>
          </a:xfrm>
          <a:custGeom>
            <a:avLst/>
            <a:gdLst>
              <a:gd name="connsiteX0" fmla="*/ 559311 w 5190529"/>
              <a:gd name="connsiteY0" fmla="*/ 1549839 h 1867809"/>
              <a:gd name="connsiteX1" fmla="*/ 1492372 w 5190529"/>
              <a:gd name="connsiteY1" fmla="*/ 1027324 h 1867809"/>
              <a:gd name="connsiteX2" fmla="*/ 1921581 w 5190529"/>
              <a:gd name="connsiteY2" fmla="*/ 1139292 h 1867809"/>
              <a:gd name="connsiteX3" fmla="*/ 2537401 w 5190529"/>
              <a:gd name="connsiteY3" fmla="*/ 430165 h 1867809"/>
              <a:gd name="connsiteX4" fmla="*/ 3153221 w 5190529"/>
              <a:gd name="connsiteY4" fmla="*/ 957 h 1867809"/>
              <a:gd name="connsiteX5" fmla="*/ 3601091 w 5190529"/>
              <a:gd name="connsiteY5" fmla="*/ 542133 h 1867809"/>
              <a:gd name="connsiteX6" fmla="*/ 4142266 w 5190529"/>
              <a:gd name="connsiteY6" fmla="*/ 728745 h 1867809"/>
              <a:gd name="connsiteX7" fmla="*/ 4347540 w 5190529"/>
              <a:gd name="connsiteY7" fmla="*/ 1176614 h 1867809"/>
              <a:gd name="connsiteX8" fmla="*/ 4720764 w 5190529"/>
              <a:gd name="connsiteY8" fmla="*/ 1549839 h 1867809"/>
              <a:gd name="connsiteX9" fmla="*/ 4888715 w 5190529"/>
              <a:gd name="connsiteY9" fmla="*/ 1792435 h 1867809"/>
              <a:gd name="connsiteX10" fmla="*/ 354038 w 5190529"/>
              <a:gd name="connsiteY10" fmla="*/ 1848418 h 1867809"/>
              <a:gd name="connsiteX11" fmla="*/ 633956 w 5190529"/>
              <a:gd name="connsiteY11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4888715"/>
              <a:gd name="connsiteY0" fmla="*/ 1026367 h 1866852"/>
              <a:gd name="connsiteX1" fmla="*/ 1921581 w 4888715"/>
              <a:gd name="connsiteY1" fmla="*/ 1138335 h 1866852"/>
              <a:gd name="connsiteX2" fmla="*/ 2537401 w 4888715"/>
              <a:gd name="connsiteY2" fmla="*/ 429208 h 1866852"/>
              <a:gd name="connsiteX3" fmla="*/ 3153221 w 4888715"/>
              <a:gd name="connsiteY3" fmla="*/ 0 h 1866852"/>
              <a:gd name="connsiteX4" fmla="*/ 3601091 w 4888715"/>
              <a:gd name="connsiteY4" fmla="*/ 541176 h 1866852"/>
              <a:gd name="connsiteX5" fmla="*/ 4142266 w 4888715"/>
              <a:gd name="connsiteY5" fmla="*/ 727788 h 1866852"/>
              <a:gd name="connsiteX6" fmla="*/ 4347540 w 4888715"/>
              <a:gd name="connsiteY6" fmla="*/ 1175657 h 1866852"/>
              <a:gd name="connsiteX7" fmla="*/ 4720764 w 4888715"/>
              <a:gd name="connsiteY7" fmla="*/ 1548882 h 1866852"/>
              <a:gd name="connsiteX8" fmla="*/ 4888715 w 4888715"/>
              <a:gd name="connsiteY8" fmla="*/ 1791478 h 1866852"/>
              <a:gd name="connsiteX9" fmla="*/ 354038 w 4888715"/>
              <a:gd name="connsiteY9" fmla="*/ 1847461 h 1866852"/>
              <a:gd name="connsiteX10" fmla="*/ 633956 w 4888715"/>
              <a:gd name="connsiteY10" fmla="*/ 1492898 h 1866852"/>
              <a:gd name="connsiteX11" fmla="*/ 1492372 w 4888715"/>
              <a:gd name="connsiteY11" fmla="*/ 1026367 h 1866852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47461"/>
              <a:gd name="connsiteX1" fmla="*/ 1939726 w 5152839"/>
              <a:gd name="connsiteY1" fmla="*/ 1138335 h 1847461"/>
              <a:gd name="connsiteX2" fmla="*/ 2555546 w 5152839"/>
              <a:gd name="connsiteY2" fmla="*/ 429208 h 1847461"/>
              <a:gd name="connsiteX3" fmla="*/ 3171366 w 5152839"/>
              <a:gd name="connsiteY3" fmla="*/ 0 h 1847461"/>
              <a:gd name="connsiteX4" fmla="*/ 3619236 w 5152839"/>
              <a:gd name="connsiteY4" fmla="*/ 541176 h 1847461"/>
              <a:gd name="connsiteX5" fmla="*/ 4160411 w 5152839"/>
              <a:gd name="connsiteY5" fmla="*/ 727788 h 1847461"/>
              <a:gd name="connsiteX6" fmla="*/ 4365685 w 5152839"/>
              <a:gd name="connsiteY6" fmla="*/ 1175657 h 1847461"/>
              <a:gd name="connsiteX7" fmla="*/ 4738909 w 5152839"/>
              <a:gd name="connsiteY7" fmla="*/ 1548882 h 1847461"/>
              <a:gd name="connsiteX8" fmla="*/ 5152839 w 5152839"/>
              <a:gd name="connsiteY8" fmla="*/ 1775436 h 1847461"/>
              <a:gd name="connsiteX9" fmla="*/ 372183 w 5152839"/>
              <a:gd name="connsiteY9" fmla="*/ 1847461 h 1847461"/>
              <a:gd name="connsiteX10" fmla="*/ 652101 w 5152839"/>
              <a:gd name="connsiteY10" fmla="*/ 1492898 h 1847461"/>
              <a:gd name="connsiteX11" fmla="*/ 1510517 w 5152839"/>
              <a:gd name="connsiteY11" fmla="*/ 1026367 h 1847461"/>
              <a:gd name="connsiteX0" fmla="*/ 1138334 w 4780656"/>
              <a:gd name="connsiteY0" fmla="*/ 1026367 h 1847461"/>
              <a:gd name="connsiteX1" fmla="*/ 1567543 w 4780656"/>
              <a:gd name="connsiteY1" fmla="*/ 1138335 h 1847461"/>
              <a:gd name="connsiteX2" fmla="*/ 2183363 w 4780656"/>
              <a:gd name="connsiteY2" fmla="*/ 429208 h 1847461"/>
              <a:gd name="connsiteX3" fmla="*/ 2799183 w 4780656"/>
              <a:gd name="connsiteY3" fmla="*/ 0 h 1847461"/>
              <a:gd name="connsiteX4" fmla="*/ 3247053 w 4780656"/>
              <a:gd name="connsiteY4" fmla="*/ 541176 h 1847461"/>
              <a:gd name="connsiteX5" fmla="*/ 3788228 w 4780656"/>
              <a:gd name="connsiteY5" fmla="*/ 727788 h 1847461"/>
              <a:gd name="connsiteX6" fmla="*/ 3993502 w 4780656"/>
              <a:gd name="connsiteY6" fmla="*/ 1175657 h 1847461"/>
              <a:gd name="connsiteX7" fmla="*/ 4366726 w 4780656"/>
              <a:gd name="connsiteY7" fmla="*/ 1548882 h 1847461"/>
              <a:gd name="connsiteX8" fmla="*/ 4780656 w 4780656"/>
              <a:gd name="connsiteY8" fmla="*/ 1775436 h 1847461"/>
              <a:gd name="connsiteX9" fmla="*/ 0 w 4780656"/>
              <a:gd name="connsiteY9" fmla="*/ 1847461 h 1847461"/>
              <a:gd name="connsiteX10" fmla="*/ 279918 w 4780656"/>
              <a:gd name="connsiteY10" fmla="*/ 1492898 h 1847461"/>
              <a:gd name="connsiteX11" fmla="*/ 1138334 w 4780656"/>
              <a:gd name="connsiteY11" fmla="*/ 1026367 h 1847461"/>
              <a:gd name="connsiteX0" fmla="*/ 1122292 w 5025647"/>
              <a:gd name="connsiteY0" fmla="*/ 1026367 h 1804682"/>
              <a:gd name="connsiteX1" fmla="*/ 1551501 w 5025647"/>
              <a:gd name="connsiteY1" fmla="*/ 1138335 h 1804682"/>
              <a:gd name="connsiteX2" fmla="*/ 2167321 w 5025647"/>
              <a:gd name="connsiteY2" fmla="*/ 429208 h 1804682"/>
              <a:gd name="connsiteX3" fmla="*/ 2783141 w 5025647"/>
              <a:gd name="connsiteY3" fmla="*/ 0 h 1804682"/>
              <a:gd name="connsiteX4" fmla="*/ 3231011 w 5025647"/>
              <a:gd name="connsiteY4" fmla="*/ 541176 h 1804682"/>
              <a:gd name="connsiteX5" fmla="*/ 3772186 w 5025647"/>
              <a:gd name="connsiteY5" fmla="*/ 727788 h 1804682"/>
              <a:gd name="connsiteX6" fmla="*/ 3977460 w 5025647"/>
              <a:gd name="connsiteY6" fmla="*/ 1175657 h 1804682"/>
              <a:gd name="connsiteX7" fmla="*/ 4350684 w 5025647"/>
              <a:gd name="connsiteY7" fmla="*/ 1548882 h 1804682"/>
              <a:gd name="connsiteX8" fmla="*/ 4764614 w 5025647"/>
              <a:gd name="connsiteY8" fmla="*/ 1775436 h 1804682"/>
              <a:gd name="connsiteX9" fmla="*/ 0 w 5025647"/>
              <a:gd name="connsiteY9" fmla="*/ 1804682 h 1804682"/>
              <a:gd name="connsiteX10" fmla="*/ 263876 w 5025647"/>
              <a:gd name="connsiteY10" fmla="*/ 1492898 h 1804682"/>
              <a:gd name="connsiteX11" fmla="*/ 1122292 w 5025647"/>
              <a:gd name="connsiteY11" fmla="*/ 1026367 h 1804682"/>
              <a:gd name="connsiteX0" fmla="*/ 1127639 w 5031375"/>
              <a:gd name="connsiteY0" fmla="*/ 1026367 h 1786958"/>
              <a:gd name="connsiteX1" fmla="*/ 1556848 w 5031375"/>
              <a:gd name="connsiteY1" fmla="*/ 1138335 h 1786958"/>
              <a:gd name="connsiteX2" fmla="*/ 2172668 w 5031375"/>
              <a:gd name="connsiteY2" fmla="*/ 429208 h 1786958"/>
              <a:gd name="connsiteX3" fmla="*/ 2788488 w 5031375"/>
              <a:gd name="connsiteY3" fmla="*/ 0 h 1786958"/>
              <a:gd name="connsiteX4" fmla="*/ 3236358 w 5031375"/>
              <a:gd name="connsiteY4" fmla="*/ 541176 h 1786958"/>
              <a:gd name="connsiteX5" fmla="*/ 3777533 w 5031375"/>
              <a:gd name="connsiteY5" fmla="*/ 727788 h 1786958"/>
              <a:gd name="connsiteX6" fmla="*/ 3982807 w 5031375"/>
              <a:gd name="connsiteY6" fmla="*/ 1175657 h 1786958"/>
              <a:gd name="connsiteX7" fmla="*/ 4356031 w 5031375"/>
              <a:gd name="connsiteY7" fmla="*/ 1548882 h 1786958"/>
              <a:gd name="connsiteX8" fmla="*/ 4769961 w 5031375"/>
              <a:gd name="connsiteY8" fmla="*/ 1775436 h 1786958"/>
              <a:gd name="connsiteX9" fmla="*/ 0 w 5031375"/>
              <a:gd name="connsiteY9" fmla="*/ 1761903 h 1786958"/>
              <a:gd name="connsiteX10" fmla="*/ 269223 w 5031375"/>
              <a:gd name="connsiteY10" fmla="*/ 1492898 h 1786958"/>
              <a:gd name="connsiteX11" fmla="*/ 1127639 w 5031375"/>
              <a:gd name="connsiteY11" fmla="*/ 1026367 h 1786958"/>
              <a:gd name="connsiteX0" fmla="*/ 1127639 w 4769961"/>
              <a:gd name="connsiteY0" fmla="*/ 1026367 h 1786958"/>
              <a:gd name="connsiteX1" fmla="*/ 1556848 w 4769961"/>
              <a:gd name="connsiteY1" fmla="*/ 1138335 h 1786958"/>
              <a:gd name="connsiteX2" fmla="*/ 2172668 w 4769961"/>
              <a:gd name="connsiteY2" fmla="*/ 429208 h 1786958"/>
              <a:gd name="connsiteX3" fmla="*/ 2788488 w 4769961"/>
              <a:gd name="connsiteY3" fmla="*/ 0 h 1786958"/>
              <a:gd name="connsiteX4" fmla="*/ 3236358 w 4769961"/>
              <a:gd name="connsiteY4" fmla="*/ 541176 h 1786958"/>
              <a:gd name="connsiteX5" fmla="*/ 3777533 w 4769961"/>
              <a:gd name="connsiteY5" fmla="*/ 727788 h 1786958"/>
              <a:gd name="connsiteX6" fmla="*/ 3982807 w 4769961"/>
              <a:gd name="connsiteY6" fmla="*/ 1175657 h 1786958"/>
              <a:gd name="connsiteX7" fmla="*/ 4356031 w 4769961"/>
              <a:gd name="connsiteY7" fmla="*/ 1548882 h 1786958"/>
              <a:gd name="connsiteX8" fmla="*/ 4769961 w 4769961"/>
              <a:gd name="connsiteY8" fmla="*/ 1775436 h 1786958"/>
              <a:gd name="connsiteX9" fmla="*/ 0 w 4769961"/>
              <a:gd name="connsiteY9" fmla="*/ 1761903 h 1786958"/>
              <a:gd name="connsiteX10" fmla="*/ 269223 w 4769961"/>
              <a:gd name="connsiteY10" fmla="*/ 1492898 h 1786958"/>
              <a:gd name="connsiteX11" fmla="*/ 1127639 w 4769961"/>
              <a:gd name="connsiteY11" fmla="*/ 1026367 h 1786958"/>
              <a:gd name="connsiteX0" fmla="*/ 1127639 w 4769961"/>
              <a:gd name="connsiteY0" fmla="*/ 1026367 h 1775436"/>
              <a:gd name="connsiteX1" fmla="*/ 1556848 w 4769961"/>
              <a:gd name="connsiteY1" fmla="*/ 1138335 h 1775436"/>
              <a:gd name="connsiteX2" fmla="*/ 2172668 w 4769961"/>
              <a:gd name="connsiteY2" fmla="*/ 429208 h 1775436"/>
              <a:gd name="connsiteX3" fmla="*/ 2788488 w 4769961"/>
              <a:gd name="connsiteY3" fmla="*/ 0 h 1775436"/>
              <a:gd name="connsiteX4" fmla="*/ 3236358 w 4769961"/>
              <a:gd name="connsiteY4" fmla="*/ 541176 h 1775436"/>
              <a:gd name="connsiteX5" fmla="*/ 3777533 w 4769961"/>
              <a:gd name="connsiteY5" fmla="*/ 727788 h 1775436"/>
              <a:gd name="connsiteX6" fmla="*/ 3982807 w 4769961"/>
              <a:gd name="connsiteY6" fmla="*/ 1175657 h 1775436"/>
              <a:gd name="connsiteX7" fmla="*/ 4356031 w 4769961"/>
              <a:gd name="connsiteY7" fmla="*/ 1548882 h 1775436"/>
              <a:gd name="connsiteX8" fmla="*/ 4769961 w 4769961"/>
              <a:gd name="connsiteY8" fmla="*/ 1775436 h 1775436"/>
              <a:gd name="connsiteX9" fmla="*/ 0 w 4769961"/>
              <a:gd name="connsiteY9" fmla="*/ 1761903 h 1775436"/>
              <a:gd name="connsiteX10" fmla="*/ 269223 w 4769961"/>
              <a:gd name="connsiteY10" fmla="*/ 1492898 h 1775436"/>
              <a:gd name="connsiteX11" fmla="*/ 1127639 w 4769961"/>
              <a:gd name="connsiteY11" fmla="*/ 1026367 h 1775436"/>
              <a:gd name="connsiteX0" fmla="*/ 1116944 w 5019917"/>
              <a:gd name="connsiteY0" fmla="*/ 1026367 h 1792882"/>
              <a:gd name="connsiteX1" fmla="*/ 1546153 w 5019917"/>
              <a:gd name="connsiteY1" fmla="*/ 1138335 h 1792882"/>
              <a:gd name="connsiteX2" fmla="*/ 2161973 w 5019917"/>
              <a:gd name="connsiteY2" fmla="*/ 429208 h 1792882"/>
              <a:gd name="connsiteX3" fmla="*/ 2777793 w 5019917"/>
              <a:gd name="connsiteY3" fmla="*/ 0 h 1792882"/>
              <a:gd name="connsiteX4" fmla="*/ 3225663 w 5019917"/>
              <a:gd name="connsiteY4" fmla="*/ 541176 h 1792882"/>
              <a:gd name="connsiteX5" fmla="*/ 3766838 w 5019917"/>
              <a:gd name="connsiteY5" fmla="*/ 727788 h 1792882"/>
              <a:gd name="connsiteX6" fmla="*/ 3972112 w 5019917"/>
              <a:gd name="connsiteY6" fmla="*/ 1175657 h 1792882"/>
              <a:gd name="connsiteX7" fmla="*/ 4345336 w 5019917"/>
              <a:gd name="connsiteY7" fmla="*/ 1548882 h 1792882"/>
              <a:gd name="connsiteX8" fmla="*/ 4759266 w 5019917"/>
              <a:gd name="connsiteY8" fmla="*/ 1775436 h 1792882"/>
              <a:gd name="connsiteX9" fmla="*/ 0 w 5019917"/>
              <a:gd name="connsiteY9" fmla="*/ 1777946 h 1792882"/>
              <a:gd name="connsiteX10" fmla="*/ 258528 w 5019917"/>
              <a:gd name="connsiteY10" fmla="*/ 1492898 h 1792882"/>
              <a:gd name="connsiteX11" fmla="*/ 1116944 w 5019917"/>
              <a:gd name="connsiteY11" fmla="*/ 1026367 h 1792882"/>
              <a:gd name="connsiteX0" fmla="*/ 1116944 w 4759266"/>
              <a:gd name="connsiteY0" fmla="*/ 1026367 h 1792882"/>
              <a:gd name="connsiteX1" fmla="*/ 1546153 w 4759266"/>
              <a:gd name="connsiteY1" fmla="*/ 1138335 h 1792882"/>
              <a:gd name="connsiteX2" fmla="*/ 2161973 w 4759266"/>
              <a:gd name="connsiteY2" fmla="*/ 429208 h 1792882"/>
              <a:gd name="connsiteX3" fmla="*/ 2777793 w 4759266"/>
              <a:gd name="connsiteY3" fmla="*/ 0 h 1792882"/>
              <a:gd name="connsiteX4" fmla="*/ 3225663 w 4759266"/>
              <a:gd name="connsiteY4" fmla="*/ 541176 h 1792882"/>
              <a:gd name="connsiteX5" fmla="*/ 3766838 w 4759266"/>
              <a:gd name="connsiteY5" fmla="*/ 727788 h 1792882"/>
              <a:gd name="connsiteX6" fmla="*/ 3972112 w 4759266"/>
              <a:gd name="connsiteY6" fmla="*/ 1175657 h 1792882"/>
              <a:gd name="connsiteX7" fmla="*/ 4345336 w 4759266"/>
              <a:gd name="connsiteY7" fmla="*/ 1548882 h 1792882"/>
              <a:gd name="connsiteX8" fmla="*/ 4759266 w 4759266"/>
              <a:gd name="connsiteY8" fmla="*/ 1775436 h 1792882"/>
              <a:gd name="connsiteX9" fmla="*/ 0 w 4759266"/>
              <a:gd name="connsiteY9" fmla="*/ 1777946 h 1792882"/>
              <a:gd name="connsiteX10" fmla="*/ 258528 w 4759266"/>
              <a:gd name="connsiteY10" fmla="*/ 1492898 h 1792882"/>
              <a:gd name="connsiteX11" fmla="*/ 1116944 w 4759266"/>
              <a:gd name="connsiteY11" fmla="*/ 1026367 h 1792882"/>
              <a:gd name="connsiteX0" fmla="*/ 1116944 w 4759266"/>
              <a:gd name="connsiteY0" fmla="*/ 1026367 h 1777946"/>
              <a:gd name="connsiteX1" fmla="*/ 1546153 w 4759266"/>
              <a:gd name="connsiteY1" fmla="*/ 1138335 h 1777946"/>
              <a:gd name="connsiteX2" fmla="*/ 2161973 w 4759266"/>
              <a:gd name="connsiteY2" fmla="*/ 429208 h 1777946"/>
              <a:gd name="connsiteX3" fmla="*/ 2777793 w 4759266"/>
              <a:gd name="connsiteY3" fmla="*/ 0 h 1777946"/>
              <a:gd name="connsiteX4" fmla="*/ 3225663 w 4759266"/>
              <a:gd name="connsiteY4" fmla="*/ 541176 h 1777946"/>
              <a:gd name="connsiteX5" fmla="*/ 3766838 w 4759266"/>
              <a:gd name="connsiteY5" fmla="*/ 727788 h 1777946"/>
              <a:gd name="connsiteX6" fmla="*/ 3972112 w 4759266"/>
              <a:gd name="connsiteY6" fmla="*/ 1175657 h 1777946"/>
              <a:gd name="connsiteX7" fmla="*/ 4345336 w 4759266"/>
              <a:gd name="connsiteY7" fmla="*/ 1548882 h 1777946"/>
              <a:gd name="connsiteX8" fmla="*/ 4759266 w 4759266"/>
              <a:gd name="connsiteY8" fmla="*/ 1775436 h 1777946"/>
              <a:gd name="connsiteX9" fmla="*/ 0 w 4759266"/>
              <a:gd name="connsiteY9" fmla="*/ 1777946 h 1777946"/>
              <a:gd name="connsiteX10" fmla="*/ 258528 w 4759266"/>
              <a:gd name="connsiteY10" fmla="*/ 1492898 h 1777946"/>
              <a:gd name="connsiteX11" fmla="*/ 1116944 w 4759266"/>
              <a:gd name="connsiteY11" fmla="*/ 1026367 h 177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266" h="1777946">
                <a:moveTo>
                  <a:pt x="1116944" y="1026367"/>
                </a:moveTo>
                <a:lnTo>
                  <a:pt x="1546153" y="1138335"/>
                </a:lnTo>
                <a:lnTo>
                  <a:pt x="2161973" y="429208"/>
                </a:lnTo>
                <a:lnTo>
                  <a:pt x="2777793" y="0"/>
                </a:lnTo>
                <a:lnTo>
                  <a:pt x="3225663" y="541176"/>
                </a:lnTo>
                <a:lnTo>
                  <a:pt x="3766838" y="727788"/>
                </a:lnTo>
                <a:lnTo>
                  <a:pt x="3972112" y="1175657"/>
                </a:lnTo>
                <a:cubicBezTo>
                  <a:pt x="4096520" y="1300065"/>
                  <a:pt x="4214144" y="1448919"/>
                  <a:pt x="4345336" y="1548882"/>
                </a:cubicBezTo>
                <a:lnTo>
                  <a:pt x="4759266" y="1775436"/>
                </a:lnTo>
                <a:lnTo>
                  <a:pt x="0" y="1777946"/>
                </a:lnTo>
                <a:lnTo>
                  <a:pt x="258528" y="1492898"/>
                </a:lnTo>
                <a:lnTo>
                  <a:pt x="1116944" y="102636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399502" y="2512770"/>
            <a:ext cx="1778077" cy="1479956"/>
          </a:xfrm>
          <a:custGeom>
            <a:avLst/>
            <a:gdLst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80211 w 2186751"/>
              <a:gd name="connsiteY0" fmla="*/ 1781208 h 1871439"/>
              <a:gd name="connsiteX1" fmla="*/ 0 w 2186751"/>
              <a:gd name="connsiteY1" fmla="*/ 642218 h 1871439"/>
              <a:gd name="connsiteX2" fmla="*/ 139032 w 2186751"/>
              <a:gd name="connsiteY2" fmla="*/ 534 h 1871439"/>
              <a:gd name="connsiteX3" fmla="*/ 604253 w 2186751"/>
              <a:gd name="connsiteY3" fmla="*/ 535271 h 1871439"/>
              <a:gd name="connsiteX4" fmla="*/ 1155032 w 2186751"/>
              <a:gd name="connsiteY4" fmla="*/ 717082 h 1871439"/>
              <a:gd name="connsiteX5" fmla="*/ 1374274 w 2186751"/>
              <a:gd name="connsiteY5" fmla="*/ 1171608 h 1871439"/>
              <a:gd name="connsiteX6" fmla="*/ 1711158 w 2186751"/>
              <a:gd name="connsiteY6" fmla="*/ 1535229 h 1871439"/>
              <a:gd name="connsiteX7" fmla="*/ 2112211 w 2186751"/>
              <a:gd name="connsiteY7" fmla="*/ 1770513 h 1871439"/>
              <a:gd name="connsiteX8" fmla="*/ 80211 w 2186751"/>
              <a:gd name="connsiteY8" fmla="*/ 1781208 h 1871439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12211"/>
              <a:gd name="connsiteY0" fmla="*/ 1780674 h 1870905"/>
              <a:gd name="connsiteX1" fmla="*/ 0 w 2112211"/>
              <a:gd name="connsiteY1" fmla="*/ 641684 h 1870905"/>
              <a:gd name="connsiteX2" fmla="*/ 139032 w 2112211"/>
              <a:gd name="connsiteY2" fmla="*/ 0 h 1870905"/>
              <a:gd name="connsiteX3" fmla="*/ 604253 w 2112211"/>
              <a:gd name="connsiteY3" fmla="*/ 534737 h 1870905"/>
              <a:gd name="connsiteX4" fmla="*/ 1155032 w 2112211"/>
              <a:gd name="connsiteY4" fmla="*/ 716548 h 1870905"/>
              <a:gd name="connsiteX5" fmla="*/ 1374274 w 2112211"/>
              <a:gd name="connsiteY5" fmla="*/ 1171074 h 1870905"/>
              <a:gd name="connsiteX6" fmla="*/ 1711158 w 2112211"/>
              <a:gd name="connsiteY6" fmla="*/ 1534695 h 1870905"/>
              <a:gd name="connsiteX7" fmla="*/ 2112211 w 2112211"/>
              <a:gd name="connsiteY7" fmla="*/ 1769979 h 1870905"/>
              <a:gd name="connsiteX8" fmla="*/ 80211 w 2112211"/>
              <a:gd name="connsiteY8" fmla="*/ 1780674 h 1870905"/>
              <a:gd name="connsiteX0" fmla="*/ 80211 w 2112211"/>
              <a:gd name="connsiteY0" fmla="*/ 1780674 h 1780674"/>
              <a:gd name="connsiteX1" fmla="*/ 0 w 2112211"/>
              <a:gd name="connsiteY1" fmla="*/ 641684 h 1780674"/>
              <a:gd name="connsiteX2" fmla="*/ 139032 w 2112211"/>
              <a:gd name="connsiteY2" fmla="*/ 0 h 1780674"/>
              <a:gd name="connsiteX3" fmla="*/ 604253 w 2112211"/>
              <a:gd name="connsiteY3" fmla="*/ 534737 h 1780674"/>
              <a:gd name="connsiteX4" fmla="*/ 1155032 w 2112211"/>
              <a:gd name="connsiteY4" fmla="*/ 716548 h 1780674"/>
              <a:gd name="connsiteX5" fmla="*/ 1374274 w 2112211"/>
              <a:gd name="connsiteY5" fmla="*/ 1171074 h 1780674"/>
              <a:gd name="connsiteX6" fmla="*/ 1711158 w 2112211"/>
              <a:gd name="connsiteY6" fmla="*/ 1534695 h 1780674"/>
              <a:gd name="connsiteX7" fmla="*/ 2112211 w 2112211"/>
              <a:gd name="connsiteY7" fmla="*/ 1769979 h 1780674"/>
              <a:gd name="connsiteX8" fmla="*/ 80211 w 2112211"/>
              <a:gd name="connsiteY8" fmla="*/ 1780674 h 1780674"/>
              <a:gd name="connsiteX0" fmla="*/ 175245 w 2237423"/>
              <a:gd name="connsiteY0" fmla="*/ 1780674 h 1830781"/>
              <a:gd name="connsiteX1" fmla="*/ 95034 w 2237423"/>
              <a:gd name="connsiteY1" fmla="*/ 641684 h 1830781"/>
              <a:gd name="connsiteX2" fmla="*/ 234066 w 2237423"/>
              <a:gd name="connsiteY2" fmla="*/ 0 h 1830781"/>
              <a:gd name="connsiteX3" fmla="*/ 699287 w 2237423"/>
              <a:gd name="connsiteY3" fmla="*/ 534737 h 1830781"/>
              <a:gd name="connsiteX4" fmla="*/ 1250066 w 2237423"/>
              <a:gd name="connsiteY4" fmla="*/ 716548 h 1830781"/>
              <a:gd name="connsiteX5" fmla="*/ 1469308 w 2237423"/>
              <a:gd name="connsiteY5" fmla="*/ 1171074 h 1830781"/>
              <a:gd name="connsiteX6" fmla="*/ 1806192 w 2237423"/>
              <a:gd name="connsiteY6" fmla="*/ 1534695 h 1830781"/>
              <a:gd name="connsiteX7" fmla="*/ 2237423 w 2237423"/>
              <a:gd name="connsiteY7" fmla="*/ 1610035 h 1830781"/>
              <a:gd name="connsiteX8" fmla="*/ 175245 w 2237423"/>
              <a:gd name="connsiteY8" fmla="*/ 1780674 h 1830781"/>
              <a:gd name="connsiteX0" fmla="*/ 175025 w 2234185"/>
              <a:gd name="connsiteY0" fmla="*/ 1780674 h 1877291"/>
              <a:gd name="connsiteX1" fmla="*/ 94814 w 2234185"/>
              <a:gd name="connsiteY1" fmla="*/ 641684 h 1877291"/>
              <a:gd name="connsiteX2" fmla="*/ 233846 w 2234185"/>
              <a:gd name="connsiteY2" fmla="*/ 0 h 1877291"/>
              <a:gd name="connsiteX3" fmla="*/ 699067 w 2234185"/>
              <a:gd name="connsiteY3" fmla="*/ 534737 h 1877291"/>
              <a:gd name="connsiteX4" fmla="*/ 1249846 w 2234185"/>
              <a:gd name="connsiteY4" fmla="*/ 716548 h 1877291"/>
              <a:gd name="connsiteX5" fmla="*/ 1469088 w 2234185"/>
              <a:gd name="connsiteY5" fmla="*/ 1171074 h 1877291"/>
              <a:gd name="connsiteX6" fmla="*/ 1805972 w 2234185"/>
              <a:gd name="connsiteY6" fmla="*/ 1534695 h 1877291"/>
              <a:gd name="connsiteX7" fmla="*/ 2234185 w 2234185"/>
              <a:gd name="connsiteY7" fmla="*/ 1776015 h 1877291"/>
              <a:gd name="connsiteX8" fmla="*/ 175025 w 2234185"/>
              <a:gd name="connsiteY8" fmla="*/ 1780674 h 1877291"/>
              <a:gd name="connsiteX0" fmla="*/ 80211 w 2139371"/>
              <a:gd name="connsiteY0" fmla="*/ 1780674 h 1877291"/>
              <a:gd name="connsiteX1" fmla="*/ 0 w 2139371"/>
              <a:gd name="connsiteY1" fmla="*/ 641684 h 1877291"/>
              <a:gd name="connsiteX2" fmla="*/ 139032 w 2139371"/>
              <a:gd name="connsiteY2" fmla="*/ 0 h 1877291"/>
              <a:gd name="connsiteX3" fmla="*/ 604253 w 2139371"/>
              <a:gd name="connsiteY3" fmla="*/ 534737 h 1877291"/>
              <a:gd name="connsiteX4" fmla="*/ 1155032 w 2139371"/>
              <a:gd name="connsiteY4" fmla="*/ 716548 h 1877291"/>
              <a:gd name="connsiteX5" fmla="*/ 1374274 w 2139371"/>
              <a:gd name="connsiteY5" fmla="*/ 1171074 h 1877291"/>
              <a:gd name="connsiteX6" fmla="*/ 1711158 w 2139371"/>
              <a:gd name="connsiteY6" fmla="*/ 1534695 h 1877291"/>
              <a:gd name="connsiteX7" fmla="*/ 2139371 w 2139371"/>
              <a:gd name="connsiteY7" fmla="*/ 1776015 h 1877291"/>
              <a:gd name="connsiteX8" fmla="*/ 80211 w 2139371"/>
              <a:gd name="connsiteY8" fmla="*/ 1780674 h 1877291"/>
              <a:gd name="connsiteX0" fmla="*/ 80211 w 2139371"/>
              <a:gd name="connsiteY0" fmla="*/ 1780674 h 1780674"/>
              <a:gd name="connsiteX1" fmla="*/ 0 w 2139371"/>
              <a:gd name="connsiteY1" fmla="*/ 641684 h 1780674"/>
              <a:gd name="connsiteX2" fmla="*/ 139032 w 2139371"/>
              <a:gd name="connsiteY2" fmla="*/ 0 h 1780674"/>
              <a:gd name="connsiteX3" fmla="*/ 604253 w 2139371"/>
              <a:gd name="connsiteY3" fmla="*/ 534737 h 1780674"/>
              <a:gd name="connsiteX4" fmla="*/ 1155032 w 2139371"/>
              <a:gd name="connsiteY4" fmla="*/ 716548 h 1780674"/>
              <a:gd name="connsiteX5" fmla="*/ 1374274 w 2139371"/>
              <a:gd name="connsiteY5" fmla="*/ 1171074 h 1780674"/>
              <a:gd name="connsiteX6" fmla="*/ 1711158 w 2139371"/>
              <a:gd name="connsiteY6" fmla="*/ 1534695 h 1780674"/>
              <a:gd name="connsiteX7" fmla="*/ 2139371 w 2139371"/>
              <a:gd name="connsiteY7" fmla="*/ 1776015 h 1780674"/>
              <a:gd name="connsiteX8" fmla="*/ 80211 w 2139371"/>
              <a:gd name="connsiteY8" fmla="*/ 1780674 h 178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9371" h="1780674">
                <a:moveTo>
                  <a:pt x="80211" y="1780674"/>
                </a:moveTo>
                <a:lnTo>
                  <a:pt x="0" y="641684"/>
                </a:lnTo>
                <a:lnTo>
                  <a:pt x="139032" y="0"/>
                </a:lnTo>
                <a:lnTo>
                  <a:pt x="604253" y="534737"/>
                </a:lnTo>
                <a:lnTo>
                  <a:pt x="1155032" y="716548"/>
                </a:lnTo>
                <a:lnTo>
                  <a:pt x="1374274" y="1171074"/>
                </a:lnTo>
                <a:lnTo>
                  <a:pt x="1711158" y="1534695"/>
                </a:lnTo>
                <a:lnTo>
                  <a:pt x="2139371" y="1776015"/>
                </a:lnTo>
                <a:lnTo>
                  <a:pt x="80211" y="1780674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9" name="Freeform 48"/>
          <p:cNvSpPr/>
          <p:nvPr/>
        </p:nvSpPr>
        <p:spPr>
          <a:xfrm flipV="1">
            <a:off x="1211543" y="3979837"/>
            <a:ext cx="3955527" cy="1488113"/>
          </a:xfrm>
          <a:custGeom>
            <a:avLst/>
            <a:gdLst>
              <a:gd name="connsiteX0" fmla="*/ 559311 w 5190529"/>
              <a:gd name="connsiteY0" fmla="*/ 1549839 h 1867809"/>
              <a:gd name="connsiteX1" fmla="*/ 1492372 w 5190529"/>
              <a:gd name="connsiteY1" fmla="*/ 1027324 h 1867809"/>
              <a:gd name="connsiteX2" fmla="*/ 1921581 w 5190529"/>
              <a:gd name="connsiteY2" fmla="*/ 1139292 h 1867809"/>
              <a:gd name="connsiteX3" fmla="*/ 2537401 w 5190529"/>
              <a:gd name="connsiteY3" fmla="*/ 430165 h 1867809"/>
              <a:gd name="connsiteX4" fmla="*/ 3153221 w 5190529"/>
              <a:gd name="connsiteY4" fmla="*/ 957 h 1867809"/>
              <a:gd name="connsiteX5" fmla="*/ 3601091 w 5190529"/>
              <a:gd name="connsiteY5" fmla="*/ 542133 h 1867809"/>
              <a:gd name="connsiteX6" fmla="*/ 4142266 w 5190529"/>
              <a:gd name="connsiteY6" fmla="*/ 728745 h 1867809"/>
              <a:gd name="connsiteX7" fmla="*/ 4347540 w 5190529"/>
              <a:gd name="connsiteY7" fmla="*/ 1176614 h 1867809"/>
              <a:gd name="connsiteX8" fmla="*/ 4720764 w 5190529"/>
              <a:gd name="connsiteY8" fmla="*/ 1549839 h 1867809"/>
              <a:gd name="connsiteX9" fmla="*/ 4888715 w 5190529"/>
              <a:gd name="connsiteY9" fmla="*/ 1792435 h 1867809"/>
              <a:gd name="connsiteX10" fmla="*/ 354038 w 5190529"/>
              <a:gd name="connsiteY10" fmla="*/ 1848418 h 1867809"/>
              <a:gd name="connsiteX11" fmla="*/ 633956 w 5190529"/>
              <a:gd name="connsiteY11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4888715"/>
              <a:gd name="connsiteY0" fmla="*/ 1026367 h 1866852"/>
              <a:gd name="connsiteX1" fmla="*/ 1921581 w 4888715"/>
              <a:gd name="connsiteY1" fmla="*/ 1138335 h 1866852"/>
              <a:gd name="connsiteX2" fmla="*/ 2537401 w 4888715"/>
              <a:gd name="connsiteY2" fmla="*/ 429208 h 1866852"/>
              <a:gd name="connsiteX3" fmla="*/ 3153221 w 4888715"/>
              <a:gd name="connsiteY3" fmla="*/ 0 h 1866852"/>
              <a:gd name="connsiteX4" fmla="*/ 3601091 w 4888715"/>
              <a:gd name="connsiteY4" fmla="*/ 541176 h 1866852"/>
              <a:gd name="connsiteX5" fmla="*/ 4142266 w 4888715"/>
              <a:gd name="connsiteY5" fmla="*/ 727788 h 1866852"/>
              <a:gd name="connsiteX6" fmla="*/ 4347540 w 4888715"/>
              <a:gd name="connsiteY6" fmla="*/ 1175657 h 1866852"/>
              <a:gd name="connsiteX7" fmla="*/ 4720764 w 4888715"/>
              <a:gd name="connsiteY7" fmla="*/ 1548882 h 1866852"/>
              <a:gd name="connsiteX8" fmla="*/ 4888715 w 4888715"/>
              <a:gd name="connsiteY8" fmla="*/ 1791478 h 1866852"/>
              <a:gd name="connsiteX9" fmla="*/ 354038 w 4888715"/>
              <a:gd name="connsiteY9" fmla="*/ 1847461 h 1866852"/>
              <a:gd name="connsiteX10" fmla="*/ 633956 w 4888715"/>
              <a:gd name="connsiteY10" fmla="*/ 1492898 h 1866852"/>
              <a:gd name="connsiteX11" fmla="*/ 1492372 w 4888715"/>
              <a:gd name="connsiteY11" fmla="*/ 1026367 h 1866852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47461"/>
              <a:gd name="connsiteX1" fmla="*/ 1939726 w 5152839"/>
              <a:gd name="connsiteY1" fmla="*/ 1138335 h 1847461"/>
              <a:gd name="connsiteX2" fmla="*/ 2555546 w 5152839"/>
              <a:gd name="connsiteY2" fmla="*/ 429208 h 1847461"/>
              <a:gd name="connsiteX3" fmla="*/ 3171366 w 5152839"/>
              <a:gd name="connsiteY3" fmla="*/ 0 h 1847461"/>
              <a:gd name="connsiteX4" fmla="*/ 3619236 w 5152839"/>
              <a:gd name="connsiteY4" fmla="*/ 541176 h 1847461"/>
              <a:gd name="connsiteX5" fmla="*/ 4160411 w 5152839"/>
              <a:gd name="connsiteY5" fmla="*/ 727788 h 1847461"/>
              <a:gd name="connsiteX6" fmla="*/ 4365685 w 5152839"/>
              <a:gd name="connsiteY6" fmla="*/ 1175657 h 1847461"/>
              <a:gd name="connsiteX7" fmla="*/ 4738909 w 5152839"/>
              <a:gd name="connsiteY7" fmla="*/ 1548882 h 1847461"/>
              <a:gd name="connsiteX8" fmla="*/ 5152839 w 5152839"/>
              <a:gd name="connsiteY8" fmla="*/ 1775436 h 1847461"/>
              <a:gd name="connsiteX9" fmla="*/ 372183 w 5152839"/>
              <a:gd name="connsiteY9" fmla="*/ 1847461 h 1847461"/>
              <a:gd name="connsiteX10" fmla="*/ 652101 w 5152839"/>
              <a:gd name="connsiteY10" fmla="*/ 1492898 h 1847461"/>
              <a:gd name="connsiteX11" fmla="*/ 1510517 w 5152839"/>
              <a:gd name="connsiteY11" fmla="*/ 1026367 h 1847461"/>
              <a:gd name="connsiteX0" fmla="*/ 1138334 w 4780656"/>
              <a:gd name="connsiteY0" fmla="*/ 1026367 h 1847461"/>
              <a:gd name="connsiteX1" fmla="*/ 1567543 w 4780656"/>
              <a:gd name="connsiteY1" fmla="*/ 1138335 h 1847461"/>
              <a:gd name="connsiteX2" fmla="*/ 2183363 w 4780656"/>
              <a:gd name="connsiteY2" fmla="*/ 429208 h 1847461"/>
              <a:gd name="connsiteX3" fmla="*/ 2799183 w 4780656"/>
              <a:gd name="connsiteY3" fmla="*/ 0 h 1847461"/>
              <a:gd name="connsiteX4" fmla="*/ 3247053 w 4780656"/>
              <a:gd name="connsiteY4" fmla="*/ 541176 h 1847461"/>
              <a:gd name="connsiteX5" fmla="*/ 3788228 w 4780656"/>
              <a:gd name="connsiteY5" fmla="*/ 727788 h 1847461"/>
              <a:gd name="connsiteX6" fmla="*/ 3993502 w 4780656"/>
              <a:gd name="connsiteY6" fmla="*/ 1175657 h 1847461"/>
              <a:gd name="connsiteX7" fmla="*/ 4366726 w 4780656"/>
              <a:gd name="connsiteY7" fmla="*/ 1548882 h 1847461"/>
              <a:gd name="connsiteX8" fmla="*/ 4780656 w 4780656"/>
              <a:gd name="connsiteY8" fmla="*/ 1775436 h 1847461"/>
              <a:gd name="connsiteX9" fmla="*/ 0 w 4780656"/>
              <a:gd name="connsiteY9" fmla="*/ 1847461 h 1847461"/>
              <a:gd name="connsiteX10" fmla="*/ 279918 w 4780656"/>
              <a:gd name="connsiteY10" fmla="*/ 1492898 h 1847461"/>
              <a:gd name="connsiteX11" fmla="*/ 1138334 w 4780656"/>
              <a:gd name="connsiteY11" fmla="*/ 1026367 h 1847461"/>
              <a:gd name="connsiteX0" fmla="*/ 1122292 w 5025647"/>
              <a:gd name="connsiteY0" fmla="*/ 1026367 h 1804682"/>
              <a:gd name="connsiteX1" fmla="*/ 1551501 w 5025647"/>
              <a:gd name="connsiteY1" fmla="*/ 1138335 h 1804682"/>
              <a:gd name="connsiteX2" fmla="*/ 2167321 w 5025647"/>
              <a:gd name="connsiteY2" fmla="*/ 429208 h 1804682"/>
              <a:gd name="connsiteX3" fmla="*/ 2783141 w 5025647"/>
              <a:gd name="connsiteY3" fmla="*/ 0 h 1804682"/>
              <a:gd name="connsiteX4" fmla="*/ 3231011 w 5025647"/>
              <a:gd name="connsiteY4" fmla="*/ 541176 h 1804682"/>
              <a:gd name="connsiteX5" fmla="*/ 3772186 w 5025647"/>
              <a:gd name="connsiteY5" fmla="*/ 727788 h 1804682"/>
              <a:gd name="connsiteX6" fmla="*/ 3977460 w 5025647"/>
              <a:gd name="connsiteY6" fmla="*/ 1175657 h 1804682"/>
              <a:gd name="connsiteX7" fmla="*/ 4350684 w 5025647"/>
              <a:gd name="connsiteY7" fmla="*/ 1548882 h 1804682"/>
              <a:gd name="connsiteX8" fmla="*/ 4764614 w 5025647"/>
              <a:gd name="connsiteY8" fmla="*/ 1775436 h 1804682"/>
              <a:gd name="connsiteX9" fmla="*/ 0 w 5025647"/>
              <a:gd name="connsiteY9" fmla="*/ 1804682 h 1804682"/>
              <a:gd name="connsiteX10" fmla="*/ 263876 w 5025647"/>
              <a:gd name="connsiteY10" fmla="*/ 1492898 h 1804682"/>
              <a:gd name="connsiteX11" fmla="*/ 1122292 w 5025647"/>
              <a:gd name="connsiteY11" fmla="*/ 1026367 h 1804682"/>
              <a:gd name="connsiteX0" fmla="*/ 1127639 w 5031375"/>
              <a:gd name="connsiteY0" fmla="*/ 1026367 h 1786958"/>
              <a:gd name="connsiteX1" fmla="*/ 1556848 w 5031375"/>
              <a:gd name="connsiteY1" fmla="*/ 1138335 h 1786958"/>
              <a:gd name="connsiteX2" fmla="*/ 2172668 w 5031375"/>
              <a:gd name="connsiteY2" fmla="*/ 429208 h 1786958"/>
              <a:gd name="connsiteX3" fmla="*/ 2788488 w 5031375"/>
              <a:gd name="connsiteY3" fmla="*/ 0 h 1786958"/>
              <a:gd name="connsiteX4" fmla="*/ 3236358 w 5031375"/>
              <a:gd name="connsiteY4" fmla="*/ 541176 h 1786958"/>
              <a:gd name="connsiteX5" fmla="*/ 3777533 w 5031375"/>
              <a:gd name="connsiteY5" fmla="*/ 727788 h 1786958"/>
              <a:gd name="connsiteX6" fmla="*/ 3982807 w 5031375"/>
              <a:gd name="connsiteY6" fmla="*/ 1175657 h 1786958"/>
              <a:gd name="connsiteX7" fmla="*/ 4356031 w 5031375"/>
              <a:gd name="connsiteY7" fmla="*/ 1548882 h 1786958"/>
              <a:gd name="connsiteX8" fmla="*/ 4769961 w 5031375"/>
              <a:gd name="connsiteY8" fmla="*/ 1775436 h 1786958"/>
              <a:gd name="connsiteX9" fmla="*/ 0 w 5031375"/>
              <a:gd name="connsiteY9" fmla="*/ 1761903 h 1786958"/>
              <a:gd name="connsiteX10" fmla="*/ 269223 w 5031375"/>
              <a:gd name="connsiteY10" fmla="*/ 1492898 h 1786958"/>
              <a:gd name="connsiteX11" fmla="*/ 1127639 w 5031375"/>
              <a:gd name="connsiteY11" fmla="*/ 1026367 h 1786958"/>
              <a:gd name="connsiteX0" fmla="*/ 1127639 w 4769961"/>
              <a:gd name="connsiteY0" fmla="*/ 1026367 h 1786958"/>
              <a:gd name="connsiteX1" fmla="*/ 1556848 w 4769961"/>
              <a:gd name="connsiteY1" fmla="*/ 1138335 h 1786958"/>
              <a:gd name="connsiteX2" fmla="*/ 2172668 w 4769961"/>
              <a:gd name="connsiteY2" fmla="*/ 429208 h 1786958"/>
              <a:gd name="connsiteX3" fmla="*/ 2788488 w 4769961"/>
              <a:gd name="connsiteY3" fmla="*/ 0 h 1786958"/>
              <a:gd name="connsiteX4" fmla="*/ 3236358 w 4769961"/>
              <a:gd name="connsiteY4" fmla="*/ 541176 h 1786958"/>
              <a:gd name="connsiteX5" fmla="*/ 3777533 w 4769961"/>
              <a:gd name="connsiteY5" fmla="*/ 727788 h 1786958"/>
              <a:gd name="connsiteX6" fmla="*/ 3982807 w 4769961"/>
              <a:gd name="connsiteY6" fmla="*/ 1175657 h 1786958"/>
              <a:gd name="connsiteX7" fmla="*/ 4356031 w 4769961"/>
              <a:gd name="connsiteY7" fmla="*/ 1548882 h 1786958"/>
              <a:gd name="connsiteX8" fmla="*/ 4769961 w 4769961"/>
              <a:gd name="connsiteY8" fmla="*/ 1775436 h 1786958"/>
              <a:gd name="connsiteX9" fmla="*/ 0 w 4769961"/>
              <a:gd name="connsiteY9" fmla="*/ 1761903 h 1786958"/>
              <a:gd name="connsiteX10" fmla="*/ 269223 w 4769961"/>
              <a:gd name="connsiteY10" fmla="*/ 1492898 h 1786958"/>
              <a:gd name="connsiteX11" fmla="*/ 1127639 w 4769961"/>
              <a:gd name="connsiteY11" fmla="*/ 1026367 h 1786958"/>
              <a:gd name="connsiteX0" fmla="*/ 1127639 w 4769961"/>
              <a:gd name="connsiteY0" fmla="*/ 1026367 h 1775436"/>
              <a:gd name="connsiteX1" fmla="*/ 1556848 w 4769961"/>
              <a:gd name="connsiteY1" fmla="*/ 1138335 h 1775436"/>
              <a:gd name="connsiteX2" fmla="*/ 2172668 w 4769961"/>
              <a:gd name="connsiteY2" fmla="*/ 429208 h 1775436"/>
              <a:gd name="connsiteX3" fmla="*/ 2788488 w 4769961"/>
              <a:gd name="connsiteY3" fmla="*/ 0 h 1775436"/>
              <a:gd name="connsiteX4" fmla="*/ 3236358 w 4769961"/>
              <a:gd name="connsiteY4" fmla="*/ 541176 h 1775436"/>
              <a:gd name="connsiteX5" fmla="*/ 3777533 w 4769961"/>
              <a:gd name="connsiteY5" fmla="*/ 727788 h 1775436"/>
              <a:gd name="connsiteX6" fmla="*/ 3982807 w 4769961"/>
              <a:gd name="connsiteY6" fmla="*/ 1175657 h 1775436"/>
              <a:gd name="connsiteX7" fmla="*/ 4356031 w 4769961"/>
              <a:gd name="connsiteY7" fmla="*/ 1548882 h 1775436"/>
              <a:gd name="connsiteX8" fmla="*/ 4769961 w 4769961"/>
              <a:gd name="connsiteY8" fmla="*/ 1775436 h 1775436"/>
              <a:gd name="connsiteX9" fmla="*/ 0 w 4769961"/>
              <a:gd name="connsiteY9" fmla="*/ 1761903 h 1775436"/>
              <a:gd name="connsiteX10" fmla="*/ 269223 w 4769961"/>
              <a:gd name="connsiteY10" fmla="*/ 1492898 h 1775436"/>
              <a:gd name="connsiteX11" fmla="*/ 1127639 w 4769961"/>
              <a:gd name="connsiteY11" fmla="*/ 1026367 h 1775436"/>
              <a:gd name="connsiteX0" fmla="*/ 1116944 w 5019917"/>
              <a:gd name="connsiteY0" fmla="*/ 1026367 h 1792882"/>
              <a:gd name="connsiteX1" fmla="*/ 1546153 w 5019917"/>
              <a:gd name="connsiteY1" fmla="*/ 1138335 h 1792882"/>
              <a:gd name="connsiteX2" fmla="*/ 2161973 w 5019917"/>
              <a:gd name="connsiteY2" fmla="*/ 429208 h 1792882"/>
              <a:gd name="connsiteX3" fmla="*/ 2777793 w 5019917"/>
              <a:gd name="connsiteY3" fmla="*/ 0 h 1792882"/>
              <a:gd name="connsiteX4" fmla="*/ 3225663 w 5019917"/>
              <a:gd name="connsiteY4" fmla="*/ 541176 h 1792882"/>
              <a:gd name="connsiteX5" fmla="*/ 3766838 w 5019917"/>
              <a:gd name="connsiteY5" fmla="*/ 727788 h 1792882"/>
              <a:gd name="connsiteX6" fmla="*/ 3972112 w 5019917"/>
              <a:gd name="connsiteY6" fmla="*/ 1175657 h 1792882"/>
              <a:gd name="connsiteX7" fmla="*/ 4345336 w 5019917"/>
              <a:gd name="connsiteY7" fmla="*/ 1548882 h 1792882"/>
              <a:gd name="connsiteX8" fmla="*/ 4759266 w 5019917"/>
              <a:gd name="connsiteY8" fmla="*/ 1775436 h 1792882"/>
              <a:gd name="connsiteX9" fmla="*/ 0 w 5019917"/>
              <a:gd name="connsiteY9" fmla="*/ 1777946 h 1792882"/>
              <a:gd name="connsiteX10" fmla="*/ 258528 w 5019917"/>
              <a:gd name="connsiteY10" fmla="*/ 1492898 h 1792882"/>
              <a:gd name="connsiteX11" fmla="*/ 1116944 w 5019917"/>
              <a:gd name="connsiteY11" fmla="*/ 1026367 h 1792882"/>
              <a:gd name="connsiteX0" fmla="*/ 1116944 w 4759266"/>
              <a:gd name="connsiteY0" fmla="*/ 1026367 h 1792882"/>
              <a:gd name="connsiteX1" fmla="*/ 1546153 w 4759266"/>
              <a:gd name="connsiteY1" fmla="*/ 1138335 h 1792882"/>
              <a:gd name="connsiteX2" fmla="*/ 2161973 w 4759266"/>
              <a:gd name="connsiteY2" fmla="*/ 429208 h 1792882"/>
              <a:gd name="connsiteX3" fmla="*/ 2777793 w 4759266"/>
              <a:gd name="connsiteY3" fmla="*/ 0 h 1792882"/>
              <a:gd name="connsiteX4" fmla="*/ 3225663 w 4759266"/>
              <a:gd name="connsiteY4" fmla="*/ 541176 h 1792882"/>
              <a:gd name="connsiteX5" fmla="*/ 3766838 w 4759266"/>
              <a:gd name="connsiteY5" fmla="*/ 727788 h 1792882"/>
              <a:gd name="connsiteX6" fmla="*/ 3972112 w 4759266"/>
              <a:gd name="connsiteY6" fmla="*/ 1175657 h 1792882"/>
              <a:gd name="connsiteX7" fmla="*/ 4345336 w 4759266"/>
              <a:gd name="connsiteY7" fmla="*/ 1548882 h 1792882"/>
              <a:gd name="connsiteX8" fmla="*/ 4759266 w 4759266"/>
              <a:gd name="connsiteY8" fmla="*/ 1775436 h 1792882"/>
              <a:gd name="connsiteX9" fmla="*/ 0 w 4759266"/>
              <a:gd name="connsiteY9" fmla="*/ 1777946 h 1792882"/>
              <a:gd name="connsiteX10" fmla="*/ 258528 w 4759266"/>
              <a:gd name="connsiteY10" fmla="*/ 1492898 h 1792882"/>
              <a:gd name="connsiteX11" fmla="*/ 1116944 w 4759266"/>
              <a:gd name="connsiteY11" fmla="*/ 1026367 h 1792882"/>
              <a:gd name="connsiteX0" fmla="*/ 1116944 w 4759266"/>
              <a:gd name="connsiteY0" fmla="*/ 1026367 h 1777946"/>
              <a:gd name="connsiteX1" fmla="*/ 1546153 w 4759266"/>
              <a:gd name="connsiteY1" fmla="*/ 1138335 h 1777946"/>
              <a:gd name="connsiteX2" fmla="*/ 2161973 w 4759266"/>
              <a:gd name="connsiteY2" fmla="*/ 429208 h 1777946"/>
              <a:gd name="connsiteX3" fmla="*/ 2777793 w 4759266"/>
              <a:gd name="connsiteY3" fmla="*/ 0 h 1777946"/>
              <a:gd name="connsiteX4" fmla="*/ 3225663 w 4759266"/>
              <a:gd name="connsiteY4" fmla="*/ 541176 h 1777946"/>
              <a:gd name="connsiteX5" fmla="*/ 3766838 w 4759266"/>
              <a:gd name="connsiteY5" fmla="*/ 727788 h 1777946"/>
              <a:gd name="connsiteX6" fmla="*/ 3972112 w 4759266"/>
              <a:gd name="connsiteY6" fmla="*/ 1175657 h 1777946"/>
              <a:gd name="connsiteX7" fmla="*/ 4345336 w 4759266"/>
              <a:gd name="connsiteY7" fmla="*/ 1548882 h 1777946"/>
              <a:gd name="connsiteX8" fmla="*/ 4759266 w 4759266"/>
              <a:gd name="connsiteY8" fmla="*/ 1775436 h 1777946"/>
              <a:gd name="connsiteX9" fmla="*/ 0 w 4759266"/>
              <a:gd name="connsiteY9" fmla="*/ 1777946 h 1777946"/>
              <a:gd name="connsiteX10" fmla="*/ 258528 w 4759266"/>
              <a:gd name="connsiteY10" fmla="*/ 1492898 h 1777946"/>
              <a:gd name="connsiteX11" fmla="*/ 1116944 w 4759266"/>
              <a:gd name="connsiteY11" fmla="*/ 1026367 h 177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266" h="1777946">
                <a:moveTo>
                  <a:pt x="1116944" y="1026367"/>
                </a:moveTo>
                <a:lnTo>
                  <a:pt x="1546153" y="1138335"/>
                </a:lnTo>
                <a:lnTo>
                  <a:pt x="2161973" y="429208"/>
                </a:lnTo>
                <a:lnTo>
                  <a:pt x="2777793" y="0"/>
                </a:lnTo>
                <a:lnTo>
                  <a:pt x="3225663" y="541176"/>
                </a:lnTo>
                <a:lnTo>
                  <a:pt x="3766838" y="727788"/>
                </a:lnTo>
                <a:lnTo>
                  <a:pt x="3972112" y="1175657"/>
                </a:lnTo>
                <a:cubicBezTo>
                  <a:pt x="4096520" y="1300065"/>
                  <a:pt x="4214144" y="1448919"/>
                  <a:pt x="4345336" y="1548882"/>
                </a:cubicBezTo>
                <a:lnTo>
                  <a:pt x="4759266" y="1775436"/>
                </a:lnTo>
                <a:lnTo>
                  <a:pt x="0" y="1777946"/>
                </a:lnTo>
                <a:lnTo>
                  <a:pt x="258528" y="1492898"/>
                </a:lnTo>
                <a:lnTo>
                  <a:pt x="1116944" y="1026367"/>
                </a:lnTo>
                <a:close/>
              </a:path>
            </a:pathLst>
          </a:cu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0" name="Freeform 49"/>
          <p:cNvSpPr/>
          <p:nvPr/>
        </p:nvSpPr>
        <p:spPr>
          <a:xfrm flipV="1">
            <a:off x="3399502" y="3977736"/>
            <a:ext cx="1778077" cy="1490396"/>
          </a:xfrm>
          <a:custGeom>
            <a:avLst/>
            <a:gdLst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80211 w 2186751"/>
              <a:gd name="connsiteY0" fmla="*/ 1781208 h 1871439"/>
              <a:gd name="connsiteX1" fmla="*/ 0 w 2186751"/>
              <a:gd name="connsiteY1" fmla="*/ 642218 h 1871439"/>
              <a:gd name="connsiteX2" fmla="*/ 139032 w 2186751"/>
              <a:gd name="connsiteY2" fmla="*/ 534 h 1871439"/>
              <a:gd name="connsiteX3" fmla="*/ 604253 w 2186751"/>
              <a:gd name="connsiteY3" fmla="*/ 535271 h 1871439"/>
              <a:gd name="connsiteX4" fmla="*/ 1155032 w 2186751"/>
              <a:gd name="connsiteY4" fmla="*/ 717082 h 1871439"/>
              <a:gd name="connsiteX5" fmla="*/ 1374274 w 2186751"/>
              <a:gd name="connsiteY5" fmla="*/ 1171608 h 1871439"/>
              <a:gd name="connsiteX6" fmla="*/ 1711158 w 2186751"/>
              <a:gd name="connsiteY6" fmla="*/ 1535229 h 1871439"/>
              <a:gd name="connsiteX7" fmla="*/ 2112211 w 2186751"/>
              <a:gd name="connsiteY7" fmla="*/ 1770513 h 1871439"/>
              <a:gd name="connsiteX8" fmla="*/ 80211 w 2186751"/>
              <a:gd name="connsiteY8" fmla="*/ 1781208 h 1871439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12211"/>
              <a:gd name="connsiteY0" fmla="*/ 1780674 h 1870905"/>
              <a:gd name="connsiteX1" fmla="*/ 0 w 2112211"/>
              <a:gd name="connsiteY1" fmla="*/ 641684 h 1870905"/>
              <a:gd name="connsiteX2" fmla="*/ 139032 w 2112211"/>
              <a:gd name="connsiteY2" fmla="*/ 0 h 1870905"/>
              <a:gd name="connsiteX3" fmla="*/ 604253 w 2112211"/>
              <a:gd name="connsiteY3" fmla="*/ 534737 h 1870905"/>
              <a:gd name="connsiteX4" fmla="*/ 1155032 w 2112211"/>
              <a:gd name="connsiteY4" fmla="*/ 716548 h 1870905"/>
              <a:gd name="connsiteX5" fmla="*/ 1374274 w 2112211"/>
              <a:gd name="connsiteY5" fmla="*/ 1171074 h 1870905"/>
              <a:gd name="connsiteX6" fmla="*/ 1711158 w 2112211"/>
              <a:gd name="connsiteY6" fmla="*/ 1534695 h 1870905"/>
              <a:gd name="connsiteX7" fmla="*/ 2112211 w 2112211"/>
              <a:gd name="connsiteY7" fmla="*/ 1769979 h 1870905"/>
              <a:gd name="connsiteX8" fmla="*/ 80211 w 2112211"/>
              <a:gd name="connsiteY8" fmla="*/ 1780674 h 1870905"/>
              <a:gd name="connsiteX0" fmla="*/ 80211 w 2112211"/>
              <a:gd name="connsiteY0" fmla="*/ 1780674 h 1780674"/>
              <a:gd name="connsiteX1" fmla="*/ 0 w 2112211"/>
              <a:gd name="connsiteY1" fmla="*/ 641684 h 1780674"/>
              <a:gd name="connsiteX2" fmla="*/ 139032 w 2112211"/>
              <a:gd name="connsiteY2" fmla="*/ 0 h 1780674"/>
              <a:gd name="connsiteX3" fmla="*/ 604253 w 2112211"/>
              <a:gd name="connsiteY3" fmla="*/ 534737 h 1780674"/>
              <a:gd name="connsiteX4" fmla="*/ 1155032 w 2112211"/>
              <a:gd name="connsiteY4" fmla="*/ 716548 h 1780674"/>
              <a:gd name="connsiteX5" fmla="*/ 1374274 w 2112211"/>
              <a:gd name="connsiteY5" fmla="*/ 1171074 h 1780674"/>
              <a:gd name="connsiteX6" fmla="*/ 1711158 w 2112211"/>
              <a:gd name="connsiteY6" fmla="*/ 1534695 h 1780674"/>
              <a:gd name="connsiteX7" fmla="*/ 2112211 w 2112211"/>
              <a:gd name="connsiteY7" fmla="*/ 1769979 h 1780674"/>
              <a:gd name="connsiteX8" fmla="*/ 80211 w 2112211"/>
              <a:gd name="connsiteY8" fmla="*/ 1780674 h 1780674"/>
              <a:gd name="connsiteX0" fmla="*/ 175245 w 2237423"/>
              <a:gd name="connsiteY0" fmla="*/ 1780674 h 1830781"/>
              <a:gd name="connsiteX1" fmla="*/ 95034 w 2237423"/>
              <a:gd name="connsiteY1" fmla="*/ 641684 h 1830781"/>
              <a:gd name="connsiteX2" fmla="*/ 234066 w 2237423"/>
              <a:gd name="connsiteY2" fmla="*/ 0 h 1830781"/>
              <a:gd name="connsiteX3" fmla="*/ 699287 w 2237423"/>
              <a:gd name="connsiteY3" fmla="*/ 534737 h 1830781"/>
              <a:gd name="connsiteX4" fmla="*/ 1250066 w 2237423"/>
              <a:gd name="connsiteY4" fmla="*/ 716548 h 1830781"/>
              <a:gd name="connsiteX5" fmla="*/ 1469308 w 2237423"/>
              <a:gd name="connsiteY5" fmla="*/ 1171074 h 1830781"/>
              <a:gd name="connsiteX6" fmla="*/ 1806192 w 2237423"/>
              <a:gd name="connsiteY6" fmla="*/ 1534695 h 1830781"/>
              <a:gd name="connsiteX7" fmla="*/ 2237423 w 2237423"/>
              <a:gd name="connsiteY7" fmla="*/ 1610035 h 1830781"/>
              <a:gd name="connsiteX8" fmla="*/ 175245 w 2237423"/>
              <a:gd name="connsiteY8" fmla="*/ 1780674 h 1830781"/>
              <a:gd name="connsiteX0" fmla="*/ 175025 w 2234185"/>
              <a:gd name="connsiteY0" fmla="*/ 1780674 h 1877291"/>
              <a:gd name="connsiteX1" fmla="*/ 94814 w 2234185"/>
              <a:gd name="connsiteY1" fmla="*/ 641684 h 1877291"/>
              <a:gd name="connsiteX2" fmla="*/ 233846 w 2234185"/>
              <a:gd name="connsiteY2" fmla="*/ 0 h 1877291"/>
              <a:gd name="connsiteX3" fmla="*/ 699067 w 2234185"/>
              <a:gd name="connsiteY3" fmla="*/ 534737 h 1877291"/>
              <a:gd name="connsiteX4" fmla="*/ 1249846 w 2234185"/>
              <a:gd name="connsiteY4" fmla="*/ 716548 h 1877291"/>
              <a:gd name="connsiteX5" fmla="*/ 1469088 w 2234185"/>
              <a:gd name="connsiteY5" fmla="*/ 1171074 h 1877291"/>
              <a:gd name="connsiteX6" fmla="*/ 1805972 w 2234185"/>
              <a:gd name="connsiteY6" fmla="*/ 1534695 h 1877291"/>
              <a:gd name="connsiteX7" fmla="*/ 2234185 w 2234185"/>
              <a:gd name="connsiteY7" fmla="*/ 1776015 h 1877291"/>
              <a:gd name="connsiteX8" fmla="*/ 175025 w 2234185"/>
              <a:gd name="connsiteY8" fmla="*/ 1780674 h 1877291"/>
              <a:gd name="connsiteX0" fmla="*/ 80211 w 2139371"/>
              <a:gd name="connsiteY0" fmla="*/ 1780674 h 1877291"/>
              <a:gd name="connsiteX1" fmla="*/ 0 w 2139371"/>
              <a:gd name="connsiteY1" fmla="*/ 641684 h 1877291"/>
              <a:gd name="connsiteX2" fmla="*/ 139032 w 2139371"/>
              <a:gd name="connsiteY2" fmla="*/ 0 h 1877291"/>
              <a:gd name="connsiteX3" fmla="*/ 604253 w 2139371"/>
              <a:gd name="connsiteY3" fmla="*/ 534737 h 1877291"/>
              <a:gd name="connsiteX4" fmla="*/ 1155032 w 2139371"/>
              <a:gd name="connsiteY4" fmla="*/ 716548 h 1877291"/>
              <a:gd name="connsiteX5" fmla="*/ 1374274 w 2139371"/>
              <a:gd name="connsiteY5" fmla="*/ 1171074 h 1877291"/>
              <a:gd name="connsiteX6" fmla="*/ 1711158 w 2139371"/>
              <a:gd name="connsiteY6" fmla="*/ 1534695 h 1877291"/>
              <a:gd name="connsiteX7" fmla="*/ 2139371 w 2139371"/>
              <a:gd name="connsiteY7" fmla="*/ 1776015 h 1877291"/>
              <a:gd name="connsiteX8" fmla="*/ 80211 w 2139371"/>
              <a:gd name="connsiteY8" fmla="*/ 1780674 h 1877291"/>
              <a:gd name="connsiteX0" fmla="*/ 80211 w 2139371"/>
              <a:gd name="connsiteY0" fmla="*/ 1780674 h 1780674"/>
              <a:gd name="connsiteX1" fmla="*/ 0 w 2139371"/>
              <a:gd name="connsiteY1" fmla="*/ 641684 h 1780674"/>
              <a:gd name="connsiteX2" fmla="*/ 139032 w 2139371"/>
              <a:gd name="connsiteY2" fmla="*/ 0 h 1780674"/>
              <a:gd name="connsiteX3" fmla="*/ 604253 w 2139371"/>
              <a:gd name="connsiteY3" fmla="*/ 534737 h 1780674"/>
              <a:gd name="connsiteX4" fmla="*/ 1155032 w 2139371"/>
              <a:gd name="connsiteY4" fmla="*/ 716548 h 1780674"/>
              <a:gd name="connsiteX5" fmla="*/ 1374274 w 2139371"/>
              <a:gd name="connsiteY5" fmla="*/ 1171074 h 1780674"/>
              <a:gd name="connsiteX6" fmla="*/ 1711158 w 2139371"/>
              <a:gd name="connsiteY6" fmla="*/ 1534695 h 1780674"/>
              <a:gd name="connsiteX7" fmla="*/ 2139371 w 2139371"/>
              <a:gd name="connsiteY7" fmla="*/ 1776015 h 1780674"/>
              <a:gd name="connsiteX8" fmla="*/ 80211 w 2139371"/>
              <a:gd name="connsiteY8" fmla="*/ 1780674 h 178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9371" h="1780674">
                <a:moveTo>
                  <a:pt x="80211" y="1780674"/>
                </a:moveTo>
                <a:lnTo>
                  <a:pt x="0" y="641684"/>
                </a:lnTo>
                <a:lnTo>
                  <a:pt x="139032" y="0"/>
                </a:lnTo>
                <a:lnTo>
                  <a:pt x="604253" y="534737"/>
                </a:lnTo>
                <a:lnTo>
                  <a:pt x="1155032" y="716548"/>
                </a:lnTo>
                <a:lnTo>
                  <a:pt x="1374274" y="1171074"/>
                </a:lnTo>
                <a:lnTo>
                  <a:pt x="1711158" y="1534695"/>
                </a:lnTo>
                <a:lnTo>
                  <a:pt x="2139371" y="1776015"/>
                </a:lnTo>
                <a:lnTo>
                  <a:pt x="80211" y="17806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5553783" y="2887779"/>
            <a:ext cx="2958136" cy="1105087"/>
          </a:xfrm>
          <a:custGeom>
            <a:avLst/>
            <a:gdLst>
              <a:gd name="connsiteX0" fmla="*/ 559311 w 5190529"/>
              <a:gd name="connsiteY0" fmla="*/ 1549839 h 1867809"/>
              <a:gd name="connsiteX1" fmla="*/ 1492372 w 5190529"/>
              <a:gd name="connsiteY1" fmla="*/ 1027324 h 1867809"/>
              <a:gd name="connsiteX2" fmla="*/ 1921581 w 5190529"/>
              <a:gd name="connsiteY2" fmla="*/ 1139292 h 1867809"/>
              <a:gd name="connsiteX3" fmla="*/ 2537401 w 5190529"/>
              <a:gd name="connsiteY3" fmla="*/ 430165 h 1867809"/>
              <a:gd name="connsiteX4" fmla="*/ 3153221 w 5190529"/>
              <a:gd name="connsiteY4" fmla="*/ 957 h 1867809"/>
              <a:gd name="connsiteX5" fmla="*/ 3601091 w 5190529"/>
              <a:gd name="connsiteY5" fmla="*/ 542133 h 1867809"/>
              <a:gd name="connsiteX6" fmla="*/ 4142266 w 5190529"/>
              <a:gd name="connsiteY6" fmla="*/ 728745 h 1867809"/>
              <a:gd name="connsiteX7" fmla="*/ 4347540 w 5190529"/>
              <a:gd name="connsiteY7" fmla="*/ 1176614 h 1867809"/>
              <a:gd name="connsiteX8" fmla="*/ 4720764 w 5190529"/>
              <a:gd name="connsiteY8" fmla="*/ 1549839 h 1867809"/>
              <a:gd name="connsiteX9" fmla="*/ 4888715 w 5190529"/>
              <a:gd name="connsiteY9" fmla="*/ 1792435 h 1867809"/>
              <a:gd name="connsiteX10" fmla="*/ 354038 w 5190529"/>
              <a:gd name="connsiteY10" fmla="*/ 1848418 h 1867809"/>
              <a:gd name="connsiteX11" fmla="*/ 633956 w 5190529"/>
              <a:gd name="connsiteY11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4888715"/>
              <a:gd name="connsiteY0" fmla="*/ 1026367 h 1866852"/>
              <a:gd name="connsiteX1" fmla="*/ 1921581 w 4888715"/>
              <a:gd name="connsiteY1" fmla="*/ 1138335 h 1866852"/>
              <a:gd name="connsiteX2" fmla="*/ 2537401 w 4888715"/>
              <a:gd name="connsiteY2" fmla="*/ 429208 h 1866852"/>
              <a:gd name="connsiteX3" fmla="*/ 3153221 w 4888715"/>
              <a:gd name="connsiteY3" fmla="*/ 0 h 1866852"/>
              <a:gd name="connsiteX4" fmla="*/ 3601091 w 4888715"/>
              <a:gd name="connsiteY4" fmla="*/ 541176 h 1866852"/>
              <a:gd name="connsiteX5" fmla="*/ 4142266 w 4888715"/>
              <a:gd name="connsiteY5" fmla="*/ 727788 h 1866852"/>
              <a:gd name="connsiteX6" fmla="*/ 4347540 w 4888715"/>
              <a:gd name="connsiteY6" fmla="*/ 1175657 h 1866852"/>
              <a:gd name="connsiteX7" fmla="*/ 4720764 w 4888715"/>
              <a:gd name="connsiteY7" fmla="*/ 1548882 h 1866852"/>
              <a:gd name="connsiteX8" fmla="*/ 4888715 w 4888715"/>
              <a:gd name="connsiteY8" fmla="*/ 1791478 h 1866852"/>
              <a:gd name="connsiteX9" fmla="*/ 354038 w 4888715"/>
              <a:gd name="connsiteY9" fmla="*/ 1847461 h 1866852"/>
              <a:gd name="connsiteX10" fmla="*/ 633956 w 4888715"/>
              <a:gd name="connsiteY10" fmla="*/ 1492898 h 1866852"/>
              <a:gd name="connsiteX11" fmla="*/ 1492372 w 4888715"/>
              <a:gd name="connsiteY11" fmla="*/ 1026367 h 1866852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47461"/>
              <a:gd name="connsiteX1" fmla="*/ 1939726 w 5152839"/>
              <a:gd name="connsiteY1" fmla="*/ 1138335 h 1847461"/>
              <a:gd name="connsiteX2" fmla="*/ 2555546 w 5152839"/>
              <a:gd name="connsiteY2" fmla="*/ 429208 h 1847461"/>
              <a:gd name="connsiteX3" fmla="*/ 3171366 w 5152839"/>
              <a:gd name="connsiteY3" fmla="*/ 0 h 1847461"/>
              <a:gd name="connsiteX4" fmla="*/ 3619236 w 5152839"/>
              <a:gd name="connsiteY4" fmla="*/ 541176 h 1847461"/>
              <a:gd name="connsiteX5" fmla="*/ 4160411 w 5152839"/>
              <a:gd name="connsiteY5" fmla="*/ 727788 h 1847461"/>
              <a:gd name="connsiteX6" fmla="*/ 4365685 w 5152839"/>
              <a:gd name="connsiteY6" fmla="*/ 1175657 h 1847461"/>
              <a:gd name="connsiteX7" fmla="*/ 4738909 w 5152839"/>
              <a:gd name="connsiteY7" fmla="*/ 1548882 h 1847461"/>
              <a:gd name="connsiteX8" fmla="*/ 5152839 w 5152839"/>
              <a:gd name="connsiteY8" fmla="*/ 1775436 h 1847461"/>
              <a:gd name="connsiteX9" fmla="*/ 372183 w 5152839"/>
              <a:gd name="connsiteY9" fmla="*/ 1847461 h 1847461"/>
              <a:gd name="connsiteX10" fmla="*/ 652101 w 5152839"/>
              <a:gd name="connsiteY10" fmla="*/ 1492898 h 1847461"/>
              <a:gd name="connsiteX11" fmla="*/ 1510517 w 5152839"/>
              <a:gd name="connsiteY11" fmla="*/ 1026367 h 1847461"/>
              <a:gd name="connsiteX0" fmla="*/ 1138334 w 4780656"/>
              <a:gd name="connsiteY0" fmla="*/ 1026367 h 1847461"/>
              <a:gd name="connsiteX1" fmla="*/ 1567543 w 4780656"/>
              <a:gd name="connsiteY1" fmla="*/ 1138335 h 1847461"/>
              <a:gd name="connsiteX2" fmla="*/ 2183363 w 4780656"/>
              <a:gd name="connsiteY2" fmla="*/ 429208 h 1847461"/>
              <a:gd name="connsiteX3" fmla="*/ 2799183 w 4780656"/>
              <a:gd name="connsiteY3" fmla="*/ 0 h 1847461"/>
              <a:gd name="connsiteX4" fmla="*/ 3247053 w 4780656"/>
              <a:gd name="connsiteY4" fmla="*/ 541176 h 1847461"/>
              <a:gd name="connsiteX5" fmla="*/ 3788228 w 4780656"/>
              <a:gd name="connsiteY5" fmla="*/ 727788 h 1847461"/>
              <a:gd name="connsiteX6" fmla="*/ 3993502 w 4780656"/>
              <a:gd name="connsiteY6" fmla="*/ 1175657 h 1847461"/>
              <a:gd name="connsiteX7" fmla="*/ 4366726 w 4780656"/>
              <a:gd name="connsiteY7" fmla="*/ 1548882 h 1847461"/>
              <a:gd name="connsiteX8" fmla="*/ 4780656 w 4780656"/>
              <a:gd name="connsiteY8" fmla="*/ 1775436 h 1847461"/>
              <a:gd name="connsiteX9" fmla="*/ 0 w 4780656"/>
              <a:gd name="connsiteY9" fmla="*/ 1847461 h 1847461"/>
              <a:gd name="connsiteX10" fmla="*/ 279918 w 4780656"/>
              <a:gd name="connsiteY10" fmla="*/ 1492898 h 1847461"/>
              <a:gd name="connsiteX11" fmla="*/ 1138334 w 4780656"/>
              <a:gd name="connsiteY11" fmla="*/ 1026367 h 1847461"/>
              <a:gd name="connsiteX0" fmla="*/ 1122292 w 5025647"/>
              <a:gd name="connsiteY0" fmla="*/ 1026367 h 1804682"/>
              <a:gd name="connsiteX1" fmla="*/ 1551501 w 5025647"/>
              <a:gd name="connsiteY1" fmla="*/ 1138335 h 1804682"/>
              <a:gd name="connsiteX2" fmla="*/ 2167321 w 5025647"/>
              <a:gd name="connsiteY2" fmla="*/ 429208 h 1804682"/>
              <a:gd name="connsiteX3" fmla="*/ 2783141 w 5025647"/>
              <a:gd name="connsiteY3" fmla="*/ 0 h 1804682"/>
              <a:gd name="connsiteX4" fmla="*/ 3231011 w 5025647"/>
              <a:gd name="connsiteY4" fmla="*/ 541176 h 1804682"/>
              <a:gd name="connsiteX5" fmla="*/ 3772186 w 5025647"/>
              <a:gd name="connsiteY5" fmla="*/ 727788 h 1804682"/>
              <a:gd name="connsiteX6" fmla="*/ 3977460 w 5025647"/>
              <a:gd name="connsiteY6" fmla="*/ 1175657 h 1804682"/>
              <a:gd name="connsiteX7" fmla="*/ 4350684 w 5025647"/>
              <a:gd name="connsiteY7" fmla="*/ 1548882 h 1804682"/>
              <a:gd name="connsiteX8" fmla="*/ 4764614 w 5025647"/>
              <a:gd name="connsiteY8" fmla="*/ 1775436 h 1804682"/>
              <a:gd name="connsiteX9" fmla="*/ 0 w 5025647"/>
              <a:gd name="connsiteY9" fmla="*/ 1804682 h 1804682"/>
              <a:gd name="connsiteX10" fmla="*/ 263876 w 5025647"/>
              <a:gd name="connsiteY10" fmla="*/ 1492898 h 1804682"/>
              <a:gd name="connsiteX11" fmla="*/ 1122292 w 5025647"/>
              <a:gd name="connsiteY11" fmla="*/ 1026367 h 1804682"/>
              <a:gd name="connsiteX0" fmla="*/ 1127639 w 5031375"/>
              <a:gd name="connsiteY0" fmla="*/ 1026367 h 1786958"/>
              <a:gd name="connsiteX1" fmla="*/ 1556848 w 5031375"/>
              <a:gd name="connsiteY1" fmla="*/ 1138335 h 1786958"/>
              <a:gd name="connsiteX2" fmla="*/ 2172668 w 5031375"/>
              <a:gd name="connsiteY2" fmla="*/ 429208 h 1786958"/>
              <a:gd name="connsiteX3" fmla="*/ 2788488 w 5031375"/>
              <a:gd name="connsiteY3" fmla="*/ 0 h 1786958"/>
              <a:gd name="connsiteX4" fmla="*/ 3236358 w 5031375"/>
              <a:gd name="connsiteY4" fmla="*/ 541176 h 1786958"/>
              <a:gd name="connsiteX5" fmla="*/ 3777533 w 5031375"/>
              <a:gd name="connsiteY5" fmla="*/ 727788 h 1786958"/>
              <a:gd name="connsiteX6" fmla="*/ 3982807 w 5031375"/>
              <a:gd name="connsiteY6" fmla="*/ 1175657 h 1786958"/>
              <a:gd name="connsiteX7" fmla="*/ 4356031 w 5031375"/>
              <a:gd name="connsiteY7" fmla="*/ 1548882 h 1786958"/>
              <a:gd name="connsiteX8" fmla="*/ 4769961 w 5031375"/>
              <a:gd name="connsiteY8" fmla="*/ 1775436 h 1786958"/>
              <a:gd name="connsiteX9" fmla="*/ 0 w 5031375"/>
              <a:gd name="connsiteY9" fmla="*/ 1761903 h 1786958"/>
              <a:gd name="connsiteX10" fmla="*/ 269223 w 5031375"/>
              <a:gd name="connsiteY10" fmla="*/ 1492898 h 1786958"/>
              <a:gd name="connsiteX11" fmla="*/ 1127639 w 5031375"/>
              <a:gd name="connsiteY11" fmla="*/ 1026367 h 1786958"/>
              <a:gd name="connsiteX0" fmla="*/ 1127639 w 4769961"/>
              <a:gd name="connsiteY0" fmla="*/ 1026367 h 1786958"/>
              <a:gd name="connsiteX1" fmla="*/ 1556848 w 4769961"/>
              <a:gd name="connsiteY1" fmla="*/ 1138335 h 1786958"/>
              <a:gd name="connsiteX2" fmla="*/ 2172668 w 4769961"/>
              <a:gd name="connsiteY2" fmla="*/ 429208 h 1786958"/>
              <a:gd name="connsiteX3" fmla="*/ 2788488 w 4769961"/>
              <a:gd name="connsiteY3" fmla="*/ 0 h 1786958"/>
              <a:gd name="connsiteX4" fmla="*/ 3236358 w 4769961"/>
              <a:gd name="connsiteY4" fmla="*/ 541176 h 1786958"/>
              <a:gd name="connsiteX5" fmla="*/ 3777533 w 4769961"/>
              <a:gd name="connsiteY5" fmla="*/ 727788 h 1786958"/>
              <a:gd name="connsiteX6" fmla="*/ 3982807 w 4769961"/>
              <a:gd name="connsiteY6" fmla="*/ 1175657 h 1786958"/>
              <a:gd name="connsiteX7" fmla="*/ 4356031 w 4769961"/>
              <a:gd name="connsiteY7" fmla="*/ 1548882 h 1786958"/>
              <a:gd name="connsiteX8" fmla="*/ 4769961 w 4769961"/>
              <a:gd name="connsiteY8" fmla="*/ 1775436 h 1786958"/>
              <a:gd name="connsiteX9" fmla="*/ 0 w 4769961"/>
              <a:gd name="connsiteY9" fmla="*/ 1761903 h 1786958"/>
              <a:gd name="connsiteX10" fmla="*/ 269223 w 4769961"/>
              <a:gd name="connsiteY10" fmla="*/ 1492898 h 1786958"/>
              <a:gd name="connsiteX11" fmla="*/ 1127639 w 4769961"/>
              <a:gd name="connsiteY11" fmla="*/ 1026367 h 1786958"/>
              <a:gd name="connsiteX0" fmla="*/ 1127639 w 4769961"/>
              <a:gd name="connsiteY0" fmla="*/ 1026367 h 1775436"/>
              <a:gd name="connsiteX1" fmla="*/ 1556848 w 4769961"/>
              <a:gd name="connsiteY1" fmla="*/ 1138335 h 1775436"/>
              <a:gd name="connsiteX2" fmla="*/ 2172668 w 4769961"/>
              <a:gd name="connsiteY2" fmla="*/ 429208 h 1775436"/>
              <a:gd name="connsiteX3" fmla="*/ 2788488 w 4769961"/>
              <a:gd name="connsiteY3" fmla="*/ 0 h 1775436"/>
              <a:gd name="connsiteX4" fmla="*/ 3236358 w 4769961"/>
              <a:gd name="connsiteY4" fmla="*/ 541176 h 1775436"/>
              <a:gd name="connsiteX5" fmla="*/ 3777533 w 4769961"/>
              <a:gd name="connsiteY5" fmla="*/ 727788 h 1775436"/>
              <a:gd name="connsiteX6" fmla="*/ 3982807 w 4769961"/>
              <a:gd name="connsiteY6" fmla="*/ 1175657 h 1775436"/>
              <a:gd name="connsiteX7" fmla="*/ 4356031 w 4769961"/>
              <a:gd name="connsiteY7" fmla="*/ 1548882 h 1775436"/>
              <a:gd name="connsiteX8" fmla="*/ 4769961 w 4769961"/>
              <a:gd name="connsiteY8" fmla="*/ 1775436 h 1775436"/>
              <a:gd name="connsiteX9" fmla="*/ 0 w 4769961"/>
              <a:gd name="connsiteY9" fmla="*/ 1761903 h 1775436"/>
              <a:gd name="connsiteX10" fmla="*/ 269223 w 4769961"/>
              <a:gd name="connsiteY10" fmla="*/ 1492898 h 1775436"/>
              <a:gd name="connsiteX11" fmla="*/ 1127639 w 4769961"/>
              <a:gd name="connsiteY11" fmla="*/ 1026367 h 1775436"/>
              <a:gd name="connsiteX0" fmla="*/ 1116944 w 5019917"/>
              <a:gd name="connsiteY0" fmla="*/ 1026367 h 1792882"/>
              <a:gd name="connsiteX1" fmla="*/ 1546153 w 5019917"/>
              <a:gd name="connsiteY1" fmla="*/ 1138335 h 1792882"/>
              <a:gd name="connsiteX2" fmla="*/ 2161973 w 5019917"/>
              <a:gd name="connsiteY2" fmla="*/ 429208 h 1792882"/>
              <a:gd name="connsiteX3" fmla="*/ 2777793 w 5019917"/>
              <a:gd name="connsiteY3" fmla="*/ 0 h 1792882"/>
              <a:gd name="connsiteX4" fmla="*/ 3225663 w 5019917"/>
              <a:gd name="connsiteY4" fmla="*/ 541176 h 1792882"/>
              <a:gd name="connsiteX5" fmla="*/ 3766838 w 5019917"/>
              <a:gd name="connsiteY5" fmla="*/ 727788 h 1792882"/>
              <a:gd name="connsiteX6" fmla="*/ 3972112 w 5019917"/>
              <a:gd name="connsiteY6" fmla="*/ 1175657 h 1792882"/>
              <a:gd name="connsiteX7" fmla="*/ 4345336 w 5019917"/>
              <a:gd name="connsiteY7" fmla="*/ 1548882 h 1792882"/>
              <a:gd name="connsiteX8" fmla="*/ 4759266 w 5019917"/>
              <a:gd name="connsiteY8" fmla="*/ 1775436 h 1792882"/>
              <a:gd name="connsiteX9" fmla="*/ 0 w 5019917"/>
              <a:gd name="connsiteY9" fmla="*/ 1777946 h 1792882"/>
              <a:gd name="connsiteX10" fmla="*/ 258528 w 5019917"/>
              <a:gd name="connsiteY10" fmla="*/ 1492898 h 1792882"/>
              <a:gd name="connsiteX11" fmla="*/ 1116944 w 5019917"/>
              <a:gd name="connsiteY11" fmla="*/ 1026367 h 1792882"/>
              <a:gd name="connsiteX0" fmla="*/ 1116944 w 4759266"/>
              <a:gd name="connsiteY0" fmla="*/ 1026367 h 1792882"/>
              <a:gd name="connsiteX1" fmla="*/ 1546153 w 4759266"/>
              <a:gd name="connsiteY1" fmla="*/ 1138335 h 1792882"/>
              <a:gd name="connsiteX2" fmla="*/ 2161973 w 4759266"/>
              <a:gd name="connsiteY2" fmla="*/ 429208 h 1792882"/>
              <a:gd name="connsiteX3" fmla="*/ 2777793 w 4759266"/>
              <a:gd name="connsiteY3" fmla="*/ 0 h 1792882"/>
              <a:gd name="connsiteX4" fmla="*/ 3225663 w 4759266"/>
              <a:gd name="connsiteY4" fmla="*/ 541176 h 1792882"/>
              <a:gd name="connsiteX5" fmla="*/ 3766838 w 4759266"/>
              <a:gd name="connsiteY5" fmla="*/ 727788 h 1792882"/>
              <a:gd name="connsiteX6" fmla="*/ 3972112 w 4759266"/>
              <a:gd name="connsiteY6" fmla="*/ 1175657 h 1792882"/>
              <a:gd name="connsiteX7" fmla="*/ 4345336 w 4759266"/>
              <a:gd name="connsiteY7" fmla="*/ 1548882 h 1792882"/>
              <a:gd name="connsiteX8" fmla="*/ 4759266 w 4759266"/>
              <a:gd name="connsiteY8" fmla="*/ 1775436 h 1792882"/>
              <a:gd name="connsiteX9" fmla="*/ 0 w 4759266"/>
              <a:gd name="connsiteY9" fmla="*/ 1777946 h 1792882"/>
              <a:gd name="connsiteX10" fmla="*/ 258528 w 4759266"/>
              <a:gd name="connsiteY10" fmla="*/ 1492898 h 1792882"/>
              <a:gd name="connsiteX11" fmla="*/ 1116944 w 4759266"/>
              <a:gd name="connsiteY11" fmla="*/ 1026367 h 1792882"/>
              <a:gd name="connsiteX0" fmla="*/ 1116944 w 4759266"/>
              <a:gd name="connsiteY0" fmla="*/ 1026367 h 1777946"/>
              <a:gd name="connsiteX1" fmla="*/ 1546153 w 4759266"/>
              <a:gd name="connsiteY1" fmla="*/ 1138335 h 1777946"/>
              <a:gd name="connsiteX2" fmla="*/ 2161973 w 4759266"/>
              <a:gd name="connsiteY2" fmla="*/ 429208 h 1777946"/>
              <a:gd name="connsiteX3" fmla="*/ 2777793 w 4759266"/>
              <a:gd name="connsiteY3" fmla="*/ 0 h 1777946"/>
              <a:gd name="connsiteX4" fmla="*/ 3225663 w 4759266"/>
              <a:gd name="connsiteY4" fmla="*/ 541176 h 1777946"/>
              <a:gd name="connsiteX5" fmla="*/ 3766838 w 4759266"/>
              <a:gd name="connsiteY5" fmla="*/ 727788 h 1777946"/>
              <a:gd name="connsiteX6" fmla="*/ 3972112 w 4759266"/>
              <a:gd name="connsiteY6" fmla="*/ 1175657 h 1777946"/>
              <a:gd name="connsiteX7" fmla="*/ 4345336 w 4759266"/>
              <a:gd name="connsiteY7" fmla="*/ 1548882 h 1777946"/>
              <a:gd name="connsiteX8" fmla="*/ 4759266 w 4759266"/>
              <a:gd name="connsiteY8" fmla="*/ 1775436 h 1777946"/>
              <a:gd name="connsiteX9" fmla="*/ 0 w 4759266"/>
              <a:gd name="connsiteY9" fmla="*/ 1777946 h 1777946"/>
              <a:gd name="connsiteX10" fmla="*/ 258528 w 4759266"/>
              <a:gd name="connsiteY10" fmla="*/ 1492898 h 1777946"/>
              <a:gd name="connsiteX11" fmla="*/ 1116944 w 4759266"/>
              <a:gd name="connsiteY11" fmla="*/ 1026367 h 177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266" h="1777946">
                <a:moveTo>
                  <a:pt x="1116944" y="1026367"/>
                </a:moveTo>
                <a:lnTo>
                  <a:pt x="1546153" y="1138335"/>
                </a:lnTo>
                <a:lnTo>
                  <a:pt x="2161973" y="429208"/>
                </a:lnTo>
                <a:lnTo>
                  <a:pt x="2777793" y="0"/>
                </a:lnTo>
                <a:lnTo>
                  <a:pt x="3225663" y="541176"/>
                </a:lnTo>
                <a:lnTo>
                  <a:pt x="3766838" y="727788"/>
                </a:lnTo>
                <a:lnTo>
                  <a:pt x="3972112" y="1175657"/>
                </a:lnTo>
                <a:cubicBezTo>
                  <a:pt x="4096520" y="1300065"/>
                  <a:pt x="4214144" y="1448919"/>
                  <a:pt x="4345336" y="1548882"/>
                </a:cubicBezTo>
                <a:lnTo>
                  <a:pt x="4759266" y="1775436"/>
                </a:lnTo>
                <a:lnTo>
                  <a:pt x="0" y="1777946"/>
                </a:lnTo>
                <a:lnTo>
                  <a:pt x="258528" y="1492898"/>
                </a:lnTo>
                <a:lnTo>
                  <a:pt x="1116944" y="102636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7190046" y="2887644"/>
            <a:ext cx="1329732" cy="1106783"/>
          </a:xfrm>
          <a:custGeom>
            <a:avLst/>
            <a:gdLst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80211 w 2186751"/>
              <a:gd name="connsiteY0" fmla="*/ 1781208 h 1871439"/>
              <a:gd name="connsiteX1" fmla="*/ 0 w 2186751"/>
              <a:gd name="connsiteY1" fmla="*/ 642218 h 1871439"/>
              <a:gd name="connsiteX2" fmla="*/ 139032 w 2186751"/>
              <a:gd name="connsiteY2" fmla="*/ 534 h 1871439"/>
              <a:gd name="connsiteX3" fmla="*/ 604253 w 2186751"/>
              <a:gd name="connsiteY3" fmla="*/ 535271 h 1871439"/>
              <a:gd name="connsiteX4" fmla="*/ 1155032 w 2186751"/>
              <a:gd name="connsiteY4" fmla="*/ 717082 h 1871439"/>
              <a:gd name="connsiteX5" fmla="*/ 1374274 w 2186751"/>
              <a:gd name="connsiteY5" fmla="*/ 1171608 h 1871439"/>
              <a:gd name="connsiteX6" fmla="*/ 1711158 w 2186751"/>
              <a:gd name="connsiteY6" fmla="*/ 1535229 h 1871439"/>
              <a:gd name="connsiteX7" fmla="*/ 2112211 w 2186751"/>
              <a:gd name="connsiteY7" fmla="*/ 1770513 h 1871439"/>
              <a:gd name="connsiteX8" fmla="*/ 80211 w 2186751"/>
              <a:gd name="connsiteY8" fmla="*/ 1781208 h 1871439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12211"/>
              <a:gd name="connsiteY0" fmla="*/ 1780674 h 1870905"/>
              <a:gd name="connsiteX1" fmla="*/ 0 w 2112211"/>
              <a:gd name="connsiteY1" fmla="*/ 641684 h 1870905"/>
              <a:gd name="connsiteX2" fmla="*/ 139032 w 2112211"/>
              <a:gd name="connsiteY2" fmla="*/ 0 h 1870905"/>
              <a:gd name="connsiteX3" fmla="*/ 604253 w 2112211"/>
              <a:gd name="connsiteY3" fmla="*/ 534737 h 1870905"/>
              <a:gd name="connsiteX4" fmla="*/ 1155032 w 2112211"/>
              <a:gd name="connsiteY4" fmla="*/ 716548 h 1870905"/>
              <a:gd name="connsiteX5" fmla="*/ 1374274 w 2112211"/>
              <a:gd name="connsiteY5" fmla="*/ 1171074 h 1870905"/>
              <a:gd name="connsiteX6" fmla="*/ 1711158 w 2112211"/>
              <a:gd name="connsiteY6" fmla="*/ 1534695 h 1870905"/>
              <a:gd name="connsiteX7" fmla="*/ 2112211 w 2112211"/>
              <a:gd name="connsiteY7" fmla="*/ 1769979 h 1870905"/>
              <a:gd name="connsiteX8" fmla="*/ 80211 w 2112211"/>
              <a:gd name="connsiteY8" fmla="*/ 1780674 h 1870905"/>
              <a:gd name="connsiteX0" fmla="*/ 80211 w 2112211"/>
              <a:gd name="connsiteY0" fmla="*/ 1780674 h 1780674"/>
              <a:gd name="connsiteX1" fmla="*/ 0 w 2112211"/>
              <a:gd name="connsiteY1" fmla="*/ 641684 h 1780674"/>
              <a:gd name="connsiteX2" fmla="*/ 139032 w 2112211"/>
              <a:gd name="connsiteY2" fmla="*/ 0 h 1780674"/>
              <a:gd name="connsiteX3" fmla="*/ 604253 w 2112211"/>
              <a:gd name="connsiteY3" fmla="*/ 534737 h 1780674"/>
              <a:gd name="connsiteX4" fmla="*/ 1155032 w 2112211"/>
              <a:gd name="connsiteY4" fmla="*/ 716548 h 1780674"/>
              <a:gd name="connsiteX5" fmla="*/ 1374274 w 2112211"/>
              <a:gd name="connsiteY5" fmla="*/ 1171074 h 1780674"/>
              <a:gd name="connsiteX6" fmla="*/ 1711158 w 2112211"/>
              <a:gd name="connsiteY6" fmla="*/ 1534695 h 1780674"/>
              <a:gd name="connsiteX7" fmla="*/ 2112211 w 2112211"/>
              <a:gd name="connsiteY7" fmla="*/ 1769979 h 1780674"/>
              <a:gd name="connsiteX8" fmla="*/ 80211 w 2112211"/>
              <a:gd name="connsiteY8" fmla="*/ 1780674 h 1780674"/>
              <a:gd name="connsiteX0" fmla="*/ 175245 w 2237423"/>
              <a:gd name="connsiteY0" fmla="*/ 1780674 h 1830781"/>
              <a:gd name="connsiteX1" fmla="*/ 95034 w 2237423"/>
              <a:gd name="connsiteY1" fmla="*/ 641684 h 1830781"/>
              <a:gd name="connsiteX2" fmla="*/ 234066 w 2237423"/>
              <a:gd name="connsiteY2" fmla="*/ 0 h 1830781"/>
              <a:gd name="connsiteX3" fmla="*/ 699287 w 2237423"/>
              <a:gd name="connsiteY3" fmla="*/ 534737 h 1830781"/>
              <a:gd name="connsiteX4" fmla="*/ 1250066 w 2237423"/>
              <a:gd name="connsiteY4" fmla="*/ 716548 h 1830781"/>
              <a:gd name="connsiteX5" fmla="*/ 1469308 w 2237423"/>
              <a:gd name="connsiteY5" fmla="*/ 1171074 h 1830781"/>
              <a:gd name="connsiteX6" fmla="*/ 1806192 w 2237423"/>
              <a:gd name="connsiteY6" fmla="*/ 1534695 h 1830781"/>
              <a:gd name="connsiteX7" fmla="*/ 2237423 w 2237423"/>
              <a:gd name="connsiteY7" fmla="*/ 1610035 h 1830781"/>
              <a:gd name="connsiteX8" fmla="*/ 175245 w 2237423"/>
              <a:gd name="connsiteY8" fmla="*/ 1780674 h 1830781"/>
              <a:gd name="connsiteX0" fmla="*/ 175025 w 2234185"/>
              <a:gd name="connsiteY0" fmla="*/ 1780674 h 1877291"/>
              <a:gd name="connsiteX1" fmla="*/ 94814 w 2234185"/>
              <a:gd name="connsiteY1" fmla="*/ 641684 h 1877291"/>
              <a:gd name="connsiteX2" fmla="*/ 233846 w 2234185"/>
              <a:gd name="connsiteY2" fmla="*/ 0 h 1877291"/>
              <a:gd name="connsiteX3" fmla="*/ 699067 w 2234185"/>
              <a:gd name="connsiteY3" fmla="*/ 534737 h 1877291"/>
              <a:gd name="connsiteX4" fmla="*/ 1249846 w 2234185"/>
              <a:gd name="connsiteY4" fmla="*/ 716548 h 1877291"/>
              <a:gd name="connsiteX5" fmla="*/ 1469088 w 2234185"/>
              <a:gd name="connsiteY5" fmla="*/ 1171074 h 1877291"/>
              <a:gd name="connsiteX6" fmla="*/ 1805972 w 2234185"/>
              <a:gd name="connsiteY6" fmla="*/ 1534695 h 1877291"/>
              <a:gd name="connsiteX7" fmla="*/ 2234185 w 2234185"/>
              <a:gd name="connsiteY7" fmla="*/ 1776015 h 1877291"/>
              <a:gd name="connsiteX8" fmla="*/ 175025 w 2234185"/>
              <a:gd name="connsiteY8" fmla="*/ 1780674 h 1877291"/>
              <a:gd name="connsiteX0" fmla="*/ 80211 w 2139371"/>
              <a:gd name="connsiteY0" fmla="*/ 1780674 h 1877291"/>
              <a:gd name="connsiteX1" fmla="*/ 0 w 2139371"/>
              <a:gd name="connsiteY1" fmla="*/ 641684 h 1877291"/>
              <a:gd name="connsiteX2" fmla="*/ 139032 w 2139371"/>
              <a:gd name="connsiteY2" fmla="*/ 0 h 1877291"/>
              <a:gd name="connsiteX3" fmla="*/ 604253 w 2139371"/>
              <a:gd name="connsiteY3" fmla="*/ 534737 h 1877291"/>
              <a:gd name="connsiteX4" fmla="*/ 1155032 w 2139371"/>
              <a:gd name="connsiteY4" fmla="*/ 716548 h 1877291"/>
              <a:gd name="connsiteX5" fmla="*/ 1374274 w 2139371"/>
              <a:gd name="connsiteY5" fmla="*/ 1171074 h 1877291"/>
              <a:gd name="connsiteX6" fmla="*/ 1711158 w 2139371"/>
              <a:gd name="connsiteY6" fmla="*/ 1534695 h 1877291"/>
              <a:gd name="connsiteX7" fmla="*/ 2139371 w 2139371"/>
              <a:gd name="connsiteY7" fmla="*/ 1776015 h 1877291"/>
              <a:gd name="connsiteX8" fmla="*/ 80211 w 2139371"/>
              <a:gd name="connsiteY8" fmla="*/ 1780674 h 1877291"/>
              <a:gd name="connsiteX0" fmla="*/ 80211 w 2139371"/>
              <a:gd name="connsiteY0" fmla="*/ 1780674 h 1780674"/>
              <a:gd name="connsiteX1" fmla="*/ 0 w 2139371"/>
              <a:gd name="connsiteY1" fmla="*/ 641684 h 1780674"/>
              <a:gd name="connsiteX2" fmla="*/ 139032 w 2139371"/>
              <a:gd name="connsiteY2" fmla="*/ 0 h 1780674"/>
              <a:gd name="connsiteX3" fmla="*/ 604253 w 2139371"/>
              <a:gd name="connsiteY3" fmla="*/ 534737 h 1780674"/>
              <a:gd name="connsiteX4" fmla="*/ 1155032 w 2139371"/>
              <a:gd name="connsiteY4" fmla="*/ 716548 h 1780674"/>
              <a:gd name="connsiteX5" fmla="*/ 1374274 w 2139371"/>
              <a:gd name="connsiteY5" fmla="*/ 1171074 h 1780674"/>
              <a:gd name="connsiteX6" fmla="*/ 1711158 w 2139371"/>
              <a:gd name="connsiteY6" fmla="*/ 1534695 h 1780674"/>
              <a:gd name="connsiteX7" fmla="*/ 2139371 w 2139371"/>
              <a:gd name="connsiteY7" fmla="*/ 1776015 h 1780674"/>
              <a:gd name="connsiteX8" fmla="*/ 80211 w 2139371"/>
              <a:gd name="connsiteY8" fmla="*/ 1780674 h 178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9371" h="1780674">
                <a:moveTo>
                  <a:pt x="80211" y="1780674"/>
                </a:moveTo>
                <a:lnTo>
                  <a:pt x="0" y="641684"/>
                </a:lnTo>
                <a:lnTo>
                  <a:pt x="139032" y="0"/>
                </a:lnTo>
                <a:lnTo>
                  <a:pt x="604253" y="534737"/>
                </a:lnTo>
                <a:lnTo>
                  <a:pt x="1155032" y="716548"/>
                </a:lnTo>
                <a:lnTo>
                  <a:pt x="1374274" y="1171074"/>
                </a:lnTo>
                <a:lnTo>
                  <a:pt x="1711158" y="1534695"/>
                </a:lnTo>
                <a:lnTo>
                  <a:pt x="2139371" y="1776015"/>
                </a:lnTo>
                <a:lnTo>
                  <a:pt x="80211" y="1780674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4" name="Freeform 53"/>
          <p:cNvSpPr/>
          <p:nvPr/>
        </p:nvSpPr>
        <p:spPr>
          <a:xfrm flipV="1">
            <a:off x="5553783" y="3984788"/>
            <a:ext cx="2958136" cy="1112883"/>
          </a:xfrm>
          <a:custGeom>
            <a:avLst/>
            <a:gdLst>
              <a:gd name="connsiteX0" fmla="*/ 559311 w 5190529"/>
              <a:gd name="connsiteY0" fmla="*/ 1549839 h 1867809"/>
              <a:gd name="connsiteX1" fmla="*/ 1492372 w 5190529"/>
              <a:gd name="connsiteY1" fmla="*/ 1027324 h 1867809"/>
              <a:gd name="connsiteX2" fmla="*/ 1921581 w 5190529"/>
              <a:gd name="connsiteY2" fmla="*/ 1139292 h 1867809"/>
              <a:gd name="connsiteX3" fmla="*/ 2537401 w 5190529"/>
              <a:gd name="connsiteY3" fmla="*/ 430165 h 1867809"/>
              <a:gd name="connsiteX4" fmla="*/ 3153221 w 5190529"/>
              <a:gd name="connsiteY4" fmla="*/ 957 h 1867809"/>
              <a:gd name="connsiteX5" fmla="*/ 3601091 w 5190529"/>
              <a:gd name="connsiteY5" fmla="*/ 542133 h 1867809"/>
              <a:gd name="connsiteX6" fmla="*/ 4142266 w 5190529"/>
              <a:gd name="connsiteY6" fmla="*/ 728745 h 1867809"/>
              <a:gd name="connsiteX7" fmla="*/ 4347540 w 5190529"/>
              <a:gd name="connsiteY7" fmla="*/ 1176614 h 1867809"/>
              <a:gd name="connsiteX8" fmla="*/ 4720764 w 5190529"/>
              <a:gd name="connsiteY8" fmla="*/ 1549839 h 1867809"/>
              <a:gd name="connsiteX9" fmla="*/ 4888715 w 5190529"/>
              <a:gd name="connsiteY9" fmla="*/ 1792435 h 1867809"/>
              <a:gd name="connsiteX10" fmla="*/ 354038 w 5190529"/>
              <a:gd name="connsiteY10" fmla="*/ 1848418 h 1867809"/>
              <a:gd name="connsiteX11" fmla="*/ 633956 w 5190529"/>
              <a:gd name="connsiteY11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4888715"/>
              <a:gd name="connsiteY0" fmla="*/ 1026367 h 1866852"/>
              <a:gd name="connsiteX1" fmla="*/ 1921581 w 4888715"/>
              <a:gd name="connsiteY1" fmla="*/ 1138335 h 1866852"/>
              <a:gd name="connsiteX2" fmla="*/ 2537401 w 4888715"/>
              <a:gd name="connsiteY2" fmla="*/ 429208 h 1866852"/>
              <a:gd name="connsiteX3" fmla="*/ 3153221 w 4888715"/>
              <a:gd name="connsiteY3" fmla="*/ 0 h 1866852"/>
              <a:gd name="connsiteX4" fmla="*/ 3601091 w 4888715"/>
              <a:gd name="connsiteY4" fmla="*/ 541176 h 1866852"/>
              <a:gd name="connsiteX5" fmla="*/ 4142266 w 4888715"/>
              <a:gd name="connsiteY5" fmla="*/ 727788 h 1866852"/>
              <a:gd name="connsiteX6" fmla="*/ 4347540 w 4888715"/>
              <a:gd name="connsiteY6" fmla="*/ 1175657 h 1866852"/>
              <a:gd name="connsiteX7" fmla="*/ 4720764 w 4888715"/>
              <a:gd name="connsiteY7" fmla="*/ 1548882 h 1866852"/>
              <a:gd name="connsiteX8" fmla="*/ 4888715 w 4888715"/>
              <a:gd name="connsiteY8" fmla="*/ 1791478 h 1866852"/>
              <a:gd name="connsiteX9" fmla="*/ 354038 w 4888715"/>
              <a:gd name="connsiteY9" fmla="*/ 1847461 h 1866852"/>
              <a:gd name="connsiteX10" fmla="*/ 633956 w 4888715"/>
              <a:gd name="connsiteY10" fmla="*/ 1492898 h 1866852"/>
              <a:gd name="connsiteX11" fmla="*/ 1492372 w 4888715"/>
              <a:gd name="connsiteY11" fmla="*/ 1026367 h 1866852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47461"/>
              <a:gd name="connsiteX1" fmla="*/ 1939726 w 5152839"/>
              <a:gd name="connsiteY1" fmla="*/ 1138335 h 1847461"/>
              <a:gd name="connsiteX2" fmla="*/ 2555546 w 5152839"/>
              <a:gd name="connsiteY2" fmla="*/ 429208 h 1847461"/>
              <a:gd name="connsiteX3" fmla="*/ 3171366 w 5152839"/>
              <a:gd name="connsiteY3" fmla="*/ 0 h 1847461"/>
              <a:gd name="connsiteX4" fmla="*/ 3619236 w 5152839"/>
              <a:gd name="connsiteY4" fmla="*/ 541176 h 1847461"/>
              <a:gd name="connsiteX5" fmla="*/ 4160411 w 5152839"/>
              <a:gd name="connsiteY5" fmla="*/ 727788 h 1847461"/>
              <a:gd name="connsiteX6" fmla="*/ 4365685 w 5152839"/>
              <a:gd name="connsiteY6" fmla="*/ 1175657 h 1847461"/>
              <a:gd name="connsiteX7" fmla="*/ 4738909 w 5152839"/>
              <a:gd name="connsiteY7" fmla="*/ 1548882 h 1847461"/>
              <a:gd name="connsiteX8" fmla="*/ 5152839 w 5152839"/>
              <a:gd name="connsiteY8" fmla="*/ 1775436 h 1847461"/>
              <a:gd name="connsiteX9" fmla="*/ 372183 w 5152839"/>
              <a:gd name="connsiteY9" fmla="*/ 1847461 h 1847461"/>
              <a:gd name="connsiteX10" fmla="*/ 652101 w 5152839"/>
              <a:gd name="connsiteY10" fmla="*/ 1492898 h 1847461"/>
              <a:gd name="connsiteX11" fmla="*/ 1510517 w 5152839"/>
              <a:gd name="connsiteY11" fmla="*/ 1026367 h 1847461"/>
              <a:gd name="connsiteX0" fmla="*/ 1138334 w 4780656"/>
              <a:gd name="connsiteY0" fmla="*/ 1026367 h 1847461"/>
              <a:gd name="connsiteX1" fmla="*/ 1567543 w 4780656"/>
              <a:gd name="connsiteY1" fmla="*/ 1138335 h 1847461"/>
              <a:gd name="connsiteX2" fmla="*/ 2183363 w 4780656"/>
              <a:gd name="connsiteY2" fmla="*/ 429208 h 1847461"/>
              <a:gd name="connsiteX3" fmla="*/ 2799183 w 4780656"/>
              <a:gd name="connsiteY3" fmla="*/ 0 h 1847461"/>
              <a:gd name="connsiteX4" fmla="*/ 3247053 w 4780656"/>
              <a:gd name="connsiteY4" fmla="*/ 541176 h 1847461"/>
              <a:gd name="connsiteX5" fmla="*/ 3788228 w 4780656"/>
              <a:gd name="connsiteY5" fmla="*/ 727788 h 1847461"/>
              <a:gd name="connsiteX6" fmla="*/ 3993502 w 4780656"/>
              <a:gd name="connsiteY6" fmla="*/ 1175657 h 1847461"/>
              <a:gd name="connsiteX7" fmla="*/ 4366726 w 4780656"/>
              <a:gd name="connsiteY7" fmla="*/ 1548882 h 1847461"/>
              <a:gd name="connsiteX8" fmla="*/ 4780656 w 4780656"/>
              <a:gd name="connsiteY8" fmla="*/ 1775436 h 1847461"/>
              <a:gd name="connsiteX9" fmla="*/ 0 w 4780656"/>
              <a:gd name="connsiteY9" fmla="*/ 1847461 h 1847461"/>
              <a:gd name="connsiteX10" fmla="*/ 279918 w 4780656"/>
              <a:gd name="connsiteY10" fmla="*/ 1492898 h 1847461"/>
              <a:gd name="connsiteX11" fmla="*/ 1138334 w 4780656"/>
              <a:gd name="connsiteY11" fmla="*/ 1026367 h 1847461"/>
              <a:gd name="connsiteX0" fmla="*/ 1122292 w 5025647"/>
              <a:gd name="connsiteY0" fmla="*/ 1026367 h 1804682"/>
              <a:gd name="connsiteX1" fmla="*/ 1551501 w 5025647"/>
              <a:gd name="connsiteY1" fmla="*/ 1138335 h 1804682"/>
              <a:gd name="connsiteX2" fmla="*/ 2167321 w 5025647"/>
              <a:gd name="connsiteY2" fmla="*/ 429208 h 1804682"/>
              <a:gd name="connsiteX3" fmla="*/ 2783141 w 5025647"/>
              <a:gd name="connsiteY3" fmla="*/ 0 h 1804682"/>
              <a:gd name="connsiteX4" fmla="*/ 3231011 w 5025647"/>
              <a:gd name="connsiteY4" fmla="*/ 541176 h 1804682"/>
              <a:gd name="connsiteX5" fmla="*/ 3772186 w 5025647"/>
              <a:gd name="connsiteY5" fmla="*/ 727788 h 1804682"/>
              <a:gd name="connsiteX6" fmla="*/ 3977460 w 5025647"/>
              <a:gd name="connsiteY6" fmla="*/ 1175657 h 1804682"/>
              <a:gd name="connsiteX7" fmla="*/ 4350684 w 5025647"/>
              <a:gd name="connsiteY7" fmla="*/ 1548882 h 1804682"/>
              <a:gd name="connsiteX8" fmla="*/ 4764614 w 5025647"/>
              <a:gd name="connsiteY8" fmla="*/ 1775436 h 1804682"/>
              <a:gd name="connsiteX9" fmla="*/ 0 w 5025647"/>
              <a:gd name="connsiteY9" fmla="*/ 1804682 h 1804682"/>
              <a:gd name="connsiteX10" fmla="*/ 263876 w 5025647"/>
              <a:gd name="connsiteY10" fmla="*/ 1492898 h 1804682"/>
              <a:gd name="connsiteX11" fmla="*/ 1122292 w 5025647"/>
              <a:gd name="connsiteY11" fmla="*/ 1026367 h 1804682"/>
              <a:gd name="connsiteX0" fmla="*/ 1127639 w 5031375"/>
              <a:gd name="connsiteY0" fmla="*/ 1026367 h 1786958"/>
              <a:gd name="connsiteX1" fmla="*/ 1556848 w 5031375"/>
              <a:gd name="connsiteY1" fmla="*/ 1138335 h 1786958"/>
              <a:gd name="connsiteX2" fmla="*/ 2172668 w 5031375"/>
              <a:gd name="connsiteY2" fmla="*/ 429208 h 1786958"/>
              <a:gd name="connsiteX3" fmla="*/ 2788488 w 5031375"/>
              <a:gd name="connsiteY3" fmla="*/ 0 h 1786958"/>
              <a:gd name="connsiteX4" fmla="*/ 3236358 w 5031375"/>
              <a:gd name="connsiteY4" fmla="*/ 541176 h 1786958"/>
              <a:gd name="connsiteX5" fmla="*/ 3777533 w 5031375"/>
              <a:gd name="connsiteY5" fmla="*/ 727788 h 1786958"/>
              <a:gd name="connsiteX6" fmla="*/ 3982807 w 5031375"/>
              <a:gd name="connsiteY6" fmla="*/ 1175657 h 1786958"/>
              <a:gd name="connsiteX7" fmla="*/ 4356031 w 5031375"/>
              <a:gd name="connsiteY7" fmla="*/ 1548882 h 1786958"/>
              <a:gd name="connsiteX8" fmla="*/ 4769961 w 5031375"/>
              <a:gd name="connsiteY8" fmla="*/ 1775436 h 1786958"/>
              <a:gd name="connsiteX9" fmla="*/ 0 w 5031375"/>
              <a:gd name="connsiteY9" fmla="*/ 1761903 h 1786958"/>
              <a:gd name="connsiteX10" fmla="*/ 269223 w 5031375"/>
              <a:gd name="connsiteY10" fmla="*/ 1492898 h 1786958"/>
              <a:gd name="connsiteX11" fmla="*/ 1127639 w 5031375"/>
              <a:gd name="connsiteY11" fmla="*/ 1026367 h 1786958"/>
              <a:gd name="connsiteX0" fmla="*/ 1127639 w 4769961"/>
              <a:gd name="connsiteY0" fmla="*/ 1026367 h 1786958"/>
              <a:gd name="connsiteX1" fmla="*/ 1556848 w 4769961"/>
              <a:gd name="connsiteY1" fmla="*/ 1138335 h 1786958"/>
              <a:gd name="connsiteX2" fmla="*/ 2172668 w 4769961"/>
              <a:gd name="connsiteY2" fmla="*/ 429208 h 1786958"/>
              <a:gd name="connsiteX3" fmla="*/ 2788488 w 4769961"/>
              <a:gd name="connsiteY3" fmla="*/ 0 h 1786958"/>
              <a:gd name="connsiteX4" fmla="*/ 3236358 w 4769961"/>
              <a:gd name="connsiteY4" fmla="*/ 541176 h 1786958"/>
              <a:gd name="connsiteX5" fmla="*/ 3777533 w 4769961"/>
              <a:gd name="connsiteY5" fmla="*/ 727788 h 1786958"/>
              <a:gd name="connsiteX6" fmla="*/ 3982807 w 4769961"/>
              <a:gd name="connsiteY6" fmla="*/ 1175657 h 1786958"/>
              <a:gd name="connsiteX7" fmla="*/ 4356031 w 4769961"/>
              <a:gd name="connsiteY7" fmla="*/ 1548882 h 1786958"/>
              <a:gd name="connsiteX8" fmla="*/ 4769961 w 4769961"/>
              <a:gd name="connsiteY8" fmla="*/ 1775436 h 1786958"/>
              <a:gd name="connsiteX9" fmla="*/ 0 w 4769961"/>
              <a:gd name="connsiteY9" fmla="*/ 1761903 h 1786958"/>
              <a:gd name="connsiteX10" fmla="*/ 269223 w 4769961"/>
              <a:gd name="connsiteY10" fmla="*/ 1492898 h 1786958"/>
              <a:gd name="connsiteX11" fmla="*/ 1127639 w 4769961"/>
              <a:gd name="connsiteY11" fmla="*/ 1026367 h 1786958"/>
              <a:gd name="connsiteX0" fmla="*/ 1127639 w 4769961"/>
              <a:gd name="connsiteY0" fmla="*/ 1026367 h 1775436"/>
              <a:gd name="connsiteX1" fmla="*/ 1556848 w 4769961"/>
              <a:gd name="connsiteY1" fmla="*/ 1138335 h 1775436"/>
              <a:gd name="connsiteX2" fmla="*/ 2172668 w 4769961"/>
              <a:gd name="connsiteY2" fmla="*/ 429208 h 1775436"/>
              <a:gd name="connsiteX3" fmla="*/ 2788488 w 4769961"/>
              <a:gd name="connsiteY3" fmla="*/ 0 h 1775436"/>
              <a:gd name="connsiteX4" fmla="*/ 3236358 w 4769961"/>
              <a:gd name="connsiteY4" fmla="*/ 541176 h 1775436"/>
              <a:gd name="connsiteX5" fmla="*/ 3777533 w 4769961"/>
              <a:gd name="connsiteY5" fmla="*/ 727788 h 1775436"/>
              <a:gd name="connsiteX6" fmla="*/ 3982807 w 4769961"/>
              <a:gd name="connsiteY6" fmla="*/ 1175657 h 1775436"/>
              <a:gd name="connsiteX7" fmla="*/ 4356031 w 4769961"/>
              <a:gd name="connsiteY7" fmla="*/ 1548882 h 1775436"/>
              <a:gd name="connsiteX8" fmla="*/ 4769961 w 4769961"/>
              <a:gd name="connsiteY8" fmla="*/ 1775436 h 1775436"/>
              <a:gd name="connsiteX9" fmla="*/ 0 w 4769961"/>
              <a:gd name="connsiteY9" fmla="*/ 1761903 h 1775436"/>
              <a:gd name="connsiteX10" fmla="*/ 269223 w 4769961"/>
              <a:gd name="connsiteY10" fmla="*/ 1492898 h 1775436"/>
              <a:gd name="connsiteX11" fmla="*/ 1127639 w 4769961"/>
              <a:gd name="connsiteY11" fmla="*/ 1026367 h 1775436"/>
              <a:gd name="connsiteX0" fmla="*/ 1116944 w 5019917"/>
              <a:gd name="connsiteY0" fmla="*/ 1026367 h 1792882"/>
              <a:gd name="connsiteX1" fmla="*/ 1546153 w 5019917"/>
              <a:gd name="connsiteY1" fmla="*/ 1138335 h 1792882"/>
              <a:gd name="connsiteX2" fmla="*/ 2161973 w 5019917"/>
              <a:gd name="connsiteY2" fmla="*/ 429208 h 1792882"/>
              <a:gd name="connsiteX3" fmla="*/ 2777793 w 5019917"/>
              <a:gd name="connsiteY3" fmla="*/ 0 h 1792882"/>
              <a:gd name="connsiteX4" fmla="*/ 3225663 w 5019917"/>
              <a:gd name="connsiteY4" fmla="*/ 541176 h 1792882"/>
              <a:gd name="connsiteX5" fmla="*/ 3766838 w 5019917"/>
              <a:gd name="connsiteY5" fmla="*/ 727788 h 1792882"/>
              <a:gd name="connsiteX6" fmla="*/ 3972112 w 5019917"/>
              <a:gd name="connsiteY6" fmla="*/ 1175657 h 1792882"/>
              <a:gd name="connsiteX7" fmla="*/ 4345336 w 5019917"/>
              <a:gd name="connsiteY7" fmla="*/ 1548882 h 1792882"/>
              <a:gd name="connsiteX8" fmla="*/ 4759266 w 5019917"/>
              <a:gd name="connsiteY8" fmla="*/ 1775436 h 1792882"/>
              <a:gd name="connsiteX9" fmla="*/ 0 w 5019917"/>
              <a:gd name="connsiteY9" fmla="*/ 1777946 h 1792882"/>
              <a:gd name="connsiteX10" fmla="*/ 258528 w 5019917"/>
              <a:gd name="connsiteY10" fmla="*/ 1492898 h 1792882"/>
              <a:gd name="connsiteX11" fmla="*/ 1116944 w 5019917"/>
              <a:gd name="connsiteY11" fmla="*/ 1026367 h 1792882"/>
              <a:gd name="connsiteX0" fmla="*/ 1116944 w 4759266"/>
              <a:gd name="connsiteY0" fmla="*/ 1026367 h 1792882"/>
              <a:gd name="connsiteX1" fmla="*/ 1546153 w 4759266"/>
              <a:gd name="connsiteY1" fmla="*/ 1138335 h 1792882"/>
              <a:gd name="connsiteX2" fmla="*/ 2161973 w 4759266"/>
              <a:gd name="connsiteY2" fmla="*/ 429208 h 1792882"/>
              <a:gd name="connsiteX3" fmla="*/ 2777793 w 4759266"/>
              <a:gd name="connsiteY3" fmla="*/ 0 h 1792882"/>
              <a:gd name="connsiteX4" fmla="*/ 3225663 w 4759266"/>
              <a:gd name="connsiteY4" fmla="*/ 541176 h 1792882"/>
              <a:gd name="connsiteX5" fmla="*/ 3766838 w 4759266"/>
              <a:gd name="connsiteY5" fmla="*/ 727788 h 1792882"/>
              <a:gd name="connsiteX6" fmla="*/ 3972112 w 4759266"/>
              <a:gd name="connsiteY6" fmla="*/ 1175657 h 1792882"/>
              <a:gd name="connsiteX7" fmla="*/ 4345336 w 4759266"/>
              <a:gd name="connsiteY7" fmla="*/ 1548882 h 1792882"/>
              <a:gd name="connsiteX8" fmla="*/ 4759266 w 4759266"/>
              <a:gd name="connsiteY8" fmla="*/ 1775436 h 1792882"/>
              <a:gd name="connsiteX9" fmla="*/ 0 w 4759266"/>
              <a:gd name="connsiteY9" fmla="*/ 1777946 h 1792882"/>
              <a:gd name="connsiteX10" fmla="*/ 258528 w 4759266"/>
              <a:gd name="connsiteY10" fmla="*/ 1492898 h 1792882"/>
              <a:gd name="connsiteX11" fmla="*/ 1116944 w 4759266"/>
              <a:gd name="connsiteY11" fmla="*/ 1026367 h 1792882"/>
              <a:gd name="connsiteX0" fmla="*/ 1116944 w 4759266"/>
              <a:gd name="connsiteY0" fmla="*/ 1026367 h 1777946"/>
              <a:gd name="connsiteX1" fmla="*/ 1546153 w 4759266"/>
              <a:gd name="connsiteY1" fmla="*/ 1138335 h 1777946"/>
              <a:gd name="connsiteX2" fmla="*/ 2161973 w 4759266"/>
              <a:gd name="connsiteY2" fmla="*/ 429208 h 1777946"/>
              <a:gd name="connsiteX3" fmla="*/ 2777793 w 4759266"/>
              <a:gd name="connsiteY3" fmla="*/ 0 h 1777946"/>
              <a:gd name="connsiteX4" fmla="*/ 3225663 w 4759266"/>
              <a:gd name="connsiteY4" fmla="*/ 541176 h 1777946"/>
              <a:gd name="connsiteX5" fmla="*/ 3766838 w 4759266"/>
              <a:gd name="connsiteY5" fmla="*/ 727788 h 1777946"/>
              <a:gd name="connsiteX6" fmla="*/ 3972112 w 4759266"/>
              <a:gd name="connsiteY6" fmla="*/ 1175657 h 1777946"/>
              <a:gd name="connsiteX7" fmla="*/ 4345336 w 4759266"/>
              <a:gd name="connsiteY7" fmla="*/ 1548882 h 1777946"/>
              <a:gd name="connsiteX8" fmla="*/ 4759266 w 4759266"/>
              <a:gd name="connsiteY8" fmla="*/ 1775436 h 1777946"/>
              <a:gd name="connsiteX9" fmla="*/ 0 w 4759266"/>
              <a:gd name="connsiteY9" fmla="*/ 1777946 h 1777946"/>
              <a:gd name="connsiteX10" fmla="*/ 258528 w 4759266"/>
              <a:gd name="connsiteY10" fmla="*/ 1492898 h 1777946"/>
              <a:gd name="connsiteX11" fmla="*/ 1116944 w 4759266"/>
              <a:gd name="connsiteY11" fmla="*/ 1026367 h 177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266" h="1777946">
                <a:moveTo>
                  <a:pt x="1116944" y="1026367"/>
                </a:moveTo>
                <a:lnTo>
                  <a:pt x="1546153" y="1138335"/>
                </a:lnTo>
                <a:lnTo>
                  <a:pt x="2161973" y="429208"/>
                </a:lnTo>
                <a:lnTo>
                  <a:pt x="2777793" y="0"/>
                </a:lnTo>
                <a:lnTo>
                  <a:pt x="3225663" y="541176"/>
                </a:lnTo>
                <a:lnTo>
                  <a:pt x="3766838" y="727788"/>
                </a:lnTo>
                <a:lnTo>
                  <a:pt x="3972112" y="1175657"/>
                </a:lnTo>
                <a:cubicBezTo>
                  <a:pt x="4096520" y="1300065"/>
                  <a:pt x="4214144" y="1448919"/>
                  <a:pt x="4345336" y="1548882"/>
                </a:cubicBezTo>
                <a:lnTo>
                  <a:pt x="4759266" y="1775436"/>
                </a:lnTo>
                <a:lnTo>
                  <a:pt x="0" y="1777946"/>
                </a:lnTo>
                <a:lnTo>
                  <a:pt x="258528" y="1492898"/>
                </a:lnTo>
                <a:lnTo>
                  <a:pt x="1116944" y="1026367"/>
                </a:lnTo>
                <a:close/>
              </a:path>
            </a:pathLst>
          </a:cu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5" name="Freeform 54"/>
          <p:cNvSpPr/>
          <p:nvPr/>
        </p:nvSpPr>
        <p:spPr>
          <a:xfrm flipV="1">
            <a:off x="7190046" y="3983217"/>
            <a:ext cx="1329732" cy="1114591"/>
          </a:xfrm>
          <a:custGeom>
            <a:avLst/>
            <a:gdLst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80211 w 2186751"/>
              <a:gd name="connsiteY0" fmla="*/ 1781208 h 1871439"/>
              <a:gd name="connsiteX1" fmla="*/ 0 w 2186751"/>
              <a:gd name="connsiteY1" fmla="*/ 642218 h 1871439"/>
              <a:gd name="connsiteX2" fmla="*/ 139032 w 2186751"/>
              <a:gd name="connsiteY2" fmla="*/ 534 h 1871439"/>
              <a:gd name="connsiteX3" fmla="*/ 604253 w 2186751"/>
              <a:gd name="connsiteY3" fmla="*/ 535271 h 1871439"/>
              <a:gd name="connsiteX4" fmla="*/ 1155032 w 2186751"/>
              <a:gd name="connsiteY4" fmla="*/ 717082 h 1871439"/>
              <a:gd name="connsiteX5" fmla="*/ 1374274 w 2186751"/>
              <a:gd name="connsiteY5" fmla="*/ 1171608 h 1871439"/>
              <a:gd name="connsiteX6" fmla="*/ 1711158 w 2186751"/>
              <a:gd name="connsiteY6" fmla="*/ 1535229 h 1871439"/>
              <a:gd name="connsiteX7" fmla="*/ 2112211 w 2186751"/>
              <a:gd name="connsiteY7" fmla="*/ 1770513 h 1871439"/>
              <a:gd name="connsiteX8" fmla="*/ 80211 w 2186751"/>
              <a:gd name="connsiteY8" fmla="*/ 1781208 h 1871439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12211"/>
              <a:gd name="connsiteY0" fmla="*/ 1780674 h 1870905"/>
              <a:gd name="connsiteX1" fmla="*/ 0 w 2112211"/>
              <a:gd name="connsiteY1" fmla="*/ 641684 h 1870905"/>
              <a:gd name="connsiteX2" fmla="*/ 139032 w 2112211"/>
              <a:gd name="connsiteY2" fmla="*/ 0 h 1870905"/>
              <a:gd name="connsiteX3" fmla="*/ 604253 w 2112211"/>
              <a:gd name="connsiteY3" fmla="*/ 534737 h 1870905"/>
              <a:gd name="connsiteX4" fmla="*/ 1155032 w 2112211"/>
              <a:gd name="connsiteY4" fmla="*/ 716548 h 1870905"/>
              <a:gd name="connsiteX5" fmla="*/ 1374274 w 2112211"/>
              <a:gd name="connsiteY5" fmla="*/ 1171074 h 1870905"/>
              <a:gd name="connsiteX6" fmla="*/ 1711158 w 2112211"/>
              <a:gd name="connsiteY6" fmla="*/ 1534695 h 1870905"/>
              <a:gd name="connsiteX7" fmla="*/ 2112211 w 2112211"/>
              <a:gd name="connsiteY7" fmla="*/ 1769979 h 1870905"/>
              <a:gd name="connsiteX8" fmla="*/ 80211 w 2112211"/>
              <a:gd name="connsiteY8" fmla="*/ 1780674 h 1870905"/>
              <a:gd name="connsiteX0" fmla="*/ 80211 w 2112211"/>
              <a:gd name="connsiteY0" fmla="*/ 1780674 h 1780674"/>
              <a:gd name="connsiteX1" fmla="*/ 0 w 2112211"/>
              <a:gd name="connsiteY1" fmla="*/ 641684 h 1780674"/>
              <a:gd name="connsiteX2" fmla="*/ 139032 w 2112211"/>
              <a:gd name="connsiteY2" fmla="*/ 0 h 1780674"/>
              <a:gd name="connsiteX3" fmla="*/ 604253 w 2112211"/>
              <a:gd name="connsiteY3" fmla="*/ 534737 h 1780674"/>
              <a:gd name="connsiteX4" fmla="*/ 1155032 w 2112211"/>
              <a:gd name="connsiteY4" fmla="*/ 716548 h 1780674"/>
              <a:gd name="connsiteX5" fmla="*/ 1374274 w 2112211"/>
              <a:gd name="connsiteY5" fmla="*/ 1171074 h 1780674"/>
              <a:gd name="connsiteX6" fmla="*/ 1711158 w 2112211"/>
              <a:gd name="connsiteY6" fmla="*/ 1534695 h 1780674"/>
              <a:gd name="connsiteX7" fmla="*/ 2112211 w 2112211"/>
              <a:gd name="connsiteY7" fmla="*/ 1769979 h 1780674"/>
              <a:gd name="connsiteX8" fmla="*/ 80211 w 2112211"/>
              <a:gd name="connsiteY8" fmla="*/ 1780674 h 1780674"/>
              <a:gd name="connsiteX0" fmla="*/ 175245 w 2237423"/>
              <a:gd name="connsiteY0" fmla="*/ 1780674 h 1830781"/>
              <a:gd name="connsiteX1" fmla="*/ 95034 w 2237423"/>
              <a:gd name="connsiteY1" fmla="*/ 641684 h 1830781"/>
              <a:gd name="connsiteX2" fmla="*/ 234066 w 2237423"/>
              <a:gd name="connsiteY2" fmla="*/ 0 h 1830781"/>
              <a:gd name="connsiteX3" fmla="*/ 699287 w 2237423"/>
              <a:gd name="connsiteY3" fmla="*/ 534737 h 1830781"/>
              <a:gd name="connsiteX4" fmla="*/ 1250066 w 2237423"/>
              <a:gd name="connsiteY4" fmla="*/ 716548 h 1830781"/>
              <a:gd name="connsiteX5" fmla="*/ 1469308 w 2237423"/>
              <a:gd name="connsiteY5" fmla="*/ 1171074 h 1830781"/>
              <a:gd name="connsiteX6" fmla="*/ 1806192 w 2237423"/>
              <a:gd name="connsiteY6" fmla="*/ 1534695 h 1830781"/>
              <a:gd name="connsiteX7" fmla="*/ 2237423 w 2237423"/>
              <a:gd name="connsiteY7" fmla="*/ 1610035 h 1830781"/>
              <a:gd name="connsiteX8" fmla="*/ 175245 w 2237423"/>
              <a:gd name="connsiteY8" fmla="*/ 1780674 h 1830781"/>
              <a:gd name="connsiteX0" fmla="*/ 175025 w 2234185"/>
              <a:gd name="connsiteY0" fmla="*/ 1780674 h 1877291"/>
              <a:gd name="connsiteX1" fmla="*/ 94814 w 2234185"/>
              <a:gd name="connsiteY1" fmla="*/ 641684 h 1877291"/>
              <a:gd name="connsiteX2" fmla="*/ 233846 w 2234185"/>
              <a:gd name="connsiteY2" fmla="*/ 0 h 1877291"/>
              <a:gd name="connsiteX3" fmla="*/ 699067 w 2234185"/>
              <a:gd name="connsiteY3" fmla="*/ 534737 h 1877291"/>
              <a:gd name="connsiteX4" fmla="*/ 1249846 w 2234185"/>
              <a:gd name="connsiteY4" fmla="*/ 716548 h 1877291"/>
              <a:gd name="connsiteX5" fmla="*/ 1469088 w 2234185"/>
              <a:gd name="connsiteY5" fmla="*/ 1171074 h 1877291"/>
              <a:gd name="connsiteX6" fmla="*/ 1805972 w 2234185"/>
              <a:gd name="connsiteY6" fmla="*/ 1534695 h 1877291"/>
              <a:gd name="connsiteX7" fmla="*/ 2234185 w 2234185"/>
              <a:gd name="connsiteY7" fmla="*/ 1776015 h 1877291"/>
              <a:gd name="connsiteX8" fmla="*/ 175025 w 2234185"/>
              <a:gd name="connsiteY8" fmla="*/ 1780674 h 1877291"/>
              <a:gd name="connsiteX0" fmla="*/ 80211 w 2139371"/>
              <a:gd name="connsiteY0" fmla="*/ 1780674 h 1877291"/>
              <a:gd name="connsiteX1" fmla="*/ 0 w 2139371"/>
              <a:gd name="connsiteY1" fmla="*/ 641684 h 1877291"/>
              <a:gd name="connsiteX2" fmla="*/ 139032 w 2139371"/>
              <a:gd name="connsiteY2" fmla="*/ 0 h 1877291"/>
              <a:gd name="connsiteX3" fmla="*/ 604253 w 2139371"/>
              <a:gd name="connsiteY3" fmla="*/ 534737 h 1877291"/>
              <a:gd name="connsiteX4" fmla="*/ 1155032 w 2139371"/>
              <a:gd name="connsiteY4" fmla="*/ 716548 h 1877291"/>
              <a:gd name="connsiteX5" fmla="*/ 1374274 w 2139371"/>
              <a:gd name="connsiteY5" fmla="*/ 1171074 h 1877291"/>
              <a:gd name="connsiteX6" fmla="*/ 1711158 w 2139371"/>
              <a:gd name="connsiteY6" fmla="*/ 1534695 h 1877291"/>
              <a:gd name="connsiteX7" fmla="*/ 2139371 w 2139371"/>
              <a:gd name="connsiteY7" fmla="*/ 1776015 h 1877291"/>
              <a:gd name="connsiteX8" fmla="*/ 80211 w 2139371"/>
              <a:gd name="connsiteY8" fmla="*/ 1780674 h 1877291"/>
              <a:gd name="connsiteX0" fmla="*/ 80211 w 2139371"/>
              <a:gd name="connsiteY0" fmla="*/ 1780674 h 1780674"/>
              <a:gd name="connsiteX1" fmla="*/ 0 w 2139371"/>
              <a:gd name="connsiteY1" fmla="*/ 641684 h 1780674"/>
              <a:gd name="connsiteX2" fmla="*/ 139032 w 2139371"/>
              <a:gd name="connsiteY2" fmla="*/ 0 h 1780674"/>
              <a:gd name="connsiteX3" fmla="*/ 604253 w 2139371"/>
              <a:gd name="connsiteY3" fmla="*/ 534737 h 1780674"/>
              <a:gd name="connsiteX4" fmla="*/ 1155032 w 2139371"/>
              <a:gd name="connsiteY4" fmla="*/ 716548 h 1780674"/>
              <a:gd name="connsiteX5" fmla="*/ 1374274 w 2139371"/>
              <a:gd name="connsiteY5" fmla="*/ 1171074 h 1780674"/>
              <a:gd name="connsiteX6" fmla="*/ 1711158 w 2139371"/>
              <a:gd name="connsiteY6" fmla="*/ 1534695 h 1780674"/>
              <a:gd name="connsiteX7" fmla="*/ 2139371 w 2139371"/>
              <a:gd name="connsiteY7" fmla="*/ 1776015 h 1780674"/>
              <a:gd name="connsiteX8" fmla="*/ 80211 w 2139371"/>
              <a:gd name="connsiteY8" fmla="*/ 1780674 h 178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9371" h="1780674">
                <a:moveTo>
                  <a:pt x="80211" y="1780674"/>
                </a:moveTo>
                <a:lnTo>
                  <a:pt x="0" y="641684"/>
                </a:lnTo>
                <a:lnTo>
                  <a:pt x="139032" y="0"/>
                </a:lnTo>
                <a:lnTo>
                  <a:pt x="604253" y="534737"/>
                </a:lnTo>
                <a:lnTo>
                  <a:pt x="1155032" y="716548"/>
                </a:lnTo>
                <a:lnTo>
                  <a:pt x="1374274" y="1171074"/>
                </a:lnTo>
                <a:lnTo>
                  <a:pt x="1711158" y="1534695"/>
                </a:lnTo>
                <a:lnTo>
                  <a:pt x="2139371" y="1776015"/>
                </a:lnTo>
                <a:lnTo>
                  <a:pt x="80211" y="17806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8895983" y="3202373"/>
            <a:ext cx="2075783" cy="775462"/>
          </a:xfrm>
          <a:custGeom>
            <a:avLst/>
            <a:gdLst>
              <a:gd name="connsiteX0" fmla="*/ 559311 w 5190529"/>
              <a:gd name="connsiteY0" fmla="*/ 1549839 h 1867809"/>
              <a:gd name="connsiteX1" fmla="*/ 1492372 w 5190529"/>
              <a:gd name="connsiteY1" fmla="*/ 1027324 h 1867809"/>
              <a:gd name="connsiteX2" fmla="*/ 1921581 w 5190529"/>
              <a:gd name="connsiteY2" fmla="*/ 1139292 h 1867809"/>
              <a:gd name="connsiteX3" fmla="*/ 2537401 w 5190529"/>
              <a:gd name="connsiteY3" fmla="*/ 430165 h 1867809"/>
              <a:gd name="connsiteX4" fmla="*/ 3153221 w 5190529"/>
              <a:gd name="connsiteY4" fmla="*/ 957 h 1867809"/>
              <a:gd name="connsiteX5" fmla="*/ 3601091 w 5190529"/>
              <a:gd name="connsiteY5" fmla="*/ 542133 h 1867809"/>
              <a:gd name="connsiteX6" fmla="*/ 4142266 w 5190529"/>
              <a:gd name="connsiteY6" fmla="*/ 728745 h 1867809"/>
              <a:gd name="connsiteX7" fmla="*/ 4347540 w 5190529"/>
              <a:gd name="connsiteY7" fmla="*/ 1176614 h 1867809"/>
              <a:gd name="connsiteX8" fmla="*/ 4720764 w 5190529"/>
              <a:gd name="connsiteY8" fmla="*/ 1549839 h 1867809"/>
              <a:gd name="connsiteX9" fmla="*/ 4888715 w 5190529"/>
              <a:gd name="connsiteY9" fmla="*/ 1792435 h 1867809"/>
              <a:gd name="connsiteX10" fmla="*/ 354038 w 5190529"/>
              <a:gd name="connsiteY10" fmla="*/ 1848418 h 1867809"/>
              <a:gd name="connsiteX11" fmla="*/ 633956 w 5190529"/>
              <a:gd name="connsiteY11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4888715"/>
              <a:gd name="connsiteY0" fmla="*/ 1026367 h 1866852"/>
              <a:gd name="connsiteX1" fmla="*/ 1921581 w 4888715"/>
              <a:gd name="connsiteY1" fmla="*/ 1138335 h 1866852"/>
              <a:gd name="connsiteX2" fmla="*/ 2537401 w 4888715"/>
              <a:gd name="connsiteY2" fmla="*/ 429208 h 1866852"/>
              <a:gd name="connsiteX3" fmla="*/ 3153221 w 4888715"/>
              <a:gd name="connsiteY3" fmla="*/ 0 h 1866852"/>
              <a:gd name="connsiteX4" fmla="*/ 3601091 w 4888715"/>
              <a:gd name="connsiteY4" fmla="*/ 541176 h 1866852"/>
              <a:gd name="connsiteX5" fmla="*/ 4142266 w 4888715"/>
              <a:gd name="connsiteY5" fmla="*/ 727788 h 1866852"/>
              <a:gd name="connsiteX6" fmla="*/ 4347540 w 4888715"/>
              <a:gd name="connsiteY6" fmla="*/ 1175657 h 1866852"/>
              <a:gd name="connsiteX7" fmla="*/ 4720764 w 4888715"/>
              <a:gd name="connsiteY7" fmla="*/ 1548882 h 1866852"/>
              <a:gd name="connsiteX8" fmla="*/ 4888715 w 4888715"/>
              <a:gd name="connsiteY8" fmla="*/ 1791478 h 1866852"/>
              <a:gd name="connsiteX9" fmla="*/ 354038 w 4888715"/>
              <a:gd name="connsiteY9" fmla="*/ 1847461 h 1866852"/>
              <a:gd name="connsiteX10" fmla="*/ 633956 w 4888715"/>
              <a:gd name="connsiteY10" fmla="*/ 1492898 h 1866852"/>
              <a:gd name="connsiteX11" fmla="*/ 1492372 w 4888715"/>
              <a:gd name="connsiteY11" fmla="*/ 1026367 h 1866852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47461"/>
              <a:gd name="connsiteX1" fmla="*/ 1939726 w 5152839"/>
              <a:gd name="connsiteY1" fmla="*/ 1138335 h 1847461"/>
              <a:gd name="connsiteX2" fmla="*/ 2555546 w 5152839"/>
              <a:gd name="connsiteY2" fmla="*/ 429208 h 1847461"/>
              <a:gd name="connsiteX3" fmla="*/ 3171366 w 5152839"/>
              <a:gd name="connsiteY3" fmla="*/ 0 h 1847461"/>
              <a:gd name="connsiteX4" fmla="*/ 3619236 w 5152839"/>
              <a:gd name="connsiteY4" fmla="*/ 541176 h 1847461"/>
              <a:gd name="connsiteX5" fmla="*/ 4160411 w 5152839"/>
              <a:gd name="connsiteY5" fmla="*/ 727788 h 1847461"/>
              <a:gd name="connsiteX6" fmla="*/ 4365685 w 5152839"/>
              <a:gd name="connsiteY6" fmla="*/ 1175657 h 1847461"/>
              <a:gd name="connsiteX7" fmla="*/ 4738909 w 5152839"/>
              <a:gd name="connsiteY7" fmla="*/ 1548882 h 1847461"/>
              <a:gd name="connsiteX8" fmla="*/ 5152839 w 5152839"/>
              <a:gd name="connsiteY8" fmla="*/ 1775436 h 1847461"/>
              <a:gd name="connsiteX9" fmla="*/ 372183 w 5152839"/>
              <a:gd name="connsiteY9" fmla="*/ 1847461 h 1847461"/>
              <a:gd name="connsiteX10" fmla="*/ 652101 w 5152839"/>
              <a:gd name="connsiteY10" fmla="*/ 1492898 h 1847461"/>
              <a:gd name="connsiteX11" fmla="*/ 1510517 w 5152839"/>
              <a:gd name="connsiteY11" fmla="*/ 1026367 h 1847461"/>
              <a:gd name="connsiteX0" fmla="*/ 1138334 w 4780656"/>
              <a:gd name="connsiteY0" fmla="*/ 1026367 h 1847461"/>
              <a:gd name="connsiteX1" fmla="*/ 1567543 w 4780656"/>
              <a:gd name="connsiteY1" fmla="*/ 1138335 h 1847461"/>
              <a:gd name="connsiteX2" fmla="*/ 2183363 w 4780656"/>
              <a:gd name="connsiteY2" fmla="*/ 429208 h 1847461"/>
              <a:gd name="connsiteX3" fmla="*/ 2799183 w 4780656"/>
              <a:gd name="connsiteY3" fmla="*/ 0 h 1847461"/>
              <a:gd name="connsiteX4" fmla="*/ 3247053 w 4780656"/>
              <a:gd name="connsiteY4" fmla="*/ 541176 h 1847461"/>
              <a:gd name="connsiteX5" fmla="*/ 3788228 w 4780656"/>
              <a:gd name="connsiteY5" fmla="*/ 727788 h 1847461"/>
              <a:gd name="connsiteX6" fmla="*/ 3993502 w 4780656"/>
              <a:gd name="connsiteY6" fmla="*/ 1175657 h 1847461"/>
              <a:gd name="connsiteX7" fmla="*/ 4366726 w 4780656"/>
              <a:gd name="connsiteY7" fmla="*/ 1548882 h 1847461"/>
              <a:gd name="connsiteX8" fmla="*/ 4780656 w 4780656"/>
              <a:gd name="connsiteY8" fmla="*/ 1775436 h 1847461"/>
              <a:gd name="connsiteX9" fmla="*/ 0 w 4780656"/>
              <a:gd name="connsiteY9" fmla="*/ 1847461 h 1847461"/>
              <a:gd name="connsiteX10" fmla="*/ 279918 w 4780656"/>
              <a:gd name="connsiteY10" fmla="*/ 1492898 h 1847461"/>
              <a:gd name="connsiteX11" fmla="*/ 1138334 w 4780656"/>
              <a:gd name="connsiteY11" fmla="*/ 1026367 h 1847461"/>
              <a:gd name="connsiteX0" fmla="*/ 1122292 w 5025647"/>
              <a:gd name="connsiteY0" fmla="*/ 1026367 h 1804682"/>
              <a:gd name="connsiteX1" fmla="*/ 1551501 w 5025647"/>
              <a:gd name="connsiteY1" fmla="*/ 1138335 h 1804682"/>
              <a:gd name="connsiteX2" fmla="*/ 2167321 w 5025647"/>
              <a:gd name="connsiteY2" fmla="*/ 429208 h 1804682"/>
              <a:gd name="connsiteX3" fmla="*/ 2783141 w 5025647"/>
              <a:gd name="connsiteY3" fmla="*/ 0 h 1804682"/>
              <a:gd name="connsiteX4" fmla="*/ 3231011 w 5025647"/>
              <a:gd name="connsiteY4" fmla="*/ 541176 h 1804682"/>
              <a:gd name="connsiteX5" fmla="*/ 3772186 w 5025647"/>
              <a:gd name="connsiteY5" fmla="*/ 727788 h 1804682"/>
              <a:gd name="connsiteX6" fmla="*/ 3977460 w 5025647"/>
              <a:gd name="connsiteY6" fmla="*/ 1175657 h 1804682"/>
              <a:gd name="connsiteX7" fmla="*/ 4350684 w 5025647"/>
              <a:gd name="connsiteY7" fmla="*/ 1548882 h 1804682"/>
              <a:gd name="connsiteX8" fmla="*/ 4764614 w 5025647"/>
              <a:gd name="connsiteY8" fmla="*/ 1775436 h 1804682"/>
              <a:gd name="connsiteX9" fmla="*/ 0 w 5025647"/>
              <a:gd name="connsiteY9" fmla="*/ 1804682 h 1804682"/>
              <a:gd name="connsiteX10" fmla="*/ 263876 w 5025647"/>
              <a:gd name="connsiteY10" fmla="*/ 1492898 h 1804682"/>
              <a:gd name="connsiteX11" fmla="*/ 1122292 w 5025647"/>
              <a:gd name="connsiteY11" fmla="*/ 1026367 h 1804682"/>
              <a:gd name="connsiteX0" fmla="*/ 1127639 w 5031375"/>
              <a:gd name="connsiteY0" fmla="*/ 1026367 h 1786958"/>
              <a:gd name="connsiteX1" fmla="*/ 1556848 w 5031375"/>
              <a:gd name="connsiteY1" fmla="*/ 1138335 h 1786958"/>
              <a:gd name="connsiteX2" fmla="*/ 2172668 w 5031375"/>
              <a:gd name="connsiteY2" fmla="*/ 429208 h 1786958"/>
              <a:gd name="connsiteX3" fmla="*/ 2788488 w 5031375"/>
              <a:gd name="connsiteY3" fmla="*/ 0 h 1786958"/>
              <a:gd name="connsiteX4" fmla="*/ 3236358 w 5031375"/>
              <a:gd name="connsiteY4" fmla="*/ 541176 h 1786958"/>
              <a:gd name="connsiteX5" fmla="*/ 3777533 w 5031375"/>
              <a:gd name="connsiteY5" fmla="*/ 727788 h 1786958"/>
              <a:gd name="connsiteX6" fmla="*/ 3982807 w 5031375"/>
              <a:gd name="connsiteY6" fmla="*/ 1175657 h 1786958"/>
              <a:gd name="connsiteX7" fmla="*/ 4356031 w 5031375"/>
              <a:gd name="connsiteY7" fmla="*/ 1548882 h 1786958"/>
              <a:gd name="connsiteX8" fmla="*/ 4769961 w 5031375"/>
              <a:gd name="connsiteY8" fmla="*/ 1775436 h 1786958"/>
              <a:gd name="connsiteX9" fmla="*/ 0 w 5031375"/>
              <a:gd name="connsiteY9" fmla="*/ 1761903 h 1786958"/>
              <a:gd name="connsiteX10" fmla="*/ 269223 w 5031375"/>
              <a:gd name="connsiteY10" fmla="*/ 1492898 h 1786958"/>
              <a:gd name="connsiteX11" fmla="*/ 1127639 w 5031375"/>
              <a:gd name="connsiteY11" fmla="*/ 1026367 h 1786958"/>
              <a:gd name="connsiteX0" fmla="*/ 1127639 w 4769961"/>
              <a:gd name="connsiteY0" fmla="*/ 1026367 h 1786958"/>
              <a:gd name="connsiteX1" fmla="*/ 1556848 w 4769961"/>
              <a:gd name="connsiteY1" fmla="*/ 1138335 h 1786958"/>
              <a:gd name="connsiteX2" fmla="*/ 2172668 w 4769961"/>
              <a:gd name="connsiteY2" fmla="*/ 429208 h 1786958"/>
              <a:gd name="connsiteX3" fmla="*/ 2788488 w 4769961"/>
              <a:gd name="connsiteY3" fmla="*/ 0 h 1786958"/>
              <a:gd name="connsiteX4" fmla="*/ 3236358 w 4769961"/>
              <a:gd name="connsiteY4" fmla="*/ 541176 h 1786958"/>
              <a:gd name="connsiteX5" fmla="*/ 3777533 w 4769961"/>
              <a:gd name="connsiteY5" fmla="*/ 727788 h 1786958"/>
              <a:gd name="connsiteX6" fmla="*/ 3982807 w 4769961"/>
              <a:gd name="connsiteY6" fmla="*/ 1175657 h 1786958"/>
              <a:gd name="connsiteX7" fmla="*/ 4356031 w 4769961"/>
              <a:gd name="connsiteY7" fmla="*/ 1548882 h 1786958"/>
              <a:gd name="connsiteX8" fmla="*/ 4769961 w 4769961"/>
              <a:gd name="connsiteY8" fmla="*/ 1775436 h 1786958"/>
              <a:gd name="connsiteX9" fmla="*/ 0 w 4769961"/>
              <a:gd name="connsiteY9" fmla="*/ 1761903 h 1786958"/>
              <a:gd name="connsiteX10" fmla="*/ 269223 w 4769961"/>
              <a:gd name="connsiteY10" fmla="*/ 1492898 h 1786958"/>
              <a:gd name="connsiteX11" fmla="*/ 1127639 w 4769961"/>
              <a:gd name="connsiteY11" fmla="*/ 1026367 h 1786958"/>
              <a:gd name="connsiteX0" fmla="*/ 1127639 w 4769961"/>
              <a:gd name="connsiteY0" fmla="*/ 1026367 h 1775436"/>
              <a:gd name="connsiteX1" fmla="*/ 1556848 w 4769961"/>
              <a:gd name="connsiteY1" fmla="*/ 1138335 h 1775436"/>
              <a:gd name="connsiteX2" fmla="*/ 2172668 w 4769961"/>
              <a:gd name="connsiteY2" fmla="*/ 429208 h 1775436"/>
              <a:gd name="connsiteX3" fmla="*/ 2788488 w 4769961"/>
              <a:gd name="connsiteY3" fmla="*/ 0 h 1775436"/>
              <a:gd name="connsiteX4" fmla="*/ 3236358 w 4769961"/>
              <a:gd name="connsiteY4" fmla="*/ 541176 h 1775436"/>
              <a:gd name="connsiteX5" fmla="*/ 3777533 w 4769961"/>
              <a:gd name="connsiteY5" fmla="*/ 727788 h 1775436"/>
              <a:gd name="connsiteX6" fmla="*/ 3982807 w 4769961"/>
              <a:gd name="connsiteY6" fmla="*/ 1175657 h 1775436"/>
              <a:gd name="connsiteX7" fmla="*/ 4356031 w 4769961"/>
              <a:gd name="connsiteY7" fmla="*/ 1548882 h 1775436"/>
              <a:gd name="connsiteX8" fmla="*/ 4769961 w 4769961"/>
              <a:gd name="connsiteY8" fmla="*/ 1775436 h 1775436"/>
              <a:gd name="connsiteX9" fmla="*/ 0 w 4769961"/>
              <a:gd name="connsiteY9" fmla="*/ 1761903 h 1775436"/>
              <a:gd name="connsiteX10" fmla="*/ 269223 w 4769961"/>
              <a:gd name="connsiteY10" fmla="*/ 1492898 h 1775436"/>
              <a:gd name="connsiteX11" fmla="*/ 1127639 w 4769961"/>
              <a:gd name="connsiteY11" fmla="*/ 1026367 h 1775436"/>
              <a:gd name="connsiteX0" fmla="*/ 1116944 w 5019917"/>
              <a:gd name="connsiteY0" fmla="*/ 1026367 h 1792882"/>
              <a:gd name="connsiteX1" fmla="*/ 1546153 w 5019917"/>
              <a:gd name="connsiteY1" fmla="*/ 1138335 h 1792882"/>
              <a:gd name="connsiteX2" fmla="*/ 2161973 w 5019917"/>
              <a:gd name="connsiteY2" fmla="*/ 429208 h 1792882"/>
              <a:gd name="connsiteX3" fmla="*/ 2777793 w 5019917"/>
              <a:gd name="connsiteY3" fmla="*/ 0 h 1792882"/>
              <a:gd name="connsiteX4" fmla="*/ 3225663 w 5019917"/>
              <a:gd name="connsiteY4" fmla="*/ 541176 h 1792882"/>
              <a:gd name="connsiteX5" fmla="*/ 3766838 w 5019917"/>
              <a:gd name="connsiteY5" fmla="*/ 727788 h 1792882"/>
              <a:gd name="connsiteX6" fmla="*/ 3972112 w 5019917"/>
              <a:gd name="connsiteY6" fmla="*/ 1175657 h 1792882"/>
              <a:gd name="connsiteX7" fmla="*/ 4345336 w 5019917"/>
              <a:gd name="connsiteY7" fmla="*/ 1548882 h 1792882"/>
              <a:gd name="connsiteX8" fmla="*/ 4759266 w 5019917"/>
              <a:gd name="connsiteY8" fmla="*/ 1775436 h 1792882"/>
              <a:gd name="connsiteX9" fmla="*/ 0 w 5019917"/>
              <a:gd name="connsiteY9" fmla="*/ 1777946 h 1792882"/>
              <a:gd name="connsiteX10" fmla="*/ 258528 w 5019917"/>
              <a:gd name="connsiteY10" fmla="*/ 1492898 h 1792882"/>
              <a:gd name="connsiteX11" fmla="*/ 1116944 w 5019917"/>
              <a:gd name="connsiteY11" fmla="*/ 1026367 h 1792882"/>
              <a:gd name="connsiteX0" fmla="*/ 1116944 w 4759266"/>
              <a:gd name="connsiteY0" fmla="*/ 1026367 h 1792882"/>
              <a:gd name="connsiteX1" fmla="*/ 1546153 w 4759266"/>
              <a:gd name="connsiteY1" fmla="*/ 1138335 h 1792882"/>
              <a:gd name="connsiteX2" fmla="*/ 2161973 w 4759266"/>
              <a:gd name="connsiteY2" fmla="*/ 429208 h 1792882"/>
              <a:gd name="connsiteX3" fmla="*/ 2777793 w 4759266"/>
              <a:gd name="connsiteY3" fmla="*/ 0 h 1792882"/>
              <a:gd name="connsiteX4" fmla="*/ 3225663 w 4759266"/>
              <a:gd name="connsiteY4" fmla="*/ 541176 h 1792882"/>
              <a:gd name="connsiteX5" fmla="*/ 3766838 w 4759266"/>
              <a:gd name="connsiteY5" fmla="*/ 727788 h 1792882"/>
              <a:gd name="connsiteX6" fmla="*/ 3972112 w 4759266"/>
              <a:gd name="connsiteY6" fmla="*/ 1175657 h 1792882"/>
              <a:gd name="connsiteX7" fmla="*/ 4345336 w 4759266"/>
              <a:gd name="connsiteY7" fmla="*/ 1548882 h 1792882"/>
              <a:gd name="connsiteX8" fmla="*/ 4759266 w 4759266"/>
              <a:gd name="connsiteY8" fmla="*/ 1775436 h 1792882"/>
              <a:gd name="connsiteX9" fmla="*/ 0 w 4759266"/>
              <a:gd name="connsiteY9" fmla="*/ 1777946 h 1792882"/>
              <a:gd name="connsiteX10" fmla="*/ 258528 w 4759266"/>
              <a:gd name="connsiteY10" fmla="*/ 1492898 h 1792882"/>
              <a:gd name="connsiteX11" fmla="*/ 1116944 w 4759266"/>
              <a:gd name="connsiteY11" fmla="*/ 1026367 h 1792882"/>
              <a:gd name="connsiteX0" fmla="*/ 1116944 w 4759266"/>
              <a:gd name="connsiteY0" fmla="*/ 1026367 h 1777946"/>
              <a:gd name="connsiteX1" fmla="*/ 1546153 w 4759266"/>
              <a:gd name="connsiteY1" fmla="*/ 1138335 h 1777946"/>
              <a:gd name="connsiteX2" fmla="*/ 2161973 w 4759266"/>
              <a:gd name="connsiteY2" fmla="*/ 429208 h 1777946"/>
              <a:gd name="connsiteX3" fmla="*/ 2777793 w 4759266"/>
              <a:gd name="connsiteY3" fmla="*/ 0 h 1777946"/>
              <a:gd name="connsiteX4" fmla="*/ 3225663 w 4759266"/>
              <a:gd name="connsiteY4" fmla="*/ 541176 h 1777946"/>
              <a:gd name="connsiteX5" fmla="*/ 3766838 w 4759266"/>
              <a:gd name="connsiteY5" fmla="*/ 727788 h 1777946"/>
              <a:gd name="connsiteX6" fmla="*/ 3972112 w 4759266"/>
              <a:gd name="connsiteY6" fmla="*/ 1175657 h 1777946"/>
              <a:gd name="connsiteX7" fmla="*/ 4345336 w 4759266"/>
              <a:gd name="connsiteY7" fmla="*/ 1548882 h 1777946"/>
              <a:gd name="connsiteX8" fmla="*/ 4759266 w 4759266"/>
              <a:gd name="connsiteY8" fmla="*/ 1775436 h 1777946"/>
              <a:gd name="connsiteX9" fmla="*/ 0 w 4759266"/>
              <a:gd name="connsiteY9" fmla="*/ 1777946 h 1777946"/>
              <a:gd name="connsiteX10" fmla="*/ 258528 w 4759266"/>
              <a:gd name="connsiteY10" fmla="*/ 1492898 h 1777946"/>
              <a:gd name="connsiteX11" fmla="*/ 1116944 w 4759266"/>
              <a:gd name="connsiteY11" fmla="*/ 1026367 h 177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266" h="1777946">
                <a:moveTo>
                  <a:pt x="1116944" y="1026367"/>
                </a:moveTo>
                <a:lnTo>
                  <a:pt x="1546153" y="1138335"/>
                </a:lnTo>
                <a:lnTo>
                  <a:pt x="2161973" y="429208"/>
                </a:lnTo>
                <a:lnTo>
                  <a:pt x="2777793" y="0"/>
                </a:lnTo>
                <a:lnTo>
                  <a:pt x="3225663" y="541176"/>
                </a:lnTo>
                <a:lnTo>
                  <a:pt x="3766838" y="727788"/>
                </a:lnTo>
                <a:lnTo>
                  <a:pt x="3972112" y="1175657"/>
                </a:lnTo>
                <a:cubicBezTo>
                  <a:pt x="4096520" y="1300065"/>
                  <a:pt x="4214144" y="1448919"/>
                  <a:pt x="4345336" y="1548882"/>
                </a:cubicBezTo>
                <a:lnTo>
                  <a:pt x="4759266" y="1775436"/>
                </a:lnTo>
                <a:lnTo>
                  <a:pt x="0" y="1777946"/>
                </a:lnTo>
                <a:lnTo>
                  <a:pt x="258528" y="1492898"/>
                </a:lnTo>
                <a:lnTo>
                  <a:pt x="1116944" y="102636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10044181" y="3202278"/>
            <a:ext cx="933100" cy="776652"/>
          </a:xfrm>
          <a:custGeom>
            <a:avLst/>
            <a:gdLst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80211 w 2186751"/>
              <a:gd name="connsiteY0" fmla="*/ 1781208 h 1871439"/>
              <a:gd name="connsiteX1" fmla="*/ 0 w 2186751"/>
              <a:gd name="connsiteY1" fmla="*/ 642218 h 1871439"/>
              <a:gd name="connsiteX2" fmla="*/ 139032 w 2186751"/>
              <a:gd name="connsiteY2" fmla="*/ 534 h 1871439"/>
              <a:gd name="connsiteX3" fmla="*/ 604253 w 2186751"/>
              <a:gd name="connsiteY3" fmla="*/ 535271 h 1871439"/>
              <a:gd name="connsiteX4" fmla="*/ 1155032 w 2186751"/>
              <a:gd name="connsiteY4" fmla="*/ 717082 h 1871439"/>
              <a:gd name="connsiteX5" fmla="*/ 1374274 w 2186751"/>
              <a:gd name="connsiteY5" fmla="*/ 1171608 h 1871439"/>
              <a:gd name="connsiteX6" fmla="*/ 1711158 w 2186751"/>
              <a:gd name="connsiteY6" fmla="*/ 1535229 h 1871439"/>
              <a:gd name="connsiteX7" fmla="*/ 2112211 w 2186751"/>
              <a:gd name="connsiteY7" fmla="*/ 1770513 h 1871439"/>
              <a:gd name="connsiteX8" fmla="*/ 80211 w 2186751"/>
              <a:gd name="connsiteY8" fmla="*/ 1781208 h 1871439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12211"/>
              <a:gd name="connsiteY0" fmla="*/ 1780674 h 1870905"/>
              <a:gd name="connsiteX1" fmla="*/ 0 w 2112211"/>
              <a:gd name="connsiteY1" fmla="*/ 641684 h 1870905"/>
              <a:gd name="connsiteX2" fmla="*/ 139032 w 2112211"/>
              <a:gd name="connsiteY2" fmla="*/ 0 h 1870905"/>
              <a:gd name="connsiteX3" fmla="*/ 604253 w 2112211"/>
              <a:gd name="connsiteY3" fmla="*/ 534737 h 1870905"/>
              <a:gd name="connsiteX4" fmla="*/ 1155032 w 2112211"/>
              <a:gd name="connsiteY4" fmla="*/ 716548 h 1870905"/>
              <a:gd name="connsiteX5" fmla="*/ 1374274 w 2112211"/>
              <a:gd name="connsiteY5" fmla="*/ 1171074 h 1870905"/>
              <a:gd name="connsiteX6" fmla="*/ 1711158 w 2112211"/>
              <a:gd name="connsiteY6" fmla="*/ 1534695 h 1870905"/>
              <a:gd name="connsiteX7" fmla="*/ 2112211 w 2112211"/>
              <a:gd name="connsiteY7" fmla="*/ 1769979 h 1870905"/>
              <a:gd name="connsiteX8" fmla="*/ 80211 w 2112211"/>
              <a:gd name="connsiteY8" fmla="*/ 1780674 h 1870905"/>
              <a:gd name="connsiteX0" fmla="*/ 80211 w 2112211"/>
              <a:gd name="connsiteY0" fmla="*/ 1780674 h 1780674"/>
              <a:gd name="connsiteX1" fmla="*/ 0 w 2112211"/>
              <a:gd name="connsiteY1" fmla="*/ 641684 h 1780674"/>
              <a:gd name="connsiteX2" fmla="*/ 139032 w 2112211"/>
              <a:gd name="connsiteY2" fmla="*/ 0 h 1780674"/>
              <a:gd name="connsiteX3" fmla="*/ 604253 w 2112211"/>
              <a:gd name="connsiteY3" fmla="*/ 534737 h 1780674"/>
              <a:gd name="connsiteX4" fmla="*/ 1155032 w 2112211"/>
              <a:gd name="connsiteY4" fmla="*/ 716548 h 1780674"/>
              <a:gd name="connsiteX5" fmla="*/ 1374274 w 2112211"/>
              <a:gd name="connsiteY5" fmla="*/ 1171074 h 1780674"/>
              <a:gd name="connsiteX6" fmla="*/ 1711158 w 2112211"/>
              <a:gd name="connsiteY6" fmla="*/ 1534695 h 1780674"/>
              <a:gd name="connsiteX7" fmla="*/ 2112211 w 2112211"/>
              <a:gd name="connsiteY7" fmla="*/ 1769979 h 1780674"/>
              <a:gd name="connsiteX8" fmla="*/ 80211 w 2112211"/>
              <a:gd name="connsiteY8" fmla="*/ 1780674 h 1780674"/>
              <a:gd name="connsiteX0" fmla="*/ 175245 w 2237423"/>
              <a:gd name="connsiteY0" fmla="*/ 1780674 h 1830781"/>
              <a:gd name="connsiteX1" fmla="*/ 95034 w 2237423"/>
              <a:gd name="connsiteY1" fmla="*/ 641684 h 1830781"/>
              <a:gd name="connsiteX2" fmla="*/ 234066 w 2237423"/>
              <a:gd name="connsiteY2" fmla="*/ 0 h 1830781"/>
              <a:gd name="connsiteX3" fmla="*/ 699287 w 2237423"/>
              <a:gd name="connsiteY3" fmla="*/ 534737 h 1830781"/>
              <a:gd name="connsiteX4" fmla="*/ 1250066 w 2237423"/>
              <a:gd name="connsiteY4" fmla="*/ 716548 h 1830781"/>
              <a:gd name="connsiteX5" fmla="*/ 1469308 w 2237423"/>
              <a:gd name="connsiteY5" fmla="*/ 1171074 h 1830781"/>
              <a:gd name="connsiteX6" fmla="*/ 1806192 w 2237423"/>
              <a:gd name="connsiteY6" fmla="*/ 1534695 h 1830781"/>
              <a:gd name="connsiteX7" fmla="*/ 2237423 w 2237423"/>
              <a:gd name="connsiteY7" fmla="*/ 1610035 h 1830781"/>
              <a:gd name="connsiteX8" fmla="*/ 175245 w 2237423"/>
              <a:gd name="connsiteY8" fmla="*/ 1780674 h 1830781"/>
              <a:gd name="connsiteX0" fmla="*/ 175025 w 2234185"/>
              <a:gd name="connsiteY0" fmla="*/ 1780674 h 1877291"/>
              <a:gd name="connsiteX1" fmla="*/ 94814 w 2234185"/>
              <a:gd name="connsiteY1" fmla="*/ 641684 h 1877291"/>
              <a:gd name="connsiteX2" fmla="*/ 233846 w 2234185"/>
              <a:gd name="connsiteY2" fmla="*/ 0 h 1877291"/>
              <a:gd name="connsiteX3" fmla="*/ 699067 w 2234185"/>
              <a:gd name="connsiteY3" fmla="*/ 534737 h 1877291"/>
              <a:gd name="connsiteX4" fmla="*/ 1249846 w 2234185"/>
              <a:gd name="connsiteY4" fmla="*/ 716548 h 1877291"/>
              <a:gd name="connsiteX5" fmla="*/ 1469088 w 2234185"/>
              <a:gd name="connsiteY5" fmla="*/ 1171074 h 1877291"/>
              <a:gd name="connsiteX6" fmla="*/ 1805972 w 2234185"/>
              <a:gd name="connsiteY6" fmla="*/ 1534695 h 1877291"/>
              <a:gd name="connsiteX7" fmla="*/ 2234185 w 2234185"/>
              <a:gd name="connsiteY7" fmla="*/ 1776015 h 1877291"/>
              <a:gd name="connsiteX8" fmla="*/ 175025 w 2234185"/>
              <a:gd name="connsiteY8" fmla="*/ 1780674 h 1877291"/>
              <a:gd name="connsiteX0" fmla="*/ 80211 w 2139371"/>
              <a:gd name="connsiteY0" fmla="*/ 1780674 h 1877291"/>
              <a:gd name="connsiteX1" fmla="*/ 0 w 2139371"/>
              <a:gd name="connsiteY1" fmla="*/ 641684 h 1877291"/>
              <a:gd name="connsiteX2" fmla="*/ 139032 w 2139371"/>
              <a:gd name="connsiteY2" fmla="*/ 0 h 1877291"/>
              <a:gd name="connsiteX3" fmla="*/ 604253 w 2139371"/>
              <a:gd name="connsiteY3" fmla="*/ 534737 h 1877291"/>
              <a:gd name="connsiteX4" fmla="*/ 1155032 w 2139371"/>
              <a:gd name="connsiteY4" fmla="*/ 716548 h 1877291"/>
              <a:gd name="connsiteX5" fmla="*/ 1374274 w 2139371"/>
              <a:gd name="connsiteY5" fmla="*/ 1171074 h 1877291"/>
              <a:gd name="connsiteX6" fmla="*/ 1711158 w 2139371"/>
              <a:gd name="connsiteY6" fmla="*/ 1534695 h 1877291"/>
              <a:gd name="connsiteX7" fmla="*/ 2139371 w 2139371"/>
              <a:gd name="connsiteY7" fmla="*/ 1776015 h 1877291"/>
              <a:gd name="connsiteX8" fmla="*/ 80211 w 2139371"/>
              <a:gd name="connsiteY8" fmla="*/ 1780674 h 1877291"/>
              <a:gd name="connsiteX0" fmla="*/ 80211 w 2139371"/>
              <a:gd name="connsiteY0" fmla="*/ 1780674 h 1780674"/>
              <a:gd name="connsiteX1" fmla="*/ 0 w 2139371"/>
              <a:gd name="connsiteY1" fmla="*/ 641684 h 1780674"/>
              <a:gd name="connsiteX2" fmla="*/ 139032 w 2139371"/>
              <a:gd name="connsiteY2" fmla="*/ 0 h 1780674"/>
              <a:gd name="connsiteX3" fmla="*/ 604253 w 2139371"/>
              <a:gd name="connsiteY3" fmla="*/ 534737 h 1780674"/>
              <a:gd name="connsiteX4" fmla="*/ 1155032 w 2139371"/>
              <a:gd name="connsiteY4" fmla="*/ 716548 h 1780674"/>
              <a:gd name="connsiteX5" fmla="*/ 1374274 w 2139371"/>
              <a:gd name="connsiteY5" fmla="*/ 1171074 h 1780674"/>
              <a:gd name="connsiteX6" fmla="*/ 1711158 w 2139371"/>
              <a:gd name="connsiteY6" fmla="*/ 1534695 h 1780674"/>
              <a:gd name="connsiteX7" fmla="*/ 2139371 w 2139371"/>
              <a:gd name="connsiteY7" fmla="*/ 1776015 h 1780674"/>
              <a:gd name="connsiteX8" fmla="*/ 80211 w 2139371"/>
              <a:gd name="connsiteY8" fmla="*/ 1780674 h 178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9371" h="1780674">
                <a:moveTo>
                  <a:pt x="80211" y="1780674"/>
                </a:moveTo>
                <a:lnTo>
                  <a:pt x="0" y="641684"/>
                </a:lnTo>
                <a:lnTo>
                  <a:pt x="139032" y="0"/>
                </a:lnTo>
                <a:lnTo>
                  <a:pt x="604253" y="534737"/>
                </a:lnTo>
                <a:lnTo>
                  <a:pt x="1155032" y="716548"/>
                </a:lnTo>
                <a:lnTo>
                  <a:pt x="1374274" y="1171074"/>
                </a:lnTo>
                <a:lnTo>
                  <a:pt x="1711158" y="1534695"/>
                </a:lnTo>
                <a:lnTo>
                  <a:pt x="2139371" y="1776015"/>
                </a:lnTo>
                <a:lnTo>
                  <a:pt x="80211" y="1780674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1" name="Freeform 60"/>
          <p:cNvSpPr/>
          <p:nvPr/>
        </p:nvSpPr>
        <p:spPr>
          <a:xfrm flipV="1">
            <a:off x="8895983" y="3972165"/>
            <a:ext cx="2075783" cy="780933"/>
          </a:xfrm>
          <a:custGeom>
            <a:avLst/>
            <a:gdLst>
              <a:gd name="connsiteX0" fmla="*/ 559311 w 5190529"/>
              <a:gd name="connsiteY0" fmla="*/ 1549839 h 1867809"/>
              <a:gd name="connsiteX1" fmla="*/ 1492372 w 5190529"/>
              <a:gd name="connsiteY1" fmla="*/ 1027324 h 1867809"/>
              <a:gd name="connsiteX2" fmla="*/ 1921581 w 5190529"/>
              <a:gd name="connsiteY2" fmla="*/ 1139292 h 1867809"/>
              <a:gd name="connsiteX3" fmla="*/ 2537401 w 5190529"/>
              <a:gd name="connsiteY3" fmla="*/ 430165 h 1867809"/>
              <a:gd name="connsiteX4" fmla="*/ 3153221 w 5190529"/>
              <a:gd name="connsiteY4" fmla="*/ 957 h 1867809"/>
              <a:gd name="connsiteX5" fmla="*/ 3601091 w 5190529"/>
              <a:gd name="connsiteY5" fmla="*/ 542133 h 1867809"/>
              <a:gd name="connsiteX6" fmla="*/ 4142266 w 5190529"/>
              <a:gd name="connsiteY6" fmla="*/ 728745 h 1867809"/>
              <a:gd name="connsiteX7" fmla="*/ 4347540 w 5190529"/>
              <a:gd name="connsiteY7" fmla="*/ 1176614 h 1867809"/>
              <a:gd name="connsiteX8" fmla="*/ 4720764 w 5190529"/>
              <a:gd name="connsiteY8" fmla="*/ 1549839 h 1867809"/>
              <a:gd name="connsiteX9" fmla="*/ 4888715 w 5190529"/>
              <a:gd name="connsiteY9" fmla="*/ 1792435 h 1867809"/>
              <a:gd name="connsiteX10" fmla="*/ 354038 w 5190529"/>
              <a:gd name="connsiteY10" fmla="*/ 1848418 h 1867809"/>
              <a:gd name="connsiteX11" fmla="*/ 633956 w 5190529"/>
              <a:gd name="connsiteY11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7324 h 1867809"/>
              <a:gd name="connsiteX1" fmla="*/ 1921581 w 5190529"/>
              <a:gd name="connsiteY1" fmla="*/ 1139292 h 1867809"/>
              <a:gd name="connsiteX2" fmla="*/ 2537401 w 5190529"/>
              <a:gd name="connsiteY2" fmla="*/ 430165 h 1867809"/>
              <a:gd name="connsiteX3" fmla="*/ 3153221 w 5190529"/>
              <a:gd name="connsiteY3" fmla="*/ 957 h 1867809"/>
              <a:gd name="connsiteX4" fmla="*/ 3601091 w 5190529"/>
              <a:gd name="connsiteY4" fmla="*/ 542133 h 1867809"/>
              <a:gd name="connsiteX5" fmla="*/ 4142266 w 5190529"/>
              <a:gd name="connsiteY5" fmla="*/ 728745 h 1867809"/>
              <a:gd name="connsiteX6" fmla="*/ 4347540 w 5190529"/>
              <a:gd name="connsiteY6" fmla="*/ 1176614 h 1867809"/>
              <a:gd name="connsiteX7" fmla="*/ 4720764 w 5190529"/>
              <a:gd name="connsiteY7" fmla="*/ 1549839 h 1867809"/>
              <a:gd name="connsiteX8" fmla="*/ 4888715 w 5190529"/>
              <a:gd name="connsiteY8" fmla="*/ 1792435 h 1867809"/>
              <a:gd name="connsiteX9" fmla="*/ 354038 w 5190529"/>
              <a:gd name="connsiteY9" fmla="*/ 1848418 h 1867809"/>
              <a:gd name="connsiteX10" fmla="*/ 633956 w 5190529"/>
              <a:gd name="connsiteY10" fmla="*/ 1493855 h 1867809"/>
              <a:gd name="connsiteX11" fmla="*/ 1492372 w 5190529"/>
              <a:gd name="connsiteY11" fmla="*/ 1027324 h 1867809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5190529"/>
              <a:gd name="connsiteY0" fmla="*/ 1026367 h 1866852"/>
              <a:gd name="connsiteX1" fmla="*/ 1921581 w 5190529"/>
              <a:gd name="connsiteY1" fmla="*/ 1138335 h 1866852"/>
              <a:gd name="connsiteX2" fmla="*/ 2537401 w 5190529"/>
              <a:gd name="connsiteY2" fmla="*/ 429208 h 1866852"/>
              <a:gd name="connsiteX3" fmla="*/ 3153221 w 5190529"/>
              <a:gd name="connsiteY3" fmla="*/ 0 h 1866852"/>
              <a:gd name="connsiteX4" fmla="*/ 3601091 w 5190529"/>
              <a:gd name="connsiteY4" fmla="*/ 541176 h 1866852"/>
              <a:gd name="connsiteX5" fmla="*/ 4142266 w 5190529"/>
              <a:gd name="connsiteY5" fmla="*/ 727788 h 1866852"/>
              <a:gd name="connsiteX6" fmla="*/ 4347540 w 5190529"/>
              <a:gd name="connsiteY6" fmla="*/ 1175657 h 1866852"/>
              <a:gd name="connsiteX7" fmla="*/ 4720764 w 5190529"/>
              <a:gd name="connsiteY7" fmla="*/ 1548882 h 1866852"/>
              <a:gd name="connsiteX8" fmla="*/ 4888715 w 5190529"/>
              <a:gd name="connsiteY8" fmla="*/ 1791478 h 1866852"/>
              <a:gd name="connsiteX9" fmla="*/ 354038 w 5190529"/>
              <a:gd name="connsiteY9" fmla="*/ 1847461 h 1866852"/>
              <a:gd name="connsiteX10" fmla="*/ 633956 w 5190529"/>
              <a:gd name="connsiteY10" fmla="*/ 1492898 h 1866852"/>
              <a:gd name="connsiteX11" fmla="*/ 1492372 w 5190529"/>
              <a:gd name="connsiteY11" fmla="*/ 1026367 h 1866852"/>
              <a:gd name="connsiteX0" fmla="*/ 1492372 w 4888715"/>
              <a:gd name="connsiteY0" fmla="*/ 1026367 h 1866852"/>
              <a:gd name="connsiteX1" fmla="*/ 1921581 w 4888715"/>
              <a:gd name="connsiteY1" fmla="*/ 1138335 h 1866852"/>
              <a:gd name="connsiteX2" fmla="*/ 2537401 w 4888715"/>
              <a:gd name="connsiteY2" fmla="*/ 429208 h 1866852"/>
              <a:gd name="connsiteX3" fmla="*/ 3153221 w 4888715"/>
              <a:gd name="connsiteY3" fmla="*/ 0 h 1866852"/>
              <a:gd name="connsiteX4" fmla="*/ 3601091 w 4888715"/>
              <a:gd name="connsiteY4" fmla="*/ 541176 h 1866852"/>
              <a:gd name="connsiteX5" fmla="*/ 4142266 w 4888715"/>
              <a:gd name="connsiteY5" fmla="*/ 727788 h 1866852"/>
              <a:gd name="connsiteX6" fmla="*/ 4347540 w 4888715"/>
              <a:gd name="connsiteY6" fmla="*/ 1175657 h 1866852"/>
              <a:gd name="connsiteX7" fmla="*/ 4720764 w 4888715"/>
              <a:gd name="connsiteY7" fmla="*/ 1548882 h 1866852"/>
              <a:gd name="connsiteX8" fmla="*/ 4888715 w 4888715"/>
              <a:gd name="connsiteY8" fmla="*/ 1791478 h 1866852"/>
              <a:gd name="connsiteX9" fmla="*/ 354038 w 4888715"/>
              <a:gd name="connsiteY9" fmla="*/ 1847461 h 1866852"/>
              <a:gd name="connsiteX10" fmla="*/ 633956 w 4888715"/>
              <a:gd name="connsiteY10" fmla="*/ 1492898 h 1866852"/>
              <a:gd name="connsiteX11" fmla="*/ 1492372 w 4888715"/>
              <a:gd name="connsiteY11" fmla="*/ 1026367 h 1866852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63133"/>
              <a:gd name="connsiteX1" fmla="*/ 1939726 w 5152839"/>
              <a:gd name="connsiteY1" fmla="*/ 1138335 h 1863133"/>
              <a:gd name="connsiteX2" fmla="*/ 2555546 w 5152839"/>
              <a:gd name="connsiteY2" fmla="*/ 429208 h 1863133"/>
              <a:gd name="connsiteX3" fmla="*/ 3171366 w 5152839"/>
              <a:gd name="connsiteY3" fmla="*/ 0 h 1863133"/>
              <a:gd name="connsiteX4" fmla="*/ 3619236 w 5152839"/>
              <a:gd name="connsiteY4" fmla="*/ 541176 h 1863133"/>
              <a:gd name="connsiteX5" fmla="*/ 4160411 w 5152839"/>
              <a:gd name="connsiteY5" fmla="*/ 727788 h 1863133"/>
              <a:gd name="connsiteX6" fmla="*/ 4365685 w 5152839"/>
              <a:gd name="connsiteY6" fmla="*/ 1175657 h 1863133"/>
              <a:gd name="connsiteX7" fmla="*/ 4738909 w 5152839"/>
              <a:gd name="connsiteY7" fmla="*/ 1548882 h 1863133"/>
              <a:gd name="connsiteX8" fmla="*/ 5152839 w 5152839"/>
              <a:gd name="connsiteY8" fmla="*/ 1775436 h 1863133"/>
              <a:gd name="connsiteX9" fmla="*/ 372183 w 5152839"/>
              <a:gd name="connsiteY9" fmla="*/ 1847461 h 1863133"/>
              <a:gd name="connsiteX10" fmla="*/ 652101 w 5152839"/>
              <a:gd name="connsiteY10" fmla="*/ 1492898 h 1863133"/>
              <a:gd name="connsiteX11" fmla="*/ 1510517 w 5152839"/>
              <a:gd name="connsiteY11" fmla="*/ 1026367 h 1863133"/>
              <a:gd name="connsiteX0" fmla="*/ 1510517 w 5152839"/>
              <a:gd name="connsiteY0" fmla="*/ 1026367 h 1847461"/>
              <a:gd name="connsiteX1" fmla="*/ 1939726 w 5152839"/>
              <a:gd name="connsiteY1" fmla="*/ 1138335 h 1847461"/>
              <a:gd name="connsiteX2" fmla="*/ 2555546 w 5152839"/>
              <a:gd name="connsiteY2" fmla="*/ 429208 h 1847461"/>
              <a:gd name="connsiteX3" fmla="*/ 3171366 w 5152839"/>
              <a:gd name="connsiteY3" fmla="*/ 0 h 1847461"/>
              <a:gd name="connsiteX4" fmla="*/ 3619236 w 5152839"/>
              <a:gd name="connsiteY4" fmla="*/ 541176 h 1847461"/>
              <a:gd name="connsiteX5" fmla="*/ 4160411 w 5152839"/>
              <a:gd name="connsiteY5" fmla="*/ 727788 h 1847461"/>
              <a:gd name="connsiteX6" fmla="*/ 4365685 w 5152839"/>
              <a:gd name="connsiteY6" fmla="*/ 1175657 h 1847461"/>
              <a:gd name="connsiteX7" fmla="*/ 4738909 w 5152839"/>
              <a:gd name="connsiteY7" fmla="*/ 1548882 h 1847461"/>
              <a:gd name="connsiteX8" fmla="*/ 5152839 w 5152839"/>
              <a:gd name="connsiteY8" fmla="*/ 1775436 h 1847461"/>
              <a:gd name="connsiteX9" fmla="*/ 372183 w 5152839"/>
              <a:gd name="connsiteY9" fmla="*/ 1847461 h 1847461"/>
              <a:gd name="connsiteX10" fmla="*/ 652101 w 5152839"/>
              <a:gd name="connsiteY10" fmla="*/ 1492898 h 1847461"/>
              <a:gd name="connsiteX11" fmla="*/ 1510517 w 5152839"/>
              <a:gd name="connsiteY11" fmla="*/ 1026367 h 1847461"/>
              <a:gd name="connsiteX0" fmla="*/ 1138334 w 4780656"/>
              <a:gd name="connsiteY0" fmla="*/ 1026367 h 1847461"/>
              <a:gd name="connsiteX1" fmla="*/ 1567543 w 4780656"/>
              <a:gd name="connsiteY1" fmla="*/ 1138335 h 1847461"/>
              <a:gd name="connsiteX2" fmla="*/ 2183363 w 4780656"/>
              <a:gd name="connsiteY2" fmla="*/ 429208 h 1847461"/>
              <a:gd name="connsiteX3" fmla="*/ 2799183 w 4780656"/>
              <a:gd name="connsiteY3" fmla="*/ 0 h 1847461"/>
              <a:gd name="connsiteX4" fmla="*/ 3247053 w 4780656"/>
              <a:gd name="connsiteY4" fmla="*/ 541176 h 1847461"/>
              <a:gd name="connsiteX5" fmla="*/ 3788228 w 4780656"/>
              <a:gd name="connsiteY5" fmla="*/ 727788 h 1847461"/>
              <a:gd name="connsiteX6" fmla="*/ 3993502 w 4780656"/>
              <a:gd name="connsiteY6" fmla="*/ 1175657 h 1847461"/>
              <a:gd name="connsiteX7" fmla="*/ 4366726 w 4780656"/>
              <a:gd name="connsiteY7" fmla="*/ 1548882 h 1847461"/>
              <a:gd name="connsiteX8" fmla="*/ 4780656 w 4780656"/>
              <a:gd name="connsiteY8" fmla="*/ 1775436 h 1847461"/>
              <a:gd name="connsiteX9" fmla="*/ 0 w 4780656"/>
              <a:gd name="connsiteY9" fmla="*/ 1847461 h 1847461"/>
              <a:gd name="connsiteX10" fmla="*/ 279918 w 4780656"/>
              <a:gd name="connsiteY10" fmla="*/ 1492898 h 1847461"/>
              <a:gd name="connsiteX11" fmla="*/ 1138334 w 4780656"/>
              <a:gd name="connsiteY11" fmla="*/ 1026367 h 1847461"/>
              <a:gd name="connsiteX0" fmla="*/ 1122292 w 5025647"/>
              <a:gd name="connsiteY0" fmla="*/ 1026367 h 1804682"/>
              <a:gd name="connsiteX1" fmla="*/ 1551501 w 5025647"/>
              <a:gd name="connsiteY1" fmla="*/ 1138335 h 1804682"/>
              <a:gd name="connsiteX2" fmla="*/ 2167321 w 5025647"/>
              <a:gd name="connsiteY2" fmla="*/ 429208 h 1804682"/>
              <a:gd name="connsiteX3" fmla="*/ 2783141 w 5025647"/>
              <a:gd name="connsiteY3" fmla="*/ 0 h 1804682"/>
              <a:gd name="connsiteX4" fmla="*/ 3231011 w 5025647"/>
              <a:gd name="connsiteY4" fmla="*/ 541176 h 1804682"/>
              <a:gd name="connsiteX5" fmla="*/ 3772186 w 5025647"/>
              <a:gd name="connsiteY5" fmla="*/ 727788 h 1804682"/>
              <a:gd name="connsiteX6" fmla="*/ 3977460 w 5025647"/>
              <a:gd name="connsiteY6" fmla="*/ 1175657 h 1804682"/>
              <a:gd name="connsiteX7" fmla="*/ 4350684 w 5025647"/>
              <a:gd name="connsiteY7" fmla="*/ 1548882 h 1804682"/>
              <a:gd name="connsiteX8" fmla="*/ 4764614 w 5025647"/>
              <a:gd name="connsiteY8" fmla="*/ 1775436 h 1804682"/>
              <a:gd name="connsiteX9" fmla="*/ 0 w 5025647"/>
              <a:gd name="connsiteY9" fmla="*/ 1804682 h 1804682"/>
              <a:gd name="connsiteX10" fmla="*/ 263876 w 5025647"/>
              <a:gd name="connsiteY10" fmla="*/ 1492898 h 1804682"/>
              <a:gd name="connsiteX11" fmla="*/ 1122292 w 5025647"/>
              <a:gd name="connsiteY11" fmla="*/ 1026367 h 1804682"/>
              <a:gd name="connsiteX0" fmla="*/ 1127639 w 5031375"/>
              <a:gd name="connsiteY0" fmla="*/ 1026367 h 1786958"/>
              <a:gd name="connsiteX1" fmla="*/ 1556848 w 5031375"/>
              <a:gd name="connsiteY1" fmla="*/ 1138335 h 1786958"/>
              <a:gd name="connsiteX2" fmla="*/ 2172668 w 5031375"/>
              <a:gd name="connsiteY2" fmla="*/ 429208 h 1786958"/>
              <a:gd name="connsiteX3" fmla="*/ 2788488 w 5031375"/>
              <a:gd name="connsiteY3" fmla="*/ 0 h 1786958"/>
              <a:gd name="connsiteX4" fmla="*/ 3236358 w 5031375"/>
              <a:gd name="connsiteY4" fmla="*/ 541176 h 1786958"/>
              <a:gd name="connsiteX5" fmla="*/ 3777533 w 5031375"/>
              <a:gd name="connsiteY5" fmla="*/ 727788 h 1786958"/>
              <a:gd name="connsiteX6" fmla="*/ 3982807 w 5031375"/>
              <a:gd name="connsiteY6" fmla="*/ 1175657 h 1786958"/>
              <a:gd name="connsiteX7" fmla="*/ 4356031 w 5031375"/>
              <a:gd name="connsiteY7" fmla="*/ 1548882 h 1786958"/>
              <a:gd name="connsiteX8" fmla="*/ 4769961 w 5031375"/>
              <a:gd name="connsiteY8" fmla="*/ 1775436 h 1786958"/>
              <a:gd name="connsiteX9" fmla="*/ 0 w 5031375"/>
              <a:gd name="connsiteY9" fmla="*/ 1761903 h 1786958"/>
              <a:gd name="connsiteX10" fmla="*/ 269223 w 5031375"/>
              <a:gd name="connsiteY10" fmla="*/ 1492898 h 1786958"/>
              <a:gd name="connsiteX11" fmla="*/ 1127639 w 5031375"/>
              <a:gd name="connsiteY11" fmla="*/ 1026367 h 1786958"/>
              <a:gd name="connsiteX0" fmla="*/ 1127639 w 4769961"/>
              <a:gd name="connsiteY0" fmla="*/ 1026367 h 1786958"/>
              <a:gd name="connsiteX1" fmla="*/ 1556848 w 4769961"/>
              <a:gd name="connsiteY1" fmla="*/ 1138335 h 1786958"/>
              <a:gd name="connsiteX2" fmla="*/ 2172668 w 4769961"/>
              <a:gd name="connsiteY2" fmla="*/ 429208 h 1786958"/>
              <a:gd name="connsiteX3" fmla="*/ 2788488 w 4769961"/>
              <a:gd name="connsiteY3" fmla="*/ 0 h 1786958"/>
              <a:gd name="connsiteX4" fmla="*/ 3236358 w 4769961"/>
              <a:gd name="connsiteY4" fmla="*/ 541176 h 1786958"/>
              <a:gd name="connsiteX5" fmla="*/ 3777533 w 4769961"/>
              <a:gd name="connsiteY5" fmla="*/ 727788 h 1786958"/>
              <a:gd name="connsiteX6" fmla="*/ 3982807 w 4769961"/>
              <a:gd name="connsiteY6" fmla="*/ 1175657 h 1786958"/>
              <a:gd name="connsiteX7" fmla="*/ 4356031 w 4769961"/>
              <a:gd name="connsiteY7" fmla="*/ 1548882 h 1786958"/>
              <a:gd name="connsiteX8" fmla="*/ 4769961 w 4769961"/>
              <a:gd name="connsiteY8" fmla="*/ 1775436 h 1786958"/>
              <a:gd name="connsiteX9" fmla="*/ 0 w 4769961"/>
              <a:gd name="connsiteY9" fmla="*/ 1761903 h 1786958"/>
              <a:gd name="connsiteX10" fmla="*/ 269223 w 4769961"/>
              <a:gd name="connsiteY10" fmla="*/ 1492898 h 1786958"/>
              <a:gd name="connsiteX11" fmla="*/ 1127639 w 4769961"/>
              <a:gd name="connsiteY11" fmla="*/ 1026367 h 1786958"/>
              <a:gd name="connsiteX0" fmla="*/ 1127639 w 4769961"/>
              <a:gd name="connsiteY0" fmla="*/ 1026367 h 1775436"/>
              <a:gd name="connsiteX1" fmla="*/ 1556848 w 4769961"/>
              <a:gd name="connsiteY1" fmla="*/ 1138335 h 1775436"/>
              <a:gd name="connsiteX2" fmla="*/ 2172668 w 4769961"/>
              <a:gd name="connsiteY2" fmla="*/ 429208 h 1775436"/>
              <a:gd name="connsiteX3" fmla="*/ 2788488 w 4769961"/>
              <a:gd name="connsiteY3" fmla="*/ 0 h 1775436"/>
              <a:gd name="connsiteX4" fmla="*/ 3236358 w 4769961"/>
              <a:gd name="connsiteY4" fmla="*/ 541176 h 1775436"/>
              <a:gd name="connsiteX5" fmla="*/ 3777533 w 4769961"/>
              <a:gd name="connsiteY5" fmla="*/ 727788 h 1775436"/>
              <a:gd name="connsiteX6" fmla="*/ 3982807 w 4769961"/>
              <a:gd name="connsiteY6" fmla="*/ 1175657 h 1775436"/>
              <a:gd name="connsiteX7" fmla="*/ 4356031 w 4769961"/>
              <a:gd name="connsiteY7" fmla="*/ 1548882 h 1775436"/>
              <a:gd name="connsiteX8" fmla="*/ 4769961 w 4769961"/>
              <a:gd name="connsiteY8" fmla="*/ 1775436 h 1775436"/>
              <a:gd name="connsiteX9" fmla="*/ 0 w 4769961"/>
              <a:gd name="connsiteY9" fmla="*/ 1761903 h 1775436"/>
              <a:gd name="connsiteX10" fmla="*/ 269223 w 4769961"/>
              <a:gd name="connsiteY10" fmla="*/ 1492898 h 1775436"/>
              <a:gd name="connsiteX11" fmla="*/ 1127639 w 4769961"/>
              <a:gd name="connsiteY11" fmla="*/ 1026367 h 1775436"/>
              <a:gd name="connsiteX0" fmla="*/ 1116944 w 5019917"/>
              <a:gd name="connsiteY0" fmla="*/ 1026367 h 1792882"/>
              <a:gd name="connsiteX1" fmla="*/ 1546153 w 5019917"/>
              <a:gd name="connsiteY1" fmla="*/ 1138335 h 1792882"/>
              <a:gd name="connsiteX2" fmla="*/ 2161973 w 5019917"/>
              <a:gd name="connsiteY2" fmla="*/ 429208 h 1792882"/>
              <a:gd name="connsiteX3" fmla="*/ 2777793 w 5019917"/>
              <a:gd name="connsiteY3" fmla="*/ 0 h 1792882"/>
              <a:gd name="connsiteX4" fmla="*/ 3225663 w 5019917"/>
              <a:gd name="connsiteY4" fmla="*/ 541176 h 1792882"/>
              <a:gd name="connsiteX5" fmla="*/ 3766838 w 5019917"/>
              <a:gd name="connsiteY5" fmla="*/ 727788 h 1792882"/>
              <a:gd name="connsiteX6" fmla="*/ 3972112 w 5019917"/>
              <a:gd name="connsiteY6" fmla="*/ 1175657 h 1792882"/>
              <a:gd name="connsiteX7" fmla="*/ 4345336 w 5019917"/>
              <a:gd name="connsiteY7" fmla="*/ 1548882 h 1792882"/>
              <a:gd name="connsiteX8" fmla="*/ 4759266 w 5019917"/>
              <a:gd name="connsiteY8" fmla="*/ 1775436 h 1792882"/>
              <a:gd name="connsiteX9" fmla="*/ 0 w 5019917"/>
              <a:gd name="connsiteY9" fmla="*/ 1777946 h 1792882"/>
              <a:gd name="connsiteX10" fmla="*/ 258528 w 5019917"/>
              <a:gd name="connsiteY10" fmla="*/ 1492898 h 1792882"/>
              <a:gd name="connsiteX11" fmla="*/ 1116944 w 5019917"/>
              <a:gd name="connsiteY11" fmla="*/ 1026367 h 1792882"/>
              <a:gd name="connsiteX0" fmla="*/ 1116944 w 4759266"/>
              <a:gd name="connsiteY0" fmla="*/ 1026367 h 1792882"/>
              <a:gd name="connsiteX1" fmla="*/ 1546153 w 4759266"/>
              <a:gd name="connsiteY1" fmla="*/ 1138335 h 1792882"/>
              <a:gd name="connsiteX2" fmla="*/ 2161973 w 4759266"/>
              <a:gd name="connsiteY2" fmla="*/ 429208 h 1792882"/>
              <a:gd name="connsiteX3" fmla="*/ 2777793 w 4759266"/>
              <a:gd name="connsiteY3" fmla="*/ 0 h 1792882"/>
              <a:gd name="connsiteX4" fmla="*/ 3225663 w 4759266"/>
              <a:gd name="connsiteY4" fmla="*/ 541176 h 1792882"/>
              <a:gd name="connsiteX5" fmla="*/ 3766838 w 4759266"/>
              <a:gd name="connsiteY5" fmla="*/ 727788 h 1792882"/>
              <a:gd name="connsiteX6" fmla="*/ 3972112 w 4759266"/>
              <a:gd name="connsiteY6" fmla="*/ 1175657 h 1792882"/>
              <a:gd name="connsiteX7" fmla="*/ 4345336 w 4759266"/>
              <a:gd name="connsiteY7" fmla="*/ 1548882 h 1792882"/>
              <a:gd name="connsiteX8" fmla="*/ 4759266 w 4759266"/>
              <a:gd name="connsiteY8" fmla="*/ 1775436 h 1792882"/>
              <a:gd name="connsiteX9" fmla="*/ 0 w 4759266"/>
              <a:gd name="connsiteY9" fmla="*/ 1777946 h 1792882"/>
              <a:gd name="connsiteX10" fmla="*/ 258528 w 4759266"/>
              <a:gd name="connsiteY10" fmla="*/ 1492898 h 1792882"/>
              <a:gd name="connsiteX11" fmla="*/ 1116944 w 4759266"/>
              <a:gd name="connsiteY11" fmla="*/ 1026367 h 1792882"/>
              <a:gd name="connsiteX0" fmla="*/ 1116944 w 4759266"/>
              <a:gd name="connsiteY0" fmla="*/ 1026367 h 1777946"/>
              <a:gd name="connsiteX1" fmla="*/ 1546153 w 4759266"/>
              <a:gd name="connsiteY1" fmla="*/ 1138335 h 1777946"/>
              <a:gd name="connsiteX2" fmla="*/ 2161973 w 4759266"/>
              <a:gd name="connsiteY2" fmla="*/ 429208 h 1777946"/>
              <a:gd name="connsiteX3" fmla="*/ 2777793 w 4759266"/>
              <a:gd name="connsiteY3" fmla="*/ 0 h 1777946"/>
              <a:gd name="connsiteX4" fmla="*/ 3225663 w 4759266"/>
              <a:gd name="connsiteY4" fmla="*/ 541176 h 1777946"/>
              <a:gd name="connsiteX5" fmla="*/ 3766838 w 4759266"/>
              <a:gd name="connsiteY5" fmla="*/ 727788 h 1777946"/>
              <a:gd name="connsiteX6" fmla="*/ 3972112 w 4759266"/>
              <a:gd name="connsiteY6" fmla="*/ 1175657 h 1777946"/>
              <a:gd name="connsiteX7" fmla="*/ 4345336 w 4759266"/>
              <a:gd name="connsiteY7" fmla="*/ 1548882 h 1777946"/>
              <a:gd name="connsiteX8" fmla="*/ 4759266 w 4759266"/>
              <a:gd name="connsiteY8" fmla="*/ 1775436 h 1777946"/>
              <a:gd name="connsiteX9" fmla="*/ 0 w 4759266"/>
              <a:gd name="connsiteY9" fmla="*/ 1777946 h 1777946"/>
              <a:gd name="connsiteX10" fmla="*/ 258528 w 4759266"/>
              <a:gd name="connsiteY10" fmla="*/ 1492898 h 1777946"/>
              <a:gd name="connsiteX11" fmla="*/ 1116944 w 4759266"/>
              <a:gd name="connsiteY11" fmla="*/ 1026367 h 177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266" h="1777946">
                <a:moveTo>
                  <a:pt x="1116944" y="1026367"/>
                </a:moveTo>
                <a:lnTo>
                  <a:pt x="1546153" y="1138335"/>
                </a:lnTo>
                <a:lnTo>
                  <a:pt x="2161973" y="429208"/>
                </a:lnTo>
                <a:lnTo>
                  <a:pt x="2777793" y="0"/>
                </a:lnTo>
                <a:lnTo>
                  <a:pt x="3225663" y="541176"/>
                </a:lnTo>
                <a:lnTo>
                  <a:pt x="3766838" y="727788"/>
                </a:lnTo>
                <a:lnTo>
                  <a:pt x="3972112" y="1175657"/>
                </a:lnTo>
                <a:cubicBezTo>
                  <a:pt x="4096520" y="1300065"/>
                  <a:pt x="4214144" y="1448919"/>
                  <a:pt x="4345336" y="1548882"/>
                </a:cubicBezTo>
                <a:lnTo>
                  <a:pt x="4759266" y="1775436"/>
                </a:lnTo>
                <a:lnTo>
                  <a:pt x="0" y="1777946"/>
                </a:lnTo>
                <a:lnTo>
                  <a:pt x="258528" y="1492898"/>
                </a:lnTo>
                <a:lnTo>
                  <a:pt x="1116944" y="1026367"/>
                </a:lnTo>
                <a:close/>
              </a:path>
            </a:pathLst>
          </a:cu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2" name="Freeform 61"/>
          <p:cNvSpPr/>
          <p:nvPr/>
        </p:nvSpPr>
        <p:spPr>
          <a:xfrm flipV="1">
            <a:off x="10044181" y="3971063"/>
            <a:ext cx="933100" cy="782131"/>
          </a:xfrm>
          <a:custGeom>
            <a:avLst/>
            <a:gdLst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183137 w 2289677"/>
              <a:gd name="connsiteY0" fmla="*/ 1781208 h 1871439"/>
              <a:gd name="connsiteX1" fmla="*/ 102926 w 2289677"/>
              <a:gd name="connsiteY1" fmla="*/ 642218 h 1871439"/>
              <a:gd name="connsiteX2" fmla="*/ 241958 w 2289677"/>
              <a:gd name="connsiteY2" fmla="*/ 534 h 1871439"/>
              <a:gd name="connsiteX3" fmla="*/ 707179 w 2289677"/>
              <a:gd name="connsiteY3" fmla="*/ 535271 h 1871439"/>
              <a:gd name="connsiteX4" fmla="*/ 1257958 w 2289677"/>
              <a:gd name="connsiteY4" fmla="*/ 717082 h 1871439"/>
              <a:gd name="connsiteX5" fmla="*/ 1477200 w 2289677"/>
              <a:gd name="connsiteY5" fmla="*/ 1171608 h 1871439"/>
              <a:gd name="connsiteX6" fmla="*/ 1814084 w 2289677"/>
              <a:gd name="connsiteY6" fmla="*/ 1535229 h 1871439"/>
              <a:gd name="connsiteX7" fmla="*/ 2215137 w 2289677"/>
              <a:gd name="connsiteY7" fmla="*/ 1770513 h 1871439"/>
              <a:gd name="connsiteX8" fmla="*/ 183137 w 2289677"/>
              <a:gd name="connsiteY8" fmla="*/ 1781208 h 1871439"/>
              <a:gd name="connsiteX0" fmla="*/ 80211 w 2186751"/>
              <a:gd name="connsiteY0" fmla="*/ 1781208 h 1871439"/>
              <a:gd name="connsiteX1" fmla="*/ 0 w 2186751"/>
              <a:gd name="connsiteY1" fmla="*/ 642218 h 1871439"/>
              <a:gd name="connsiteX2" fmla="*/ 139032 w 2186751"/>
              <a:gd name="connsiteY2" fmla="*/ 534 h 1871439"/>
              <a:gd name="connsiteX3" fmla="*/ 604253 w 2186751"/>
              <a:gd name="connsiteY3" fmla="*/ 535271 h 1871439"/>
              <a:gd name="connsiteX4" fmla="*/ 1155032 w 2186751"/>
              <a:gd name="connsiteY4" fmla="*/ 717082 h 1871439"/>
              <a:gd name="connsiteX5" fmla="*/ 1374274 w 2186751"/>
              <a:gd name="connsiteY5" fmla="*/ 1171608 h 1871439"/>
              <a:gd name="connsiteX6" fmla="*/ 1711158 w 2186751"/>
              <a:gd name="connsiteY6" fmla="*/ 1535229 h 1871439"/>
              <a:gd name="connsiteX7" fmla="*/ 2112211 w 2186751"/>
              <a:gd name="connsiteY7" fmla="*/ 1770513 h 1871439"/>
              <a:gd name="connsiteX8" fmla="*/ 80211 w 2186751"/>
              <a:gd name="connsiteY8" fmla="*/ 1781208 h 1871439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86751"/>
              <a:gd name="connsiteY0" fmla="*/ 1780674 h 1870905"/>
              <a:gd name="connsiteX1" fmla="*/ 0 w 2186751"/>
              <a:gd name="connsiteY1" fmla="*/ 641684 h 1870905"/>
              <a:gd name="connsiteX2" fmla="*/ 139032 w 2186751"/>
              <a:gd name="connsiteY2" fmla="*/ 0 h 1870905"/>
              <a:gd name="connsiteX3" fmla="*/ 604253 w 2186751"/>
              <a:gd name="connsiteY3" fmla="*/ 534737 h 1870905"/>
              <a:gd name="connsiteX4" fmla="*/ 1155032 w 2186751"/>
              <a:gd name="connsiteY4" fmla="*/ 716548 h 1870905"/>
              <a:gd name="connsiteX5" fmla="*/ 1374274 w 2186751"/>
              <a:gd name="connsiteY5" fmla="*/ 1171074 h 1870905"/>
              <a:gd name="connsiteX6" fmla="*/ 1711158 w 2186751"/>
              <a:gd name="connsiteY6" fmla="*/ 1534695 h 1870905"/>
              <a:gd name="connsiteX7" fmla="*/ 2112211 w 2186751"/>
              <a:gd name="connsiteY7" fmla="*/ 1769979 h 1870905"/>
              <a:gd name="connsiteX8" fmla="*/ 80211 w 2186751"/>
              <a:gd name="connsiteY8" fmla="*/ 1780674 h 1870905"/>
              <a:gd name="connsiteX0" fmla="*/ 80211 w 2112211"/>
              <a:gd name="connsiteY0" fmla="*/ 1780674 h 1870905"/>
              <a:gd name="connsiteX1" fmla="*/ 0 w 2112211"/>
              <a:gd name="connsiteY1" fmla="*/ 641684 h 1870905"/>
              <a:gd name="connsiteX2" fmla="*/ 139032 w 2112211"/>
              <a:gd name="connsiteY2" fmla="*/ 0 h 1870905"/>
              <a:gd name="connsiteX3" fmla="*/ 604253 w 2112211"/>
              <a:gd name="connsiteY3" fmla="*/ 534737 h 1870905"/>
              <a:gd name="connsiteX4" fmla="*/ 1155032 w 2112211"/>
              <a:gd name="connsiteY4" fmla="*/ 716548 h 1870905"/>
              <a:gd name="connsiteX5" fmla="*/ 1374274 w 2112211"/>
              <a:gd name="connsiteY5" fmla="*/ 1171074 h 1870905"/>
              <a:gd name="connsiteX6" fmla="*/ 1711158 w 2112211"/>
              <a:gd name="connsiteY6" fmla="*/ 1534695 h 1870905"/>
              <a:gd name="connsiteX7" fmla="*/ 2112211 w 2112211"/>
              <a:gd name="connsiteY7" fmla="*/ 1769979 h 1870905"/>
              <a:gd name="connsiteX8" fmla="*/ 80211 w 2112211"/>
              <a:gd name="connsiteY8" fmla="*/ 1780674 h 1870905"/>
              <a:gd name="connsiteX0" fmla="*/ 80211 w 2112211"/>
              <a:gd name="connsiteY0" fmla="*/ 1780674 h 1780674"/>
              <a:gd name="connsiteX1" fmla="*/ 0 w 2112211"/>
              <a:gd name="connsiteY1" fmla="*/ 641684 h 1780674"/>
              <a:gd name="connsiteX2" fmla="*/ 139032 w 2112211"/>
              <a:gd name="connsiteY2" fmla="*/ 0 h 1780674"/>
              <a:gd name="connsiteX3" fmla="*/ 604253 w 2112211"/>
              <a:gd name="connsiteY3" fmla="*/ 534737 h 1780674"/>
              <a:gd name="connsiteX4" fmla="*/ 1155032 w 2112211"/>
              <a:gd name="connsiteY4" fmla="*/ 716548 h 1780674"/>
              <a:gd name="connsiteX5" fmla="*/ 1374274 w 2112211"/>
              <a:gd name="connsiteY5" fmla="*/ 1171074 h 1780674"/>
              <a:gd name="connsiteX6" fmla="*/ 1711158 w 2112211"/>
              <a:gd name="connsiteY6" fmla="*/ 1534695 h 1780674"/>
              <a:gd name="connsiteX7" fmla="*/ 2112211 w 2112211"/>
              <a:gd name="connsiteY7" fmla="*/ 1769979 h 1780674"/>
              <a:gd name="connsiteX8" fmla="*/ 80211 w 2112211"/>
              <a:gd name="connsiteY8" fmla="*/ 1780674 h 1780674"/>
              <a:gd name="connsiteX0" fmla="*/ 175245 w 2237423"/>
              <a:gd name="connsiteY0" fmla="*/ 1780674 h 1830781"/>
              <a:gd name="connsiteX1" fmla="*/ 95034 w 2237423"/>
              <a:gd name="connsiteY1" fmla="*/ 641684 h 1830781"/>
              <a:gd name="connsiteX2" fmla="*/ 234066 w 2237423"/>
              <a:gd name="connsiteY2" fmla="*/ 0 h 1830781"/>
              <a:gd name="connsiteX3" fmla="*/ 699287 w 2237423"/>
              <a:gd name="connsiteY3" fmla="*/ 534737 h 1830781"/>
              <a:gd name="connsiteX4" fmla="*/ 1250066 w 2237423"/>
              <a:gd name="connsiteY4" fmla="*/ 716548 h 1830781"/>
              <a:gd name="connsiteX5" fmla="*/ 1469308 w 2237423"/>
              <a:gd name="connsiteY5" fmla="*/ 1171074 h 1830781"/>
              <a:gd name="connsiteX6" fmla="*/ 1806192 w 2237423"/>
              <a:gd name="connsiteY6" fmla="*/ 1534695 h 1830781"/>
              <a:gd name="connsiteX7" fmla="*/ 2237423 w 2237423"/>
              <a:gd name="connsiteY7" fmla="*/ 1610035 h 1830781"/>
              <a:gd name="connsiteX8" fmla="*/ 175245 w 2237423"/>
              <a:gd name="connsiteY8" fmla="*/ 1780674 h 1830781"/>
              <a:gd name="connsiteX0" fmla="*/ 175025 w 2234185"/>
              <a:gd name="connsiteY0" fmla="*/ 1780674 h 1877291"/>
              <a:gd name="connsiteX1" fmla="*/ 94814 w 2234185"/>
              <a:gd name="connsiteY1" fmla="*/ 641684 h 1877291"/>
              <a:gd name="connsiteX2" fmla="*/ 233846 w 2234185"/>
              <a:gd name="connsiteY2" fmla="*/ 0 h 1877291"/>
              <a:gd name="connsiteX3" fmla="*/ 699067 w 2234185"/>
              <a:gd name="connsiteY3" fmla="*/ 534737 h 1877291"/>
              <a:gd name="connsiteX4" fmla="*/ 1249846 w 2234185"/>
              <a:gd name="connsiteY4" fmla="*/ 716548 h 1877291"/>
              <a:gd name="connsiteX5" fmla="*/ 1469088 w 2234185"/>
              <a:gd name="connsiteY5" fmla="*/ 1171074 h 1877291"/>
              <a:gd name="connsiteX6" fmla="*/ 1805972 w 2234185"/>
              <a:gd name="connsiteY6" fmla="*/ 1534695 h 1877291"/>
              <a:gd name="connsiteX7" fmla="*/ 2234185 w 2234185"/>
              <a:gd name="connsiteY7" fmla="*/ 1776015 h 1877291"/>
              <a:gd name="connsiteX8" fmla="*/ 175025 w 2234185"/>
              <a:gd name="connsiteY8" fmla="*/ 1780674 h 1877291"/>
              <a:gd name="connsiteX0" fmla="*/ 80211 w 2139371"/>
              <a:gd name="connsiteY0" fmla="*/ 1780674 h 1877291"/>
              <a:gd name="connsiteX1" fmla="*/ 0 w 2139371"/>
              <a:gd name="connsiteY1" fmla="*/ 641684 h 1877291"/>
              <a:gd name="connsiteX2" fmla="*/ 139032 w 2139371"/>
              <a:gd name="connsiteY2" fmla="*/ 0 h 1877291"/>
              <a:gd name="connsiteX3" fmla="*/ 604253 w 2139371"/>
              <a:gd name="connsiteY3" fmla="*/ 534737 h 1877291"/>
              <a:gd name="connsiteX4" fmla="*/ 1155032 w 2139371"/>
              <a:gd name="connsiteY4" fmla="*/ 716548 h 1877291"/>
              <a:gd name="connsiteX5" fmla="*/ 1374274 w 2139371"/>
              <a:gd name="connsiteY5" fmla="*/ 1171074 h 1877291"/>
              <a:gd name="connsiteX6" fmla="*/ 1711158 w 2139371"/>
              <a:gd name="connsiteY6" fmla="*/ 1534695 h 1877291"/>
              <a:gd name="connsiteX7" fmla="*/ 2139371 w 2139371"/>
              <a:gd name="connsiteY7" fmla="*/ 1776015 h 1877291"/>
              <a:gd name="connsiteX8" fmla="*/ 80211 w 2139371"/>
              <a:gd name="connsiteY8" fmla="*/ 1780674 h 1877291"/>
              <a:gd name="connsiteX0" fmla="*/ 80211 w 2139371"/>
              <a:gd name="connsiteY0" fmla="*/ 1780674 h 1780674"/>
              <a:gd name="connsiteX1" fmla="*/ 0 w 2139371"/>
              <a:gd name="connsiteY1" fmla="*/ 641684 h 1780674"/>
              <a:gd name="connsiteX2" fmla="*/ 139032 w 2139371"/>
              <a:gd name="connsiteY2" fmla="*/ 0 h 1780674"/>
              <a:gd name="connsiteX3" fmla="*/ 604253 w 2139371"/>
              <a:gd name="connsiteY3" fmla="*/ 534737 h 1780674"/>
              <a:gd name="connsiteX4" fmla="*/ 1155032 w 2139371"/>
              <a:gd name="connsiteY4" fmla="*/ 716548 h 1780674"/>
              <a:gd name="connsiteX5" fmla="*/ 1374274 w 2139371"/>
              <a:gd name="connsiteY5" fmla="*/ 1171074 h 1780674"/>
              <a:gd name="connsiteX6" fmla="*/ 1711158 w 2139371"/>
              <a:gd name="connsiteY6" fmla="*/ 1534695 h 1780674"/>
              <a:gd name="connsiteX7" fmla="*/ 2139371 w 2139371"/>
              <a:gd name="connsiteY7" fmla="*/ 1776015 h 1780674"/>
              <a:gd name="connsiteX8" fmla="*/ 80211 w 2139371"/>
              <a:gd name="connsiteY8" fmla="*/ 1780674 h 178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9371" h="1780674">
                <a:moveTo>
                  <a:pt x="80211" y="1780674"/>
                </a:moveTo>
                <a:lnTo>
                  <a:pt x="0" y="641684"/>
                </a:lnTo>
                <a:lnTo>
                  <a:pt x="139032" y="0"/>
                </a:lnTo>
                <a:lnTo>
                  <a:pt x="604253" y="534737"/>
                </a:lnTo>
                <a:lnTo>
                  <a:pt x="1155032" y="716548"/>
                </a:lnTo>
                <a:lnTo>
                  <a:pt x="1374274" y="1171074"/>
                </a:lnTo>
                <a:lnTo>
                  <a:pt x="1711158" y="1534695"/>
                </a:lnTo>
                <a:lnTo>
                  <a:pt x="2139371" y="1776015"/>
                </a:lnTo>
                <a:lnTo>
                  <a:pt x="80211" y="17806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416825" y="1506600"/>
            <a:ext cx="2194832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6000" b="1" dirty="0">
                <a:solidFill>
                  <a:schemeClr val="accent5"/>
                </a:solidFill>
                <a:latin typeface="Open Sans" panose="020B0606030504020204" pitchFamily="34" charset="0"/>
              </a:rPr>
              <a:t>100%</a:t>
            </a:r>
            <a:endParaRPr lang="en-US" sz="6000" b="1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399074" y="1851370"/>
            <a:ext cx="1755610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6000" b="1" dirty="0">
                <a:solidFill>
                  <a:schemeClr val="accent5"/>
                </a:solidFill>
                <a:latin typeface="Open Sans" panose="020B0606030504020204" pitchFamily="34" charset="0"/>
              </a:rPr>
              <a:t>50%</a:t>
            </a:r>
            <a:endParaRPr lang="en-US" sz="6000" b="1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441409" y="2213865"/>
            <a:ext cx="133722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4400" b="1" dirty="0">
                <a:solidFill>
                  <a:schemeClr val="accent5"/>
                </a:solidFill>
                <a:latin typeface="Open Sans" panose="020B0606030504020204" pitchFamily="34" charset="0"/>
              </a:rPr>
              <a:t>30%</a:t>
            </a:r>
            <a:endParaRPr lang="en-US" sz="4400" b="1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42085" y="5701859"/>
            <a:ext cx="6104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0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2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E58814-0D0A-41B6-A947-14B243E7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/>
              <a:t>ICEBERG INFOGRAPHICS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DEF707-7E71-4BDF-8B1B-77D0FC2586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0594079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368770"/>
            <a:ext cx="12188825" cy="2489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170278" y="1569550"/>
            <a:ext cx="4106807" cy="2745240"/>
          </a:xfrm>
          <a:prstGeom prst="roundRect">
            <a:avLst>
              <a:gd name="adj" fmla="val 5698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Open Sans" panose="020B0606030504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335425" y="1732538"/>
            <a:ext cx="3776513" cy="241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Open Sans" panose="020B0606030504020204" pitchFamily="34" charset="0"/>
            </a:endParaRPr>
          </a:p>
        </p:txBody>
      </p:sp>
      <p:sp>
        <p:nvSpPr>
          <p:cNvPr id="33" name="Round Same Side Corner Rectangle 32"/>
          <p:cNvSpPr/>
          <p:nvPr/>
        </p:nvSpPr>
        <p:spPr>
          <a:xfrm>
            <a:off x="902442" y="4151956"/>
            <a:ext cx="4642478" cy="216814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Open Sans" panose="020B06060305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124082" y="2105685"/>
            <a:ext cx="1395803" cy="1227970"/>
            <a:chOff x="2276787" y="2360065"/>
            <a:chExt cx="991069" cy="871902"/>
          </a:xfrm>
          <a:solidFill>
            <a:schemeClr val="accent6"/>
          </a:solidFill>
        </p:grpSpPr>
        <p:sp>
          <p:nvSpPr>
            <p:cNvPr id="38" name="Freeform 6"/>
            <p:cNvSpPr>
              <a:spLocks noEditPoints="1"/>
            </p:cNvSpPr>
            <p:nvPr/>
          </p:nvSpPr>
          <p:spPr bwMode="auto">
            <a:xfrm>
              <a:off x="2276787" y="2360065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9" name="Freeform 6"/>
            <p:cNvSpPr>
              <a:spLocks noEditPoints="1"/>
            </p:cNvSpPr>
            <p:nvPr/>
          </p:nvSpPr>
          <p:spPr bwMode="auto">
            <a:xfrm>
              <a:off x="2577528" y="2376076"/>
              <a:ext cx="690328" cy="689978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1" name="Freeform 6"/>
            <p:cNvSpPr>
              <a:spLocks noEditPoints="1"/>
            </p:cNvSpPr>
            <p:nvPr/>
          </p:nvSpPr>
          <p:spPr bwMode="auto">
            <a:xfrm>
              <a:off x="2351738" y="2869731"/>
              <a:ext cx="362420" cy="362236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036360" y="5404883"/>
            <a:ext cx="1011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 You can replace this text</a:t>
            </a:r>
            <a:r>
              <a:rPr lang="es-US" sz="2000">
                <a:solidFill>
                  <a:schemeClr val="bg1"/>
                </a:solidFill>
                <a:latin typeface="Open Sans" panose="020B0606030504020204" pitchFamily="34" charset="0"/>
              </a:rPr>
              <a:t>. </a:t>
            </a:r>
            <a:endParaRPr lang="en-US" sz="2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36360" y="4804463"/>
            <a:ext cx="1011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2800" b="1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705232" y="985720"/>
            <a:ext cx="4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05232" y="1907047"/>
            <a:ext cx="4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705232" y="2828375"/>
            <a:ext cx="4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 can replace this text. This is a sample. Yod can replace this text.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4" name="L-Shape 73"/>
          <p:cNvSpPr/>
          <p:nvPr/>
        </p:nvSpPr>
        <p:spPr>
          <a:xfrm rot="18900000">
            <a:off x="6073447" y="1240223"/>
            <a:ext cx="363136" cy="181568"/>
          </a:xfrm>
          <a:prstGeom prst="corne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5" name="L-Shape 74"/>
          <p:cNvSpPr/>
          <p:nvPr/>
        </p:nvSpPr>
        <p:spPr>
          <a:xfrm rot="18900000">
            <a:off x="6073447" y="2124642"/>
            <a:ext cx="363136" cy="181568"/>
          </a:xfrm>
          <a:prstGeom prst="corne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6" name="L-Shape 75"/>
          <p:cNvSpPr/>
          <p:nvPr/>
        </p:nvSpPr>
        <p:spPr>
          <a:xfrm rot="18900000">
            <a:off x="6073447" y="3054032"/>
            <a:ext cx="363136" cy="181568"/>
          </a:xfrm>
          <a:prstGeom prst="corne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" name="Arc 2"/>
          <p:cNvSpPr/>
          <p:nvPr/>
        </p:nvSpPr>
        <p:spPr>
          <a:xfrm>
            <a:off x="2124082" y="1868007"/>
            <a:ext cx="1936578" cy="1936578"/>
          </a:xfrm>
          <a:prstGeom prst="arc">
            <a:avLst>
              <a:gd name="adj1" fmla="val 21177614"/>
              <a:gd name="adj2" fmla="val 9198922"/>
            </a:avLst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069E60-57AD-4797-B532-67E27B1FE7D3}"/>
              </a:ext>
            </a:extLst>
          </p:cNvPr>
          <p:cNvGrpSpPr/>
          <p:nvPr/>
        </p:nvGrpSpPr>
        <p:grpSpPr>
          <a:xfrm>
            <a:off x="3413380" y="833015"/>
            <a:ext cx="1296860" cy="1850958"/>
            <a:chOff x="5903913" y="1131888"/>
            <a:chExt cx="1385888" cy="1978025"/>
          </a:xfrm>
          <a:solidFill>
            <a:schemeClr val="accent5"/>
          </a:solidFill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9EB97263-C6BF-4121-8FA3-31695A3D6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3476" y="1131888"/>
              <a:ext cx="766763" cy="1825625"/>
            </a:xfrm>
            <a:custGeom>
              <a:avLst/>
              <a:gdLst>
                <a:gd name="T0" fmla="*/ 656 w 1448"/>
                <a:gd name="T1" fmla="*/ 421 h 3451"/>
                <a:gd name="T2" fmla="*/ 542 w 1448"/>
                <a:gd name="T3" fmla="*/ 601 h 3451"/>
                <a:gd name="T4" fmla="*/ 430 w 1448"/>
                <a:gd name="T5" fmla="*/ 837 h 3451"/>
                <a:gd name="T6" fmla="*/ 445 w 1448"/>
                <a:gd name="T7" fmla="*/ 1040 h 3451"/>
                <a:gd name="T8" fmla="*/ 715 w 1448"/>
                <a:gd name="T9" fmla="*/ 1058 h 3451"/>
                <a:gd name="T10" fmla="*/ 946 w 1448"/>
                <a:gd name="T11" fmla="*/ 1045 h 3451"/>
                <a:gd name="T12" fmla="*/ 1053 w 1448"/>
                <a:gd name="T13" fmla="*/ 926 h 3451"/>
                <a:gd name="T14" fmla="*/ 946 w 1448"/>
                <a:gd name="T15" fmla="*/ 671 h 3451"/>
                <a:gd name="T16" fmla="*/ 831 w 1448"/>
                <a:gd name="T17" fmla="*/ 473 h 3451"/>
                <a:gd name="T18" fmla="*/ 726 w 1448"/>
                <a:gd name="T19" fmla="*/ 330 h 3451"/>
                <a:gd name="T20" fmla="*/ 732 w 1448"/>
                <a:gd name="T21" fmla="*/ 7 h 3451"/>
                <a:gd name="T22" fmla="*/ 771 w 1448"/>
                <a:gd name="T23" fmla="*/ 41 h 3451"/>
                <a:gd name="T24" fmla="*/ 837 w 1448"/>
                <a:gd name="T25" fmla="*/ 106 h 3451"/>
                <a:gd name="T26" fmla="*/ 921 w 1448"/>
                <a:gd name="T27" fmla="*/ 205 h 3451"/>
                <a:gd name="T28" fmla="*/ 1018 w 1448"/>
                <a:gd name="T29" fmla="*/ 336 h 3451"/>
                <a:gd name="T30" fmla="*/ 1120 w 1448"/>
                <a:gd name="T31" fmla="*/ 505 h 3451"/>
                <a:gd name="T32" fmla="*/ 1218 w 1448"/>
                <a:gd name="T33" fmla="*/ 709 h 3451"/>
                <a:gd name="T34" fmla="*/ 1309 w 1448"/>
                <a:gd name="T35" fmla="*/ 952 h 3451"/>
                <a:gd name="T36" fmla="*/ 1381 w 1448"/>
                <a:gd name="T37" fmla="*/ 1236 h 3451"/>
                <a:gd name="T38" fmla="*/ 1429 w 1448"/>
                <a:gd name="T39" fmla="*/ 1561 h 3451"/>
                <a:gd name="T40" fmla="*/ 1448 w 1448"/>
                <a:gd name="T41" fmla="*/ 1929 h 3451"/>
                <a:gd name="T42" fmla="*/ 1430 w 1448"/>
                <a:gd name="T43" fmla="*/ 2301 h 3451"/>
                <a:gd name="T44" fmla="*/ 1380 w 1448"/>
                <a:gd name="T45" fmla="*/ 2628 h 3451"/>
                <a:gd name="T46" fmla="*/ 1303 w 1448"/>
                <a:gd name="T47" fmla="*/ 2903 h 3451"/>
                <a:gd name="T48" fmla="*/ 1199 w 1448"/>
                <a:gd name="T49" fmla="*/ 3128 h 3451"/>
                <a:gd name="T50" fmla="*/ 1074 w 1448"/>
                <a:gd name="T51" fmla="*/ 3298 h 3451"/>
                <a:gd name="T52" fmla="*/ 934 w 1448"/>
                <a:gd name="T53" fmla="*/ 3409 h 3451"/>
                <a:gd name="T54" fmla="*/ 832 w 1448"/>
                <a:gd name="T55" fmla="*/ 2566 h 3451"/>
                <a:gd name="T56" fmla="*/ 808 w 1448"/>
                <a:gd name="T57" fmla="*/ 2500 h 3451"/>
                <a:gd name="T58" fmla="*/ 748 w 1448"/>
                <a:gd name="T59" fmla="*/ 2463 h 3451"/>
                <a:gd name="T60" fmla="*/ 677 w 1448"/>
                <a:gd name="T61" fmla="*/ 2471 h 3451"/>
                <a:gd name="T62" fmla="*/ 627 w 1448"/>
                <a:gd name="T63" fmla="*/ 2520 h 3451"/>
                <a:gd name="T64" fmla="*/ 616 w 1448"/>
                <a:gd name="T65" fmla="*/ 3451 h 3451"/>
                <a:gd name="T66" fmla="*/ 466 w 1448"/>
                <a:gd name="T67" fmla="*/ 3379 h 3451"/>
                <a:gd name="T68" fmla="*/ 329 w 1448"/>
                <a:gd name="T69" fmla="*/ 3248 h 3451"/>
                <a:gd name="T70" fmla="*/ 212 w 1448"/>
                <a:gd name="T71" fmla="*/ 3059 h 3451"/>
                <a:gd name="T72" fmla="*/ 117 w 1448"/>
                <a:gd name="T73" fmla="*/ 2817 h 3451"/>
                <a:gd name="T74" fmla="*/ 48 w 1448"/>
                <a:gd name="T75" fmla="*/ 2524 h 3451"/>
                <a:gd name="T76" fmla="*/ 8 w 1448"/>
                <a:gd name="T77" fmla="*/ 2183 h 3451"/>
                <a:gd name="T78" fmla="*/ 2 w 1448"/>
                <a:gd name="T79" fmla="*/ 1802 h 3451"/>
                <a:gd name="T80" fmla="*/ 32 w 1448"/>
                <a:gd name="T81" fmla="*/ 1452 h 3451"/>
                <a:gd name="T82" fmla="*/ 89 w 1448"/>
                <a:gd name="T83" fmla="*/ 1143 h 3451"/>
                <a:gd name="T84" fmla="*/ 169 w 1448"/>
                <a:gd name="T85" fmla="*/ 875 h 3451"/>
                <a:gd name="T86" fmla="*/ 261 w 1448"/>
                <a:gd name="T87" fmla="*/ 643 h 3451"/>
                <a:gd name="T88" fmla="*/ 362 w 1448"/>
                <a:gd name="T89" fmla="*/ 450 h 3451"/>
                <a:gd name="T90" fmla="*/ 462 w 1448"/>
                <a:gd name="T91" fmla="*/ 293 h 3451"/>
                <a:gd name="T92" fmla="*/ 556 w 1448"/>
                <a:gd name="T93" fmla="*/ 171 h 3451"/>
                <a:gd name="T94" fmla="*/ 636 w 1448"/>
                <a:gd name="T95" fmla="*/ 83 h 3451"/>
                <a:gd name="T96" fmla="*/ 693 w 1448"/>
                <a:gd name="T97" fmla="*/ 27 h 3451"/>
                <a:gd name="T98" fmla="*/ 722 w 1448"/>
                <a:gd name="T99" fmla="*/ 1 h 3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48" h="3451">
                  <a:moveTo>
                    <a:pt x="726" y="330"/>
                  </a:moveTo>
                  <a:lnTo>
                    <a:pt x="692" y="372"/>
                  </a:lnTo>
                  <a:lnTo>
                    <a:pt x="656" y="421"/>
                  </a:lnTo>
                  <a:lnTo>
                    <a:pt x="618" y="476"/>
                  </a:lnTo>
                  <a:lnTo>
                    <a:pt x="581" y="535"/>
                  </a:lnTo>
                  <a:lnTo>
                    <a:pt x="542" y="601"/>
                  </a:lnTo>
                  <a:lnTo>
                    <a:pt x="505" y="675"/>
                  </a:lnTo>
                  <a:lnTo>
                    <a:pt x="467" y="752"/>
                  </a:lnTo>
                  <a:lnTo>
                    <a:pt x="430" y="837"/>
                  </a:lnTo>
                  <a:lnTo>
                    <a:pt x="396" y="929"/>
                  </a:lnTo>
                  <a:lnTo>
                    <a:pt x="363" y="1027"/>
                  </a:lnTo>
                  <a:lnTo>
                    <a:pt x="445" y="1040"/>
                  </a:lnTo>
                  <a:lnTo>
                    <a:pt x="533" y="1050"/>
                  </a:lnTo>
                  <a:lnTo>
                    <a:pt x="623" y="1056"/>
                  </a:lnTo>
                  <a:lnTo>
                    <a:pt x="715" y="1058"/>
                  </a:lnTo>
                  <a:lnTo>
                    <a:pt x="794" y="1057"/>
                  </a:lnTo>
                  <a:lnTo>
                    <a:pt x="871" y="1052"/>
                  </a:lnTo>
                  <a:lnTo>
                    <a:pt x="946" y="1045"/>
                  </a:lnTo>
                  <a:lnTo>
                    <a:pt x="1017" y="1036"/>
                  </a:lnTo>
                  <a:lnTo>
                    <a:pt x="1086" y="1023"/>
                  </a:lnTo>
                  <a:lnTo>
                    <a:pt x="1053" y="926"/>
                  </a:lnTo>
                  <a:lnTo>
                    <a:pt x="1019" y="835"/>
                  </a:lnTo>
                  <a:lnTo>
                    <a:pt x="983" y="750"/>
                  </a:lnTo>
                  <a:lnTo>
                    <a:pt x="946" y="671"/>
                  </a:lnTo>
                  <a:lnTo>
                    <a:pt x="907" y="599"/>
                  </a:lnTo>
                  <a:lnTo>
                    <a:pt x="870" y="534"/>
                  </a:lnTo>
                  <a:lnTo>
                    <a:pt x="831" y="473"/>
                  </a:lnTo>
                  <a:lnTo>
                    <a:pt x="795" y="420"/>
                  </a:lnTo>
                  <a:lnTo>
                    <a:pt x="758" y="372"/>
                  </a:lnTo>
                  <a:lnTo>
                    <a:pt x="726" y="330"/>
                  </a:lnTo>
                  <a:close/>
                  <a:moveTo>
                    <a:pt x="723" y="0"/>
                  </a:moveTo>
                  <a:lnTo>
                    <a:pt x="726" y="1"/>
                  </a:lnTo>
                  <a:lnTo>
                    <a:pt x="732" y="7"/>
                  </a:lnTo>
                  <a:lnTo>
                    <a:pt x="742" y="14"/>
                  </a:lnTo>
                  <a:lnTo>
                    <a:pt x="755" y="26"/>
                  </a:lnTo>
                  <a:lnTo>
                    <a:pt x="771" y="41"/>
                  </a:lnTo>
                  <a:lnTo>
                    <a:pt x="790" y="59"/>
                  </a:lnTo>
                  <a:lnTo>
                    <a:pt x="812" y="82"/>
                  </a:lnTo>
                  <a:lnTo>
                    <a:pt x="837" y="106"/>
                  </a:lnTo>
                  <a:lnTo>
                    <a:pt x="864" y="135"/>
                  </a:lnTo>
                  <a:lnTo>
                    <a:pt x="892" y="168"/>
                  </a:lnTo>
                  <a:lnTo>
                    <a:pt x="921" y="205"/>
                  </a:lnTo>
                  <a:lnTo>
                    <a:pt x="953" y="244"/>
                  </a:lnTo>
                  <a:lnTo>
                    <a:pt x="986" y="288"/>
                  </a:lnTo>
                  <a:lnTo>
                    <a:pt x="1018" y="336"/>
                  </a:lnTo>
                  <a:lnTo>
                    <a:pt x="1052" y="388"/>
                  </a:lnTo>
                  <a:lnTo>
                    <a:pt x="1086" y="444"/>
                  </a:lnTo>
                  <a:lnTo>
                    <a:pt x="1120" y="505"/>
                  </a:lnTo>
                  <a:lnTo>
                    <a:pt x="1153" y="569"/>
                  </a:lnTo>
                  <a:lnTo>
                    <a:pt x="1187" y="636"/>
                  </a:lnTo>
                  <a:lnTo>
                    <a:pt x="1218" y="709"/>
                  </a:lnTo>
                  <a:lnTo>
                    <a:pt x="1250" y="786"/>
                  </a:lnTo>
                  <a:lnTo>
                    <a:pt x="1279" y="868"/>
                  </a:lnTo>
                  <a:lnTo>
                    <a:pt x="1309" y="952"/>
                  </a:lnTo>
                  <a:lnTo>
                    <a:pt x="1334" y="1042"/>
                  </a:lnTo>
                  <a:lnTo>
                    <a:pt x="1359" y="1137"/>
                  </a:lnTo>
                  <a:lnTo>
                    <a:pt x="1381" y="1236"/>
                  </a:lnTo>
                  <a:lnTo>
                    <a:pt x="1400" y="1340"/>
                  </a:lnTo>
                  <a:lnTo>
                    <a:pt x="1416" y="1448"/>
                  </a:lnTo>
                  <a:lnTo>
                    <a:pt x="1429" y="1561"/>
                  </a:lnTo>
                  <a:lnTo>
                    <a:pt x="1440" y="1679"/>
                  </a:lnTo>
                  <a:lnTo>
                    <a:pt x="1445" y="1801"/>
                  </a:lnTo>
                  <a:lnTo>
                    <a:pt x="1448" y="1929"/>
                  </a:lnTo>
                  <a:lnTo>
                    <a:pt x="1445" y="2058"/>
                  </a:lnTo>
                  <a:lnTo>
                    <a:pt x="1440" y="2183"/>
                  </a:lnTo>
                  <a:lnTo>
                    <a:pt x="1430" y="2301"/>
                  </a:lnTo>
                  <a:lnTo>
                    <a:pt x="1417" y="2415"/>
                  </a:lnTo>
                  <a:lnTo>
                    <a:pt x="1400" y="2524"/>
                  </a:lnTo>
                  <a:lnTo>
                    <a:pt x="1380" y="2628"/>
                  </a:lnTo>
                  <a:lnTo>
                    <a:pt x="1358" y="2726"/>
                  </a:lnTo>
                  <a:lnTo>
                    <a:pt x="1331" y="2817"/>
                  </a:lnTo>
                  <a:lnTo>
                    <a:pt x="1303" y="2903"/>
                  </a:lnTo>
                  <a:lnTo>
                    <a:pt x="1270" y="2985"/>
                  </a:lnTo>
                  <a:lnTo>
                    <a:pt x="1236" y="3059"/>
                  </a:lnTo>
                  <a:lnTo>
                    <a:pt x="1199" y="3128"/>
                  </a:lnTo>
                  <a:lnTo>
                    <a:pt x="1160" y="3191"/>
                  </a:lnTo>
                  <a:lnTo>
                    <a:pt x="1119" y="3248"/>
                  </a:lnTo>
                  <a:lnTo>
                    <a:pt x="1074" y="3298"/>
                  </a:lnTo>
                  <a:lnTo>
                    <a:pt x="1030" y="3342"/>
                  </a:lnTo>
                  <a:lnTo>
                    <a:pt x="982" y="3379"/>
                  </a:lnTo>
                  <a:lnTo>
                    <a:pt x="934" y="3409"/>
                  </a:lnTo>
                  <a:lnTo>
                    <a:pt x="884" y="3434"/>
                  </a:lnTo>
                  <a:lnTo>
                    <a:pt x="832" y="3451"/>
                  </a:lnTo>
                  <a:lnTo>
                    <a:pt x="832" y="2566"/>
                  </a:lnTo>
                  <a:lnTo>
                    <a:pt x="829" y="2542"/>
                  </a:lnTo>
                  <a:lnTo>
                    <a:pt x="821" y="2520"/>
                  </a:lnTo>
                  <a:lnTo>
                    <a:pt x="808" y="2500"/>
                  </a:lnTo>
                  <a:lnTo>
                    <a:pt x="791" y="2483"/>
                  </a:lnTo>
                  <a:lnTo>
                    <a:pt x="771" y="2471"/>
                  </a:lnTo>
                  <a:lnTo>
                    <a:pt x="748" y="2463"/>
                  </a:lnTo>
                  <a:lnTo>
                    <a:pt x="723" y="2459"/>
                  </a:lnTo>
                  <a:lnTo>
                    <a:pt x="699" y="2463"/>
                  </a:lnTo>
                  <a:lnTo>
                    <a:pt x="677" y="2471"/>
                  </a:lnTo>
                  <a:lnTo>
                    <a:pt x="657" y="2483"/>
                  </a:lnTo>
                  <a:lnTo>
                    <a:pt x="640" y="2500"/>
                  </a:lnTo>
                  <a:lnTo>
                    <a:pt x="627" y="2520"/>
                  </a:lnTo>
                  <a:lnTo>
                    <a:pt x="619" y="2542"/>
                  </a:lnTo>
                  <a:lnTo>
                    <a:pt x="616" y="2566"/>
                  </a:lnTo>
                  <a:lnTo>
                    <a:pt x="616" y="3451"/>
                  </a:lnTo>
                  <a:lnTo>
                    <a:pt x="564" y="3434"/>
                  </a:lnTo>
                  <a:lnTo>
                    <a:pt x="514" y="3409"/>
                  </a:lnTo>
                  <a:lnTo>
                    <a:pt x="466" y="3379"/>
                  </a:lnTo>
                  <a:lnTo>
                    <a:pt x="418" y="3342"/>
                  </a:lnTo>
                  <a:lnTo>
                    <a:pt x="373" y="3298"/>
                  </a:lnTo>
                  <a:lnTo>
                    <a:pt x="329" y="3248"/>
                  </a:lnTo>
                  <a:lnTo>
                    <a:pt x="288" y="3191"/>
                  </a:lnTo>
                  <a:lnTo>
                    <a:pt x="249" y="3128"/>
                  </a:lnTo>
                  <a:lnTo>
                    <a:pt x="212" y="3059"/>
                  </a:lnTo>
                  <a:lnTo>
                    <a:pt x="178" y="2985"/>
                  </a:lnTo>
                  <a:lnTo>
                    <a:pt x="145" y="2903"/>
                  </a:lnTo>
                  <a:lnTo>
                    <a:pt x="117" y="2817"/>
                  </a:lnTo>
                  <a:lnTo>
                    <a:pt x="90" y="2726"/>
                  </a:lnTo>
                  <a:lnTo>
                    <a:pt x="68" y="2628"/>
                  </a:lnTo>
                  <a:lnTo>
                    <a:pt x="48" y="2524"/>
                  </a:lnTo>
                  <a:lnTo>
                    <a:pt x="31" y="2415"/>
                  </a:lnTo>
                  <a:lnTo>
                    <a:pt x="18" y="2301"/>
                  </a:lnTo>
                  <a:lnTo>
                    <a:pt x="8" y="2183"/>
                  </a:lnTo>
                  <a:lnTo>
                    <a:pt x="2" y="2058"/>
                  </a:lnTo>
                  <a:lnTo>
                    <a:pt x="0" y="1929"/>
                  </a:lnTo>
                  <a:lnTo>
                    <a:pt x="2" y="1802"/>
                  </a:lnTo>
                  <a:lnTo>
                    <a:pt x="8" y="1681"/>
                  </a:lnTo>
                  <a:lnTo>
                    <a:pt x="18" y="1564"/>
                  </a:lnTo>
                  <a:lnTo>
                    <a:pt x="32" y="1452"/>
                  </a:lnTo>
                  <a:lnTo>
                    <a:pt x="48" y="1344"/>
                  </a:lnTo>
                  <a:lnTo>
                    <a:pt x="67" y="1242"/>
                  </a:lnTo>
                  <a:lnTo>
                    <a:pt x="89" y="1143"/>
                  </a:lnTo>
                  <a:lnTo>
                    <a:pt x="114" y="1049"/>
                  </a:lnTo>
                  <a:lnTo>
                    <a:pt x="139" y="959"/>
                  </a:lnTo>
                  <a:lnTo>
                    <a:pt x="169" y="875"/>
                  </a:lnTo>
                  <a:lnTo>
                    <a:pt x="198" y="793"/>
                  </a:lnTo>
                  <a:lnTo>
                    <a:pt x="230" y="716"/>
                  </a:lnTo>
                  <a:lnTo>
                    <a:pt x="261" y="643"/>
                  </a:lnTo>
                  <a:lnTo>
                    <a:pt x="295" y="576"/>
                  </a:lnTo>
                  <a:lnTo>
                    <a:pt x="328" y="511"/>
                  </a:lnTo>
                  <a:lnTo>
                    <a:pt x="362" y="450"/>
                  </a:lnTo>
                  <a:lnTo>
                    <a:pt x="396" y="394"/>
                  </a:lnTo>
                  <a:lnTo>
                    <a:pt x="430" y="342"/>
                  </a:lnTo>
                  <a:lnTo>
                    <a:pt x="462" y="293"/>
                  </a:lnTo>
                  <a:lnTo>
                    <a:pt x="495" y="249"/>
                  </a:lnTo>
                  <a:lnTo>
                    <a:pt x="526" y="208"/>
                  </a:lnTo>
                  <a:lnTo>
                    <a:pt x="556" y="171"/>
                  </a:lnTo>
                  <a:lnTo>
                    <a:pt x="584" y="139"/>
                  </a:lnTo>
                  <a:lnTo>
                    <a:pt x="611" y="108"/>
                  </a:lnTo>
                  <a:lnTo>
                    <a:pt x="636" y="83"/>
                  </a:lnTo>
                  <a:lnTo>
                    <a:pt x="657" y="61"/>
                  </a:lnTo>
                  <a:lnTo>
                    <a:pt x="677" y="42"/>
                  </a:lnTo>
                  <a:lnTo>
                    <a:pt x="693" y="27"/>
                  </a:lnTo>
                  <a:lnTo>
                    <a:pt x="706" y="15"/>
                  </a:lnTo>
                  <a:lnTo>
                    <a:pt x="715" y="7"/>
                  </a:lnTo>
                  <a:lnTo>
                    <a:pt x="722" y="1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A187F868-7BA4-41C1-8C89-699767434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3913" y="2473325"/>
              <a:ext cx="374650" cy="636588"/>
            </a:xfrm>
            <a:custGeom>
              <a:avLst/>
              <a:gdLst>
                <a:gd name="T0" fmla="*/ 391 w 708"/>
                <a:gd name="T1" fmla="*/ 0 h 1203"/>
                <a:gd name="T2" fmla="*/ 479 w 708"/>
                <a:gd name="T3" fmla="*/ 0 h 1203"/>
                <a:gd name="T4" fmla="*/ 497 w 708"/>
                <a:gd name="T5" fmla="*/ 100 h 1203"/>
                <a:gd name="T6" fmla="*/ 520 w 708"/>
                <a:gd name="T7" fmla="*/ 196 h 1203"/>
                <a:gd name="T8" fmla="*/ 544 w 708"/>
                <a:gd name="T9" fmla="*/ 289 h 1203"/>
                <a:gd name="T10" fmla="*/ 571 w 708"/>
                <a:gd name="T11" fmla="*/ 377 h 1203"/>
                <a:gd name="T12" fmla="*/ 602 w 708"/>
                <a:gd name="T13" fmla="*/ 460 h 1203"/>
                <a:gd name="T14" fmla="*/ 634 w 708"/>
                <a:gd name="T15" fmla="*/ 539 h 1203"/>
                <a:gd name="T16" fmla="*/ 671 w 708"/>
                <a:gd name="T17" fmla="*/ 614 h 1203"/>
                <a:gd name="T18" fmla="*/ 708 w 708"/>
                <a:gd name="T19" fmla="*/ 682 h 1203"/>
                <a:gd name="T20" fmla="*/ 0 w 708"/>
                <a:gd name="T21" fmla="*/ 1203 h 1203"/>
                <a:gd name="T22" fmla="*/ 0 w 708"/>
                <a:gd name="T23" fmla="*/ 331 h 1203"/>
                <a:gd name="T24" fmla="*/ 4 w 708"/>
                <a:gd name="T25" fmla="*/ 286 h 1203"/>
                <a:gd name="T26" fmla="*/ 14 w 708"/>
                <a:gd name="T27" fmla="*/ 243 h 1203"/>
                <a:gd name="T28" fmla="*/ 30 w 708"/>
                <a:gd name="T29" fmla="*/ 202 h 1203"/>
                <a:gd name="T30" fmla="*/ 53 w 708"/>
                <a:gd name="T31" fmla="*/ 164 h 1203"/>
                <a:gd name="T32" fmla="*/ 81 w 708"/>
                <a:gd name="T33" fmla="*/ 129 h 1203"/>
                <a:gd name="T34" fmla="*/ 115 w 708"/>
                <a:gd name="T35" fmla="*/ 96 h 1203"/>
                <a:gd name="T36" fmla="*/ 152 w 708"/>
                <a:gd name="T37" fmla="*/ 68 h 1203"/>
                <a:gd name="T38" fmla="*/ 193 w 708"/>
                <a:gd name="T39" fmla="*/ 45 h 1203"/>
                <a:gd name="T40" fmla="*/ 239 w 708"/>
                <a:gd name="T41" fmla="*/ 25 h 1203"/>
                <a:gd name="T42" fmla="*/ 287 w 708"/>
                <a:gd name="T43" fmla="*/ 12 h 1203"/>
                <a:gd name="T44" fmla="*/ 338 w 708"/>
                <a:gd name="T45" fmla="*/ 2 h 1203"/>
                <a:gd name="T46" fmla="*/ 391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391" y="0"/>
                  </a:moveTo>
                  <a:lnTo>
                    <a:pt x="479" y="0"/>
                  </a:lnTo>
                  <a:lnTo>
                    <a:pt x="497" y="100"/>
                  </a:lnTo>
                  <a:lnTo>
                    <a:pt x="520" y="196"/>
                  </a:lnTo>
                  <a:lnTo>
                    <a:pt x="544" y="289"/>
                  </a:lnTo>
                  <a:lnTo>
                    <a:pt x="571" y="377"/>
                  </a:lnTo>
                  <a:lnTo>
                    <a:pt x="602" y="460"/>
                  </a:lnTo>
                  <a:lnTo>
                    <a:pt x="634" y="539"/>
                  </a:lnTo>
                  <a:lnTo>
                    <a:pt x="671" y="614"/>
                  </a:lnTo>
                  <a:lnTo>
                    <a:pt x="708" y="682"/>
                  </a:lnTo>
                  <a:lnTo>
                    <a:pt x="0" y="1203"/>
                  </a:lnTo>
                  <a:lnTo>
                    <a:pt x="0" y="331"/>
                  </a:lnTo>
                  <a:lnTo>
                    <a:pt x="4" y="286"/>
                  </a:lnTo>
                  <a:lnTo>
                    <a:pt x="14" y="243"/>
                  </a:lnTo>
                  <a:lnTo>
                    <a:pt x="30" y="202"/>
                  </a:lnTo>
                  <a:lnTo>
                    <a:pt x="53" y="164"/>
                  </a:lnTo>
                  <a:lnTo>
                    <a:pt x="81" y="129"/>
                  </a:lnTo>
                  <a:lnTo>
                    <a:pt x="115" y="96"/>
                  </a:lnTo>
                  <a:lnTo>
                    <a:pt x="152" y="68"/>
                  </a:lnTo>
                  <a:lnTo>
                    <a:pt x="193" y="45"/>
                  </a:lnTo>
                  <a:lnTo>
                    <a:pt x="239" y="25"/>
                  </a:lnTo>
                  <a:lnTo>
                    <a:pt x="287" y="12"/>
                  </a:lnTo>
                  <a:lnTo>
                    <a:pt x="338" y="2"/>
                  </a:lnTo>
                  <a:lnTo>
                    <a:pt x="3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B04D58EC-302E-42CC-B360-1CFCC76FB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5151" y="2473325"/>
              <a:ext cx="374650" cy="636588"/>
            </a:xfrm>
            <a:custGeom>
              <a:avLst/>
              <a:gdLst>
                <a:gd name="T0" fmla="*/ 229 w 708"/>
                <a:gd name="T1" fmla="*/ 0 h 1203"/>
                <a:gd name="T2" fmla="*/ 317 w 708"/>
                <a:gd name="T3" fmla="*/ 0 h 1203"/>
                <a:gd name="T4" fmla="*/ 370 w 708"/>
                <a:gd name="T5" fmla="*/ 2 h 1203"/>
                <a:gd name="T6" fmla="*/ 421 w 708"/>
                <a:gd name="T7" fmla="*/ 12 h 1203"/>
                <a:gd name="T8" fmla="*/ 469 w 708"/>
                <a:gd name="T9" fmla="*/ 25 h 1203"/>
                <a:gd name="T10" fmla="*/ 515 w 708"/>
                <a:gd name="T11" fmla="*/ 45 h 1203"/>
                <a:gd name="T12" fmla="*/ 556 w 708"/>
                <a:gd name="T13" fmla="*/ 68 h 1203"/>
                <a:gd name="T14" fmla="*/ 593 w 708"/>
                <a:gd name="T15" fmla="*/ 96 h 1203"/>
                <a:gd name="T16" fmla="*/ 626 w 708"/>
                <a:gd name="T17" fmla="*/ 129 h 1203"/>
                <a:gd name="T18" fmla="*/ 654 w 708"/>
                <a:gd name="T19" fmla="*/ 164 h 1203"/>
                <a:gd name="T20" fmla="*/ 678 w 708"/>
                <a:gd name="T21" fmla="*/ 202 h 1203"/>
                <a:gd name="T22" fmla="*/ 694 w 708"/>
                <a:gd name="T23" fmla="*/ 243 h 1203"/>
                <a:gd name="T24" fmla="*/ 704 w 708"/>
                <a:gd name="T25" fmla="*/ 286 h 1203"/>
                <a:gd name="T26" fmla="*/ 708 w 708"/>
                <a:gd name="T27" fmla="*/ 331 h 1203"/>
                <a:gd name="T28" fmla="*/ 708 w 708"/>
                <a:gd name="T29" fmla="*/ 1203 h 1203"/>
                <a:gd name="T30" fmla="*/ 0 w 708"/>
                <a:gd name="T31" fmla="*/ 682 h 1203"/>
                <a:gd name="T32" fmla="*/ 37 w 708"/>
                <a:gd name="T33" fmla="*/ 614 h 1203"/>
                <a:gd name="T34" fmla="*/ 74 w 708"/>
                <a:gd name="T35" fmla="*/ 539 h 1203"/>
                <a:gd name="T36" fmla="*/ 106 w 708"/>
                <a:gd name="T37" fmla="*/ 460 h 1203"/>
                <a:gd name="T38" fmla="*/ 137 w 708"/>
                <a:gd name="T39" fmla="*/ 377 h 1203"/>
                <a:gd name="T40" fmla="*/ 164 w 708"/>
                <a:gd name="T41" fmla="*/ 289 h 1203"/>
                <a:gd name="T42" fmla="*/ 188 w 708"/>
                <a:gd name="T43" fmla="*/ 196 h 1203"/>
                <a:gd name="T44" fmla="*/ 211 w 708"/>
                <a:gd name="T45" fmla="*/ 100 h 1203"/>
                <a:gd name="T46" fmla="*/ 229 w 708"/>
                <a:gd name="T47" fmla="*/ 0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8" h="1203">
                  <a:moveTo>
                    <a:pt x="229" y="0"/>
                  </a:moveTo>
                  <a:lnTo>
                    <a:pt x="317" y="0"/>
                  </a:lnTo>
                  <a:lnTo>
                    <a:pt x="370" y="2"/>
                  </a:lnTo>
                  <a:lnTo>
                    <a:pt x="421" y="12"/>
                  </a:lnTo>
                  <a:lnTo>
                    <a:pt x="469" y="25"/>
                  </a:lnTo>
                  <a:lnTo>
                    <a:pt x="515" y="45"/>
                  </a:lnTo>
                  <a:lnTo>
                    <a:pt x="556" y="68"/>
                  </a:lnTo>
                  <a:lnTo>
                    <a:pt x="593" y="96"/>
                  </a:lnTo>
                  <a:lnTo>
                    <a:pt x="626" y="129"/>
                  </a:lnTo>
                  <a:lnTo>
                    <a:pt x="654" y="164"/>
                  </a:lnTo>
                  <a:lnTo>
                    <a:pt x="678" y="202"/>
                  </a:lnTo>
                  <a:lnTo>
                    <a:pt x="694" y="243"/>
                  </a:lnTo>
                  <a:lnTo>
                    <a:pt x="704" y="286"/>
                  </a:lnTo>
                  <a:lnTo>
                    <a:pt x="708" y="331"/>
                  </a:lnTo>
                  <a:lnTo>
                    <a:pt x="708" y="1203"/>
                  </a:lnTo>
                  <a:lnTo>
                    <a:pt x="0" y="682"/>
                  </a:lnTo>
                  <a:lnTo>
                    <a:pt x="37" y="614"/>
                  </a:lnTo>
                  <a:lnTo>
                    <a:pt x="74" y="539"/>
                  </a:lnTo>
                  <a:lnTo>
                    <a:pt x="106" y="460"/>
                  </a:lnTo>
                  <a:lnTo>
                    <a:pt x="137" y="377"/>
                  </a:lnTo>
                  <a:lnTo>
                    <a:pt x="164" y="289"/>
                  </a:lnTo>
                  <a:lnTo>
                    <a:pt x="188" y="196"/>
                  </a:lnTo>
                  <a:lnTo>
                    <a:pt x="211" y="10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4935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649156" y="5274863"/>
            <a:ext cx="6890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0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2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36360" y="4039820"/>
            <a:ext cx="101161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60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60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F4759134-4B95-400E-AC86-AB878DAF1BE9}"/>
              </a:ext>
            </a:extLst>
          </p:cNvPr>
          <p:cNvSpPr>
            <a:spLocks/>
          </p:cNvSpPr>
          <p:nvPr/>
        </p:nvSpPr>
        <p:spPr bwMode="auto">
          <a:xfrm>
            <a:off x="4789377" y="1002"/>
            <a:ext cx="2573192" cy="3720005"/>
          </a:xfrm>
          <a:custGeom>
            <a:avLst/>
            <a:gdLst>
              <a:gd name="T0" fmla="*/ 0 w 4325"/>
              <a:gd name="T1" fmla="*/ 0 h 5886"/>
              <a:gd name="T2" fmla="*/ 4325 w 4325"/>
              <a:gd name="T3" fmla="*/ 0 h 5886"/>
              <a:gd name="T4" fmla="*/ 3598 w 4325"/>
              <a:gd name="T5" fmla="*/ 2687 h 5886"/>
              <a:gd name="T6" fmla="*/ 2162 w 4325"/>
              <a:gd name="T7" fmla="*/ 5886 h 5886"/>
              <a:gd name="T8" fmla="*/ 854 w 4325"/>
              <a:gd name="T9" fmla="*/ 2858 h 5886"/>
              <a:gd name="T10" fmla="*/ 0 w 4325"/>
              <a:gd name="T11" fmla="*/ 0 h 5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25" h="5886">
                <a:moveTo>
                  <a:pt x="0" y="0"/>
                </a:moveTo>
                <a:lnTo>
                  <a:pt x="4325" y="0"/>
                </a:lnTo>
                <a:lnTo>
                  <a:pt x="3598" y="2687"/>
                </a:lnTo>
                <a:lnTo>
                  <a:pt x="2162" y="5886"/>
                </a:lnTo>
                <a:lnTo>
                  <a:pt x="854" y="285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BA8E395D-1639-4F6C-9CB2-946D8E732EC7}"/>
              </a:ext>
            </a:extLst>
          </p:cNvPr>
          <p:cNvSpPr>
            <a:spLocks/>
          </p:cNvSpPr>
          <p:nvPr/>
        </p:nvSpPr>
        <p:spPr bwMode="auto">
          <a:xfrm>
            <a:off x="6084895" y="1002"/>
            <a:ext cx="568648" cy="3720005"/>
          </a:xfrm>
          <a:custGeom>
            <a:avLst/>
            <a:gdLst>
              <a:gd name="T0" fmla="*/ 0 w 954"/>
              <a:gd name="T1" fmla="*/ 0 h 6254"/>
              <a:gd name="T2" fmla="*/ 954 w 954"/>
              <a:gd name="T3" fmla="*/ 0 h 6254"/>
              <a:gd name="T4" fmla="*/ 229 w 954"/>
              <a:gd name="T5" fmla="*/ 1120 h 6254"/>
              <a:gd name="T6" fmla="*/ 429 w 954"/>
              <a:gd name="T7" fmla="*/ 1387 h 6254"/>
              <a:gd name="T8" fmla="*/ 727 w 954"/>
              <a:gd name="T9" fmla="*/ 5312 h 6254"/>
              <a:gd name="T10" fmla="*/ 9 w 954"/>
              <a:gd name="T11" fmla="*/ 6254 h 6254"/>
              <a:gd name="T12" fmla="*/ 0 w 954"/>
              <a:gd name="T13" fmla="*/ 0 h 6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4" h="6254">
                <a:moveTo>
                  <a:pt x="0" y="0"/>
                </a:moveTo>
                <a:lnTo>
                  <a:pt x="954" y="0"/>
                </a:lnTo>
                <a:lnTo>
                  <a:pt x="229" y="1120"/>
                </a:lnTo>
                <a:lnTo>
                  <a:pt x="429" y="1387"/>
                </a:lnTo>
                <a:lnTo>
                  <a:pt x="727" y="5312"/>
                </a:lnTo>
                <a:lnTo>
                  <a:pt x="9" y="62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678684E8-620A-4FFE-BCB8-FAF6C24A7354}"/>
              </a:ext>
            </a:extLst>
          </p:cNvPr>
          <p:cNvSpPr>
            <a:spLocks/>
          </p:cNvSpPr>
          <p:nvPr/>
        </p:nvSpPr>
        <p:spPr bwMode="auto">
          <a:xfrm>
            <a:off x="5523385" y="1002"/>
            <a:ext cx="567459" cy="3720005"/>
          </a:xfrm>
          <a:custGeom>
            <a:avLst/>
            <a:gdLst>
              <a:gd name="T0" fmla="*/ 0 w 954"/>
              <a:gd name="T1" fmla="*/ 0 h 6254"/>
              <a:gd name="T2" fmla="*/ 945 w 954"/>
              <a:gd name="T3" fmla="*/ 0 h 6254"/>
              <a:gd name="T4" fmla="*/ 954 w 954"/>
              <a:gd name="T5" fmla="*/ 6254 h 6254"/>
              <a:gd name="T6" fmla="*/ 324 w 954"/>
              <a:gd name="T7" fmla="*/ 5397 h 6254"/>
              <a:gd name="T8" fmla="*/ 567 w 954"/>
              <a:gd name="T9" fmla="*/ 1378 h 6254"/>
              <a:gd name="T10" fmla="*/ 757 w 954"/>
              <a:gd name="T11" fmla="*/ 1088 h 6254"/>
              <a:gd name="T12" fmla="*/ 0 w 954"/>
              <a:gd name="T13" fmla="*/ 0 h 6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4" h="6254">
                <a:moveTo>
                  <a:pt x="0" y="0"/>
                </a:moveTo>
                <a:lnTo>
                  <a:pt x="945" y="0"/>
                </a:lnTo>
                <a:lnTo>
                  <a:pt x="954" y="6254"/>
                </a:lnTo>
                <a:lnTo>
                  <a:pt x="324" y="5397"/>
                </a:lnTo>
                <a:lnTo>
                  <a:pt x="567" y="1378"/>
                </a:lnTo>
                <a:lnTo>
                  <a:pt x="757" y="10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91A2653A-5579-4790-9986-1B98521C70D3}"/>
              </a:ext>
            </a:extLst>
          </p:cNvPr>
          <p:cNvSpPr>
            <a:spLocks/>
          </p:cNvSpPr>
          <p:nvPr/>
        </p:nvSpPr>
        <p:spPr bwMode="auto">
          <a:xfrm>
            <a:off x="4656137" y="1002"/>
            <a:ext cx="1434706" cy="3720005"/>
          </a:xfrm>
          <a:custGeom>
            <a:avLst/>
            <a:gdLst>
              <a:gd name="T0" fmla="*/ 0 w 2412"/>
              <a:gd name="T1" fmla="*/ 0 h 6254"/>
              <a:gd name="T2" fmla="*/ 624 w 2412"/>
              <a:gd name="T3" fmla="*/ 0 h 6254"/>
              <a:gd name="T4" fmla="*/ 2412 w 2412"/>
              <a:gd name="T5" fmla="*/ 6254 h 6254"/>
              <a:gd name="T6" fmla="*/ 287 w 2412"/>
              <a:gd name="T7" fmla="*/ 3567 h 6254"/>
              <a:gd name="T8" fmla="*/ 896 w 2412"/>
              <a:gd name="T9" fmla="*/ 2814 h 6254"/>
              <a:gd name="T10" fmla="*/ 175 w 2412"/>
              <a:gd name="T11" fmla="*/ 2814 h 6254"/>
              <a:gd name="T12" fmla="*/ 0 w 2412"/>
              <a:gd name="T13" fmla="*/ 0 h 6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12" h="6254">
                <a:moveTo>
                  <a:pt x="0" y="0"/>
                </a:moveTo>
                <a:lnTo>
                  <a:pt x="624" y="0"/>
                </a:lnTo>
                <a:lnTo>
                  <a:pt x="2412" y="6254"/>
                </a:lnTo>
                <a:lnTo>
                  <a:pt x="287" y="3567"/>
                </a:lnTo>
                <a:lnTo>
                  <a:pt x="896" y="2814"/>
                </a:lnTo>
                <a:lnTo>
                  <a:pt x="175" y="281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4076C9E2-5675-4974-9353-152C92A4EDC6}"/>
              </a:ext>
            </a:extLst>
          </p:cNvPr>
          <p:cNvSpPr>
            <a:spLocks/>
          </p:cNvSpPr>
          <p:nvPr/>
        </p:nvSpPr>
        <p:spPr bwMode="auto">
          <a:xfrm>
            <a:off x="6090843" y="1002"/>
            <a:ext cx="1441844" cy="3720005"/>
          </a:xfrm>
          <a:custGeom>
            <a:avLst/>
            <a:gdLst>
              <a:gd name="T0" fmla="*/ 1800 w 2424"/>
              <a:gd name="T1" fmla="*/ 0 h 6254"/>
              <a:gd name="T2" fmla="*/ 2424 w 2424"/>
              <a:gd name="T3" fmla="*/ 0 h 6254"/>
              <a:gd name="T4" fmla="*/ 2249 w 2424"/>
              <a:gd name="T5" fmla="*/ 2814 h 6254"/>
              <a:gd name="T6" fmla="*/ 1528 w 2424"/>
              <a:gd name="T7" fmla="*/ 2814 h 6254"/>
              <a:gd name="T8" fmla="*/ 2137 w 2424"/>
              <a:gd name="T9" fmla="*/ 3567 h 6254"/>
              <a:gd name="T10" fmla="*/ 0 w 2424"/>
              <a:gd name="T11" fmla="*/ 6254 h 6254"/>
              <a:gd name="T12" fmla="*/ 1800 w 2424"/>
              <a:gd name="T13" fmla="*/ 0 h 6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24" h="6254">
                <a:moveTo>
                  <a:pt x="1800" y="0"/>
                </a:moveTo>
                <a:lnTo>
                  <a:pt x="2424" y="0"/>
                </a:lnTo>
                <a:lnTo>
                  <a:pt x="2249" y="2814"/>
                </a:lnTo>
                <a:lnTo>
                  <a:pt x="1528" y="2814"/>
                </a:lnTo>
                <a:lnTo>
                  <a:pt x="2137" y="3567"/>
                </a:lnTo>
                <a:lnTo>
                  <a:pt x="0" y="6254"/>
                </a:lnTo>
                <a:lnTo>
                  <a:pt x="180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2A7499CB-A637-4917-9EAC-426203176F2E}"/>
              </a:ext>
            </a:extLst>
          </p:cNvPr>
          <p:cNvSpPr>
            <a:spLocks/>
          </p:cNvSpPr>
          <p:nvPr/>
        </p:nvSpPr>
        <p:spPr bwMode="auto">
          <a:xfrm>
            <a:off x="5151027" y="1002"/>
            <a:ext cx="905317" cy="593631"/>
          </a:xfrm>
          <a:custGeom>
            <a:avLst/>
            <a:gdLst>
              <a:gd name="T0" fmla="*/ 0 w 1522"/>
              <a:gd name="T1" fmla="*/ 0 h 999"/>
              <a:gd name="T2" fmla="*/ 1522 w 1522"/>
              <a:gd name="T3" fmla="*/ 0 h 999"/>
              <a:gd name="T4" fmla="*/ 778 w 1522"/>
              <a:gd name="T5" fmla="*/ 999 h 999"/>
              <a:gd name="T6" fmla="*/ 0 w 1522"/>
              <a:gd name="T7" fmla="*/ 0 h 9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2" h="999">
                <a:moveTo>
                  <a:pt x="0" y="0"/>
                </a:moveTo>
                <a:lnTo>
                  <a:pt x="1522" y="0"/>
                </a:lnTo>
                <a:lnTo>
                  <a:pt x="778" y="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039F1EFC-052D-41C9-AAE4-401ADD13DC29}"/>
              </a:ext>
            </a:extLst>
          </p:cNvPr>
          <p:cNvSpPr>
            <a:spLocks/>
          </p:cNvSpPr>
          <p:nvPr/>
        </p:nvSpPr>
        <p:spPr bwMode="auto">
          <a:xfrm>
            <a:off x="6132481" y="1002"/>
            <a:ext cx="905317" cy="593631"/>
          </a:xfrm>
          <a:custGeom>
            <a:avLst/>
            <a:gdLst>
              <a:gd name="T0" fmla="*/ 0 w 1522"/>
              <a:gd name="T1" fmla="*/ 0 h 999"/>
              <a:gd name="T2" fmla="*/ 1522 w 1522"/>
              <a:gd name="T3" fmla="*/ 0 h 999"/>
              <a:gd name="T4" fmla="*/ 776 w 1522"/>
              <a:gd name="T5" fmla="*/ 999 h 999"/>
              <a:gd name="T6" fmla="*/ 0 w 1522"/>
              <a:gd name="T7" fmla="*/ 0 h 9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2" h="999">
                <a:moveTo>
                  <a:pt x="0" y="0"/>
                </a:moveTo>
                <a:lnTo>
                  <a:pt x="1522" y="0"/>
                </a:lnTo>
                <a:lnTo>
                  <a:pt x="776" y="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7531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6" name="Freeform 6"/>
          <p:cNvSpPr>
            <a:spLocks noEditPoints="1"/>
          </p:cNvSpPr>
          <p:nvPr/>
        </p:nvSpPr>
        <p:spPr bwMode="auto">
          <a:xfrm>
            <a:off x="4541625" y="1879155"/>
            <a:ext cx="3105574" cy="3099690"/>
          </a:xfrm>
          <a:custGeom>
            <a:avLst/>
            <a:gdLst>
              <a:gd name="T0" fmla="*/ 1279 w 6334"/>
              <a:gd name="T1" fmla="*/ 805 h 6322"/>
              <a:gd name="T2" fmla="*/ 1141 w 6334"/>
              <a:gd name="T3" fmla="*/ 842 h 6322"/>
              <a:gd name="T4" fmla="*/ 1016 w 6334"/>
              <a:gd name="T5" fmla="*/ 915 h 6322"/>
              <a:gd name="T6" fmla="*/ 912 w 6334"/>
              <a:gd name="T7" fmla="*/ 1018 h 6322"/>
              <a:gd name="T8" fmla="*/ 841 w 6334"/>
              <a:gd name="T9" fmla="*/ 1141 h 6322"/>
              <a:gd name="T10" fmla="*/ 805 w 6334"/>
              <a:gd name="T11" fmla="*/ 1282 h 6322"/>
              <a:gd name="T12" fmla="*/ 805 w 6334"/>
              <a:gd name="T13" fmla="*/ 1426 h 6322"/>
              <a:gd name="T14" fmla="*/ 843 w 6334"/>
              <a:gd name="T15" fmla="*/ 1566 h 6322"/>
              <a:gd name="T16" fmla="*/ 914 w 6334"/>
              <a:gd name="T17" fmla="*/ 1689 h 6322"/>
              <a:gd name="T18" fmla="*/ 4592 w 6334"/>
              <a:gd name="T19" fmla="*/ 5359 h 6322"/>
              <a:gd name="T20" fmla="*/ 4706 w 6334"/>
              <a:gd name="T21" fmla="*/ 5448 h 6322"/>
              <a:gd name="T22" fmla="*/ 4838 w 6334"/>
              <a:gd name="T23" fmla="*/ 5501 h 6322"/>
              <a:gd name="T24" fmla="*/ 4982 w 6334"/>
              <a:gd name="T25" fmla="*/ 5521 h 6322"/>
              <a:gd name="T26" fmla="*/ 5126 w 6334"/>
              <a:gd name="T27" fmla="*/ 5501 h 6322"/>
              <a:gd name="T28" fmla="*/ 5259 w 6334"/>
              <a:gd name="T29" fmla="*/ 5448 h 6322"/>
              <a:gd name="T30" fmla="*/ 5372 w 6334"/>
              <a:gd name="T31" fmla="*/ 5359 h 6322"/>
              <a:gd name="T32" fmla="*/ 5460 w 6334"/>
              <a:gd name="T33" fmla="*/ 5244 h 6322"/>
              <a:gd name="T34" fmla="*/ 5516 w 6334"/>
              <a:gd name="T35" fmla="*/ 5111 h 6322"/>
              <a:gd name="T36" fmla="*/ 5533 w 6334"/>
              <a:gd name="T37" fmla="*/ 4967 h 6322"/>
              <a:gd name="T38" fmla="*/ 5514 w 6334"/>
              <a:gd name="T39" fmla="*/ 4823 h 6322"/>
              <a:gd name="T40" fmla="*/ 5460 w 6334"/>
              <a:gd name="T41" fmla="*/ 4692 h 6322"/>
              <a:gd name="T42" fmla="*/ 5372 w 6334"/>
              <a:gd name="T43" fmla="*/ 4577 h 6322"/>
              <a:gd name="T44" fmla="*/ 1686 w 6334"/>
              <a:gd name="T45" fmla="*/ 913 h 6322"/>
              <a:gd name="T46" fmla="*/ 1563 w 6334"/>
              <a:gd name="T47" fmla="*/ 842 h 6322"/>
              <a:gd name="T48" fmla="*/ 1425 w 6334"/>
              <a:gd name="T49" fmla="*/ 805 h 6322"/>
              <a:gd name="T50" fmla="*/ 1352 w 6334"/>
              <a:gd name="T51" fmla="*/ 0 h 6322"/>
              <a:gd name="T52" fmla="*/ 1588 w 6334"/>
              <a:gd name="T53" fmla="*/ 19 h 6322"/>
              <a:gd name="T54" fmla="*/ 1815 w 6334"/>
              <a:gd name="T55" fmla="*/ 81 h 6322"/>
              <a:gd name="T56" fmla="*/ 2026 w 6334"/>
              <a:gd name="T57" fmla="*/ 179 h 6322"/>
              <a:gd name="T58" fmla="*/ 2218 w 6334"/>
              <a:gd name="T59" fmla="*/ 313 h 6322"/>
              <a:gd name="T60" fmla="*/ 5937 w 6334"/>
              <a:gd name="T61" fmla="*/ 4010 h 6322"/>
              <a:gd name="T62" fmla="*/ 6088 w 6334"/>
              <a:gd name="T63" fmla="*/ 4191 h 6322"/>
              <a:gd name="T64" fmla="*/ 6207 w 6334"/>
              <a:gd name="T65" fmla="*/ 4395 h 6322"/>
              <a:gd name="T66" fmla="*/ 6288 w 6334"/>
              <a:gd name="T67" fmla="*/ 4614 h 6322"/>
              <a:gd name="T68" fmla="*/ 6328 w 6334"/>
              <a:gd name="T69" fmla="*/ 4846 h 6322"/>
              <a:gd name="T70" fmla="*/ 6328 w 6334"/>
              <a:gd name="T71" fmla="*/ 5084 h 6322"/>
              <a:gd name="T72" fmla="*/ 6288 w 6334"/>
              <a:gd name="T73" fmla="*/ 5317 h 6322"/>
              <a:gd name="T74" fmla="*/ 6209 w 6334"/>
              <a:gd name="T75" fmla="*/ 5538 h 6322"/>
              <a:gd name="T76" fmla="*/ 6092 w 6334"/>
              <a:gd name="T77" fmla="*/ 5742 h 6322"/>
              <a:gd name="T78" fmla="*/ 5940 w 6334"/>
              <a:gd name="T79" fmla="*/ 5924 h 6322"/>
              <a:gd name="T80" fmla="*/ 5758 w 6334"/>
              <a:gd name="T81" fmla="*/ 6078 h 6322"/>
              <a:gd name="T82" fmla="*/ 5554 w 6334"/>
              <a:gd name="T83" fmla="*/ 6195 h 6322"/>
              <a:gd name="T84" fmla="*/ 5334 w 6334"/>
              <a:gd name="T85" fmla="*/ 6276 h 6322"/>
              <a:gd name="T86" fmla="*/ 5101 w 6334"/>
              <a:gd name="T87" fmla="*/ 6316 h 6322"/>
              <a:gd name="T88" fmla="*/ 4863 w 6334"/>
              <a:gd name="T89" fmla="*/ 6316 h 6322"/>
              <a:gd name="T90" fmla="*/ 4631 w 6334"/>
              <a:gd name="T91" fmla="*/ 6276 h 6322"/>
              <a:gd name="T92" fmla="*/ 4412 w 6334"/>
              <a:gd name="T93" fmla="*/ 6197 h 6322"/>
              <a:gd name="T94" fmla="*/ 4208 w 6334"/>
              <a:gd name="T95" fmla="*/ 6080 h 6322"/>
              <a:gd name="T96" fmla="*/ 4028 w 6334"/>
              <a:gd name="T97" fmla="*/ 5928 h 6322"/>
              <a:gd name="T98" fmla="*/ 317 w 6334"/>
              <a:gd name="T99" fmla="*/ 2223 h 6322"/>
              <a:gd name="T100" fmla="*/ 181 w 6334"/>
              <a:gd name="T101" fmla="*/ 2031 h 6322"/>
              <a:gd name="T102" fmla="*/ 83 w 6334"/>
              <a:gd name="T103" fmla="*/ 1820 h 6322"/>
              <a:gd name="T104" fmla="*/ 21 w 6334"/>
              <a:gd name="T105" fmla="*/ 1593 h 6322"/>
              <a:gd name="T106" fmla="*/ 0 w 6334"/>
              <a:gd name="T107" fmla="*/ 1355 h 6322"/>
              <a:gd name="T108" fmla="*/ 19 w 6334"/>
              <a:gd name="T109" fmla="*/ 1118 h 6322"/>
              <a:gd name="T110" fmla="*/ 81 w 6334"/>
              <a:gd name="T111" fmla="*/ 892 h 6322"/>
              <a:gd name="T112" fmla="*/ 179 w 6334"/>
              <a:gd name="T113" fmla="*/ 680 h 6322"/>
              <a:gd name="T114" fmla="*/ 313 w 6334"/>
              <a:gd name="T115" fmla="*/ 486 h 6322"/>
              <a:gd name="T116" fmla="*/ 482 w 6334"/>
              <a:gd name="T117" fmla="*/ 317 h 6322"/>
              <a:gd name="T118" fmla="*/ 676 w 6334"/>
              <a:gd name="T119" fmla="*/ 181 h 6322"/>
              <a:gd name="T120" fmla="*/ 887 w 6334"/>
              <a:gd name="T121" fmla="*/ 81 h 6322"/>
              <a:gd name="T122" fmla="*/ 1114 w 6334"/>
              <a:gd name="T123" fmla="*/ 21 h 6322"/>
              <a:gd name="T124" fmla="*/ 1352 w 6334"/>
              <a:gd name="T125" fmla="*/ 0 h 6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334" h="6322">
                <a:moveTo>
                  <a:pt x="1352" y="799"/>
                </a:moveTo>
                <a:lnTo>
                  <a:pt x="1279" y="805"/>
                </a:lnTo>
                <a:lnTo>
                  <a:pt x="1208" y="819"/>
                </a:lnTo>
                <a:lnTo>
                  <a:pt x="1141" y="842"/>
                </a:lnTo>
                <a:lnTo>
                  <a:pt x="1076" y="874"/>
                </a:lnTo>
                <a:lnTo>
                  <a:pt x="1016" y="915"/>
                </a:lnTo>
                <a:lnTo>
                  <a:pt x="960" y="963"/>
                </a:lnTo>
                <a:lnTo>
                  <a:pt x="912" y="1018"/>
                </a:lnTo>
                <a:lnTo>
                  <a:pt x="874" y="1078"/>
                </a:lnTo>
                <a:lnTo>
                  <a:pt x="841" y="1141"/>
                </a:lnTo>
                <a:lnTo>
                  <a:pt x="818" y="1211"/>
                </a:lnTo>
                <a:lnTo>
                  <a:pt x="805" y="1282"/>
                </a:lnTo>
                <a:lnTo>
                  <a:pt x="801" y="1355"/>
                </a:lnTo>
                <a:lnTo>
                  <a:pt x="805" y="1426"/>
                </a:lnTo>
                <a:lnTo>
                  <a:pt x="820" y="1497"/>
                </a:lnTo>
                <a:lnTo>
                  <a:pt x="843" y="1566"/>
                </a:lnTo>
                <a:lnTo>
                  <a:pt x="874" y="1629"/>
                </a:lnTo>
                <a:lnTo>
                  <a:pt x="914" y="1689"/>
                </a:lnTo>
                <a:lnTo>
                  <a:pt x="962" y="1745"/>
                </a:lnTo>
                <a:lnTo>
                  <a:pt x="4592" y="5359"/>
                </a:lnTo>
                <a:lnTo>
                  <a:pt x="4646" y="5407"/>
                </a:lnTo>
                <a:lnTo>
                  <a:pt x="4706" y="5448"/>
                </a:lnTo>
                <a:lnTo>
                  <a:pt x="4771" y="5480"/>
                </a:lnTo>
                <a:lnTo>
                  <a:pt x="4838" y="5501"/>
                </a:lnTo>
                <a:lnTo>
                  <a:pt x="4909" y="5517"/>
                </a:lnTo>
                <a:lnTo>
                  <a:pt x="4982" y="5521"/>
                </a:lnTo>
                <a:lnTo>
                  <a:pt x="5055" y="5517"/>
                </a:lnTo>
                <a:lnTo>
                  <a:pt x="5126" y="5501"/>
                </a:lnTo>
                <a:lnTo>
                  <a:pt x="5193" y="5478"/>
                </a:lnTo>
                <a:lnTo>
                  <a:pt x="5259" y="5448"/>
                </a:lnTo>
                <a:lnTo>
                  <a:pt x="5318" y="5407"/>
                </a:lnTo>
                <a:lnTo>
                  <a:pt x="5372" y="5359"/>
                </a:lnTo>
                <a:lnTo>
                  <a:pt x="5420" y="5304"/>
                </a:lnTo>
                <a:lnTo>
                  <a:pt x="5460" y="5244"/>
                </a:lnTo>
                <a:lnTo>
                  <a:pt x="5493" y="5179"/>
                </a:lnTo>
                <a:lnTo>
                  <a:pt x="5516" y="5111"/>
                </a:lnTo>
                <a:lnTo>
                  <a:pt x="5529" y="5040"/>
                </a:lnTo>
                <a:lnTo>
                  <a:pt x="5533" y="4967"/>
                </a:lnTo>
                <a:lnTo>
                  <a:pt x="5529" y="4894"/>
                </a:lnTo>
                <a:lnTo>
                  <a:pt x="5514" y="4823"/>
                </a:lnTo>
                <a:lnTo>
                  <a:pt x="5491" y="4756"/>
                </a:lnTo>
                <a:lnTo>
                  <a:pt x="5460" y="4692"/>
                </a:lnTo>
                <a:lnTo>
                  <a:pt x="5420" y="4631"/>
                </a:lnTo>
                <a:lnTo>
                  <a:pt x="5372" y="4577"/>
                </a:lnTo>
                <a:lnTo>
                  <a:pt x="1742" y="961"/>
                </a:lnTo>
                <a:lnTo>
                  <a:pt x="1686" y="913"/>
                </a:lnTo>
                <a:lnTo>
                  <a:pt x="1627" y="872"/>
                </a:lnTo>
                <a:lnTo>
                  <a:pt x="1563" y="842"/>
                </a:lnTo>
                <a:lnTo>
                  <a:pt x="1496" y="819"/>
                </a:lnTo>
                <a:lnTo>
                  <a:pt x="1425" y="805"/>
                </a:lnTo>
                <a:lnTo>
                  <a:pt x="1352" y="799"/>
                </a:lnTo>
                <a:close/>
                <a:moveTo>
                  <a:pt x="1352" y="0"/>
                </a:moveTo>
                <a:lnTo>
                  <a:pt x="1471" y="4"/>
                </a:lnTo>
                <a:lnTo>
                  <a:pt x="1588" y="19"/>
                </a:lnTo>
                <a:lnTo>
                  <a:pt x="1704" y="46"/>
                </a:lnTo>
                <a:lnTo>
                  <a:pt x="1815" y="81"/>
                </a:lnTo>
                <a:lnTo>
                  <a:pt x="1923" y="125"/>
                </a:lnTo>
                <a:lnTo>
                  <a:pt x="2026" y="179"/>
                </a:lnTo>
                <a:lnTo>
                  <a:pt x="2124" y="242"/>
                </a:lnTo>
                <a:lnTo>
                  <a:pt x="2218" y="313"/>
                </a:lnTo>
                <a:lnTo>
                  <a:pt x="2307" y="394"/>
                </a:lnTo>
                <a:lnTo>
                  <a:pt x="5937" y="4010"/>
                </a:lnTo>
                <a:lnTo>
                  <a:pt x="6017" y="4099"/>
                </a:lnTo>
                <a:lnTo>
                  <a:pt x="6088" y="4191"/>
                </a:lnTo>
                <a:lnTo>
                  <a:pt x="6152" y="4291"/>
                </a:lnTo>
                <a:lnTo>
                  <a:pt x="6207" y="4395"/>
                </a:lnTo>
                <a:lnTo>
                  <a:pt x="6252" y="4502"/>
                </a:lnTo>
                <a:lnTo>
                  <a:pt x="6288" y="4614"/>
                </a:lnTo>
                <a:lnTo>
                  <a:pt x="6313" y="4729"/>
                </a:lnTo>
                <a:lnTo>
                  <a:pt x="6328" y="4846"/>
                </a:lnTo>
                <a:lnTo>
                  <a:pt x="6334" y="4965"/>
                </a:lnTo>
                <a:lnTo>
                  <a:pt x="6328" y="5084"/>
                </a:lnTo>
                <a:lnTo>
                  <a:pt x="6313" y="5204"/>
                </a:lnTo>
                <a:lnTo>
                  <a:pt x="6288" y="5317"/>
                </a:lnTo>
                <a:lnTo>
                  <a:pt x="6253" y="5430"/>
                </a:lnTo>
                <a:lnTo>
                  <a:pt x="6209" y="5538"/>
                </a:lnTo>
                <a:lnTo>
                  <a:pt x="6156" y="5642"/>
                </a:lnTo>
                <a:lnTo>
                  <a:pt x="6092" y="5742"/>
                </a:lnTo>
                <a:lnTo>
                  <a:pt x="6021" y="5836"/>
                </a:lnTo>
                <a:lnTo>
                  <a:pt x="5940" y="5924"/>
                </a:lnTo>
                <a:lnTo>
                  <a:pt x="5852" y="6005"/>
                </a:lnTo>
                <a:lnTo>
                  <a:pt x="5758" y="6078"/>
                </a:lnTo>
                <a:lnTo>
                  <a:pt x="5658" y="6141"/>
                </a:lnTo>
                <a:lnTo>
                  <a:pt x="5554" y="6195"/>
                </a:lnTo>
                <a:lnTo>
                  <a:pt x="5447" y="6239"/>
                </a:lnTo>
                <a:lnTo>
                  <a:pt x="5334" y="6276"/>
                </a:lnTo>
                <a:lnTo>
                  <a:pt x="5218" y="6301"/>
                </a:lnTo>
                <a:lnTo>
                  <a:pt x="5101" y="6316"/>
                </a:lnTo>
                <a:lnTo>
                  <a:pt x="4982" y="6322"/>
                </a:lnTo>
                <a:lnTo>
                  <a:pt x="4863" y="6316"/>
                </a:lnTo>
                <a:lnTo>
                  <a:pt x="4746" y="6301"/>
                </a:lnTo>
                <a:lnTo>
                  <a:pt x="4631" y="6276"/>
                </a:lnTo>
                <a:lnTo>
                  <a:pt x="4519" y="6241"/>
                </a:lnTo>
                <a:lnTo>
                  <a:pt x="4412" y="6197"/>
                </a:lnTo>
                <a:lnTo>
                  <a:pt x="4308" y="6143"/>
                </a:lnTo>
                <a:lnTo>
                  <a:pt x="4208" y="6080"/>
                </a:lnTo>
                <a:lnTo>
                  <a:pt x="4116" y="6009"/>
                </a:lnTo>
                <a:lnTo>
                  <a:pt x="4028" y="5928"/>
                </a:lnTo>
                <a:lnTo>
                  <a:pt x="398" y="2312"/>
                </a:lnTo>
                <a:lnTo>
                  <a:pt x="317" y="2223"/>
                </a:lnTo>
                <a:lnTo>
                  <a:pt x="244" y="2129"/>
                </a:lnTo>
                <a:lnTo>
                  <a:pt x="181" y="2031"/>
                </a:lnTo>
                <a:lnTo>
                  <a:pt x="127" y="1927"/>
                </a:lnTo>
                <a:lnTo>
                  <a:pt x="83" y="1820"/>
                </a:lnTo>
                <a:lnTo>
                  <a:pt x="46" y="1706"/>
                </a:lnTo>
                <a:lnTo>
                  <a:pt x="21" y="1593"/>
                </a:lnTo>
                <a:lnTo>
                  <a:pt x="6" y="1476"/>
                </a:lnTo>
                <a:lnTo>
                  <a:pt x="0" y="1355"/>
                </a:lnTo>
                <a:lnTo>
                  <a:pt x="6" y="1236"/>
                </a:lnTo>
                <a:lnTo>
                  <a:pt x="19" y="1118"/>
                </a:lnTo>
                <a:lnTo>
                  <a:pt x="46" y="1003"/>
                </a:lnTo>
                <a:lnTo>
                  <a:pt x="81" y="892"/>
                </a:lnTo>
                <a:lnTo>
                  <a:pt x="125" y="784"/>
                </a:lnTo>
                <a:lnTo>
                  <a:pt x="179" y="680"/>
                </a:lnTo>
                <a:lnTo>
                  <a:pt x="242" y="580"/>
                </a:lnTo>
                <a:lnTo>
                  <a:pt x="313" y="486"/>
                </a:lnTo>
                <a:lnTo>
                  <a:pt x="394" y="398"/>
                </a:lnTo>
                <a:lnTo>
                  <a:pt x="482" y="317"/>
                </a:lnTo>
                <a:lnTo>
                  <a:pt x="576" y="244"/>
                </a:lnTo>
                <a:lnTo>
                  <a:pt x="676" y="181"/>
                </a:lnTo>
                <a:lnTo>
                  <a:pt x="780" y="127"/>
                </a:lnTo>
                <a:lnTo>
                  <a:pt x="887" y="81"/>
                </a:lnTo>
                <a:lnTo>
                  <a:pt x="1001" y="46"/>
                </a:lnTo>
                <a:lnTo>
                  <a:pt x="1114" y="21"/>
                </a:lnTo>
                <a:lnTo>
                  <a:pt x="1233" y="4"/>
                </a:lnTo>
                <a:lnTo>
                  <a:pt x="1352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4541625" y="1879155"/>
            <a:ext cx="3105574" cy="3099690"/>
          </a:xfrm>
          <a:custGeom>
            <a:avLst/>
            <a:gdLst>
              <a:gd name="T0" fmla="*/ 4909 w 6334"/>
              <a:gd name="T1" fmla="*/ 805 h 6322"/>
              <a:gd name="T2" fmla="*/ 4771 w 6334"/>
              <a:gd name="T3" fmla="*/ 842 h 6322"/>
              <a:gd name="T4" fmla="*/ 4646 w 6334"/>
              <a:gd name="T5" fmla="*/ 913 h 6322"/>
              <a:gd name="T6" fmla="*/ 962 w 6334"/>
              <a:gd name="T7" fmla="*/ 4577 h 6322"/>
              <a:gd name="T8" fmla="*/ 874 w 6334"/>
              <a:gd name="T9" fmla="*/ 4692 h 6322"/>
              <a:gd name="T10" fmla="*/ 820 w 6334"/>
              <a:gd name="T11" fmla="*/ 4823 h 6322"/>
              <a:gd name="T12" fmla="*/ 801 w 6334"/>
              <a:gd name="T13" fmla="*/ 4967 h 6322"/>
              <a:gd name="T14" fmla="*/ 818 w 6334"/>
              <a:gd name="T15" fmla="*/ 5111 h 6322"/>
              <a:gd name="T16" fmla="*/ 874 w 6334"/>
              <a:gd name="T17" fmla="*/ 5244 h 6322"/>
              <a:gd name="T18" fmla="*/ 960 w 6334"/>
              <a:gd name="T19" fmla="*/ 5359 h 6322"/>
              <a:gd name="T20" fmla="*/ 1076 w 6334"/>
              <a:gd name="T21" fmla="*/ 5448 h 6322"/>
              <a:gd name="T22" fmla="*/ 1208 w 6334"/>
              <a:gd name="T23" fmla="*/ 5501 h 6322"/>
              <a:gd name="T24" fmla="*/ 1352 w 6334"/>
              <a:gd name="T25" fmla="*/ 5521 h 6322"/>
              <a:gd name="T26" fmla="*/ 1496 w 6334"/>
              <a:gd name="T27" fmla="*/ 5501 h 6322"/>
              <a:gd name="T28" fmla="*/ 1627 w 6334"/>
              <a:gd name="T29" fmla="*/ 5448 h 6322"/>
              <a:gd name="T30" fmla="*/ 1742 w 6334"/>
              <a:gd name="T31" fmla="*/ 5359 h 6322"/>
              <a:gd name="T32" fmla="*/ 5420 w 6334"/>
              <a:gd name="T33" fmla="*/ 1689 h 6322"/>
              <a:gd name="T34" fmla="*/ 5491 w 6334"/>
              <a:gd name="T35" fmla="*/ 1566 h 6322"/>
              <a:gd name="T36" fmla="*/ 5529 w 6334"/>
              <a:gd name="T37" fmla="*/ 1426 h 6322"/>
              <a:gd name="T38" fmla="*/ 5529 w 6334"/>
              <a:gd name="T39" fmla="*/ 1282 h 6322"/>
              <a:gd name="T40" fmla="*/ 5493 w 6334"/>
              <a:gd name="T41" fmla="*/ 1141 h 6322"/>
              <a:gd name="T42" fmla="*/ 5420 w 6334"/>
              <a:gd name="T43" fmla="*/ 1018 h 6322"/>
              <a:gd name="T44" fmla="*/ 5318 w 6334"/>
              <a:gd name="T45" fmla="*/ 915 h 6322"/>
              <a:gd name="T46" fmla="*/ 5193 w 6334"/>
              <a:gd name="T47" fmla="*/ 842 h 6322"/>
              <a:gd name="T48" fmla="*/ 5055 w 6334"/>
              <a:gd name="T49" fmla="*/ 805 h 6322"/>
              <a:gd name="T50" fmla="*/ 4982 w 6334"/>
              <a:gd name="T51" fmla="*/ 0 h 6322"/>
              <a:gd name="T52" fmla="*/ 5218 w 6334"/>
              <a:gd name="T53" fmla="*/ 21 h 6322"/>
              <a:gd name="T54" fmla="*/ 5447 w 6334"/>
              <a:gd name="T55" fmla="*/ 81 h 6322"/>
              <a:gd name="T56" fmla="*/ 5658 w 6334"/>
              <a:gd name="T57" fmla="*/ 181 h 6322"/>
              <a:gd name="T58" fmla="*/ 5852 w 6334"/>
              <a:gd name="T59" fmla="*/ 317 h 6322"/>
              <a:gd name="T60" fmla="*/ 6021 w 6334"/>
              <a:gd name="T61" fmla="*/ 486 h 6322"/>
              <a:gd name="T62" fmla="*/ 6156 w 6334"/>
              <a:gd name="T63" fmla="*/ 680 h 6322"/>
              <a:gd name="T64" fmla="*/ 6253 w 6334"/>
              <a:gd name="T65" fmla="*/ 892 h 6322"/>
              <a:gd name="T66" fmla="*/ 6313 w 6334"/>
              <a:gd name="T67" fmla="*/ 1118 h 6322"/>
              <a:gd name="T68" fmla="*/ 6334 w 6334"/>
              <a:gd name="T69" fmla="*/ 1355 h 6322"/>
              <a:gd name="T70" fmla="*/ 6313 w 6334"/>
              <a:gd name="T71" fmla="*/ 1593 h 6322"/>
              <a:gd name="T72" fmla="*/ 6252 w 6334"/>
              <a:gd name="T73" fmla="*/ 1820 h 6322"/>
              <a:gd name="T74" fmla="*/ 6152 w 6334"/>
              <a:gd name="T75" fmla="*/ 2031 h 6322"/>
              <a:gd name="T76" fmla="*/ 6017 w 6334"/>
              <a:gd name="T77" fmla="*/ 2223 h 6322"/>
              <a:gd name="T78" fmla="*/ 2307 w 6334"/>
              <a:gd name="T79" fmla="*/ 5928 h 6322"/>
              <a:gd name="T80" fmla="*/ 2124 w 6334"/>
              <a:gd name="T81" fmla="*/ 6080 h 6322"/>
              <a:gd name="T82" fmla="*/ 1923 w 6334"/>
              <a:gd name="T83" fmla="*/ 6197 h 6322"/>
              <a:gd name="T84" fmla="*/ 1704 w 6334"/>
              <a:gd name="T85" fmla="*/ 6276 h 6322"/>
              <a:gd name="T86" fmla="*/ 1471 w 6334"/>
              <a:gd name="T87" fmla="*/ 6316 h 6322"/>
              <a:gd name="T88" fmla="*/ 1233 w 6334"/>
              <a:gd name="T89" fmla="*/ 6316 h 6322"/>
              <a:gd name="T90" fmla="*/ 1001 w 6334"/>
              <a:gd name="T91" fmla="*/ 6276 h 6322"/>
              <a:gd name="T92" fmla="*/ 780 w 6334"/>
              <a:gd name="T93" fmla="*/ 6195 h 6322"/>
              <a:gd name="T94" fmla="*/ 576 w 6334"/>
              <a:gd name="T95" fmla="*/ 6078 h 6322"/>
              <a:gd name="T96" fmla="*/ 394 w 6334"/>
              <a:gd name="T97" fmla="*/ 5924 h 6322"/>
              <a:gd name="T98" fmla="*/ 242 w 6334"/>
              <a:gd name="T99" fmla="*/ 5742 h 6322"/>
              <a:gd name="T100" fmla="*/ 125 w 6334"/>
              <a:gd name="T101" fmla="*/ 5538 h 6322"/>
              <a:gd name="T102" fmla="*/ 46 w 6334"/>
              <a:gd name="T103" fmla="*/ 5317 h 6322"/>
              <a:gd name="T104" fmla="*/ 6 w 6334"/>
              <a:gd name="T105" fmla="*/ 5084 h 6322"/>
              <a:gd name="T106" fmla="*/ 6 w 6334"/>
              <a:gd name="T107" fmla="*/ 4846 h 6322"/>
              <a:gd name="T108" fmla="*/ 46 w 6334"/>
              <a:gd name="T109" fmla="*/ 4614 h 6322"/>
              <a:gd name="T110" fmla="*/ 127 w 6334"/>
              <a:gd name="T111" fmla="*/ 4395 h 6322"/>
              <a:gd name="T112" fmla="*/ 244 w 6334"/>
              <a:gd name="T113" fmla="*/ 4191 h 6322"/>
              <a:gd name="T114" fmla="*/ 398 w 6334"/>
              <a:gd name="T115" fmla="*/ 4010 h 6322"/>
              <a:gd name="T116" fmla="*/ 4116 w 6334"/>
              <a:gd name="T117" fmla="*/ 313 h 6322"/>
              <a:gd name="T118" fmla="*/ 4308 w 6334"/>
              <a:gd name="T119" fmla="*/ 179 h 6322"/>
              <a:gd name="T120" fmla="*/ 4519 w 6334"/>
              <a:gd name="T121" fmla="*/ 81 h 6322"/>
              <a:gd name="T122" fmla="*/ 4746 w 6334"/>
              <a:gd name="T123" fmla="*/ 19 h 6322"/>
              <a:gd name="T124" fmla="*/ 4982 w 6334"/>
              <a:gd name="T125" fmla="*/ 0 h 6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334" h="6322">
                <a:moveTo>
                  <a:pt x="4982" y="799"/>
                </a:moveTo>
                <a:lnTo>
                  <a:pt x="4909" y="805"/>
                </a:lnTo>
                <a:lnTo>
                  <a:pt x="4838" y="819"/>
                </a:lnTo>
                <a:lnTo>
                  <a:pt x="4771" y="842"/>
                </a:lnTo>
                <a:lnTo>
                  <a:pt x="4706" y="872"/>
                </a:lnTo>
                <a:lnTo>
                  <a:pt x="4646" y="913"/>
                </a:lnTo>
                <a:lnTo>
                  <a:pt x="4592" y="961"/>
                </a:lnTo>
                <a:lnTo>
                  <a:pt x="962" y="4577"/>
                </a:lnTo>
                <a:lnTo>
                  <a:pt x="914" y="4631"/>
                </a:lnTo>
                <a:lnTo>
                  <a:pt x="874" y="4692"/>
                </a:lnTo>
                <a:lnTo>
                  <a:pt x="843" y="4756"/>
                </a:lnTo>
                <a:lnTo>
                  <a:pt x="820" y="4823"/>
                </a:lnTo>
                <a:lnTo>
                  <a:pt x="805" y="4894"/>
                </a:lnTo>
                <a:lnTo>
                  <a:pt x="801" y="4967"/>
                </a:lnTo>
                <a:lnTo>
                  <a:pt x="805" y="5040"/>
                </a:lnTo>
                <a:lnTo>
                  <a:pt x="818" y="5111"/>
                </a:lnTo>
                <a:lnTo>
                  <a:pt x="841" y="5179"/>
                </a:lnTo>
                <a:lnTo>
                  <a:pt x="874" y="5244"/>
                </a:lnTo>
                <a:lnTo>
                  <a:pt x="912" y="5304"/>
                </a:lnTo>
                <a:lnTo>
                  <a:pt x="960" y="5359"/>
                </a:lnTo>
                <a:lnTo>
                  <a:pt x="1016" y="5407"/>
                </a:lnTo>
                <a:lnTo>
                  <a:pt x="1076" y="5448"/>
                </a:lnTo>
                <a:lnTo>
                  <a:pt x="1141" y="5478"/>
                </a:lnTo>
                <a:lnTo>
                  <a:pt x="1208" y="5501"/>
                </a:lnTo>
                <a:lnTo>
                  <a:pt x="1279" y="5517"/>
                </a:lnTo>
                <a:lnTo>
                  <a:pt x="1352" y="5521"/>
                </a:lnTo>
                <a:lnTo>
                  <a:pt x="1425" y="5517"/>
                </a:lnTo>
                <a:lnTo>
                  <a:pt x="1496" y="5501"/>
                </a:lnTo>
                <a:lnTo>
                  <a:pt x="1563" y="5480"/>
                </a:lnTo>
                <a:lnTo>
                  <a:pt x="1627" y="5448"/>
                </a:lnTo>
                <a:lnTo>
                  <a:pt x="1686" y="5407"/>
                </a:lnTo>
                <a:lnTo>
                  <a:pt x="1742" y="5359"/>
                </a:lnTo>
                <a:lnTo>
                  <a:pt x="5372" y="1745"/>
                </a:lnTo>
                <a:lnTo>
                  <a:pt x="5420" y="1689"/>
                </a:lnTo>
                <a:lnTo>
                  <a:pt x="5460" y="1629"/>
                </a:lnTo>
                <a:lnTo>
                  <a:pt x="5491" y="1566"/>
                </a:lnTo>
                <a:lnTo>
                  <a:pt x="5514" y="1497"/>
                </a:lnTo>
                <a:lnTo>
                  <a:pt x="5529" y="1426"/>
                </a:lnTo>
                <a:lnTo>
                  <a:pt x="5533" y="1355"/>
                </a:lnTo>
                <a:lnTo>
                  <a:pt x="5529" y="1282"/>
                </a:lnTo>
                <a:lnTo>
                  <a:pt x="5516" y="1211"/>
                </a:lnTo>
                <a:lnTo>
                  <a:pt x="5493" y="1141"/>
                </a:lnTo>
                <a:lnTo>
                  <a:pt x="5460" y="1078"/>
                </a:lnTo>
                <a:lnTo>
                  <a:pt x="5420" y="1018"/>
                </a:lnTo>
                <a:lnTo>
                  <a:pt x="5372" y="963"/>
                </a:lnTo>
                <a:lnTo>
                  <a:pt x="5318" y="915"/>
                </a:lnTo>
                <a:lnTo>
                  <a:pt x="5259" y="874"/>
                </a:lnTo>
                <a:lnTo>
                  <a:pt x="5193" y="842"/>
                </a:lnTo>
                <a:lnTo>
                  <a:pt x="5126" y="819"/>
                </a:lnTo>
                <a:lnTo>
                  <a:pt x="5055" y="805"/>
                </a:lnTo>
                <a:lnTo>
                  <a:pt x="4982" y="799"/>
                </a:lnTo>
                <a:close/>
                <a:moveTo>
                  <a:pt x="4982" y="0"/>
                </a:moveTo>
                <a:lnTo>
                  <a:pt x="5101" y="4"/>
                </a:lnTo>
                <a:lnTo>
                  <a:pt x="5218" y="21"/>
                </a:lnTo>
                <a:lnTo>
                  <a:pt x="5334" y="46"/>
                </a:lnTo>
                <a:lnTo>
                  <a:pt x="5447" y="81"/>
                </a:lnTo>
                <a:lnTo>
                  <a:pt x="5554" y="127"/>
                </a:lnTo>
                <a:lnTo>
                  <a:pt x="5658" y="181"/>
                </a:lnTo>
                <a:lnTo>
                  <a:pt x="5758" y="244"/>
                </a:lnTo>
                <a:lnTo>
                  <a:pt x="5852" y="317"/>
                </a:lnTo>
                <a:lnTo>
                  <a:pt x="5940" y="398"/>
                </a:lnTo>
                <a:lnTo>
                  <a:pt x="6021" y="486"/>
                </a:lnTo>
                <a:lnTo>
                  <a:pt x="6092" y="580"/>
                </a:lnTo>
                <a:lnTo>
                  <a:pt x="6156" y="680"/>
                </a:lnTo>
                <a:lnTo>
                  <a:pt x="6209" y="784"/>
                </a:lnTo>
                <a:lnTo>
                  <a:pt x="6253" y="892"/>
                </a:lnTo>
                <a:lnTo>
                  <a:pt x="6288" y="1003"/>
                </a:lnTo>
                <a:lnTo>
                  <a:pt x="6313" y="1118"/>
                </a:lnTo>
                <a:lnTo>
                  <a:pt x="6328" y="1236"/>
                </a:lnTo>
                <a:lnTo>
                  <a:pt x="6334" y="1355"/>
                </a:lnTo>
                <a:lnTo>
                  <a:pt x="6328" y="1476"/>
                </a:lnTo>
                <a:lnTo>
                  <a:pt x="6313" y="1593"/>
                </a:lnTo>
                <a:lnTo>
                  <a:pt x="6288" y="1706"/>
                </a:lnTo>
                <a:lnTo>
                  <a:pt x="6252" y="1820"/>
                </a:lnTo>
                <a:lnTo>
                  <a:pt x="6207" y="1927"/>
                </a:lnTo>
                <a:lnTo>
                  <a:pt x="6152" y="2031"/>
                </a:lnTo>
                <a:lnTo>
                  <a:pt x="6088" y="2129"/>
                </a:lnTo>
                <a:lnTo>
                  <a:pt x="6017" y="2223"/>
                </a:lnTo>
                <a:lnTo>
                  <a:pt x="5937" y="2312"/>
                </a:lnTo>
                <a:lnTo>
                  <a:pt x="2307" y="5928"/>
                </a:lnTo>
                <a:lnTo>
                  <a:pt x="2218" y="6009"/>
                </a:lnTo>
                <a:lnTo>
                  <a:pt x="2124" y="6080"/>
                </a:lnTo>
                <a:lnTo>
                  <a:pt x="2026" y="6143"/>
                </a:lnTo>
                <a:lnTo>
                  <a:pt x="1923" y="6197"/>
                </a:lnTo>
                <a:lnTo>
                  <a:pt x="1815" y="6241"/>
                </a:lnTo>
                <a:lnTo>
                  <a:pt x="1704" y="6276"/>
                </a:lnTo>
                <a:lnTo>
                  <a:pt x="1588" y="6301"/>
                </a:lnTo>
                <a:lnTo>
                  <a:pt x="1471" y="6316"/>
                </a:lnTo>
                <a:lnTo>
                  <a:pt x="1352" y="6322"/>
                </a:lnTo>
                <a:lnTo>
                  <a:pt x="1233" y="6316"/>
                </a:lnTo>
                <a:lnTo>
                  <a:pt x="1114" y="6301"/>
                </a:lnTo>
                <a:lnTo>
                  <a:pt x="1001" y="6276"/>
                </a:lnTo>
                <a:lnTo>
                  <a:pt x="887" y="6239"/>
                </a:lnTo>
                <a:lnTo>
                  <a:pt x="780" y="6195"/>
                </a:lnTo>
                <a:lnTo>
                  <a:pt x="676" y="6141"/>
                </a:lnTo>
                <a:lnTo>
                  <a:pt x="576" y="6078"/>
                </a:lnTo>
                <a:lnTo>
                  <a:pt x="482" y="6005"/>
                </a:lnTo>
                <a:lnTo>
                  <a:pt x="394" y="5924"/>
                </a:lnTo>
                <a:lnTo>
                  <a:pt x="313" y="5836"/>
                </a:lnTo>
                <a:lnTo>
                  <a:pt x="242" y="5742"/>
                </a:lnTo>
                <a:lnTo>
                  <a:pt x="179" y="5642"/>
                </a:lnTo>
                <a:lnTo>
                  <a:pt x="125" y="5538"/>
                </a:lnTo>
                <a:lnTo>
                  <a:pt x="81" y="5430"/>
                </a:lnTo>
                <a:lnTo>
                  <a:pt x="46" y="5317"/>
                </a:lnTo>
                <a:lnTo>
                  <a:pt x="19" y="5204"/>
                </a:lnTo>
                <a:lnTo>
                  <a:pt x="6" y="5084"/>
                </a:lnTo>
                <a:lnTo>
                  <a:pt x="0" y="4965"/>
                </a:lnTo>
                <a:lnTo>
                  <a:pt x="6" y="4846"/>
                </a:lnTo>
                <a:lnTo>
                  <a:pt x="21" y="4729"/>
                </a:lnTo>
                <a:lnTo>
                  <a:pt x="46" y="4614"/>
                </a:lnTo>
                <a:lnTo>
                  <a:pt x="83" y="4502"/>
                </a:lnTo>
                <a:lnTo>
                  <a:pt x="127" y="4395"/>
                </a:lnTo>
                <a:lnTo>
                  <a:pt x="181" y="4291"/>
                </a:lnTo>
                <a:lnTo>
                  <a:pt x="244" y="4191"/>
                </a:lnTo>
                <a:lnTo>
                  <a:pt x="317" y="4099"/>
                </a:lnTo>
                <a:lnTo>
                  <a:pt x="398" y="4010"/>
                </a:lnTo>
                <a:lnTo>
                  <a:pt x="4028" y="394"/>
                </a:lnTo>
                <a:lnTo>
                  <a:pt x="4116" y="313"/>
                </a:lnTo>
                <a:lnTo>
                  <a:pt x="4208" y="242"/>
                </a:lnTo>
                <a:lnTo>
                  <a:pt x="4308" y="179"/>
                </a:lnTo>
                <a:lnTo>
                  <a:pt x="4412" y="125"/>
                </a:lnTo>
                <a:lnTo>
                  <a:pt x="4519" y="81"/>
                </a:lnTo>
                <a:lnTo>
                  <a:pt x="4631" y="46"/>
                </a:lnTo>
                <a:lnTo>
                  <a:pt x="4746" y="19"/>
                </a:lnTo>
                <a:lnTo>
                  <a:pt x="4863" y="4"/>
                </a:lnTo>
                <a:lnTo>
                  <a:pt x="498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6295926" y="2970567"/>
            <a:ext cx="923729" cy="917845"/>
          </a:xfrm>
          <a:custGeom>
            <a:avLst/>
            <a:gdLst>
              <a:gd name="T0" fmla="*/ 567 w 1884"/>
              <a:gd name="T1" fmla="*/ 0 h 1874"/>
              <a:gd name="T2" fmla="*/ 1884 w 1884"/>
              <a:gd name="T3" fmla="*/ 1315 h 1874"/>
              <a:gd name="T4" fmla="*/ 1314 w 1884"/>
              <a:gd name="T5" fmla="*/ 1874 h 1874"/>
              <a:gd name="T6" fmla="*/ 0 w 1884"/>
              <a:gd name="T7" fmla="*/ 567 h 1874"/>
              <a:gd name="T8" fmla="*/ 567 w 1884"/>
              <a:gd name="T9" fmla="*/ 0 h 18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4" h="1874">
                <a:moveTo>
                  <a:pt x="567" y="0"/>
                </a:moveTo>
                <a:lnTo>
                  <a:pt x="1884" y="1315"/>
                </a:lnTo>
                <a:lnTo>
                  <a:pt x="1314" y="1874"/>
                </a:lnTo>
                <a:lnTo>
                  <a:pt x="0" y="567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4963285" y="2960761"/>
            <a:ext cx="950206" cy="948245"/>
          </a:xfrm>
          <a:custGeom>
            <a:avLst/>
            <a:gdLst>
              <a:gd name="T0" fmla="*/ 566 w 1937"/>
              <a:gd name="T1" fmla="*/ 0 h 1933"/>
              <a:gd name="T2" fmla="*/ 1937 w 1937"/>
              <a:gd name="T3" fmla="*/ 1366 h 1933"/>
              <a:gd name="T4" fmla="*/ 1371 w 1937"/>
              <a:gd name="T5" fmla="*/ 1933 h 1933"/>
              <a:gd name="T6" fmla="*/ 0 w 1937"/>
              <a:gd name="T7" fmla="*/ 567 h 1933"/>
              <a:gd name="T8" fmla="*/ 566 w 1937"/>
              <a:gd name="T9" fmla="*/ 0 h 1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7" h="1933">
                <a:moveTo>
                  <a:pt x="566" y="0"/>
                </a:moveTo>
                <a:lnTo>
                  <a:pt x="1937" y="1366"/>
                </a:lnTo>
                <a:lnTo>
                  <a:pt x="1371" y="1933"/>
                </a:lnTo>
                <a:lnTo>
                  <a:pt x="0" y="567"/>
                </a:lnTo>
                <a:lnTo>
                  <a:pt x="566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521912" y="4771963"/>
            <a:ext cx="751912" cy="7519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7" name="Oval 46"/>
          <p:cNvSpPr/>
          <p:nvPr/>
        </p:nvSpPr>
        <p:spPr>
          <a:xfrm flipH="1">
            <a:off x="7521912" y="1334125"/>
            <a:ext cx="751912" cy="7519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3915000" y="1334125"/>
            <a:ext cx="751912" cy="751912"/>
            <a:chOff x="3915000" y="1334125"/>
            <a:chExt cx="751912" cy="751912"/>
          </a:xfrm>
        </p:grpSpPr>
        <p:sp>
          <p:nvSpPr>
            <p:cNvPr id="11" name="Oval 10"/>
            <p:cNvSpPr/>
            <p:nvPr/>
          </p:nvSpPr>
          <p:spPr>
            <a:xfrm>
              <a:off x="3915000" y="1334125"/>
              <a:ext cx="751912" cy="751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1" name="Freeform 14"/>
            <p:cNvSpPr>
              <a:spLocks noEditPoints="1"/>
            </p:cNvSpPr>
            <p:nvPr/>
          </p:nvSpPr>
          <p:spPr bwMode="auto">
            <a:xfrm>
              <a:off x="4145182" y="1516778"/>
              <a:ext cx="291548" cy="386606"/>
            </a:xfrm>
            <a:custGeom>
              <a:avLst/>
              <a:gdLst>
                <a:gd name="T0" fmla="*/ 4139 w 4944"/>
                <a:gd name="T1" fmla="*/ 6556 h 6556"/>
                <a:gd name="T2" fmla="*/ 3697 w 4944"/>
                <a:gd name="T3" fmla="*/ 6472 h 6556"/>
                <a:gd name="T4" fmla="*/ 3254 w 4944"/>
                <a:gd name="T5" fmla="*/ 6329 h 6556"/>
                <a:gd name="T6" fmla="*/ 2828 w 4944"/>
                <a:gd name="T7" fmla="*/ 6187 h 6556"/>
                <a:gd name="T8" fmla="*/ 2403 w 4944"/>
                <a:gd name="T9" fmla="*/ 6082 h 6556"/>
                <a:gd name="T10" fmla="*/ 1957 w 4944"/>
                <a:gd name="T11" fmla="*/ 6038 h 6556"/>
                <a:gd name="T12" fmla="*/ 1463 w 4944"/>
                <a:gd name="T13" fmla="*/ 6094 h 6556"/>
                <a:gd name="T14" fmla="*/ 1004 w 4944"/>
                <a:gd name="T15" fmla="*/ 6229 h 6556"/>
                <a:gd name="T16" fmla="*/ 0 w 4944"/>
                <a:gd name="T17" fmla="*/ 4208 h 6556"/>
                <a:gd name="T18" fmla="*/ 3966 w 4944"/>
                <a:gd name="T19" fmla="*/ 2326 h 6556"/>
                <a:gd name="T20" fmla="*/ 4085 w 4944"/>
                <a:gd name="T21" fmla="*/ 2376 h 6556"/>
                <a:gd name="T22" fmla="*/ 4135 w 4944"/>
                <a:gd name="T23" fmla="*/ 2496 h 6556"/>
                <a:gd name="T24" fmla="*/ 809 w 4944"/>
                <a:gd name="T25" fmla="*/ 3634 h 6556"/>
                <a:gd name="T26" fmla="*/ 833 w 4944"/>
                <a:gd name="T27" fmla="*/ 2410 h 6556"/>
                <a:gd name="T28" fmla="*/ 933 w 4944"/>
                <a:gd name="T29" fmla="*/ 2332 h 6556"/>
                <a:gd name="T30" fmla="*/ 2774 w 4944"/>
                <a:gd name="T31" fmla="*/ 1206 h 6556"/>
                <a:gd name="T32" fmla="*/ 3306 w 4944"/>
                <a:gd name="T33" fmla="*/ 1888 h 6556"/>
                <a:gd name="T34" fmla="*/ 3408 w 4944"/>
                <a:gd name="T35" fmla="*/ 1965 h 6556"/>
                <a:gd name="T36" fmla="*/ 3430 w 4944"/>
                <a:gd name="T37" fmla="*/ 2155 h 6556"/>
                <a:gd name="T38" fmla="*/ 1520 w 4944"/>
                <a:gd name="T39" fmla="*/ 2007 h 6556"/>
                <a:gd name="T40" fmla="*/ 1598 w 4944"/>
                <a:gd name="T41" fmla="*/ 1906 h 6556"/>
                <a:gd name="T42" fmla="*/ 2096 w 4944"/>
                <a:gd name="T43" fmla="*/ 1882 h 6556"/>
                <a:gd name="T44" fmla="*/ 1793 w 4944"/>
                <a:gd name="T45" fmla="*/ 6 h 6556"/>
                <a:gd name="T46" fmla="*/ 1965 w 4944"/>
                <a:gd name="T47" fmla="*/ 82 h 6556"/>
                <a:gd name="T48" fmla="*/ 2080 w 4944"/>
                <a:gd name="T49" fmla="*/ 227 h 6556"/>
                <a:gd name="T50" fmla="*/ 2116 w 4944"/>
                <a:gd name="T51" fmla="*/ 285 h 6556"/>
                <a:gd name="T52" fmla="*/ 2282 w 4944"/>
                <a:gd name="T53" fmla="*/ 335 h 6556"/>
                <a:gd name="T54" fmla="*/ 2387 w 4944"/>
                <a:gd name="T55" fmla="*/ 464 h 6556"/>
                <a:gd name="T56" fmla="*/ 2405 w 4944"/>
                <a:gd name="T57" fmla="*/ 636 h 6556"/>
                <a:gd name="T58" fmla="*/ 2431 w 4944"/>
                <a:gd name="T59" fmla="*/ 696 h 6556"/>
                <a:gd name="T60" fmla="*/ 2531 w 4944"/>
                <a:gd name="T61" fmla="*/ 759 h 6556"/>
                <a:gd name="T62" fmla="*/ 2571 w 4944"/>
                <a:gd name="T63" fmla="*/ 873 h 6556"/>
                <a:gd name="T64" fmla="*/ 2531 w 4944"/>
                <a:gd name="T65" fmla="*/ 987 h 6556"/>
                <a:gd name="T66" fmla="*/ 2431 w 4944"/>
                <a:gd name="T67" fmla="*/ 1050 h 6556"/>
                <a:gd name="T68" fmla="*/ 2308 w 4944"/>
                <a:gd name="T69" fmla="*/ 1037 h 6556"/>
                <a:gd name="T70" fmla="*/ 2226 w 4944"/>
                <a:gd name="T71" fmla="*/ 953 h 6556"/>
                <a:gd name="T72" fmla="*/ 2208 w 4944"/>
                <a:gd name="T73" fmla="*/ 865 h 6556"/>
                <a:gd name="T74" fmla="*/ 2116 w 4944"/>
                <a:gd name="T75" fmla="*/ 873 h 6556"/>
                <a:gd name="T76" fmla="*/ 1959 w 4944"/>
                <a:gd name="T77" fmla="*/ 825 h 6556"/>
                <a:gd name="T78" fmla="*/ 1831 w 4944"/>
                <a:gd name="T79" fmla="*/ 767 h 6556"/>
                <a:gd name="T80" fmla="*/ 1664 w 4944"/>
                <a:gd name="T81" fmla="*/ 777 h 6556"/>
                <a:gd name="T82" fmla="*/ 1497 w 4944"/>
                <a:gd name="T83" fmla="*/ 706 h 6556"/>
                <a:gd name="T84" fmla="*/ 1379 w 4944"/>
                <a:gd name="T85" fmla="*/ 570 h 6556"/>
                <a:gd name="T86" fmla="*/ 1337 w 4944"/>
                <a:gd name="T87" fmla="*/ 391 h 6556"/>
                <a:gd name="T88" fmla="*/ 1379 w 4944"/>
                <a:gd name="T89" fmla="*/ 211 h 6556"/>
                <a:gd name="T90" fmla="*/ 1497 w 4944"/>
                <a:gd name="T91" fmla="*/ 76 h 6556"/>
                <a:gd name="T92" fmla="*/ 1664 w 4944"/>
                <a:gd name="T93" fmla="*/ 6 h 6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944" h="6556">
                  <a:moveTo>
                    <a:pt x="2471" y="3024"/>
                  </a:moveTo>
                  <a:lnTo>
                    <a:pt x="4944" y="4208"/>
                  </a:lnTo>
                  <a:lnTo>
                    <a:pt x="4139" y="6556"/>
                  </a:lnTo>
                  <a:lnTo>
                    <a:pt x="4013" y="6556"/>
                  </a:lnTo>
                  <a:lnTo>
                    <a:pt x="3852" y="6516"/>
                  </a:lnTo>
                  <a:lnTo>
                    <a:pt x="3697" y="6472"/>
                  </a:lnTo>
                  <a:lnTo>
                    <a:pt x="3547" y="6426"/>
                  </a:lnTo>
                  <a:lnTo>
                    <a:pt x="3400" y="6377"/>
                  </a:lnTo>
                  <a:lnTo>
                    <a:pt x="3254" y="6329"/>
                  </a:lnTo>
                  <a:lnTo>
                    <a:pt x="3111" y="6279"/>
                  </a:lnTo>
                  <a:lnTo>
                    <a:pt x="2969" y="6231"/>
                  </a:lnTo>
                  <a:lnTo>
                    <a:pt x="2828" y="6187"/>
                  </a:lnTo>
                  <a:lnTo>
                    <a:pt x="2688" y="6147"/>
                  </a:lnTo>
                  <a:lnTo>
                    <a:pt x="2545" y="6112"/>
                  </a:lnTo>
                  <a:lnTo>
                    <a:pt x="2403" y="6082"/>
                  </a:lnTo>
                  <a:lnTo>
                    <a:pt x="2258" y="6058"/>
                  </a:lnTo>
                  <a:lnTo>
                    <a:pt x="2108" y="6044"/>
                  </a:lnTo>
                  <a:lnTo>
                    <a:pt x="1957" y="6038"/>
                  </a:lnTo>
                  <a:lnTo>
                    <a:pt x="1789" y="6046"/>
                  </a:lnTo>
                  <a:lnTo>
                    <a:pt x="1624" y="6064"/>
                  </a:lnTo>
                  <a:lnTo>
                    <a:pt x="1463" y="6094"/>
                  </a:lnTo>
                  <a:lnTo>
                    <a:pt x="1303" y="6131"/>
                  </a:lnTo>
                  <a:lnTo>
                    <a:pt x="1152" y="6177"/>
                  </a:lnTo>
                  <a:lnTo>
                    <a:pt x="1004" y="6229"/>
                  </a:lnTo>
                  <a:lnTo>
                    <a:pt x="865" y="6285"/>
                  </a:lnTo>
                  <a:lnTo>
                    <a:pt x="733" y="6345"/>
                  </a:lnTo>
                  <a:lnTo>
                    <a:pt x="0" y="4208"/>
                  </a:lnTo>
                  <a:lnTo>
                    <a:pt x="2471" y="3024"/>
                  </a:lnTo>
                  <a:close/>
                  <a:moveTo>
                    <a:pt x="978" y="2326"/>
                  </a:moveTo>
                  <a:lnTo>
                    <a:pt x="3966" y="2326"/>
                  </a:lnTo>
                  <a:lnTo>
                    <a:pt x="4011" y="2332"/>
                  </a:lnTo>
                  <a:lnTo>
                    <a:pt x="4051" y="2348"/>
                  </a:lnTo>
                  <a:lnTo>
                    <a:pt x="4085" y="2376"/>
                  </a:lnTo>
                  <a:lnTo>
                    <a:pt x="4111" y="2410"/>
                  </a:lnTo>
                  <a:lnTo>
                    <a:pt x="4129" y="2450"/>
                  </a:lnTo>
                  <a:lnTo>
                    <a:pt x="4135" y="2496"/>
                  </a:lnTo>
                  <a:lnTo>
                    <a:pt x="4135" y="3634"/>
                  </a:lnTo>
                  <a:lnTo>
                    <a:pt x="2471" y="2836"/>
                  </a:lnTo>
                  <a:lnTo>
                    <a:pt x="809" y="3634"/>
                  </a:lnTo>
                  <a:lnTo>
                    <a:pt x="809" y="2496"/>
                  </a:lnTo>
                  <a:lnTo>
                    <a:pt x="815" y="2450"/>
                  </a:lnTo>
                  <a:lnTo>
                    <a:pt x="833" y="2410"/>
                  </a:lnTo>
                  <a:lnTo>
                    <a:pt x="859" y="2376"/>
                  </a:lnTo>
                  <a:lnTo>
                    <a:pt x="893" y="2348"/>
                  </a:lnTo>
                  <a:lnTo>
                    <a:pt x="933" y="2332"/>
                  </a:lnTo>
                  <a:lnTo>
                    <a:pt x="978" y="2326"/>
                  </a:lnTo>
                  <a:close/>
                  <a:moveTo>
                    <a:pt x="2170" y="1206"/>
                  </a:moveTo>
                  <a:lnTo>
                    <a:pt x="2774" y="1206"/>
                  </a:lnTo>
                  <a:lnTo>
                    <a:pt x="2848" y="1882"/>
                  </a:lnTo>
                  <a:lnTo>
                    <a:pt x="3260" y="1882"/>
                  </a:lnTo>
                  <a:lnTo>
                    <a:pt x="3306" y="1888"/>
                  </a:lnTo>
                  <a:lnTo>
                    <a:pt x="3346" y="1906"/>
                  </a:lnTo>
                  <a:lnTo>
                    <a:pt x="3382" y="1932"/>
                  </a:lnTo>
                  <a:lnTo>
                    <a:pt x="3408" y="1965"/>
                  </a:lnTo>
                  <a:lnTo>
                    <a:pt x="3424" y="2007"/>
                  </a:lnTo>
                  <a:lnTo>
                    <a:pt x="3430" y="2051"/>
                  </a:lnTo>
                  <a:lnTo>
                    <a:pt x="3430" y="2155"/>
                  </a:lnTo>
                  <a:lnTo>
                    <a:pt x="1514" y="2155"/>
                  </a:lnTo>
                  <a:lnTo>
                    <a:pt x="1514" y="2051"/>
                  </a:lnTo>
                  <a:lnTo>
                    <a:pt x="1520" y="2007"/>
                  </a:lnTo>
                  <a:lnTo>
                    <a:pt x="1536" y="1965"/>
                  </a:lnTo>
                  <a:lnTo>
                    <a:pt x="1562" y="1932"/>
                  </a:lnTo>
                  <a:lnTo>
                    <a:pt x="1598" y="1906"/>
                  </a:lnTo>
                  <a:lnTo>
                    <a:pt x="1638" y="1888"/>
                  </a:lnTo>
                  <a:lnTo>
                    <a:pt x="1684" y="1882"/>
                  </a:lnTo>
                  <a:lnTo>
                    <a:pt x="2096" y="1882"/>
                  </a:lnTo>
                  <a:lnTo>
                    <a:pt x="2170" y="1206"/>
                  </a:lnTo>
                  <a:close/>
                  <a:moveTo>
                    <a:pt x="1728" y="0"/>
                  </a:moveTo>
                  <a:lnTo>
                    <a:pt x="1793" y="6"/>
                  </a:lnTo>
                  <a:lnTo>
                    <a:pt x="1855" y="22"/>
                  </a:lnTo>
                  <a:lnTo>
                    <a:pt x="1913" y="48"/>
                  </a:lnTo>
                  <a:lnTo>
                    <a:pt x="1965" y="82"/>
                  </a:lnTo>
                  <a:lnTo>
                    <a:pt x="2011" y="124"/>
                  </a:lnTo>
                  <a:lnTo>
                    <a:pt x="2049" y="173"/>
                  </a:lnTo>
                  <a:lnTo>
                    <a:pt x="2080" y="227"/>
                  </a:lnTo>
                  <a:lnTo>
                    <a:pt x="2102" y="287"/>
                  </a:lnTo>
                  <a:lnTo>
                    <a:pt x="2108" y="287"/>
                  </a:lnTo>
                  <a:lnTo>
                    <a:pt x="2116" y="285"/>
                  </a:lnTo>
                  <a:lnTo>
                    <a:pt x="2176" y="291"/>
                  </a:lnTo>
                  <a:lnTo>
                    <a:pt x="2232" y="309"/>
                  </a:lnTo>
                  <a:lnTo>
                    <a:pt x="2282" y="335"/>
                  </a:lnTo>
                  <a:lnTo>
                    <a:pt x="2326" y="371"/>
                  </a:lnTo>
                  <a:lnTo>
                    <a:pt x="2361" y="415"/>
                  </a:lnTo>
                  <a:lnTo>
                    <a:pt x="2387" y="464"/>
                  </a:lnTo>
                  <a:lnTo>
                    <a:pt x="2405" y="520"/>
                  </a:lnTo>
                  <a:lnTo>
                    <a:pt x="2411" y="580"/>
                  </a:lnTo>
                  <a:lnTo>
                    <a:pt x="2405" y="636"/>
                  </a:lnTo>
                  <a:lnTo>
                    <a:pt x="2389" y="692"/>
                  </a:lnTo>
                  <a:lnTo>
                    <a:pt x="2389" y="692"/>
                  </a:lnTo>
                  <a:lnTo>
                    <a:pt x="2431" y="696"/>
                  </a:lnTo>
                  <a:lnTo>
                    <a:pt x="2469" y="710"/>
                  </a:lnTo>
                  <a:lnTo>
                    <a:pt x="2503" y="732"/>
                  </a:lnTo>
                  <a:lnTo>
                    <a:pt x="2531" y="759"/>
                  </a:lnTo>
                  <a:lnTo>
                    <a:pt x="2553" y="793"/>
                  </a:lnTo>
                  <a:lnTo>
                    <a:pt x="2567" y="831"/>
                  </a:lnTo>
                  <a:lnTo>
                    <a:pt x="2571" y="873"/>
                  </a:lnTo>
                  <a:lnTo>
                    <a:pt x="2567" y="915"/>
                  </a:lnTo>
                  <a:lnTo>
                    <a:pt x="2553" y="953"/>
                  </a:lnTo>
                  <a:lnTo>
                    <a:pt x="2531" y="987"/>
                  </a:lnTo>
                  <a:lnTo>
                    <a:pt x="2503" y="1015"/>
                  </a:lnTo>
                  <a:lnTo>
                    <a:pt x="2469" y="1037"/>
                  </a:lnTo>
                  <a:lnTo>
                    <a:pt x="2431" y="1050"/>
                  </a:lnTo>
                  <a:lnTo>
                    <a:pt x="2389" y="1054"/>
                  </a:lnTo>
                  <a:lnTo>
                    <a:pt x="2347" y="1050"/>
                  </a:lnTo>
                  <a:lnTo>
                    <a:pt x="2308" y="1037"/>
                  </a:lnTo>
                  <a:lnTo>
                    <a:pt x="2276" y="1015"/>
                  </a:lnTo>
                  <a:lnTo>
                    <a:pt x="2246" y="987"/>
                  </a:lnTo>
                  <a:lnTo>
                    <a:pt x="2226" y="953"/>
                  </a:lnTo>
                  <a:lnTo>
                    <a:pt x="2212" y="915"/>
                  </a:lnTo>
                  <a:lnTo>
                    <a:pt x="2206" y="873"/>
                  </a:lnTo>
                  <a:lnTo>
                    <a:pt x="2208" y="865"/>
                  </a:lnTo>
                  <a:lnTo>
                    <a:pt x="2208" y="857"/>
                  </a:lnTo>
                  <a:lnTo>
                    <a:pt x="2164" y="869"/>
                  </a:lnTo>
                  <a:lnTo>
                    <a:pt x="2116" y="873"/>
                  </a:lnTo>
                  <a:lnTo>
                    <a:pt x="2061" y="867"/>
                  </a:lnTo>
                  <a:lnTo>
                    <a:pt x="2007" y="851"/>
                  </a:lnTo>
                  <a:lnTo>
                    <a:pt x="1959" y="825"/>
                  </a:lnTo>
                  <a:lnTo>
                    <a:pt x="1915" y="791"/>
                  </a:lnTo>
                  <a:lnTo>
                    <a:pt x="1879" y="749"/>
                  </a:lnTo>
                  <a:lnTo>
                    <a:pt x="1831" y="767"/>
                  </a:lnTo>
                  <a:lnTo>
                    <a:pt x="1780" y="777"/>
                  </a:lnTo>
                  <a:lnTo>
                    <a:pt x="1728" y="781"/>
                  </a:lnTo>
                  <a:lnTo>
                    <a:pt x="1664" y="777"/>
                  </a:lnTo>
                  <a:lnTo>
                    <a:pt x="1604" y="761"/>
                  </a:lnTo>
                  <a:lnTo>
                    <a:pt x="1546" y="738"/>
                  </a:lnTo>
                  <a:lnTo>
                    <a:pt x="1497" y="706"/>
                  </a:lnTo>
                  <a:lnTo>
                    <a:pt x="1451" y="668"/>
                  </a:lnTo>
                  <a:lnTo>
                    <a:pt x="1411" y="622"/>
                  </a:lnTo>
                  <a:lnTo>
                    <a:pt x="1379" y="570"/>
                  </a:lnTo>
                  <a:lnTo>
                    <a:pt x="1357" y="514"/>
                  </a:lnTo>
                  <a:lnTo>
                    <a:pt x="1341" y="454"/>
                  </a:lnTo>
                  <a:lnTo>
                    <a:pt x="1337" y="391"/>
                  </a:lnTo>
                  <a:lnTo>
                    <a:pt x="1341" y="327"/>
                  </a:lnTo>
                  <a:lnTo>
                    <a:pt x="1357" y="267"/>
                  </a:lnTo>
                  <a:lnTo>
                    <a:pt x="1379" y="211"/>
                  </a:lnTo>
                  <a:lnTo>
                    <a:pt x="1411" y="159"/>
                  </a:lnTo>
                  <a:lnTo>
                    <a:pt x="1451" y="116"/>
                  </a:lnTo>
                  <a:lnTo>
                    <a:pt x="1497" y="76"/>
                  </a:lnTo>
                  <a:lnTo>
                    <a:pt x="1546" y="44"/>
                  </a:lnTo>
                  <a:lnTo>
                    <a:pt x="1604" y="20"/>
                  </a:lnTo>
                  <a:lnTo>
                    <a:pt x="1664" y="6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36" name="Freeform 19"/>
          <p:cNvSpPr>
            <a:spLocks/>
          </p:cNvSpPr>
          <p:nvPr/>
        </p:nvSpPr>
        <p:spPr bwMode="auto">
          <a:xfrm>
            <a:off x="7759914" y="1572211"/>
            <a:ext cx="275908" cy="275740"/>
          </a:xfrm>
          <a:custGeom>
            <a:avLst/>
            <a:gdLst>
              <a:gd name="T0" fmla="*/ 6444 w 6560"/>
              <a:gd name="T1" fmla="*/ 52 h 6556"/>
              <a:gd name="T2" fmla="*/ 6504 w 6560"/>
              <a:gd name="T3" fmla="*/ 110 h 6556"/>
              <a:gd name="T4" fmla="*/ 6560 w 6560"/>
              <a:gd name="T5" fmla="*/ 323 h 6556"/>
              <a:gd name="T6" fmla="*/ 6464 w 6560"/>
              <a:gd name="T7" fmla="*/ 742 h 6556"/>
              <a:gd name="T8" fmla="*/ 6199 w 6560"/>
              <a:gd name="T9" fmla="*/ 1226 h 6556"/>
              <a:gd name="T10" fmla="*/ 5824 w 6560"/>
              <a:gd name="T11" fmla="*/ 1680 h 6556"/>
              <a:gd name="T12" fmla="*/ 5305 w 6560"/>
              <a:gd name="T13" fmla="*/ 2189 h 6556"/>
              <a:gd name="T14" fmla="*/ 5186 w 6560"/>
              <a:gd name="T15" fmla="*/ 3305 h 6556"/>
              <a:gd name="T16" fmla="*/ 5343 w 6560"/>
              <a:gd name="T17" fmla="*/ 3257 h 6556"/>
              <a:gd name="T18" fmla="*/ 5597 w 6560"/>
              <a:gd name="T19" fmla="*/ 3472 h 6556"/>
              <a:gd name="T20" fmla="*/ 5613 w 6560"/>
              <a:gd name="T21" fmla="*/ 3638 h 6556"/>
              <a:gd name="T22" fmla="*/ 5429 w 6560"/>
              <a:gd name="T23" fmla="*/ 3997 h 6556"/>
              <a:gd name="T24" fmla="*/ 5603 w 6560"/>
              <a:gd name="T25" fmla="*/ 4009 h 6556"/>
              <a:gd name="T26" fmla="*/ 5818 w 6560"/>
              <a:gd name="T27" fmla="*/ 4262 h 6556"/>
              <a:gd name="T28" fmla="*/ 5770 w 6560"/>
              <a:gd name="T29" fmla="*/ 4419 h 6556"/>
              <a:gd name="T30" fmla="*/ 5818 w 6560"/>
              <a:gd name="T31" fmla="*/ 5504 h 6556"/>
              <a:gd name="T32" fmla="*/ 5457 w 6560"/>
              <a:gd name="T33" fmla="*/ 5910 h 6556"/>
              <a:gd name="T34" fmla="*/ 5297 w 6560"/>
              <a:gd name="T35" fmla="*/ 5924 h 6556"/>
              <a:gd name="T36" fmla="*/ 4286 w 6560"/>
              <a:gd name="T37" fmla="*/ 4176 h 6556"/>
              <a:gd name="T38" fmla="*/ 3608 w 6560"/>
              <a:gd name="T39" fmla="*/ 3831 h 6556"/>
              <a:gd name="T40" fmla="*/ 2772 w 6560"/>
              <a:gd name="T41" fmla="*/ 4571 h 6556"/>
              <a:gd name="T42" fmla="*/ 2475 w 6560"/>
              <a:gd name="T43" fmla="*/ 6201 h 6556"/>
              <a:gd name="T44" fmla="*/ 2437 w 6560"/>
              <a:gd name="T45" fmla="*/ 6341 h 6556"/>
              <a:gd name="T46" fmla="*/ 2162 w 6560"/>
              <a:gd name="T47" fmla="*/ 6556 h 6556"/>
              <a:gd name="T48" fmla="*/ 2036 w 6560"/>
              <a:gd name="T49" fmla="*/ 6492 h 6556"/>
              <a:gd name="T50" fmla="*/ 1562 w 6560"/>
              <a:gd name="T51" fmla="*/ 5520 h 6556"/>
              <a:gd name="T52" fmla="*/ 1263 w 6560"/>
              <a:gd name="T53" fmla="*/ 5476 h 6556"/>
              <a:gd name="T54" fmla="*/ 1141 w 6560"/>
              <a:gd name="T55" fmla="*/ 5414 h 6556"/>
              <a:gd name="T56" fmla="*/ 1081 w 6560"/>
              <a:gd name="T57" fmla="*/ 5193 h 6556"/>
              <a:gd name="T58" fmla="*/ 1015 w 6560"/>
              <a:gd name="T59" fmla="*/ 4977 h 6556"/>
              <a:gd name="T60" fmla="*/ 16 w 6560"/>
              <a:gd name="T61" fmla="*/ 4465 h 6556"/>
              <a:gd name="T62" fmla="*/ 28 w 6560"/>
              <a:gd name="T63" fmla="*/ 4304 h 6556"/>
              <a:gd name="T64" fmla="*/ 297 w 6560"/>
              <a:gd name="T65" fmla="*/ 4086 h 6556"/>
              <a:gd name="T66" fmla="*/ 1739 w 6560"/>
              <a:gd name="T67" fmla="*/ 4092 h 6556"/>
              <a:gd name="T68" fmla="*/ 2411 w 6560"/>
              <a:gd name="T69" fmla="*/ 3293 h 6556"/>
              <a:gd name="T70" fmla="*/ 2405 w 6560"/>
              <a:gd name="T71" fmla="*/ 2290 h 6556"/>
              <a:gd name="T72" fmla="*/ 672 w 6560"/>
              <a:gd name="T73" fmla="*/ 1314 h 6556"/>
              <a:gd name="T74" fmla="*/ 620 w 6560"/>
              <a:gd name="T75" fmla="*/ 1160 h 6556"/>
              <a:gd name="T76" fmla="*/ 977 w 6560"/>
              <a:gd name="T77" fmla="*/ 771 h 6556"/>
              <a:gd name="T78" fmla="*/ 1149 w 6560"/>
              <a:gd name="T79" fmla="*/ 745 h 6556"/>
              <a:gd name="T80" fmla="*/ 2226 w 6560"/>
              <a:gd name="T81" fmla="*/ 742 h 6556"/>
              <a:gd name="T82" fmla="*/ 2385 w 6560"/>
              <a:gd name="T83" fmla="*/ 789 h 6556"/>
              <a:gd name="T84" fmla="*/ 2577 w 6560"/>
              <a:gd name="T85" fmla="*/ 1056 h 6556"/>
              <a:gd name="T86" fmla="*/ 2864 w 6560"/>
              <a:gd name="T87" fmla="*/ 985 h 6556"/>
              <a:gd name="T88" fmla="*/ 3022 w 6560"/>
              <a:gd name="T89" fmla="*/ 937 h 6556"/>
              <a:gd name="T90" fmla="*/ 3275 w 6560"/>
              <a:gd name="T91" fmla="*/ 1152 h 6556"/>
              <a:gd name="T92" fmla="*/ 3291 w 6560"/>
              <a:gd name="T93" fmla="*/ 1316 h 6556"/>
              <a:gd name="T94" fmla="*/ 4143 w 6560"/>
              <a:gd name="T95" fmla="*/ 1493 h 6556"/>
              <a:gd name="T96" fmla="*/ 4687 w 6560"/>
              <a:gd name="T97" fmla="*/ 927 h 6556"/>
              <a:gd name="T98" fmla="*/ 5148 w 6560"/>
              <a:gd name="T99" fmla="*/ 500 h 6556"/>
              <a:gd name="T100" fmla="*/ 5629 w 6560"/>
              <a:gd name="T101" fmla="*/ 183 h 6556"/>
              <a:gd name="T102" fmla="*/ 6081 w 6560"/>
              <a:gd name="T103" fmla="*/ 16 h 6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560" h="6556">
                <a:moveTo>
                  <a:pt x="6237" y="0"/>
                </a:moveTo>
                <a:lnTo>
                  <a:pt x="6299" y="4"/>
                </a:lnTo>
                <a:lnTo>
                  <a:pt x="6353" y="14"/>
                </a:lnTo>
                <a:lnTo>
                  <a:pt x="6402" y="30"/>
                </a:lnTo>
                <a:lnTo>
                  <a:pt x="6444" y="52"/>
                </a:lnTo>
                <a:lnTo>
                  <a:pt x="6450" y="58"/>
                </a:lnTo>
                <a:lnTo>
                  <a:pt x="6462" y="66"/>
                </a:lnTo>
                <a:lnTo>
                  <a:pt x="6478" y="80"/>
                </a:lnTo>
                <a:lnTo>
                  <a:pt x="6494" y="96"/>
                </a:lnTo>
                <a:lnTo>
                  <a:pt x="6504" y="110"/>
                </a:lnTo>
                <a:lnTo>
                  <a:pt x="6508" y="118"/>
                </a:lnTo>
                <a:lnTo>
                  <a:pt x="6530" y="159"/>
                </a:lnTo>
                <a:lnTo>
                  <a:pt x="6546" y="207"/>
                </a:lnTo>
                <a:lnTo>
                  <a:pt x="6556" y="261"/>
                </a:lnTo>
                <a:lnTo>
                  <a:pt x="6560" y="323"/>
                </a:lnTo>
                <a:lnTo>
                  <a:pt x="6556" y="399"/>
                </a:lnTo>
                <a:lnTo>
                  <a:pt x="6544" y="478"/>
                </a:lnTo>
                <a:lnTo>
                  <a:pt x="6524" y="562"/>
                </a:lnTo>
                <a:lnTo>
                  <a:pt x="6498" y="650"/>
                </a:lnTo>
                <a:lnTo>
                  <a:pt x="6464" y="742"/>
                </a:lnTo>
                <a:lnTo>
                  <a:pt x="6424" y="835"/>
                </a:lnTo>
                <a:lnTo>
                  <a:pt x="6377" y="931"/>
                </a:lnTo>
                <a:lnTo>
                  <a:pt x="6323" y="1029"/>
                </a:lnTo>
                <a:lnTo>
                  <a:pt x="6265" y="1126"/>
                </a:lnTo>
                <a:lnTo>
                  <a:pt x="6199" y="1226"/>
                </a:lnTo>
                <a:lnTo>
                  <a:pt x="6129" y="1324"/>
                </a:lnTo>
                <a:lnTo>
                  <a:pt x="6061" y="1411"/>
                </a:lnTo>
                <a:lnTo>
                  <a:pt x="5988" y="1499"/>
                </a:lnTo>
                <a:lnTo>
                  <a:pt x="5908" y="1589"/>
                </a:lnTo>
                <a:lnTo>
                  <a:pt x="5824" y="1680"/>
                </a:lnTo>
                <a:lnTo>
                  <a:pt x="5732" y="1774"/>
                </a:lnTo>
                <a:lnTo>
                  <a:pt x="5635" y="1870"/>
                </a:lnTo>
                <a:lnTo>
                  <a:pt x="5531" y="1971"/>
                </a:lnTo>
                <a:lnTo>
                  <a:pt x="5421" y="2077"/>
                </a:lnTo>
                <a:lnTo>
                  <a:pt x="5305" y="2189"/>
                </a:lnTo>
                <a:lnTo>
                  <a:pt x="5182" y="2306"/>
                </a:lnTo>
                <a:lnTo>
                  <a:pt x="5068" y="2414"/>
                </a:lnTo>
                <a:lnTo>
                  <a:pt x="4950" y="2526"/>
                </a:lnTo>
                <a:lnTo>
                  <a:pt x="5184" y="3307"/>
                </a:lnTo>
                <a:lnTo>
                  <a:pt x="5186" y="3305"/>
                </a:lnTo>
                <a:lnTo>
                  <a:pt x="5212" y="3283"/>
                </a:lnTo>
                <a:lnTo>
                  <a:pt x="5242" y="3267"/>
                </a:lnTo>
                <a:lnTo>
                  <a:pt x="5276" y="3257"/>
                </a:lnTo>
                <a:lnTo>
                  <a:pt x="5309" y="3253"/>
                </a:lnTo>
                <a:lnTo>
                  <a:pt x="5343" y="3257"/>
                </a:lnTo>
                <a:lnTo>
                  <a:pt x="5377" y="3267"/>
                </a:lnTo>
                <a:lnTo>
                  <a:pt x="5407" y="3283"/>
                </a:lnTo>
                <a:lnTo>
                  <a:pt x="5433" y="3305"/>
                </a:lnTo>
                <a:lnTo>
                  <a:pt x="5575" y="3446"/>
                </a:lnTo>
                <a:lnTo>
                  <a:pt x="5597" y="3472"/>
                </a:lnTo>
                <a:lnTo>
                  <a:pt x="5613" y="3502"/>
                </a:lnTo>
                <a:lnTo>
                  <a:pt x="5623" y="3536"/>
                </a:lnTo>
                <a:lnTo>
                  <a:pt x="5627" y="3570"/>
                </a:lnTo>
                <a:lnTo>
                  <a:pt x="5623" y="3604"/>
                </a:lnTo>
                <a:lnTo>
                  <a:pt x="5613" y="3638"/>
                </a:lnTo>
                <a:lnTo>
                  <a:pt x="5597" y="3668"/>
                </a:lnTo>
                <a:lnTo>
                  <a:pt x="5575" y="3694"/>
                </a:lnTo>
                <a:lnTo>
                  <a:pt x="5363" y="3905"/>
                </a:lnTo>
                <a:lnTo>
                  <a:pt x="5397" y="4017"/>
                </a:lnTo>
                <a:lnTo>
                  <a:pt x="5429" y="3997"/>
                </a:lnTo>
                <a:lnTo>
                  <a:pt x="5465" y="3985"/>
                </a:lnTo>
                <a:lnTo>
                  <a:pt x="5505" y="3981"/>
                </a:lnTo>
                <a:lnTo>
                  <a:pt x="5539" y="3983"/>
                </a:lnTo>
                <a:lnTo>
                  <a:pt x="5571" y="3993"/>
                </a:lnTo>
                <a:lnTo>
                  <a:pt x="5603" y="4009"/>
                </a:lnTo>
                <a:lnTo>
                  <a:pt x="5629" y="4031"/>
                </a:lnTo>
                <a:lnTo>
                  <a:pt x="5770" y="4172"/>
                </a:lnTo>
                <a:lnTo>
                  <a:pt x="5792" y="4200"/>
                </a:lnTo>
                <a:lnTo>
                  <a:pt x="5808" y="4230"/>
                </a:lnTo>
                <a:lnTo>
                  <a:pt x="5818" y="4262"/>
                </a:lnTo>
                <a:lnTo>
                  <a:pt x="5822" y="4296"/>
                </a:lnTo>
                <a:lnTo>
                  <a:pt x="5818" y="4330"/>
                </a:lnTo>
                <a:lnTo>
                  <a:pt x="5808" y="4363"/>
                </a:lnTo>
                <a:lnTo>
                  <a:pt x="5792" y="4393"/>
                </a:lnTo>
                <a:lnTo>
                  <a:pt x="5770" y="4419"/>
                </a:lnTo>
                <a:lnTo>
                  <a:pt x="5577" y="4613"/>
                </a:lnTo>
                <a:lnTo>
                  <a:pt x="5814" y="5408"/>
                </a:lnTo>
                <a:lnTo>
                  <a:pt x="5820" y="5434"/>
                </a:lnTo>
                <a:lnTo>
                  <a:pt x="5822" y="5462"/>
                </a:lnTo>
                <a:lnTo>
                  <a:pt x="5818" y="5504"/>
                </a:lnTo>
                <a:lnTo>
                  <a:pt x="5806" y="5543"/>
                </a:lnTo>
                <a:lnTo>
                  <a:pt x="5788" y="5577"/>
                </a:lnTo>
                <a:lnTo>
                  <a:pt x="5764" y="5609"/>
                </a:lnTo>
                <a:lnTo>
                  <a:pt x="5483" y="5890"/>
                </a:lnTo>
                <a:lnTo>
                  <a:pt x="5457" y="5910"/>
                </a:lnTo>
                <a:lnTo>
                  <a:pt x="5429" y="5926"/>
                </a:lnTo>
                <a:lnTo>
                  <a:pt x="5399" y="5936"/>
                </a:lnTo>
                <a:lnTo>
                  <a:pt x="5367" y="5938"/>
                </a:lnTo>
                <a:lnTo>
                  <a:pt x="5331" y="5936"/>
                </a:lnTo>
                <a:lnTo>
                  <a:pt x="5297" y="5924"/>
                </a:lnTo>
                <a:lnTo>
                  <a:pt x="5268" y="5906"/>
                </a:lnTo>
                <a:lnTo>
                  <a:pt x="5244" y="5882"/>
                </a:lnTo>
                <a:lnTo>
                  <a:pt x="5224" y="5852"/>
                </a:lnTo>
                <a:lnTo>
                  <a:pt x="4292" y="4186"/>
                </a:lnTo>
                <a:lnTo>
                  <a:pt x="4286" y="4176"/>
                </a:lnTo>
                <a:lnTo>
                  <a:pt x="4276" y="4164"/>
                </a:lnTo>
                <a:lnTo>
                  <a:pt x="4268" y="4152"/>
                </a:lnTo>
                <a:lnTo>
                  <a:pt x="4260" y="4144"/>
                </a:lnTo>
                <a:lnTo>
                  <a:pt x="3784" y="3668"/>
                </a:lnTo>
                <a:lnTo>
                  <a:pt x="3608" y="3831"/>
                </a:lnTo>
                <a:lnTo>
                  <a:pt x="3437" y="3991"/>
                </a:lnTo>
                <a:lnTo>
                  <a:pt x="3265" y="4146"/>
                </a:lnTo>
                <a:lnTo>
                  <a:pt x="3098" y="4294"/>
                </a:lnTo>
                <a:lnTo>
                  <a:pt x="2932" y="4435"/>
                </a:lnTo>
                <a:lnTo>
                  <a:pt x="2772" y="4571"/>
                </a:lnTo>
                <a:lnTo>
                  <a:pt x="2615" y="4698"/>
                </a:lnTo>
                <a:lnTo>
                  <a:pt x="2465" y="4818"/>
                </a:lnTo>
                <a:lnTo>
                  <a:pt x="2356" y="4902"/>
                </a:lnTo>
                <a:lnTo>
                  <a:pt x="2473" y="6197"/>
                </a:lnTo>
                <a:lnTo>
                  <a:pt x="2475" y="6201"/>
                </a:lnTo>
                <a:lnTo>
                  <a:pt x="2475" y="6207"/>
                </a:lnTo>
                <a:lnTo>
                  <a:pt x="2475" y="6213"/>
                </a:lnTo>
                <a:lnTo>
                  <a:pt x="2469" y="6259"/>
                </a:lnTo>
                <a:lnTo>
                  <a:pt x="2457" y="6301"/>
                </a:lnTo>
                <a:lnTo>
                  <a:pt x="2437" y="6341"/>
                </a:lnTo>
                <a:lnTo>
                  <a:pt x="2411" y="6375"/>
                </a:lnTo>
                <a:lnTo>
                  <a:pt x="2278" y="6508"/>
                </a:lnTo>
                <a:lnTo>
                  <a:pt x="2244" y="6534"/>
                </a:lnTo>
                <a:lnTo>
                  <a:pt x="2204" y="6550"/>
                </a:lnTo>
                <a:lnTo>
                  <a:pt x="2162" y="6556"/>
                </a:lnTo>
                <a:lnTo>
                  <a:pt x="2162" y="6556"/>
                </a:lnTo>
                <a:lnTo>
                  <a:pt x="2126" y="6552"/>
                </a:lnTo>
                <a:lnTo>
                  <a:pt x="2092" y="6538"/>
                </a:lnTo>
                <a:lnTo>
                  <a:pt x="2062" y="6520"/>
                </a:lnTo>
                <a:lnTo>
                  <a:pt x="2036" y="6492"/>
                </a:lnTo>
                <a:lnTo>
                  <a:pt x="2016" y="6460"/>
                </a:lnTo>
                <a:lnTo>
                  <a:pt x="1586" y="5553"/>
                </a:lnTo>
                <a:lnTo>
                  <a:pt x="1580" y="5543"/>
                </a:lnTo>
                <a:lnTo>
                  <a:pt x="1570" y="5529"/>
                </a:lnTo>
                <a:lnTo>
                  <a:pt x="1562" y="5520"/>
                </a:lnTo>
                <a:lnTo>
                  <a:pt x="1486" y="5444"/>
                </a:lnTo>
                <a:lnTo>
                  <a:pt x="1422" y="5464"/>
                </a:lnTo>
                <a:lnTo>
                  <a:pt x="1364" y="5476"/>
                </a:lnTo>
                <a:lnTo>
                  <a:pt x="1312" y="5480"/>
                </a:lnTo>
                <a:lnTo>
                  <a:pt x="1263" y="5476"/>
                </a:lnTo>
                <a:lnTo>
                  <a:pt x="1219" y="5464"/>
                </a:lnTo>
                <a:lnTo>
                  <a:pt x="1179" y="5444"/>
                </a:lnTo>
                <a:lnTo>
                  <a:pt x="1145" y="5416"/>
                </a:lnTo>
                <a:lnTo>
                  <a:pt x="1145" y="5416"/>
                </a:lnTo>
                <a:lnTo>
                  <a:pt x="1141" y="5414"/>
                </a:lnTo>
                <a:lnTo>
                  <a:pt x="1113" y="5378"/>
                </a:lnTo>
                <a:lnTo>
                  <a:pt x="1093" y="5340"/>
                </a:lnTo>
                <a:lnTo>
                  <a:pt x="1081" y="5294"/>
                </a:lnTo>
                <a:lnTo>
                  <a:pt x="1077" y="5246"/>
                </a:lnTo>
                <a:lnTo>
                  <a:pt x="1081" y="5193"/>
                </a:lnTo>
                <a:lnTo>
                  <a:pt x="1093" y="5135"/>
                </a:lnTo>
                <a:lnTo>
                  <a:pt x="1113" y="5071"/>
                </a:lnTo>
                <a:lnTo>
                  <a:pt x="1037" y="4995"/>
                </a:lnTo>
                <a:lnTo>
                  <a:pt x="1027" y="4987"/>
                </a:lnTo>
                <a:lnTo>
                  <a:pt x="1015" y="4977"/>
                </a:lnTo>
                <a:lnTo>
                  <a:pt x="1003" y="4971"/>
                </a:lnTo>
                <a:lnTo>
                  <a:pt x="94" y="4539"/>
                </a:lnTo>
                <a:lnTo>
                  <a:pt x="62" y="4521"/>
                </a:lnTo>
                <a:lnTo>
                  <a:pt x="36" y="4495"/>
                </a:lnTo>
                <a:lnTo>
                  <a:pt x="16" y="4465"/>
                </a:lnTo>
                <a:lnTo>
                  <a:pt x="4" y="4431"/>
                </a:lnTo>
                <a:lnTo>
                  <a:pt x="0" y="4393"/>
                </a:lnTo>
                <a:lnTo>
                  <a:pt x="4" y="4363"/>
                </a:lnTo>
                <a:lnTo>
                  <a:pt x="12" y="4331"/>
                </a:lnTo>
                <a:lnTo>
                  <a:pt x="28" y="4304"/>
                </a:lnTo>
                <a:lnTo>
                  <a:pt x="50" y="4278"/>
                </a:lnTo>
                <a:lnTo>
                  <a:pt x="180" y="4148"/>
                </a:lnTo>
                <a:lnTo>
                  <a:pt x="215" y="4120"/>
                </a:lnTo>
                <a:lnTo>
                  <a:pt x="253" y="4100"/>
                </a:lnTo>
                <a:lnTo>
                  <a:pt x="297" y="4086"/>
                </a:lnTo>
                <a:lnTo>
                  <a:pt x="341" y="4082"/>
                </a:lnTo>
                <a:lnTo>
                  <a:pt x="353" y="4082"/>
                </a:lnTo>
                <a:lnTo>
                  <a:pt x="363" y="4084"/>
                </a:lnTo>
                <a:lnTo>
                  <a:pt x="1655" y="4200"/>
                </a:lnTo>
                <a:lnTo>
                  <a:pt x="1739" y="4092"/>
                </a:lnTo>
                <a:lnTo>
                  <a:pt x="1859" y="3943"/>
                </a:lnTo>
                <a:lnTo>
                  <a:pt x="1987" y="3785"/>
                </a:lnTo>
                <a:lnTo>
                  <a:pt x="2120" y="3626"/>
                </a:lnTo>
                <a:lnTo>
                  <a:pt x="2264" y="3460"/>
                </a:lnTo>
                <a:lnTo>
                  <a:pt x="2411" y="3293"/>
                </a:lnTo>
                <a:lnTo>
                  <a:pt x="2565" y="3124"/>
                </a:lnTo>
                <a:lnTo>
                  <a:pt x="2725" y="2950"/>
                </a:lnTo>
                <a:lnTo>
                  <a:pt x="2890" y="2775"/>
                </a:lnTo>
                <a:lnTo>
                  <a:pt x="2413" y="2298"/>
                </a:lnTo>
                <a:lnTo>
                  <a:pt x="2405" y="2290"/>
                </a:lnTo>
                <a:lnTo>
                  <a:pt x="2393" y="2280"/>
                </a:lnTo>
                <a:lnTo>
                  <a:pt x="2381" y="2272"/>
                </a:lnTo>
                <a:lnTo>
                  <a:pt x="2373" y="2268"/>
                </a:lnTo>
                <a:lnTo>
                  <a:pt x="702" y="1336"/>
                </a:lnTo>
                <a:lnTo>
                  <a:pt x="672" y="1314"/>
                </a:lnTo>
                <a:lnTo>
                  <a:pt x="648" y="1290"/>
                </a:lnTo>
                <a:lnTo>
                  <a:pt x="632" y="1260"/>
                </a:lnTo>
                <a:lnTo>
                  <a:pt x="620" y="1226"/>
                </a:lnTo>
                <a:lnTo>
                  <a:pt x="616" y="1192"/>
                </a:lnTo>
                <a:lnTo>
                  <a:pt x="620" y="1160"/>
                </a:lnTo>
                <a:lnTo>
                  <a:pt x="630" y="1130"/>
                </a:lnTo>
                <a:lnTo>
                  <a:pt x="644" y="1102"/>
                </a:lnTo>
                <a:lnTo>
                  <a:pt x="666" y="1076"/>
                </a:lnTo>
                <a:lnTo>
                  <a:pt x="945" y="797"/>
                </a:lnTo>
                <a:lnTo>
                  <a:pt x="977" y="771"/>
                </a:lnTo>
                <a:lnTo>
                  <a:pt x="1013" y="753"/>
                </a:lnTo>
                <a:lnTo>
                  <a:pt x="1051" y="742"/>
                </a:lnTo>
                <a:lnTo>
                  <a:pt x="1093" y="738"/>
                </a:lnTo>
                <a:lnTo>
                  <a:pt x="1121" y="740"/>
                </a:lnTo>
                <a:lnTo>
                  <a:pt x="1149" y="745"/>
                </a:lnTo>
                <a:lnTo>
                  <a:pt x="1945" y="983"/>
                </a:lnTo>
                <a:lnTo>
                  <a:pt x="2138" y="789"/>
                </a:lnTo>
                <a:lnTo>
                  <a:pt x="2164" y="767"/>
                </a:lnTo>
                <a:lnTo>
                  <a:pt x="2194" y="751"/>
                </a:lnTo>
                <a:lnTo>
                  <a:pt x="2226" y="742"/>
                </a:lnTo>
                <a:lnTo>
                  <a:pt x="2260" y="738"/>
                </a:lnTo>
                <a:lnTo>
                  <a:pt x="2296" y="742"/>
                </a:lnTo>
                <a:lnTo>
                  <a:pt x="2328" y="751"/>
                </a:lnTo>
                <a:lnTo>
                  <a:pt x="2358" y="767"/>
                </a:lnTo>
                <a:lnTo>
                  <a:pt x="2385" y="789"/>
                </a:lnTo>
                <a:lnTo>
                  <a:pt x="2527" y="931"/>
                </a:lnTo>
                <a:lnTo>
                  <a:pt x="2549" y="957"/>
                </a:lnTo>
                <a:lnTo>
                  <a:pt x="2565" y="989"/>
                </a:lnTo>
                <a:lnTo>
                  <a:pt x="2575" y="1021"/>
                </a:lnTo>
                <a:lnTo>
                  <a:pt x="2577" y="1056"/>
                </a:lnTo>
                <a:lnTo>
                  <a:pt x="2573" y="1092"/>
                </a:lnTo>
                <a:lnTo>
                  <a:pt x="2561" y="1128"/>
                </a:lnTo>
                <a:lnTo>
                  <a:pt x="2541" y="1162"/>
                </a:lnTo>
                <a:lnTo>
                  <a:pt x="2653" y="1196"/>
                </a:lnTo>
                <a:lnTo>
                  <a:pt x="2864" y="985"/>
                </a:lnTo>
                <a:lnTo>
                  <a:pt x="2890" y="963"/>
                </a:lnTo>
                <a:lnTo>
                  <a:pt x="2920" y="947"/>
                </a:lnTo>
                <a:lnTo>
                  <a:pt x="2952" y="937"/>
                </a:lnTo>
                <a:lnTo>
                  <a:pt x="2988" y="933"/>
                </a:lnTo>
                <a:lnTo>
                  <a:pt x="3022" y="937"/>
                </a:lnTo>
                <a:lnTo>
                  <a:pt x="3056" y="947"/>
                </a:lnTo>
                <a:lnTo>
                  <a:pt x="3086" y="963"/>
                </a:lnTo>
                <a:lnTo>
                  <a:pt x="3111" y="985"/>
                </a:lnTo>
                <a:lnTo>
                  <a:pt x="3253" y="1126"/>
                </a:lnTo>
                <a:lnTo>
                  <a:pt x="3275" y="1152"/>
                </a:lnTo>
                <a:lnTo>
                  <a:pt x="3291" y="1182"/>
                </a:lnTo>
                <a:lnTo>
                  <a:pt x="3301" y="1216"/>
                </a:lnTo>
                <a:lnTo>
                  <a:pt x="3303" y="1250"/>
                </a:lnTo>
                <a:lnTo>
                  <a:pt x="3301" y="1284"/>
                </a:lnTo>
                <a:lnTo>
                  <a:pt x="3291" y="1316"/>
                </a:lnTo>
                <a:lnTo>
                  <a:pt x="3275" y="1345"/>
                </a:lnTo>
                <a:lnTo>
                  <a:pt x="3253" y="1371"/>
                </a:lnTo>
                <a:lnTo>
                  <a:pt x="3251" y="1375"/>
                </a:lnTo>
                <a:lnTo>
                  <a:pt x="4033" y="1609"/>
                </a:lnTo>
                <a:lnTo>
                  <a:pt x="4143" y="1493"/>
                </a:lnTo>
                <a:lnTo>
                  <a:pt x="4248" y="1381"/>
                </a:lnTo>
                <a:lnTo>
                  <a:pt x="4366" y="1258"/>
                </a:lnTo>
                <a:lnTo>
                  <a:pt x="4478" y="1140"/>
                </a:lnTo>
                <a:lnTo>
                  <a:pt x="4585" y="1031"/>
                </a:lnTo>
                <a:lnTo>
                  <a:pt x="4687" y="927"/>
                </a:lnTo>
                <a:lnTo>
                  <a:pt x="4785" y="829"/>
                </a:lnTo>
                <a:lnTo>
                  <a:pt x="4879" y="738"/>
                </a:lnTo>
                <a:lnTo>
                  <a:pt x="4970" y="652"/>
                </a:lnTo>
                <a:lnTo>
                  <a:pt x="5060" y="572"/>
                </a:lnTo>
                <a:lnTo>
                  <a:pt x="5148" y="500"/>
                </a:lnTo>
                <a:lnTo>
                  <a:pt x="5236" y="431"/>
                </a:lnTo>
                <a:lnTo>
                  <a:pt x="5333" y="361"/>
                </a:lnTo>
                <a:lnTo>
                  <a:pt x="5433" y="295"/>
                </a:lnTo>
                <a:lnTo>
                  <a:pt x="5531" y="235"/>
                </a:lnTo>
                <a:lnTo>
                  <a:pt x="5629" y="183"/>
                </a:lnTo>
                <a:lnTo>
                  <a:pt x="5724" y="136"/>
                </a:lnTo>
                <a:lnTo>
                  <a:pt x="5818" y="96"/>
                </a:lnTo>
                <a:lnTo>
                  <a:pt x="5910" y="62"/>
                </a:lnTo>
                <a:lnTo>
                  <a:pt x="5998" y="36"/>
                </a:lnTo>
                <a:lnTo>
                  <a:pt x="6081" y="16"/>
                </a:lnTo>
                <a:lnTo>
                  <a:pt x="6161" y="4"/>
                </a:lnTo>
                <a:lnTo>
                  <a:pt x="623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3915000" y="4771963"/>
            <a:ext cx="751912" cy="751912"/>
            <a:chOff x="3915000" y="4771963"/>
            <a:chExt cx="751912" cy="751912"/>
          </a:xfrm>
        </p:grpSpPr>
        <p:sp>
          <p:nvSpPr>
            <p:cNvPr id="48" name="Oval 47"/>
            <p:cNvSpPr/>
            <p:nvPr/>
          </p:nvSpPr>
          <p:spPr>
            <a:xfrm flipH="1">
              <a:off x="3915000" y="4771963"/>
              <a:ext cx="751912" cy="751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41" name="Freeform 24"/>
            <p:cNvSpPr>
              <a:spLocks noEditPoints="1"/>
            </p:cNvSpPr>
            <p:nvPr/>
          </p:nvSpPr>
          <p:spPr bwMode="auto">
            <a:xfrm>
              <a:off x="4138475" y="5040950"/>
              <a:ext cx="304962" cy="213938"/>
            </a:xfrm>
            <a:custGeom>
              <a:avLst/>
              <a:gdLst>
                <a:gd name="T0" fmla="*/ 4741 w 6560"/>
                <a:gd name="T1" fmla="*/ 3816 h 4602"/>
                <a:gd name="T2" fmla="*/ 4662 w 6560"/>
                <a:gd name="T3" fmla="*/ 4080 h 4602"/>
                <a:gd name="T4" fmla="*/ 4835 w 6560"/>
                <a:gd name="T5" fmla="*/ 4288 h 4602"/>
                <a:gd name="T6" fmla="*/ 5110 w 6560"/>
                <a:gd name="T7" fmla="*/ 4262 h 4602"/>
                <a:gd name="T8" fmla="*/ 5239 w 6560"/>
                <a:gd name="T9" fmla="*/ 4020 h 4602"/>
                <a:gd name="T10" fmla="*/ 5110 w 6560"/>
                <a:gd name="T11" fmla="*/ 3780 h 4602"/>
                <a:gd name="T12" fmla="*/ 1842 w 6560"/>
                <a:gd name="T13" fmla="*/ 3736 h 4602"/>
                <a:gd name="T14" fmla="*/ 1632 w 6560"/>
                <a:gd name="T15" fmla="*/ 3907 h 4602"/>
                <a:gd name="T16" fmla="*/ 1659 w 6560"/>
                <a:gd name="T17" fmla="*/ 4183 h 4602"/>
                <a:gd name="T18" fmla="*/ 1900 w 6560"/>
                <a:gd name="T19" fmla="*/ 4312 h 4602"/>
                <a:gd name="T20" fmla="*/ 2141 w 6560"/>
                <a:gd name="T21" fmla="*/ 4183 h 4602"/>
                <a:gd name="T22" fmla="*/ 2169 w 6560"/>
                <a:gd name="T23" fmla="*/ 3907 h 4602"/>
                <a:gd name="T24" fmla="*/ 1960 w 6560"/>
                <a:gd name="T25" fmla="*/ 3736 h 4602"/>
                <a:gd name="T26" fmla="*/ 5175 w 6560"/>
                <a:gd name="T27" fmla="*/ 3486 h 4602"/>
                <a:gd name="T28" fmla="*/ 5450 w 6560"/>
                <a:gd name="T29" fmla="*/ 3728 h 4602"/>
                <a:gd name="T30" fmla="*/ 5525 w 6560"/>
                <a:gd name="T31" fmla="*/ 4100 h 4602"/>
                <a:gd name="T32" fmla="*/ 5360 w 6560"/>
                <a:gd name="T33" fmla="*/ 4431 h 4602"/>
                <a:gd name="T34" fmla="*/ 5026 w 6560"/>
                <a:gd name="T35" fmla="*/ 4596 h 4602"/>
                <a:gd name="T36" fmla="*/ 4654 w 6560"/>
                <a:gd name="T37" fmla="*/ 4523 h 4602"/>
                <a:gd name="T38" fmla="*/ 4411 w 6560"/>
                <a:gd name="T39" fmla="*/ 4247 h 4602"/>
                <a:gd name="T40" fmla="*/ 4385 w 6560"/>
                <a:gd name="T41" fmla="*/ 3865 h 4602"/>
                <a:gd name="T42" fmla="*/ 4592 w 6560"/>
                <a:gd name="T43" fmla="*/ 3561 h 4602"/>
                <a:gd name="T44" fmla="*/ 4948 w 6560"/>
                <a:gd name="T45" fmla="*/ 3440 h 4602"/>
                <a:gd name="T46" fmla="*/ 2195 w 6560"/>
                <a:gd name="T47" fmla="*/ 3520 h 4602"/>
                <a:gd name="T48" fmla="*/ 2437 w 6560"/>
                <a:gd name="T49" fmla="*/ 3794 h 4602"/>
                <a:gd name="T50" fmla="*/ 2461 w 6560"/>
                <a:gd name="T51" fmla="*/ 4175 h 4602"/>
                <a:gd name="T52" fmla="*/ 2256 w 6560"/>
                <a:gd name="T53" fmla="*/ 4481 h 4602"/>
                <a:gd name="T54" fmla="*/ 1900 w 6560"/>
                <a:gd name="T55" fmla="*/ 4602 h 4602"/>
                <a:gd name="T56" fmla="*/ 1544 w 6560"/>
                <a:gd name="T57" fmla="*/ 4481 h 4602"/>
                <a:gd name="T58" fmla="*/ 1339 w 6560"/>
                <a:gd name="T59" fmla="*/ 4175 h 4602"/>
                <a:gd name="T60" fmla="*/ 1363 w 6560"/>
                <a:gd name="T61" fmla="*/ 3794 h 4602"/>
                <a:gd name="T62" fmla="*/ 1606 w 6560"/>
                <a:gd name="T63" fmla="*/ 3520 h 4602"/>
                <a:gd name="T64" fmla="*/ 94 w 6560"/>
                <a:gd name="T65" fmla="*/ 3440 h 4602"/>
                <a:gd name="T66" fmla="*/ 1188 w 6560"/>
                <a:gd name="T67" fmla="*/ 3730 h 4602"/>
                <a:gd name="T68" fmla="*/ 38 w 6560"/>
                <a:gd name="T69" fmla="*/ 3891 h 4602"/>
                <a:gd name="T70" fmla="*/ 4 w 6560"/>
                <a:gd name="T71" fmla="*/ 3504 h 4602"/>
                <a:gd name="T72" fmla="*/ 4367 w 6560"/>
                <a:gd name="T73" fmla="*/ 1086 h 4602"/>
                <a:gd name="T74" fmla="*/ 4274 w 6560"/>
                <a:gd name="T75" fmla="*/ 1180 h 4602"/>
                <a:gd name="T76" fmla="*/ 4338 w 6560"/>
                <a:gd name="T77" fmla="*/ 1915 h 4602"/>
                <a:gd name="T78" fmla="*/ 5609 w 6560"/>
                <a:gd name="T79" fmla="*/ 1881 h 4602"/>
                <a:gd name="T80" fmla="*/ 5155 w 6560"/>
                <a:gd name="T81" fmla="*/ 1126 h 4602"/>
                <a:gd name="T82" fmla="*/ 4035 w 6560"/>
                <a:gd name="T83" fmla="*/ 580 h 4602"/>
                <a:gd name="T84" fmla="*/ 5235 w 6560"/>
                <a:gd name="T85" fmla="*/ 649 h 4602"/>
                <a:gd name="T86" fmla="*/ 5539 w 6560"/>
                <a:gd name="T87" fmla="*/ 910 h 4602"/>
                <a:gd name="T88" fmla="*/ 6234 w 6560"/>
                <a:gd name="T89" fmla="*/ 2082 h 4602"/>
                <a:gd name="T90" fmla="*/ 6522 w 6560"/>
                <a:gd name="T91" fmla="*/ 3458 h 4602"/>
                <a:gd name="T92" fmla="*/ 6554 w 6560"/>
                <a:gd name="T93" fmla="*/ 3845 h 4602"/>
                <a:gd name="T94" fmla="*/ 5708 w 6560"/>
                <a:gd name="T95" fmla="*/ 3909 h 4602"/>
                <a:gd name="T96" fmla="*/ 5517 w 6560"/>
                <a:gd name="T97" fmla="*/ 3504 h 4602"/>
                <a:gd name="T98" fmla="*/ 5133 w 6560"/>
                <a:gd name="T99" fmla="*/ 3275 h 4602"/>
                <a:gd name="T100" fmla="*/ 4674 w 6560"/>
                <a:gd name="T101" fmla="*/ 3303 h 4602"/>
                <a:gd name="T102" fmla="*/ 4322 w 6560"/>
                <a:gd name="T103" fmla="*/ 3575 h 4602"/>
                <a:gd name="T104" fmla="*/ 2660 w 6560"/>
                <a:gd name="T105" fmla="*/ 3909 h 4602"/>
                <a:gd name="T106" fmla="*/ 2467 w 6560"/>
                <a:gd name="T107" fmla="*/ 3502 h 4602"/>
                <a:gd name="T108" fmla="*/ 3868 w 6560"/>
                <a:gd name="T109" fmla="*/ 685 h 4602"/>
                <a:gd name="T110" fmla="*/ 4035 w 6560"/>
                <a:gd name="T111" fmla="*/ 580 h 4602"/>
                <a:gd name="T112" fmla="*/ 3458 w 6560"/>
                <a:gd name="T113" fmla="*/ 48 h 4602"/>
                <a:gd name="T114" fmla="*/ 3581 w 6560"/>
                <a:gd name="T115" fmla="*/ 280 h 4602"/>
                <a:gd name="T116" fmla="*/ 3518 w 6560"/>
                <a:gd name="T117" fmla="*/ 3154 h 4602"/>
                <a:gd name="T118" fmla="*/ 249 w 6560"/>
                <a:gd name="T119" fmla="*/ 3122 h 4602"/>
                <a:gd name="T120" fmla="*/ 253 w 6560"/>
                <a:gd name="T121" fmla="*/ 171 h 4602"/>
                <a:gd name="T122" fmla="*/ 454 w 6560"/>
                <a:gd name="T123" fmla="*/ 6 h 4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0" h="4602">
                  <a:moveTo>
                    <a:pt x="4948" y="3730"/>
                  </a:moveTo>
                  <a:lnTo>
                    <a:pt x="4889" y="3736"/>
                  </a:lnTo>
                  <a:lnTo>
                    <a:pt x="4835" y="3752"/>
                  </a:lnTo>
                  <a:lnTo>
                    <a:pt x="4785" y="3780"/>
                  </a:lnTo>
                  <a:lnTo>
                    <a:pt x="4741" y="3816"/>
                  </a:lnTo>
                  <a:lnTo>
                    <a:pt x="4706" y="3857"/>
                  </a:lnTo>
                  <a:lnTo>
                    <a:pt x="4680" y="3907"/>
                  </a:lnTo>
                  <a:lnTo>
                    <a:pt x="4662" y="3963"/>
                  </a:lnTo>
                  <a:lnTo>
                    <a:pt x="4656" y="4020"/>
                  </a:lnTo>
                  <a:lnTo>
                    <a:pt x="4662" y="4080"/>
                  </a:lnTo>
                  <a:lnTo>
                    <a:pt x="4680" y="4133"/>
                  </a:lnTo>
                  <a:lnTo>
                    <a:pt x="4706" y="4183"/>
                  </a:lnTo>
                  <a:lnTo>
                    <a:pt x="4741" y="4227"/>
                  </a:lnTo>
                  <a:lnTo>
                    <a:pt x="4785" y="4262"/>
                  </a:lnTo>
                  <a:lnTo>
                    <a:pt x="4835" y="4288"/>
                  </a:lnTo>
                  <a:lnTo>
                    <a:pt x="4889" y="4306"/>
                  </a:lnTo>
                  <a:lnTo>
                    <a:pt x="4948" y="4312"/>
                  </a:lnTo>
                  <a:lnTo>
                    <a:pt x="5006" y="4306"/>
                  </a:lnTo>
                  <a:lnTo>
                    <a:pt x="5062" y="4288"/>
                  </a:lnTo>
                  <a:lnTo>
                    <a:pt x="5110" y="4262"/>
                  </a:lnTo>
                  <a:lnTo>
                    <a:pt x="5153" y="4227"/>
                  </a:lnTo>
                  <a:lnTo>
                    <a:pt x="5189" y="4183"/>
                  </a:lnTo>
                  <a:lnTo>
                    <a:pt x="5215" y="4133"/>
                  </a:lnTo>
                  <a:lnTo>
                    <a:pt x="5233" y="4080"/>
                  </a:lnTo>
                  <a:lnTo>
                    <a:pt x="5239" y="4020"/>
                  </a:lnTo>
                  <a:lnTo>
                    <a:pt x="5233" y="3963"/>
                  </a:lnTo>
                  <a:lnTo>
                    <a:pt x="5215" y="3907"/>
                  </a:lnTo>
                  <a:lnTo>
                    <a:pt x="5189" y="3857"/>
                  </a:lnTo>
                  <a:lnTo>
                    <a:pt x="5153" y="3816"/>
                  </a:lnTo>
                  <a:lnTo>
                    <a:pt x="5110" y="3780"/>
                  </a:lnTo>
                  <a:lnTo>
                    <a:pt x="5062" y="3752"/>
                  </a:lnTo>
                  <a:lnTo>
                    <a:pt x="5006" y="3736"/>
                  </a:lnTo>
                  <a:lnTo>
                    <a:pt x="4948" y="3730"/>
                  </a:lnTo>
                  <a:close/>
                  <a:moveTo>
                    <a:pt x="1900" y="3730"/>
                  </a:moveTo>
                  <a:lnTo>
                    <a:pt x="1842" y="3736"/>
                  </a:lnTo>
                  <a:lnTo>
                    <a:pt x="1787" y="3752"/>
                  </a:lnTo>
                  <a:lnTo>
                    <a:pt x="1737" y="3780"/>
                  </a:lnTo>
                  <a:lnTo>
                    <a:pt x="1695" y="3816"/>
                  </a:lnTo>
                  <a:lnTo>
                    <a:pt x="1659" y="3857"/>
                  </a:lnTo>
                  <a:lnTo>
                    <a:pt x="1632" y="3907"/>
                  </a:lnTo>
                  <a:lnTo>
                    <a:pt x="1616" y="3963"/>
                  </a:lnTo>
                  <a:lnTo>
                    <a:pt x="1610" y="4020"/>
                  </a:lnTo>
                  <a:lnTo>
                    <a:pt x="1616" y="4080"/>
                  </a:lnTo>
                  <a:lnTo>
                    <a:pt x="1632" y="4133"/>
                  </a:lnTo>
                  <a:lnTo>
                    <a:pt x="1659" y="4183"/>
                  </a:lnTo>
                  <a:lnTo>
                    <a:pt x="1695" y="4227"/>
                  </a:lnTo>
                  <a:lnTo>
                    <a:pt x="1737" y="4262"/>
                  </a:lnTo>
                  <a:lnTo>
                    <a:pt x="1787" y="4288"/>
                  </a:lnTo>
                  <a:lnTo>
                    <a:pt x="1842" y="4306"/>
                  </a:lnTo>
                  <a:lnTo>
                    <a:pt x="1900" y="4312"/>
                  </a:lnTo>
                  <a:lnTo>
                    <a:pt x="1960" y="4306"/>
                  </a:lnTo>
                  <a:lnTo>
                    <a:pt x="2014" y="4288"/>
                  </a:lnTo>
                  <a:lnTo>
                    <a:pt x="2063" y="4262"/>
                  </a:lnTo>
                  <a:lnTo>
                    <a:pt x="2107" y="4227"/>
                  </a:lnTo>
                  <a:lnTo>
                    <a:pt x="2141" y="4183"/>
                  </a:lnTo>
                  <a:lnTo>
                    <a:pt x="2169" y="4133"/>
                  </a:lnTo>
                  <a:lnTo>
                    <a:pt x="2185" y="4080"/>
                  </a:lnTo>
                  <a:lnTo>
                    <a:pt x="2191" y="4020"/>
                  </a:lnTo>
                  <a:lnTo>
                    <a:pt x="2185" y="3963"/>
                  </a:lnTo>
                  <a:lnTo>
                    <a:pt x="2169" y="3907"/>
                  </a:lnTo>
                  <a:lnTo>
                    <a:pt x="2141" y="3857"/>
                  </a:lnTo>
                  <a:lnTo>
                    <a:pt x="2107" y="3816"/>
                  </a:lnTo>
                  <a:lnTo>
                    <a:pt x="2063" y="3780"/>
                  </a:lnTo>
                  <a:lnTo>
                    <a:pt x="2014" y="3752"/>
                  </a:lnTo>
                  <a:lnTo>
                    <a:pt x="1960" y="3736"/>
                  </a:lnTo>
                  <a:lnTo>
                    <a:pt x="1900" y="3730"/>
                  </a:lnTo>
                  <a:close/>
                  <a:moveTo>
                    <a:pt x="4948" y="3440"/>
                  </a:moveTo>
                  <a:lnTo>
                    <a:pt x="5026" y="3444"/>
                  </a:lnTo>
                  <a:lnTo>
                    <a:pt x="5102" y="3460"/>
                  </a:lnTo>
                  <a:lnTo>
                    <a:pt x="5175" y="3486"/>
                  </a:lnTo>
                  <a:lnTo>
                    <a:pt x="5241" y="3520"/>
                  </a:lnTo>
                  <a:lnTo>
                    <a:pt x="5303" y="3561"/>
                  </a:lnTo>
                  <a:lnTo>
                    <a:pt x="5360" y="3609"/>
                  </a:lnTo>
                  <a:lnTo>
                    <a:pt x="5408" y="3665"/>
                  </a:lnTo>
                  <a:lnTo>
                    <a:pt x="5450" y="3728"/>
                  </a:lnTo>
                  <a:lnTo>
                    <a:pt x="5484" y="3794"/>
                  </a:lnTo>
                  <a:lnTo>
                    <a:pt x="5509" y="3865"/>
                  </a:lnTo>
                  <a:lnTo>
                    <a:pt x="5525" y="3943"/>
                  </a:lnTo>
                  <a:lnTo>
                    <a:pt x="5529" y="4020"/>
                  </a:lnTo>
                  <a:lnTo>
                    <a:pt x="5525" y="4100"/>
                  </a:lnTo>
                  <a:lnTo>
                    <a:pt x="5509" y="4175"/>
                  </a:lnTo>
                  <a:lnTo>
                    <a:pt x="5484" y="4247"/>
                  </a:lnTo>
                  <a:lnTo>
                    <a:pt x="5450" y="4314"/>
                  </a:lnTo>
                  <a:lnTo>
                    <a:pt x="5408" y="4376"/>
                  </a:lnTo>
                  <a:lnTo>
                    <a:pt x="5360" y="4431"/>
                  </a:lnTo>
                  <a:lnTo>
                    <a:pt x="5303" y="4481"/>
                  </a:lnTo>
                  <a:lnTo>
                    <a:pt x="5241" y="4523"/>
                  </a:lnTo>
                  <a:lnTo>
                    <a:pt x="5175" y="4556"/>
                  </a:lnTo>
                  <a:lnTo>
                    <a:pt x="5102" y="4582"/>
                  </a:lnTo>
                  <a:lnTo>
                    <a:pt x="5026" y="4596"/>
                  </a:lnTo>
                  <a:lnTo>
                    <a:pt x="4948" y="4602"/>
                  </a:lnTo>
                  <a:lnTo>
                    <a:pt x="4869" y="4596"/>
                  </a:lnTo>
                  <a:lnTo>
                    <a:pt x="4793" y="4582"/>
                  </a:lnTo>
                  <a:lnTo>
                    <a:pt x="4722" y="4556"/>
                  </a:lnTo>
                  <a:lnTo>
                    <a:pt x="4654" y="4523"/>
                  </a:lnTo>
                  <a:lnTo>
                    <a:pt x="4592" y="4481"/>
                  </a:lnTo>
                  <a:lnTo>
                    <a:pt x="4537" y="4431"/>
                  </a:lnTo>
                  <a:lnTo>
                    <a:pt x="4487" y="4376"/>
                  </a:lnTo>
                  <a:lnTo>
                    <a:pt x="4445" y="4314"/>
                  </a:lnTo>
                  <a:lnTo>
                    <a:pt x="4411" y="4247"/>
                  </a:lnTo>
                  <a:lnTo>
                    <a:pt x="4385" y="4175"/>
                  </a:lnTo>
                  <a:lnTo>
                    <a:pt x="4371" y="4100"/>
                  </a:lnTo>
                  <a:lnTo>
                    <a:pt x="4365" y="4020"/>
                  </a:lnTo>
                  <a:lnTo>
                    <a:pt x="4371" y="3943"/>
                  </a:lnTo>
                  <a:lnTo>
                    <a:pt x="4385" y="3865"/>
                  </a:lnTo>
                  <a:lnTo>
                    <a:pt x="4411" y="3794"/>
                  </a:lnTo>
                  <a:lnTo>
                    <a:pt x="4445" y="3728"/>
                  </a:lnTo>
                  <a:lnTo>
                    <a:pt x="4487" y="3665"/>
                  </a:lnTo>
                  <a:lnTo>
                    <a:pt x="4537" y="3609"/>
                  </a:lnTo>
                  <a:lnTo>
                    <a:pt x="4592" y="3561"/>
                  </a:lnTo>
                  <a:lnTo>
                    <a:pt x="4654" y="3520"/>
                  </a:lnTo>
                  <a:lnTo>
                    <a:pt x="4722" y="3486"/>
                  </a:lnTo>
                  <a:lnTo>
                    <a:pt x="4793" y="3460"/>
                  </a:lnTo>
                  <a:lnTo>
                    <a:pt x="4869" y="3444"/>
                  </a:lnTo>
                  <a:lnTo>
                    <a:pt x="4948" y="3440"/>
                  </a:lnTo>
                  <a:close/>
                  <a:moveTo>
                    <a:pt x="1900" y="3440"/>
                  </a:moveTo>
                  <a:lnTo>
                    <a:pt x="1980" y="3444"/>
                  </a:lnTo>
                  <a:lnTo>
                    <a:pt x="2055" y="3460"/>
                  </a:lnTo>
                  <a:lnTo>
                    <a:pt x="2127" y="3486"/>
                  </a:lnTo>
                  <a:lnTo>
                    <a:pt x="2195" y="3520"/>
                  </a:lnTo>
                  <a:lnTo>
                    <a:pt x="2256" y="3561"/>
                  </a:lnTo>
                  <a:lnTo>
                    <a:pt x="2312" y="3609"/>
                  </a:lnTo>
                  <a:lnTo>
                    <a:pt x="2362" y="3665"/>
                  </a:lnTo>
                  <a:lnTo>
                    <a:pt x="2404" y="3728"/>
                  </a:lnTo>
                  <a:lnTo>
                    <a:pt x="2437" y="3794"/>
                  </a:lnTo>
                  <a:lnTo>
                    <a:pt x="2461" y="3865"/>
                  </a:lnTo>
                  <a:lnTo>
                    <a:pt x="2477" y="3943"/>
                  </a:lnTo>
                  <a:lnTo>
                    <a:pt x="2483" y="4020"/>
                  </a:lnTo>
                  <a:lnTo>
                    <a:pt x="2477" y="4100"/>
                  </a:lnTo>
                  <a:lnTo>
                    <a:pt x="2461" y="4175"/>
                  </a:lnTo>
                  <a:lnTo>
                    <a:pt x="2437" y="4247"/>
                  </a:lnTo>
                  <a:lnTo>
                    <a:pt x="2404" y="4314"/>
                  </a:lnTo>
                  <a:lnTo>
                    <a:pt x="2362" y="4376"/>
                  </a:lnTo>
                  <a:lnTo>
                    <a:pt x="2312" y="4431"/>
                  </a:lnTo>
                  <a:lnTo>
                    <a:pt x="2256" y="4481"/>
                  </a:lnTo>
                  <a:lnTo>
                    <a:pt x="2195" y="4523"/>
                  </a:lnTo>
                  <a:lnTo>
                    <a:pt x="2127" y="4556"/>
                  </a:lnTo>
                  <a:lnTo>
                    <a:pt x="2055" y="4582"/>
                  </a:lnTo>
                  <a:lnTo>
                    <a:pt x="1980" y="4596"/>
                  </a:lnTo>
                  <a:lnTo>
                    <a:pt x="1900" y="4602"/>
                  </a:lnTo>
                  <a:lnTo>
                    <a:pt x="1821" y="4596"/>
                  </a:lnTo>
                  <a:lnTo>
                    <a:pt x="1745" y="4582"/>
                  </a:lnTo>
                  <a:lnTo>
                    <a:pt x="1673" y="4556"/>
                  </a:lnTo>
                  <a:lnTo>
                    <a:pt x="1606" y="4523"/>
                  </a:lnTo>
                  <a:lnTo>
                    <a:pt x="1544" y="4481"/>
                  </a:lnTo>
                  <a:lnTo>
                    <a:pt x="1488" y="4431"/>
                  </a:lnTo>
                  <a:lnTo>
                    <a:pt x="1439" y="4376"/>
                  </a:lnTo>
                  <a:lnTo>
                    <a:pt x="1397" y="4314"/>
                  </a:lnTo>
                  <a:lnTo>
                    <a:pt x="1363" y="4247"/>
                  </a:lnTo>
                  <a:lnTo>
                    <a:pt x="1339" y="4175"/>
                  </a:lnTo>
                  <a:lnTo>
                    <a:pt x="1323" y="4100"/>
                  </a:lnTo>
                  <a:lnTo>
                    <a:pt x="1317" y="4020"/>
                  </a:lnTo>
                  <a:lnTo>
                    <a:pt x="1323" y="3943"/>
                  </a:lnTo>
                  <a:lnTo>
                    <a:pt x="1339" y="3865"/>
                  </a:lnTo>
                  <a:lnTo>
                    <a:pt x="1363" y="3794"/>
                  </a:lnTo>
                  <a:lnTo>
                    <a:pt x="1397" y="3728"/>
                  </a:lnTo>
                  <a:lnTo>
                    <a:pt x="1439" y="3665"/>
                  </a:lnTo>
                  <a:lnTo>
                    <a:pt x="1488" y="3609"/>
                  </a:lnTo>
                  <a:lnTo>
                    <a:pt x="1544" y="3561"/>
                  </a:lnTo>
                  <a:lnTo>
                    <a:pt x="1606" y="3520"/>
                  </a:lnTo>
                  <a:lnTo>
                    <a:pt x="1673" y="3486"/>
                  </a:lnTo>
                  <a:lnTo>
                    <a:pt x="1745" y="3460"/>
                  </a:lnTo>
                  <a:lnTo>
                    <a:pt x="1821" y="3444"/>
                  </a:lnTo>
                  <a:lnTo>
                    <a:pt x="1900" y="3440"/>
                  </a:lnTo>
                  <a:close/>
                  <a:moveTo>
                    <a:pt x="94" y="3440"/>
                  </a:moveTo>
                  <a:lnTo>
                    <a:pt x="1399" y="3440"/>
                  </a:lnTo>
                  <a:lnTo>
                    <a:pt x="1333" y="3502"/>
                  </a:lnTo>
                  <a:lnTo>
                    <a:pt x="1277" y="3571"/>
                  </a:lnTo>
                  <a:lnTo>
                    <a:pt x="1228" y="3649"/>
                  </a:lnTo>
                  <a:lnTo>
                    <a:pt x="1188" y="3730"/>
                  </a:lnTo>
                  <a:lnTo>
                    <a:pt x="1158" y="3818"/>
                  </a:lnTo>
                  <a:lnTo>
                    <a:pt x="1140" y="3909"/>
                  </a:lnTo>
                  <a:lnTo>
                    <a:pt x="94" y="3909"/>
                  </a:lnTo>
                  <a:lnTo>
                    <a:pt x="64" y="3905"/>
                  </a:lnTo>
                  <a:lnTo>
                    <a:pt x="38" y="3891"/>
                  </a:lnTo>
                  <a:lnTo>
                    <a:pt x="18" y="3871"/>
                  </a:lnTo>
                  <a:lnTo>
                    <a:pt x="4" y="3845"/>
                  </a:lnTo>
                  <a:lnTo>
                    <a:pt x="0" y="3816"/>
                  </a:lnTo>
                  <a:lnTo>
                    <a:pt x="0" y="3534"/>
                  </a:lnTo>
                  <a:lnTo>
                    <a:pt x="4" y="3504"/>
                  </a:lnTo>
                  <a:lnTo>
                    <a:pt x="18" y="3478"/>
                  </a:lnTo>
                  <a:lnTo>
                    <a:pt x="38" y="3458"/>
                  </a:lnTo>
                  <a:lnTo>
                    <a:pt x="64" y="3444"/>
                  </a:lnTo>
                  <a:lnTo>
                    <a:pt x="94" y="3440"/>
                  </a:lnTo>
                  <a:close/>
                  <a:moveTo>
                    <a:pt x="4367" y="1086"/>
                  </a:moveTo>
                  <a:lnTo>
                    <a:pt x="4338" y="1092"/>
                  </a:lnTo>
                  <a:lnTo>
                    <a:pt x="4312" y="1104"/>
                  </a:lnTo>
                  <a:lnTo>
                    <a:pt x="4292" y="1126"/>
                  </a:lnTo>
                  <a:lnTo>
                    <a:pt x="4278" y="1150"/>
                  </a:lnTo>
                  <a:lnTo>
                    <a:pt x="4274" y="1180"/>
                  </a:lnTo>
                  <a:lnTo>
                    <a:pt x="4274" y="1827"/>
                  </a:lnTo>
                  <a:lnTo>
                    <a:pt x="4278" y="1857"/>
                  </a:lnTo>
                  <a:lnTo>
                    <a:pt x="4292" y="1881"/>
                  </a:lnTo>
                  <a:lnTo>
                    <a:pt x="4312" y="1903"/>
                  </a:lnTo>
                  <a:lnTo>
                    <a:pt x="4338" y="1915"/>
                  </a:lnTo>
                  <a:lnTo>
                    <a:pt x="4367" y="1921"/>
                  </a:lnTo>
                  <a:lnTo>
                    <a:pt x="5533" y="1921"/>
                  </a:lnTo>
                  <a:lnTo>
                    <a:pt x="5563" y="1915"/>
                  </a:lnTo>
                  <a:lnTo>
                    <a:pt x="5589" y="1901"/>
                  </a:lnTo>
                  <a:lnTo>
                    <a:pt x="5609" y="1881"/>
                  </a:lnTo>
                  <a:lnTo>
                    <a:pt x="5623" y="1857"/>
                  </a:lnTo>
                  <a:lnTo>
                    <a:pt x="5627" y="1829"/>
                  </a:lnTo>
                  <a:lnTo>
                    <a:pt x="5623" y="1800"/>
                  </a:lnTo>
                  <a:lnTo>
                    <a:pt x="5611" y="1774"/>
                  </a:lnTo>
                  <a:lnTo>
                    <a:pt x="5155" y="1126"/>
                  </a:lnTo>
                  <a:lnTo>
                    <a:pt x="5133" y="1104"/>
                  </a:lnTo>
                  <a:lnTo>
                    <a:pt x="5108" y="1092"/>
                  </a:lnTo>
                  <a:lnTo>
                    <a:pt x="5078" y="1086"/>
                  </a:lnTo>
                  <a:lnTo>
                    <a:pt x="4367" y="1086"/>
                  </a:lnTo>
                  <a:close/>
                  <a:moveTo>
                    <a:pt x="4035" y="580"/>
                  </a:moveTo>
                  <a:lnTo>
                    <a:pt x="4921" y="580"/>
                  </a:lnTo>
                  <a:lnTo>
                    <a:pt x="5002" y="584"/>
                  </a:lnTo>
                  <a:lnTo>
                    <a:pt x="5082" y="598"/>
                  </a:lnTo>
                  <a:lnTo>
                    <a:pt x="5159" y="620"/>
                  </a:lnTo>
                  <a:lnTo>
                    <a:pt x="5235" y="649"/>
                  </a:lnTo>
                  <a:lnTo>
                    <a:pt x="5307" y="687"/>
                  </a:lnTo>
                  <a:lnTo>
                    <a:pt x="5372" y="733"/>
                  </a:lnTo>
                  <a:lnTo>
                    <a:pt x="5434" y="785"/>
                  </a:lnTo>
                  <a:lnTo>
                    <a:pt x="5490" y="844"/>
                  </a:lnTo>
                  <a:lnTo>
                    <a:pt x="5539" y="910"/>
                  </a:lnTo>
                  <a:lnTo>
                    <a:pt x="6110" y="1752"/>
                  </a:lnTo>
                  <a:lnTo>
                    <a:pt x="6156" y="1827"/>
                  </a:lnTo>
                  <a:lnTo>
                    <a:pt x="6192" y="1909"/>
                  </a:lnTo>
                  <a:lnTo>
                    <a:pt x="6218" y="1994"/>
                  </a:lnTo>
                  <a:lnTo>
                    <a:pt x="6234" y="2082"/>
                  </a:lnTo>
                  <a:lnTo>
                    <a:pt x="6238" y="2169"/>
                  </a:lnTo>
                  <a:lnTo>
                    <a:pt x="6238" y="3440"/>
                  </a:lnTo>
                  <a:lnTo>
                    <a:pt x="6467" y="3440"/>
                  </a:lnTo>
                  <a:lnTo>
                    <a:pt x="6496" y="3444"/>
                  </a:lnTo>
                  <a:lnTo>
                    <a:pt x="6522" y="3458"/>
                  </a:lnTo>
                  <a:lnTo>
                    <a:pt x="6542" y="3478"/>
                  </a:lnTo>
                  <a:lnTo>
                    <a:pt x="6554" y="3504"/>
                  </a:lnTo>
                  <a:lnTo>
                    <a:pt x="6560" y="3534"/>
                  </a:lnTo>
                  <a:lnTo>
                    <a:pt x="6560" y="3816"/>
                  </a:lnTo>
                  <a:lnTo>
                    <a:pt x="6554" y="3845"/>
                  </a:lnTo>
                  <a:lnTo>
                    <a:pt x="6542" y="3871"/>
                  </a:lnTo>
                  <a:lnTo>
                    <a:pt x="6522" y="3891"/>
                  </a:lnTo>
                  <a:lnTo>
                    <a:pt x="6496" y="3905"/>
                  </a:lnTo>
                  <a:lnTo>
                    <a:pt x="6467" y="3909"/>
                  </a:lnTo>
                  <a:lnTo>
                    <a:pt x="5708" y="3909"/>
                  </a:lnTo>
                  <a:lnTo>
                    <a:pt x="5689" y="3820"/>
                  </a:lnTo>
                  <a:lnTo>
                    <a:pt x="5661" y="3732"/>
                  </a:lnTo>
                  <a:lnTo>
                    <a:pt x="5621" y="3651"/>
                  </a:lnTo>
                  <a:lnTo>
                    <a:pt x="5573" y="3575"/>
                  </a:lnTo>
                  <a:lnTo>
                    <a:pt x="5517" y="3504"/>
                  </a:lnTo>
                  <a:lnTo>
                    <a:pt x="5452" y="3442"/>
                  </a:lnTo>
                  <a:lnTo>
                    <a:pt x="5382" y="3387"/>
                  </a:lnTo>
                  <a:lnTo>
                    <a:pt x="5305" y="3341"/>
                  </a:lnTo>
                  <a:lnTo>
                    <a:pt x="5221" y="3303"/>
                  </a:lnTo>
                  <a:lnTo>
                    <a:pt x="5133" y="3275"/>
                  </a:lnTo>
                  <a:lnTo>
                    <a:pt x="5042" y="3257"/>
                  </a:lnTo>
                  <a:lnTo>
                    <a:pt x="4948" y="3251"/>
                  </a:lnTo>
                  <a:lnTo>
                    <a:pt x="4853" y="3257"/>
                  </a:lnTo>
                  <a:lnTo>
                    <a:pt x="4761" y="3275"/>
                  </a:lnTo>
                  <a:lnTo>
                    <a:pt x="4674" y="3303"/>
                  </a:lnTo>
                  <a:lnTo>
                    <a:pt x="4590" y="3341"/>
                  </a:lnTo>
                  <a:lnTo>
                    <a:pt x="4513" y="3387"/>
                  </a:lnTo>
                  <a:lnTo>
                    <a:pt x="4443" y="3442"/>
                  </a:lnTo>
                  <a:lnTo>
                    <a:pt x="4379" y="3504"/>
                  </a:lnTo>
                  <a:lnTo>
                    <a:pt x="4322" y="3575"/>
                  </a:lnTo>
                  <a:lnTo>
                    <a:pt x="4274" y="3651"/>
                  </a:lnTo>
                  <a:lnTo>
                    <a:pt x="4236" y="3732"/>
                  </a:lnTo>
                  <a:lnTo>
                    <a:pt x="4206" y="3820"/>
                  </a:lnTo>
                  <a:lnTo>
                    <a:pt x="4186" y="3909"/>
                  </a:lnTo>
                  <a:lnTo>
                    <a:pt x="2660" y="3909"/>
                  </a:lnTo>
                  <a:lnTo>
                    <a:pt x="2642" y="3818"/>
                  </a:lnTo>
                  <a:lnTo>
                    <a:pt x="2612" y="3730"/>
                  </a:lnTo>
                  <a:lnTo>
                    <a:pt x="2573" y="3649"/>
                  </a:lnTo>
                  <a:lnTo>
                    <a:pt x="2523" y="3571"/>
                  </a:lnTo>
                  <a:lnTo>
                    <a:pt x="2467" y="3502"/>
                  </a:lnTo>
                  <a:lnTo>
                    <a:pt x="2402" y="3440"/>
                  </a:lnTo>
                  <a:lnTo>
                    <a:pt x="3848" y="3440"/>
                  </a:lnTo>
                  <a:lnTo>
                    <a:pt x="3848" y="767"/>
                  </a:lnTo>
                  <a:lnTo>
                    <a:pt x="3854" y="723"/>
                  </a:lnTo>
                  <a:lnTo>
                    <a:pt x="3868" y="685"/>
                  </a:lnTo>
                  <a:lnTo>
                    <a:pt x="3890" y="649"/>
                  </a:lnTo>
                  <a:lnTo>
                    <a:pt x="3920" y="622"/>
                  </a:lnTo>
                  <a:lnTo>
                    <a:pt x="3954" y="598"/>
                  </a:lnTo>
                  <a:lnTo>
                    <a:pt x="3993" y="584"/>
                  </a:lnTo>
                  <a:lnTo>
                    <a:pt x="4035" y="580"/>
                  </a:lnTo>
                  <a:close/>
                  <a:moveTo>
                    <a:pt x="511" y="0"/>
                  </a:moveTo>
                  <a:lnTo>
                    <a:pt x="3301" y="0"/>
                  </a:lnTo>
                  <a:lnTo>
                    <a:pt x="3357" y="6"/>
                  </a:lnTo>
                  <a:lnTo>
                    <a:pt x="3410" y="22"/>
                  </a:lnTo>
                  <a:lnTo>
                    <a:pt x="3458" y="48"/>
                  </a:lnTo>
                  <a:lnTo>
                    <a:pt x="3500" y="81"/>
                  </a:lnTo>
                  <a:lnTo>
                    <a:pt x="3534" y="123"/>
                  </a:lnTo>
                  <a:lnTo>
                    <a:pt x="3560" y="171"/>
                  </a:lnTo>
                  <a:lnTo>
                    <a:pt x="3575" y="224"/>
                  </a:lnTo>
                  <a:lnTo>
                    <a:pt x="3581" y="280"/>
                  </a:lnTo>
                  <a:lnTo>
                    <a:pt x="3581" y="3067"/>
                  </a:lnTo>
                  <a:lnTo>
                    <a:pt x="3575" y="3097"/>
                  </a:lnTo>
                  <a:lnTo>
                    <a:pt x="3564" y="3122"/>
                  </a:lnTo>
                  <a:lnTo>
                    <a:pt x="3544" y="3142"/>
                  </a:lnTo>
                  <a:lnTo>
                    <a:pt x="3518" y="3154"/>
                  </a:lnTo>
                  <a:lnTo>
                    <a:pt x="3488" y="3160"/>
                  </a:lnTo>
                  <a:lnTo>
                    <a:pt x="324" y="3160"/>
                  </a:lnTo>
                  <a:lnTo>
                    <a:pt x="294" y="3154"/>
                  </a:lnTo>
                  <a:lnTo>
                    <a:pt x="269" y="3142"/>
                  </a:lnTo>
                  <a:lnTo>
                    <a:pt x="249" y="3122"/>
                  </a:lnTo>
                  <a:lnTo>
                    <a:pt x="235" y="3097"/>
                  </a:lnTo>
                  <a:lnTo>
                    <a:pt x="231" y="3067"/>
                  </a:lnTo>
                  <a:lnTo>
                    <a:pt x="231" y="280"/>
                  </a:lnTo>
                  <a:lnTo>
                    <a:pt x="237" y="224"/>
                  </a:lnTo>
                  <a:lnTo>
                    <a:pt x="253" y="171"/>
                  </a:lnTo>
                  <a:lnTo>
                    <a:pt x="279" y="123"/>
                  </a:lnTo>
                  <a:lnTo>
                    <a:pt x="312" y="81"/>
                  </a:lnTo>
                  <a:lnTo>
                    <a:pt x="354" y="48"/>
                  </a:lnTo>
                  <a:lnTo>
                    <a:pt x="402" y="22"/>
                  </a:lnTo>
                  <a:lnTo>
                    <a:pt x="454" y="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50" name="Freeform 29"/>
          <p:cNvSpPr>
            <a:spLocks noEditPoints="1"/>
          </p:cNvSpPr>
          <p:nvPr/>
        </p:nvSpPr>
        <p:spPr bwMode="auto">
          <a:xfrm>
            <a:off x="7774074" y="5000838"/>
            <a:ext cx="247588" cy="294162"/>
          </a:xfrm>
          <a:custGeom>
            <a:avLst/>
            <a:gdLst>
              <a:gd name="T0" fmla="*/ 4097 w 5518"/>
              <a:gd name="T1" fmla="*/ 4190 h 6556"/>
              <a:gd name="T2" fmla="*/ 3880 w 5518"/>
              <a:gd name="T3" fmla="*/ 4381 h 6556"/>
              <a:gd name="T4" fmla="*/ 3794 w 5518"/>
              <a:gd name="T5" fmla="*/ 4658 h 6556"/>
              <a:gd name="T6" fmla="*/ 3880 w 5518"/>
              <a:gd name="T7" fmla="*/ 4935 h 6556"/>
              <a:gd name="T8" fmla="*/ 4097 w 5518"/>
              <a:gd name="T9" fmla="*/ 5127 h 6556"/>
              <a:gd name="T10" fmla="*/ 4386 w 5518"/>
              <a:gd name="T11" fmla="*/ 5171 h 6556"/>
              <a:gd name="T12" fmla="*/ 4647 w 5518"/>
              <a:gd name="T13" fmla="*/ 5045 h 6556"/>
              <a:gd name="T14" fmla="*/ 4807 w 5518"/>
              <a:gd name="T15" fmla="*/ 4804 h 6556"/>
              <a:gd name="T16" fmla="*/ 4807 w 5518"/>
              <a:gd name="T17" fmla="*/ 4513 h 6556"/>
              <a:gd name="T18" fmla="*/ 4647 w 5518"/>
              <a:gd name="T19" fmla="*/ 4272 h 6556"/>
              <a:gd name="T20" fmla="*/ 4386 w 5518"/>
              <a:gd name="T21" fmla="*/ 4146 h 6556"/>
              <a:gd name="T22" fmla="*/ 1062 w 5518"/>
              <a:gd name="T23" fmla="*/ 4164 h 6556"/>
              <a:gd name="T24" fmla="*/ 821 w 5518"/>
              <a:gd name="T25" fmla="*/ 4324 h 6556"/>
              <a:gd name="T26" fmla="*/ 695 w 5518"/>
              <a:gd name="T27" fmla="*/ 4585 h 6556"/>
              <a:gd name="T28" fmla="*/ 739 w 5518"/>
              <a:gd name="T29" fmla="*/ 4872 h 6556"/>
              <a:gd name="T30" fmla="*/ 931 w 5518"/>
              <a:gd name="T31" fmla="*/ 5091 h 6556"/>
              <a:gd name="T32" fmla="*/ 1208 w 5518"/>
              <a:gd name="T33" fmla="*/ 5177 h 6556"/>
              <a:gd name="T34" fmla="*/ 1485 w 5518"/>
              <a:gd name="T35" fmla="*/ 5091 h 6556"/>
              <a:gd name="T36" fmla="*/ 1674 w 5518"/>
              <a:gd name="T37" fmla="*/ 4872 h 6556"/>
              <a:gd name="T38" fmla="*/ 1718 w 5518"/>
              <a:gd name="T39" fmla="*/ 4585 h 6556"/>
              <a:gd name="T40" fmla="*/ 1594 w 5518"/>
              <a:gd name="T41" fmla="*/ 4324 h 6556"/>
              <a:gd name="T42" fmla="*/ 1353 w 5518"/>
              <a:gd name="T43" fmla="*/ 4164 h 6556"/>
              <a:gd name="T44" fmla="*/ 3105 w 5518"/>
              <a:gd name="T45" fmla="*/ 3106 h 6556"/>
              <a:gd name="T46" fmla="*/ 690 w 5518"/>
              <a:gd name="T47" fmla="*/ 1381 h 6556"/>
              <a:gd name="T48" fmla="*/ 690 w 5518"/>
              <a:gd name="T49" fmla="*/ 1381 h 6556"/>
              <a:gd name="T50" fmla="*/ 3206 w 5518"/>
              <a:gd name="T51" fmla="*/ 6 h 6556"/>
              <a:gd name="T52" fmla="*/ 3764 w 5518"/>
              <a:gd name="T53" fmla="*/ 40 h 6556"/>
              <a:gd name="T54" fmla="*/ 4271 w 5518"/>
              <a:gd name="T55" fmla="*/ 112 h 6556"/>
              <a:gd name="T56" fmla="*/ 4709 w 5518"/>
              <a:gd name="T57" fmla="*/ 237 h 6556"/>
              <a:gd name="T58" fmla="*/ 5066 w 5518"/>
              <a:gd name="T59" fmla="*/ 427 h 6556"/>
              <a:gd name="T60" fmla="*/ 5329 w 5518"/>
              <a:gd name="T61" fmla="*/ 694 h 6556"/>
              <a:gd name="T62" fmla="*/ 5482 w 5518"/>
              <a:gd name="T63" fmla="*/ 1048 h 6556"/>
              <a:gd name="T64" fmla="*/ 5518 w 5518"/>
              <a:gd name="T65" fmla="*/ 4658 h 6556"/>
              <a:gd name="T66" fmla="*/ 5422 w 5518"/>
              <a:gd name="T67" fmla="*/ 5123 h 6556"/>
              <a:gd name="T68" fmla="*/ 5161 w 5518"/>
              <a:gd name="T69" fmla="*/ 5508 h 6556"/>
              <a:gd name="T70" fmla="*/ 4777 w 5518"/>
              <a:gd name="T71" fmla="*/ 5769 h 6556"/>
              <a:gd name="T72" fmla="*/ 4312 w 5518"/>
              <a:gd name="T73" fmla="*/ 5866 h 6556"/>
              <a:gd name="T74" fmla="*/ 690 w 5518"/>
              <a:gd name="T75" fmla="*/ 6383 h 6556"/>
              <a:gd name="T76" fmla="*/ 853 w 5518"/>
              <a:gd name="T77" fmla="*/ 5811 h 6556"/>
              <a:gd name="T78" fmla="*/ 444 w 5518"/>
              <a:gd name="T79" fmla="*/ 5587 h 6556"/>
              <a:gd name="T80" fmla="*/ 147 w 5518"/>
              <a:gd name="T81" fmla="*/ 5228 h 6556"/>
              <a:gd name="T82" fmla="*/ 6 w 5518"/>
              <a:gd name="T83" fmla="*/ 4780 h 6556"/>
              <a:gd name="T84" fmla="*/ 16 w 5518"/>
              <a:gd name="T85" fmla="*/ 1152 h 6556"/>
              <a:gd name="T86" fmla="*/ 141 w 5518"/>
              <a:gd name="T87" fmla="*/ 773 h 6556"/>
              <a:gd name="T88" fmla="*/ 379 w 5518"/>
              <a:gd name="T89" fmla="*/ 486 h 6556"/>
              <a:gd name="T90" fmla="*/ 713 w 5518"/>
              <a:gd name="T91" fmla="*/ 279 h 6556"/>
              <a:gd name="T92" fmla="*/ 1132 w 5518"/>
              <a:gd name="T93" fmla="*/ 138 h 6556"/>
              <a:gd name="T94" fmla="*/ 1622 w 5518"/>
              <a:gd name="T95" fmla="*/ 54 h 6556"/>
              <a:gd name="T96" fmla="*/ 2170 w 5518"/>
              <a:gd name="T97" fmla="*/ 12 h 6556"/>
              <a:gd name="T98" fmla="*/ 2758 w 5518"/>
              <a:gd name="T99" fmla="*/ 0 h 6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518" h="6556">
                <a:moveTo>
                  <a:pt x="4312" y="4140"/>
                </a:moveTo>
                <a:lnTo>
                  <a:pt x="4237" y="4146"/>
                </a:lnTo>
                <a:lnTo>
                  <a:pt x="4165" y="4164"/>
                </a:lnTo>
                <a:lnTo>
                  <a:pt x="4097" y="4190"/>
                </a:lnTo>
                <a:lnTo>
                  <a:pt x="4033" y="4226"/>
                </a:lnTo>
                <a:lnTo>
                  <a:pt x="3976" y="4272"/>
                </a:lnTo>
                <a:lnTo>
                  <a:pt x="3924" y="4324"/>
                </a:lnTo>
                <a:lnTo>
                  <a:pt x="3880" y="4381"/>
                </a:lnTo>
                <a:lnTo>
                  <a:pt x="3844" y="4445"/>
                </a:lnTo>
                <a:lnTo>
                  <a:pt x="3816" y="4513"/>
                </a:lnTo>
                <a:lnTo>
                  <a:pt x="3800" y="4585"/>
                </a:lnTo>
                <a:lnTo>
                  <a:pt x="3794" y="4658"/>
                </a:lnTo>
                <a:lnTo>
                  <a:pt x="3800" y="4732"/>
                </a:lnTo>
                <a:lnTo>
                  <a:pt x="3816" y="4804"/>
                </a:lnTo>
                <a:lnTo>
                  <a:pt x="3844" y="4872"/>
                </a:lnTo>
                <a:lnTo>
                  <a:pt x="3880" y="4935"/>
                </a:lnTo>
                <a:lnTo>
                  <a:pt x="3924" y="4993"/>
                </a:lnTo>
                <a:lnTo>
                  <a:pt x="3976" y="5045"/>
                </a:lnTo>
                <a:lnTo>
                  <a:pt x="4033" y="5091"/>
                </a:lnTo>
                <a:lnTo>
                  <a:pt x="4097" y="5127"/>
                </a:lnTo>
                <a:lnTo>
                  <a:pt x="4165" y="5153"/>
                </a:lnTo>
                <a:lnTo>
                  <a:pt x="4237" y="5171"/>
                </a:lnTo>
                <a:lnTo>
                  <a:pt x="4312" y="5177"/>
                </a:lnTo>
                <a:lnTo>
                  <a:pt x="4386" y="5171"/>
                </a:lnTo>
                <a:lnTo>
                  <a:pt x="4458" y="5153"/>
                </a:lnTo>
                <a:lnTo>
                  <a:pt x="4526" y="5127"/>
                </a:lnTo>
                <a:lnTo>
                  <a:pt x="4589" y="5091"/>
                </a:lnTo>
                <a:lnTo>
                  <a:pt x="4647" y="5045"/>
                </a:lnTo>
                <a:lnTo>
                  <a:pt x="4699" y="4993"/>
                </a:lnTo>
                <a:lnTo>
                  <a:pt x="4743" y="4935"/>
                </a:lnTo>
                <a:lnTo>
                  <a:pt x="4779" y="4872"/>
                </a:lnTo>
                <a:lnTo>
                  <a:pt x="4807" y="4804"/>
                </a:lnTo>
                <a:lnTo>
                  <a:pt x="4823" y="4732"/>
                </a:lnTo>
                <a:lnTo>
                  <a:pt x="4829" y="4658"/>
                </a:lnTo>
                <a:lnTo>
                  <a:pt x="4823" y="4585"/>
                </a:lnTo>
                <a:lnTo>
                  <a:pt x="4807" y="4513"/>
                </a:lnTo>
                <a:lnTo>
                  <a:pt x="4779" y="4445"/>
                </a:lnTo>
                <a:lnTo>
                  <a:pt x="4743" y="4381"/>
                </a:lnTo>
                <a:lnTo>
                  <a:pt x="4699" y="4324"/>
                </a:lnTo>
                <a:lnTo>
                  <a:pt x="4647" y="4272"/>
                </a:lnTo>
                <a:lnTo>
                  <a:pt x="4589" y="4226"/>
                </a:lnTo>
                <a:lnTo>
                  <a:pt x="4526" y="4190"/>
                </a:lnTo>
                <a:lnTo>
                  <a:pt x="4458" y="4164"/>
                </a:lnTo>
                <a:lnTo>
                  <a:pt x="4386" y="4146"/>
                </a:lnTo>
                <a:lnTo>
                  <a:pt x="4312" y="4140"/>
                </a:lnTo>
                <a:close/>
                <a:moveTo>
                  <a:pt x="1208" y="4140"/>
                </a:moveTo>
                <a:lnTo>
                  <a:pt x="1134" y="4146"/>
                </a:lnTo>
                <a:lnTo>
                  <a:pt x="1062" y="4164"/>
                </a:lnTo>
                <a:lnTo>
                  <a:pt x="992" y="4190"/>
                </a:lnTo>
                <a:lnTo>
                  <a:pt x="931" y="4226"/>
                </a:lnTo>
                <a:lnTo>
                  <a:pt x="871" y="4272"/>
                </a:lnTo>
                <a:lnTo>
                  <a:pt x="821" y="4324"/>
                </a:lnTo>
                <a:lnTo>
                  <a:pt x="775" y="4381"/>
                </a:lnTo>
                <a:lnTo>
                  <a:pt x="739" y="4445"/>
                </a:lnTo>
                <a:lnTo>
                  <a:pt x="713" y="4513"/>
                </a:lnTo>
                <a:lnTo>
                  <a:pt x="695" y="4585"/>
                </a:lnTo>
                <a:lnTo>
                  <a:pt x="690" y="4658"/>
                </a:lnTo>
                <a:lnTo>
                  <a:pt x="695" y="4732"/>
                </a:lnTo>
                <a:lnTo>
                  <a:pt x="713" y="4804"/>
                </a:lnTo>
                <a:lnTo>
                  <a:pt x="739" y="4872"/>
                </a:lnTo>
                <a:lnTo>
                  <a:pt x="775" y="4935"/>
                </a:lnTo>
                <a:lnTo>
                  <a:pt x="821" y="4993"/>
                </a:lnTo>
                <a:lnTo>
                  <a:pt x="871" y="5045"/>
                </a:lnTo>
                <a:lnTo>
                  <a:pt x="931" y="5091"/>
                </a:lnTo>
                <a:lnTo>
                  <a:pt x="992" y="5127"/>
                </a:lnTo>
                <a:lnTo>
                  <a:pt x="1062" y="5153"/>
                </a:lnTo>
                <a:lnTo>
                  <a:pt x="1134" y="5171"/>
                </a:lnTo>
                <a:lnTo>
                  <a:pt x="1208" y="5177"/>
                </a:lnTo>
                <a:lnTo>
                  <a:pt x="1281" y="5171"/>
                </a:lnTo>
                <a:lnTo>
                  <a:pt x="1353" y="5153"/>
                </a:lnTo>
                <a:lnTo>
                  <a:pt x="1421" y="5127"/>
                </a:lnTo>
                <a:lnTo>
                  <a:pt x="1485" y="5091"/>
                </a:lnTo>
                <a:lnTo>
                  <a:pt x="1542" y="5045"/>
                </a:lnTo>
                <a:lnTo>
                  <a:pt x="1594" y="4993"/>
                </a:lnTo>
                <a:lnTo>
                  <a:pt x="1638" y="4935"/>
                </a:lnTo>
                <a:lnTo>
                  <a:pt x="1674" y="4872"/>
                </a:lnTo>
                <a:lnTo>
                  <a:pt x="1702" y="4804"/>
                </a:lnTo>
                <a:lnTo>
                  <a:pt x="1718" y="4732"/>
                </a:lnTo>
                <a:lnTo>
                  <a:pt x="1724" y="4658"/>
                </a:lnTo>
                <a:lnTo>
                  <a:pt x="1718" y="4585"/>
                </a:lnTo>
                <a:lnTo>
                  <a:pt x="1702" y="4513"/>
                </a:lnTo>
                <a:lnTo>
                  <a:pt x="1674" y="4445"/>
                </a:lnTo>
                <a:lnTo>
                  <a:pt x="1638" y="4381"/>
                </a:lnTo>
                <a:lnTo>
                  <a:pt x="1594" y="4324"/>
                </a:lnTo>
                <a:lnTo>
                  <a:pt x="1542" y="4272"/>
                </a:lnTo>
                <a:lnTo>
                  <a:pt x="1485" y="4226"/>
                </a:lnTo>
                <a:lnTo>
                  <a:pt x="1421" y="4190"/>
                </a:lnTo>
                <a:lnTo>
                  <a:pt x="1353" y="4164"/>
                </a:lnTo>
                <a:lnTo>
                  <a:pt x="1281" y="4146"/>
                </a:lnTo>
                <a:lnTo>
                  <a:pt x="1208" y="4140"/>
                </a:lnTo>
                <a:close/>
                <a:moveTo>
                  <a:pt x="3105" y="1381"/>
                </a:moveTo>
                <a:lnTo>
                  <a:pt x="3105" y="3106"/>
                </a:lnTo>
                <a:lnTo>
                  <a:pt x="4829" y="3106"/>
                </a:lnTo>
                <a:lnTo>
                  <a:pt x="4829" y="1381"/>
                </a:lnTo>
                <a:lnTo>
                  <a:pt x="3105" y="1381"/>
                </a:lnTo>
                <a:close/>
                <a:moveTo>
                  <a:pt x="690" y="1381"/>
                </a:moveTo>
                <a:lnTo>
                  <a:pt x="690" y="3106"/>
                </a:lnTo>
                <a:lnTo>
                  <a:pt x="2415" y="3106"/>
                </a:lnTo>
                <a:lnTo>
                  <a:pt x="2415" y="1381"/>
                </a:lnTo>
                <a:lnTo>
                  <a:pt x="690" y="1381"/>
                </a:lnTo>
                <a:close/>
                <a:moveTo>
                  <a:pt x="2758" y="0"/>
                </a:moveTo>
                <a:lnTo>
                  <a:pt x="2909" y="2"/>
                </a:lnTo>
                <a:lnTo>
                  <a:pt x="3059" y="2"/>
                </a:lnTo>
                <a:lnTo>
                  <a:pt x="3206" y="6"/>
                </a:lnTo>
                <a:lnTo>
                  <a:pt x="3350" y="12"/>
                </a:lnTo>
                <a:lnTo>
                  <a:pt x="3491" y="18"/>
                </a:lnTo>
                <a:lnTo>
                  <a:pt x="3629" y="28"/>
                </a:lnTo>
                <a:lnTo>
                  <a:pt x="3764" y="40"/>
                </a:lnTo>
                <a:lnTo>
                  <a:pt x="3896" y="54"/>
                </a:lnTo>
                <a:lnTo>
                  <a:pt x="4025" y="70"/>
                </a:lnTo>
                <a:lnTo>
                  <a:pt x="4149" y="90"/>
                </a:lnTo>
                <a:lnTo>
                  <a:pt x="4271" y="112"/>
                </a:lnTo>
                <a:lnTo>
                  <a:pt x="4386" y="138"/>
                </a:lnTo>
                <a:lnTo>
                  <a:pt x="4498" y="167"/>
                </a:lnTo>
                <a:lnTo>
                  <a:pt x="4605" y="201"/>
                </a:lnTo>
                <a:lnTo>
                  <a:pt x="4709" y="237"/>
                </a:lnTo>
                <a:lnTo>
                  <a:pt x="4807" y="279"/>
                </a:lnTo>
                <a:lnTo>
                  <a:pt x="4898" y="323"/>
                </a:lnTo>
                <a:lnTo>
                  <a:pt x="4984" y="373"/>
                </a:lnTo>
                <a:lnTo>
                  <a:pt x="5066" y="427"/>
                </a:lnTo>
                <a:lnTo>
                  <a:pt x="5141" y="486"/>
                </a:lnTo>
                <a:lnTo>
                  <a:pt x="5209" y="550"/>
                </a:lnTo>
                <a:lnTo>
                  <a:pt x="5273" y="618"/>
                </a:lnTo>
                <a:lnTo>
                  <a:pt x="5329" y="694"/>
                </a:lnTo>
                <a:lnTo>
                  <a:pt x="5379" y="773"/>
                </a:lnTo>
                <a:lnTo>
                  <a:pt x="5420" y="859"/>
                </a:lnTo>
                <a:lnTo>
                  <a:pt x="5454" y="951"/>
                </a:lnTo>
                <a:lnTo>
                  <a:pt x="5482" y="1048"/>
                </a:lnTo>
                <a:lnTo>
                  <a:pt x="5502" y="1152"/>
                </a:lnTo>
                <a:lnTo>
                  <a:pt x="5514" y="1264"/>
                </a:lnTo>
                <a:lnTo>
                  <a:pt x="5518" y="1381"/>
                </a:lnTo>
                <a:lnTo>
                  <a:pt x="5518" y="4658"/>
                </a:lnTo>
                <a:lnTo>
                  <a:pt x="5512" y="4780"/>
                </a:lnTo>
                <a:lnTo>
                  <a:pt x="5494" y="4898"/>
                </a:lnTo>
                <a:lnTo>
                  <a:pt x="5464" y="5013"/>
                </a:lnTo>
                <a:lnTo>
                  <a:pt x="5422" y="5123"/>
                </a:lnTo>
                <a:lnTo>
                  <a:pt x="5371" y="5228"/>
                </a:lnTo>
                <a:lnTo>
                  <a:pt x="5309" y="5328"/>
                </a:lnTo>
                <a:lnTo>
                  <a:pt x="5239" y="5422"/>
                </a:lnTo>
                <a:lnTo>
                  <a:pt x="5161" y="5508"/>
                </a:lnTo>
                <a:lnTo>
                  <a:pt x="5076" y="5587"/>
                </a:lnTo>
                <a:lnTo>
                  <a:pt x="4982" y="5657"/>
                </a:lnTo>
                <a:lnTo>
                  <a:pt x="4882" y="5719"/>
                </a:lnTo>
                <a:lnTo>
                  <a:pt x="4777" y="5769"/>
                </a:lnTo>
                <a:lnTo>
                  <a:pt x="4667" y="5811"/>
                </a:lnTo>
                <a:lnTo>
                  <a:pt x="4552" y="5840"/>
                </a:lnTo>
                <a:lnTo>
                  <a:pt x="4434" y="5860"/>
                </a:lnTo>
                <a:lnTo>
                  <a:pt x="4312" y="5866"/>
                </a:lnTo>
                <a:lnTo>
                  <a:pt x="4829" y="6383"/>
                </a:lnTo>
                <a:lnTo>
                  <a:pt x="4829" y="6556"/>
                </a:lnTo>
                <a:lnTo>
                  <a:pt x="690" y="6556"/>
                </a:lnTo>
                <a:lnTo>
                  <a:pt x="690" y="6383"/>
                </a:lnTo>
                <a:lnTo>
                  <a:pt x="1208" y="5866"/>
                </a:lnTo>
                <a:lnTo>
                  <a:pt x="1086" y="5860"/>
                </a:lnTo>
                <a:lnTo>
                  <a:pt x="966" y="5840"/>
                </a:lnTo>
                <a:lnTo>
                  <a:pt x="853" y="5811"/>
                </a:lnTo>
                <a:lnTo>
                  <a:pt x="741" y="5769"/>
                </a:lnTo>
                <a:lnTo>
                  <a:pt x="638" y="5719"/>
                </a:lnTo>
                <a:lnTo>
                  <a:pt x="538" y="5657"/>
                </a:lnTo>
                <a:lnTo>
                  <a:pt x="444" y="5587"/>
                </a:lnTo>
                <a:lnTo>
                  <a:pt x="359" y="5508"/>
                </a:lnTo>
                <a:lnTo>
                  <a:pt x="279" y="5422"/>
                </a:lnTo>
                <a:lnTo>
                  <a:pt x="209" y="5328"/>
                </a:lnTo>
                <a:lnTo>
                  <a:pt x="147" y="5228"/>
                </a:lnTo>
                <a:lnTo>
                  <a:pt x="96" y="5123"/>
                </a:lnTo>
                <a:lnTo>
                  <a:pt x="56" y="5013"/>
                </a:lnTo>
                <a:lnTo>
                  <a:pt x="26" y="4898"/>
                </a:lnTo>
                <a:lnTo>
                  <a:pt x="6" y="4780"/>
                </a:lnTo>
                <a:lnTo>
                  <a:pt x="0" y="4658"/>
                </a:lnTo>
                <a:lnTo>
                  <a:pt x="0" y="1381"/>
                </a:lnTo>
                <a:lnTo>
                  <a:pt x="4" y="1264"/>
                </a:lnTo>
                <a:lnTo>
                  <a:pt x="16" y="1152"/>
                </a:lnTo>
                <a:lnTo>
                  <a:pt x="36" y="1048"/>
                </a:lnTo>
                <a:lnTo>
                  <a:pt x="64" y="951"/>
                </a:lnTo>
                <a:lnTo>
                  <a:pt x="100" y="859"/>
                </a:lnTo>
                <a:lnTo>
                  <a:pt x="141" y="773"/>
                </a:lnTo>
                <a:lnTo>
                  <a:pt x="191" y="694"/>
                </a:lnTo>
                <a:lnTo>
                  <a:pt x="247" y="618"/>
                </a:lnTo>
                <a:lnTo>
                  <a:pt x="309" y="550"/>
                </a:lnTo>
                <a:lnTo>
                  <a:pt x="379" y="486"/>
                </a:lnTo>
                <a:lnTo>
                  <a:pt x="452" y="427"/>
                </a:lnTo>
                <a:lnTo>
                  <a:pt x="534" y="373"/>
                </a:lnTo>
                <a:lnTo>
                  <a:pt x="622" y="323"/>
                </a:lnTo>
                <a:lnTo>
                  <a:pt x="713" y="279"/>
                </a:lnTo>
                <a:lnTo>
                  <a:pt x="811" y="237"/>
                </a:lnTo>
                <a:lnTo>
                  <a:pt x="913" y="201"/>
                </a:lnTo>
                <a:lnTo>
                  <a:pt x="1020" y="167"/>
                </a:lnTo>
                <a:lnTo>
                  <a:pt x="1132" y="138"/>
                </a:lnTo>
                <a:lnTo>
                  <a:pt x="1249" y="112"/>
                </a:lnTo>
                <a:lnTo>
                  <a:pt x="1369" y="90"/>
                </a:lnTo>
                <a:lnTo>
                  <a:pt x="1495" y="70"/>
                </a:lnTo>
                <a:lnTo>
                  <a:pt x="1622" y="54"/>
                </a:lnTo>
                <a:lnTo>
                  <a:pt x="1754" y="40"/>
                </a:lnTo>
                <a:lnTo>
                  <a:pt x="1889" y="28"/>
                </a:lnTo>
                <a:lnTo>
                  <a:pt x="2029" y="18"/>
                </a:lnTo>
                <a:lnTo>
                  <a:pt x="2170" y="12"/>
                </a:lnTo>
                <a:lnTo>
                  <a:pt x="2314" y="6"/>
                </a:lnTo>
                <a:lnTo>
                  <a:pt x="2459" y="2"/>
                </a:lnTo>
                <a:lnTo>
                  <a:pt x="2609" y="2"/>
                </a:lnTo>
                <a:lnTo>
                  <a:pt x="275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537692" y="1393918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37692" y="4824754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99763" y="1393918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99763" y="4824754"/>
            <a:ext cx="277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2DADC2-18A4-4711-8B3C-3AFD4B5A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You</a:t>
            </a:r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can </a:t>
            </a:r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replace</a:t>
            </a:r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this</a:t>
            </a:r>
            <a:r>
              <a:rPr lang="es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s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text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9218997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15"/>
          <p:cNvSpPr>
            <a:spLocks noChangeAspect="1" noChangeArrowheads="1" noTextEdit="1"/>
          </p:cNvSpPr>
          <p:nvPr/>
        </p:nvSpPr>
        <p:spPr bwMode="auto">
          <a:xfrm>
            <a:off x="3109913" y="3240088"/>
            <a:ext cx="36988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650640"/>
            <a:ext cx="12188825" cy="2207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6360" y="5484794"/>
            <a:ext cx="101161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</a:rPr>
              <a:t>You can replace this text. This is a sample. You can replace this text. This is a sample. You can replace this text. This is a sample. You can replace this text. This is a sample.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312823" y="2207360"/>
            <a:ext cx="9563178" cy="2443280"/>
            <a:chOff x="129276" y="1789390"/>
            <a:chExt cx="9563178" cy="2901395"/>
          </a:xfrm>
        </p:grpSpPr>
        <p:grpSp>
          <p:nvGrpSpPr>
            <p:cNvPr id="28" name="Group 27"/>
            <p:cNvGrpSpPr/>
            <p:nvPr/>
          </p:nvGrpSpPr>
          <p:grpSpPr>
            <a:xfrm>
              <a:off x="6388001" y="2665475"/>
              <a:ext cx="3304453" cy="2025310"/>
              <a:chOff x="2429492" y="1749245"/>
              <a:chExt cx="4733855" cy="2901395"/>
            </a:xfrm>
          </p:grpSpPr>
          <p:sp>
            <p:nvSpPr>
              <p:cNvPr id="29" name="Isosceles Triangle 28"/>
              <p:cNvSpPr/>
              <p:nvPr/>
            </p:nvSpPr>
            <p:spPr>
              <a:xfrm>
                <a:off x="2429492" y="1749245"/>
                <a:ext cx="4733855" cy="29013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0" name="Isosceles Triangle 23"/>
              <p:cNvSpPr/>
              <p:nvPr/>
            </p:nvSpPr>
            <p:spPr>
              <a:xfrm>
                <a:off x="4796420" y="1749245"/>
                <a:ext cx="2366927" cy="2901395"/>
              </a:xfrm>
              <a:custGeom>
                <a:avLst/>
                <a:gdLst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0 w 4733855"/>
                  <a:gd name="connsiteY3" fmla="*/ 2901395 h 2901395"/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2384554 w 4733855"/>
                  <a:gd name="connsiteY3" fmla="*/ 2889990 h 2901395"/>
                  <a:gd name="connsiteX4" fmla="*/ 0 w 4733855"/>
                  <a:gd name="connsiteY4" fmla="*/ 2901395 h 2901395"/>
                  <a:gd name="connsiteX0" fmla="*/ 17626 w 2366927"/>
                  <a:gd name="connsiteY0" fmla="*/ 2889990 h 2901395"/>
                  <a:gd name="connsiteX1" fmla="*/ 0 w 2366927"/>
                  <a:gd name="connsiteY1" fmla="*/ 0 h 2901395"/>
                  <a:gd name="connsiteX2" fmla="*/ 2366927 w 2366927"/>
                  <a:gd name="connsiteY2" fmla="*/ 2901395 h 2901395"/>
                  <a:gd name="connsiteX3" fmla="*/ 17626 w 2366927"/>
                  <a:gd name="connsiteY3" fmla="*/ 2889990 h 29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6927" h="2901395">
                    <a:moveTo>
                      <a:pt x="17626" y="2889990"/>
                    </a:moveTo>
                    <a:lnTo>
                      <a:pt x="0" y="0"/>
                    </a:lnTo>
                    <a:lnTo>
                      <a:pt x="2366927" y="2901395"/>
                    </a:lnTo>
                    <a:lnTo>
                      <a:pt x="17626" y="288999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129276" y="3561755"/>
              <a:ext cx="1842101" cy="1129030"/>
              <a:chOff x="2429492" y="1749245"/>
              <a:chExt cx="4733855" cy="2901395"/>
            </a:xfrm>
          </p:grpSpPr>
          <p:sp>
            <p:nvSpPr>
              <p:cNvPr id="32" name="Isosceles Triangle 31"/>
              <p:cNvSpPr/>
              <p:nvPr/>
            </p:nvSpPr>
            <p:spPr>
              <a:xfrm>
                <a:off x="2429492" y="1749245"/>
                <a:ext cx="4733855" cy="29013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3" name="Isosceles Triangle 23"/>
              <p:cNvSpPr/>
              <p:nvPr/>
            </p:nvSpPr>
            <p:spPr>
              <a:xfrm>
                <a:off x="4796420" y="1749245"/>
                <a:ext cx="2366927" cy="2901395"/>
              </a:xfrm>
              <a:custGeom>
                <a:avLst/>
                <a:gdLst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0 w 4733855"/>
                  <a:gd name="connsiteY3" fmla="*/ 2901395 h 2901395"/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2384554 w 4733855"/>
                  <a:gd name="connsiteY3" fmla="*/ 2889990 h 2901395"/>
                  <a:gd name="connsiteX4" fmla="*/ 0 w 4733855"/>
                  <a:gd name="connsiteY4" fmla="*/ 2901395 h 2901395"/>
                  <a:gd name="connsiteX0" fmla="*/ 17626 w 2366927"/>
                  <a:gd name="connsiteY0" fmla="*/ 2889990 h 2901395"/>
                  <a:gd name="connsiteX1" fmla="*/ 0 w 2366927"/>
                  <a:gd name="connsiteY1" fmla="*/ 0 h 2901395"/>
                  <a:gd name="connsiteX2" fmla="*/ 2366927 w 2366927"/>
                  <a:gd name="connsiteY2" fmla="*/ 2901395 h 2901395"/>
                  <a:gd name="connsiteX3" fmla="*/ 17626 w 2366927"/>
                  <a:gd name="connsiteY3" fmla="*/ 2889990 h 29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6927" h="2901395">
                    <a:moveTo>
                      <a:pt x="17626" y="2889990"/>
                    </a:moveTo>
                    <a:lnTo>
                      <a:pt x="0" y="0"/>
                    </a:lnTo>
                    <a:lnTo>
                      <a:pt x="2366927" y="2901395"/>
                    </a:lnTo>
                    <a:lnTo>
                      <a:pt x="17626" y="288999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1407516" y="2941292"/>
              <a:ext cx="2854436" cy="1749493"/>
              <a:chOff x="2429492" y="1749245"/>
              <a:chExt cx="4733855" cy="2901395"/>
            </a:xfrm>
          </p:grpSpPr>
          <p:sp>
            <p:nvSpPr>
              <p:cNvPr id="37" name="Isosceles Triangle 36"/>
              <p:cNvSpPr/>
              <p:nvPr/>
            </p:nvSpPr>
            <p:spPr>
              <a:xfrm>
                <a:off x="2429492" y="1749245"/>
                <a:ext cx="4733855" cy="29013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38" name="Isosceles Triangle 23"/>
              <p:cNvSpPr/>
              <p:nvPr/>
            </p:nvSpPr>
            <p:spPr>
              <a:xfrm>
                <a:off x="4796420" y="1749245"/>
                <a:ext cx="2366927" cy="2901395"/>
              </a:xfrm>
              <a:custGeom>
                <a:avLst/>
                <a:gdLst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0 w 4733855"/>
                  <a:gd name="connsiteY3" fmla="*/ 2901395 h 2901395"/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2384554 w 4733855"/>
                  <a:gd name="connsiteY3" fmla="*/ 2889990 h 2901395"/>
                  <a:gd name="connsiteX4" fmla="*/ 0 w 4733855"/>
                  <a:gd name="connsiteY4" fmla="*/ 2901395 h 2901395"/>
                  <a:gd name="connsiteX0" fmla="*/ 17626 w 2366927"/>
                  <a:gd name="connsiteY0" fmla="*/ 2889990 h 2901395"/>
                  <a:gd name="connsiteX1" fmla="*/ 0 w 2366927"/>
                  <a:gd name="connsiteY1" fmla="*/ 0 h 2901395"/>
                  <a:gd name="connsiteX2" fmla="*/ 2366927 w 2366927"/>
                  <a:gd name="connsiteY2" fmla="*/ 2901395 h 2901395"/>
                  <a:gd name="connsiteX3" fmla="*/ 17626 w 2366927"/>
                  <a:gd name="connsiteY3" fmla="*/ 2889990 h 29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6927" h="2901395">
                    <a:moveTo>
                      <a:pt x="17626" y="2889990"/>
                    </a:moveTo>
                    <a:lnTo>
                      <a:pt x="0" y="0"/>
                    </a:lnTo>
                    <a:lnTo>
                      <a:pt x="2366927" y="2901395"/>
                    </a:lnTo>
                    <a:lnTo>
                      <a:pt x="17626" y="288999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3109913" y="1789390"/>
              <a:ext cx="4733855" cy="2901395"/>
              <a:chOff x="2429492" y="1749245"/>
              <a:chExt cx="4733855" cy="2901395"/>
            </a:xfrm>
          </p:grpSpPr>
          <p:sp>
            <p:nvSpPr>
              <p:cNvPr id="3" name="Isosceles Triangle 2"/>
              <p:cNvSpPr/>
              <p:nvPr/>
            </p:nvSpPr>
            <p:spPr>
              <a:xfrm>
                <a:off x="2429492" y="1749245"/>
                <a:ext cx="4733855" cy="29013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>
                <a:off x="4796420" y="1749245"/>
                <a:ext cx="2366927" cy="2901395"/>
              </a:xfrm>
              <a:custGeom>
                <a:avLst/>
                <a:gdLst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0 w 4733855"/>
                  <a:gd name="connsiteY3" fmla="*/ 2901395 h 2901395"/>
                  <a:gd name="connsiteX0" fmla="*/ 0 w 4733855"/>
                  <a:gd name="connsiteY0" fmla="*/ 2901395 h 2901395"/>
                  <a:gd name="connsiteX1" fmla="*/ 2366928 w 4733855"/>
                  <a:gd name="connsiteY1" fmla="*/ 0 h 2901395"/>
                  <a:gd name="connsiteX2" fmla="*/ 4733855 w 4733855"/>
                  <a:gd name="connsiteY2" fmla="*/ 2901395 h 2901395"/>
                  <a:gd name="connsiteX3" fmla="*/ 2384554 w 4733855"/>
                  <a:gd name="connsiteY3" fmla="*/ 2889990 h 2901395"/>
                  <a:gd name="connsiteX4" fmla="*/ 0 w 4733855"/>
                  <a:gd name="connsiteY4" fmla="*/ 2901395 h 2901395"/>
                  <a:gd name="connsiteX0" fmla="*/ 17626 w 2366927"/>
                  <a:gd name="connsiteY0" fmla="*/ 2889990 h 2901395"/>
                  <a:gd name="connsiteX1" fmla="*/ 0 w 2366927"/>
                  <a:gd name="connsiteY1" fmla="*/ 0 h 2901395"/>
                  <a:gd name="connsiteX2" fmla="*/ 2366927 w 2366927"/>
                  <a:gd name="connsiteY2" fmla="*/ 2901395 h 2901395"/>
                  <a:gd name="connsiteX3" fmla="*/ 17626 w 2366927"/>
                  <a:gd name="connsiteY3" fmla="*/ 2889990 h 29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6927" h="2901395">
                    <a:moveTo>
                      <a:pt x="17626" y="2889990"/>
                    </a:moveTo>
                    <a:lnTo>
                      <a:pt x="0" y="0"/>
                    </a:lnTo>
                    <a:lnTo>
                      <a:pt x="2366927" y="2901395"/>
                    </a:lnTo>
                    <a:lnTo>
                      <a:pt x="17626" y="288999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7446252" y="1284030"/>
            <a:ext cx="3840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 This is a sample. You can replace this text. This is a sample.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46252" y="637699"/>
            <a:ext cx="384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dirty="0">
                <a:solidFill>
                  <a:schemeClr val="bg1"/>
                </a:solidFill>
                <a:latin typeface="Open Sans" panose="020B0606030504020204" pitchFamily="34" charset="0"/>
              </a:rPr>
              <a:t>Replace This Text.</a:t>
            </a:r>
            <a:endParaRPr lang="en-US" sz="2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2" name="Freeform 7"/>
          <p:cNvSpPr>
            <a:spLocks/>
          </p:cNvSpPr>
          <p:nvPr/>
        </p:nvSpPr>
        <p:spPr bwMode="auto">
          <a:xfrm>
            <a:off x="602479" y="1719371"/>
            <a:ext cx="2289135" cy="963277"/>
          </a:xfrm>
          <a:custGeom>
            <a:avLst/>
            <a:gdLst>
              <a:gd name="T0" fmla="*/ 845 w 1692"/>
              <a:gd name="T1" fmla="*/ 0 h 711"/>
              <a:gd name="T2" fmla="*/ 915 w 1692"/>
              <a:gd name="T3" fmla="*/ 6 h 711"/>
              <a:gd name="T4" fmla="*/ 980 w 1692"/>
              <a:gd name="T5" fmla="*/ 20 h 711"/>
              <a:gd name="T6" fmla="*/ 1044 w 1692"/>
              <a:gd name="T7" fmla="*/ 45 h 711"/>
              <a:gd name="T8" fmla="*/ 1099 w 1692"/>
              <a:gd name="T9" fmla="*/ 79 h 711"/>
              <a:gd name="T10" fmla="*/ 1151 w 1692"/>
              <a:gd name="T11" fmla="*/ 119 h 711"/>
              <a:gd name="T12" fmla="*/ 1196 w 1692"/>
              <a:gd name="T13" fmla="*/ 166 h 711"/>
              <a:gd name="T14" fmla="*/ 1234 w 1692"/>
              <a:gd name="T15" fmla="*/ 222 h 711"/>
              <a:gd name="T16" fmla="*/ 1262 w 1692"/>
              <a:gd name="T17" fmla="*/ 281 h 711"/>
              <a:gd name="T18" fmla="*/ 1284 w 1692"/>
              <a:gd name="T19" fmla="*/ 345 h 711"/>
              <a:gd name="T20" fmla="*/ 1294 w 1692"/>
              <a:gd name="T21" fmla="*/ 412 h 711"/>
              <a:gd name="T22" fmla="*/ 1307 w 1692"/>
              <a:gd name="T23" fmla="*/ 406 h 711"/>
              <a:gd name="T24" fmla="*/ 1325 w 1692"/>
              <a:gd name="T25" fmla="*/ 402 h 711"/>
              <a:gd name="T26" fmla="*/ 1349 w 1692"/>
              <a:gd name="T27" fmla="*/ 398 h 711"/>
              <a:gd name="T28" fmla="*/ 1377 w 1692"/>
              <a:gd name="T29" fmla="*/ 398 h 711"/>
              <a:gd name="T30" fmla="*/ 1407 w 1692"/>
              <a:gd name="T31" fmla="*/ 400 h 711"/>
              <a:gd name="T32" fmla="*/ 1438 w 1692"/>
              <a:gd name="T33" fmla="*/ 404 h 711"/>
              <a:gd name="T34" fmla="*/ 1472 w 1692"/>
              <a:gd name="T35" fmla="*/ 410 h 711"/>
              <a:gd name="T36" fmla="*/ 1506 w 1692"/>
              <a:gd name="T37" fmla="*/ 422 h 711"/>
              <a:gd name="T38" fmla="*/ 1540 w 1692"/>
              <a:gd name="T39" fmla="*/ 434 h 711"/>
              <a:gd name="T40" fmla="*/ 1571 w 1692"/>
              <a:gd name="T41" fmla="*/ 452 h 711"/>
              <a:gd name="T42" fmla="*/ 1601 w 1692"/>
              <a:gd name="T43" fmla="*/ 473 h 711"/>
              <a:gd name="T44" fmla="*/ 1629 w 1692"/>
              <a:gd name="T45" fmla="*/ 499 h 711"/>
              <a:gd name="T46" fmla="*/ 1653 w 1692"/>
              <a:gd name="T47" fmla="*/ 531 h 711"/>
              <a:gd name="T48" fmla="*/ 1670 w 1692"/>
              <a:gd name="T49" fmla="*/ 567 h 711"/>
              <a:gd name="T50" fmla="*/ 1684 w 1692"/>
              <a:gd name="T51" fmla="*/ 606 h 711"/>
              <a:gd name="T52" fmla="*/ 1692 w 1692"/>
              <a:gd name="T53" fmla="*/ 654 h 711"/>
              <a:gd name="T54" fmla="*/ 1692 w 1692"/>
              <a:gd name="T55" fmla="*/ 707 h 711"/>
              <a:gd name="T56" fmla="*/ 1692 w 1692"/>
              <a:gd name="T57" fmla="*/ 711 h 711"/>
              <a:gd name="T58" fmla="*/ 0 w 1692"/>
              <a:gd name="T59" fmla="*/ 711 h 711"/>
              <a:gd name="T60" fmla="*/ 0 w 1692"/>
              <a:gd name="T61" fmla="*/ 707 h 711"/>
              <a:gd name="T62" fmla="*/ 0 w 1692"/>
              <a:gd name="T63" fmla="*/ 652 h 711"/>
              <a:gd name="T64" fmla="*/ 8 w 1692"/>
              <a:gd name="T65" fmla="*/ 604 h 711"/>
              <a:gd name="T66" fmla="*/ 22 w 1692"/>
              <a:gd name="T67" fmla="*/ 561 h 711"/>
              <a:gd name="T68" fmla="*/ 42 w 1692"/>
              <a:gd name="T69" fmla="*/ 525 h 711"/>
              <a:gd name="T70" fmla="*/ 68 w 1692"/>
              <a:gd name="T71" fmla="*/ 493 h 711"/>
              <a:gd name="T72" fmla="*/ 97 w 1692"/>
              <a:gd name="T73" fmla="*/ 468 h 711"/>
              <a:gd name="T74" fmla="*/ 129 w 1692"/>
              <a:gd name="T75" fmla="*/ 446 h 711"/>
              <a:gd name="T76" fmla="*/ 163 w 1692"/>
              <a:gd name="T77" fmla="*/ 430 h 711"/>
              <a:gd name="T78" fmla="*/ 197 w 1692"/>
              <a:gd name="T79" fmla="*/ 416 h 711"/>
              <a:gd name="T80" fmla="*/ 232 w 1692"/>
              <a:gd name="T81" fmla="*/ 406 h 711"/>
              <a:gd name="T82" fmla="*/ 266 w 1692"/>
              <a:gd name="T83" fmla="*/ 400 h 711"/>
              <a:gd name="T84" fmla="*/ 298 w 1692"/>
              <a:gd name="T85" fmla="*/ 398 h 711"/>
              <a:gd name="T86" fmla="*/ 328 w 1692"/>
              <a:gd name="T87" fmla="*/ 396 h 711"/>
              <a:gd name="T88" fmla="*/ 353 w 1692"/>
              <a:gd name="T89" fmla="*/ 398 h 711"/>
              <a:gd name="T90" fmla="*/ 375 w 1692"/>
              <a:gd name="T91" fmla="*/ 402 h 711"/>
              <a:gd name="T92" fmla="*/ 391 w 1692"/>
              <a:gd name="T93" fmla="*/ 406 h 711"/>
              <a:gd name="T94" fmla="*/ 399 w 1692"/>
              <a:gd name="T95" fmla="*/ 412 h 711"/>
              <a:gd name="T96" fmla="*/ 409 w 1692"/>
              <a:gd name="T97" fmla="*/ 345 h 711"/>
              <a:gd name="T98" fmla="*/ 429 w 1692"/>
              <a:gd name="T99" fmla="*/ 281 h 711"/>
              <a:gd name="T100" fmla="*/ 458 w 1692"/>
              <a:gd name="T101" fmla="*/ 222 h 711"/>
              <a:gd name="T102" fmla="*/ 496 w 1692"/>
              <a:gd name="T103" fmla="*/ 166 h 711"/>
              <a:gd name="T104" fmla="*/ 542 w 1692"/>
              <a:gd name="T105" fmla="*/ 119 h 711"/>
              <a:gd name="T106" fmla="*/ 593 w 1692"/>
              <a:gd name="T107" fmla="*/ 79 h 711"/>
              <a:gd name="T108" fmla="*/ 649 w 1692"/>
              <a:gd name="T109" fmla="*/ 45 h 711"/>
              <a:gd name="T110" fmla="*/ 710 w 1692"/>
              <a:gd name="T111" fmla="*/ 20 h 711"/>
              <a:gd name="T112" fmla="*/ 778 w 1692"/>
              <a:gd name="T113" fmla="*/ 6 h 711"/>
              <a:gd name="T114" fmla="*/ 845 w 1692"/>
              <a:gd name="T115" fmla="*/ 0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92" h="711">
                <a:moveTo>
                  <a:pt x="845" y="0"/>
                </a:moveTo>
                <a:lnTo>
                  <a:pt x="915" y="6"/>
                </a:lnTo>
                <a:lnTo>
                  <a:pt x="980" y="20"/>
                </a:lnTo>
                <a:lnTo>
                  <a:pt x="1044" y="45"/>
                </a:lnTo>
                <a:lnTo>
                  <a:pt x="1099" y="79"/>
                </a:lnTo>
                <a:lnTo>
                  <a:pt x="1151" y="119"/>
                </a:lnTo>
                <a:lnTo>
                  <a:pt x="1196" y="166"/>
                </a:lnTo>
                <a:lnTo>
                  <a:pt x="1234" y="222"/>
                </a:lnTo>
                <a:lnTo>
                  <a:pt x="1262" y="281"/>
                </a:lnTo>
                <a:lnTo>
                  <a:pt x="1284" y="345"/>
                </a:lnTo>
                <a:lnTo>
                  <a:pt x="1294" y="412"/>
                </a:lnTo>
                <a:lnTo>
                  <a:pt x="1307" y="406"/>
                </a:lnTo>
                <a:lnTo>
                  <a:pt x="1325" y="402"/>
                </a:lnTo>
                <a:lnTo>
                  <a:pt x="1349" y="398"/>
                </a:lnTo>
                <a:lnTo>
                  <a:pt x="1377" y="398"/>
                </a:lnTo>
                <a:lnTo>
                  <a:pt x="1407" y="400"/>
                </a:lnTo>
                <a:lnTo>
                  <a:pt x="1438" y="404"/>
                </a:lnTo>
                <a:lnTo>
                  <a:pt x="1472" y="410"/>
                </a:lnTo>
                <a:lnTo>
                  <a:pt x="1506" y="422"/>
                </a:lnTo>
                <a:lnTo>
                  <a:pt x="1540" y="434"/>
                </a:lnTo>
                <a:lnTo>
                  <a:pt x="1571" y="452"/>
                </a:lnTo>
                <a:lnTo>
                  <a:pt x="1601" y="473"/>
                </a:lnTo>
                <a:lnTo>
                  <a:pt x="1629" y="499"/>
                </a:lnTo>
                <a:lnTo>
                  <a:pt x="1653" y="531"/>
                </a:lnTo>
                <a:lnTo>
                  <a:pt x="1670" y="567"/>
                </a:lnTo>
                <a:lnTo>
                  <a:pt x="1684" y="606"/>
                </a:lnTo>
                <a:lnTo>
                  <a:pt x="1692" y="654"/>
                </a:lnTo>
                <a:lnTo>
                  <a:pt x="1692" y="707"/>
                </a:lnTo>
                <a:lnTo>
                  <a:pt x="1692" y="711"/>
                </a:lnTo>
                <a:lnTo>
                  <a:pt x="0" y="711"/>
                </a:lnTo>
                <a:lnTo>
                  <a:pt x="0" y="707"/>
                </a:lnTo>
                <a:lnTo>
                  <a:pt x="0" y="652"/>
                </a:lnTo>
                <a:lnTo>
                  <a:pt x="8" y="604"/>
                </a:lnTo>
                <a:lnTo>
                  <a:pt x="22" y="561"/>
                </a:lnTo>
                <a:lnTo>
                  <a:pt x="42" y="525"/>
                </a:lnTo>
                <a:lnTo>
                  <a:pt x="68" y="493"/>
                </a:lnTo>
                <a:lnTo>
                  <a:pt x="97" y="468"/>
                </a:lnTo>
                <a:lnTo>
                  <a:pt x="129" y="446"/>
                </a:lnTo>
                <a:lnTo>
                  <a:pt x="163" y="430"/>
                </a:lnTo>
                <a:lnTo>
                  <a:pt x="197" y="416"/>
                </a:lnTo>
                <a:lnTo>
                  <a:pt x="232" y="406"/>
                </a:lnTo>
                <a:lnTo>
                  <a:pt x="266" y="400"/>
                </a:lnTo>
                <a:lnTo>
                  <a:pt x="298" y="398"/>
                </a:lnTo>
                <a:lnTo>
                  <a:pt x="328" y="396"/>
                </a:lnTo>
                <a:lnTo>
                  <a:pt x="353" y="398"/>
                </a:lnTo>
                <a:lnTo>
                  <a:pt x="375" y="402"/>
                </a:lnTo>
                <a:lnTo>
                  <a:pt x="391" y="406"/>
                </a:lnTo>
                <a:lnTo>
                  <a:pt x="399" y="412"/>
                </a:lnTo>
                <a:lnTo>
                  <a:pt x="409" y="345"/>
                </a:lnTo>
                <a:lnTo>
                  <a:pt x="429" y="281"/>
                </a:lnTo>
                <a:lnTo>
                  <a:pt x="458" y="222"/>
                </a:lnTo>
                <a:lnTo>
                  <a:pt x="496" y="166"/>
                </a:lnTo>
                <a:lnTo>
                  <a:pt x="542" y="119"/>
                </a:lnTo>
                <a:lnTo>
                  <a:pt x="593" y="79"/>
                </a:lnTo>
                <a:lnTo>
                  <a:pt x="649" y="45"/>
                </a:lnTo>
                <a:lnTo>
                  <a:pt x="710" y="20"/>
                </a:lnTo>
                <a:lnTo>
                  <a:pt x="778" y="6"/>
                </a:lnTo>
                <a:lnTo>
                  <a:pt x="845" y="0"/>
                </a:lnTo>
                <a:close/>
              </a:path>
            </a:pathLst>
          </a:custGeom>
          <a:solidFill>
            <a:schemeClr val="bg1">
              <a:alpha val="52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3" name="Freeform 7"/>
          <p:cNvSpPr>
            <a:spLocks/>
          </p:cNvSpPr>
          <p:nvPr/>
        </p:nvSpPr>
        <p:spPr bwMode="auto">
          <a:xfrm>
            <a:off x="3316807" y="726718"/>
            <a:ext cx="2792826" cy="1175232"/>
          </a:xfrm>
          <a:custGeom>
            <a:avLst/>
            <a:gdLst>
              <a:gd name="T0" fmla="*/ 845 w 1692"/>
              <a:gd name="T1" fmla="*/ 0 h 711"/>
              <a:gd name="T2" fmla="*/ 915 w 1692"/>
              <a:gd name="T3" fmla="*/ 6 h 711"/>
              <a:gd name="T4" fmla="*/ 980 w 1692"/>
              <a:gd name="T5" fmla="*/ 20 h 711"/>
              <a:gd name="T6" fmla="*/ 1044 w 1692"/>
              <a:gd name="T7" fmla="*/ 45 h 711"/>
              <a:gd name="T8" fmla="*/ 1099 w 1692"/>
              <a:gd name="T9" fmla="*/ 79 h 711"/>
              <a:gd name="T10" fmla="*/ 1151 w 1692"/>
              <a:gd name="T11" fmla="*/ 119 h 711"/>
              <a:gd name="T12" fmla="*/ 1196 w 1692"/>
              <a:gd name="T13" fmla="*/ 166 h 711"/>
              <a:gd name="T14" fmla="*/ 1234 w 1692"/>
              <a:gd name="T15" fmla="*/ 222 h 711"/>
              <a:gd name="T16" fmla="*/ 1262 w 1692"/>
              <a:gd name="T17" fmla="*/ 281 h 711"/>
              <a:gd name="T18" fmla="*/ 1284 w 1692"/>
              <a:gd name="T19" fmla="*/ 345 h 711"/>
              <a:gd name="T20" fmla="*/ 1294 w 1692"/>
              <a:gd name="T21" fmla="*/ 412 h 711"/>
              <a:gd name="T22" fmla="*/ 1307 w 1692"/>
              <a:gd name="T23" fmla="*/ 406 h 711"/>
              <a:gd name="T24" fmla="*/ 1325 w 1692"/>
              <a:gd name="T25" fmla="*/ 402 h 711"/>
              <a:gd name="T26" fmla="*/ 1349 w 1692"/>
              <a:gd name="T27" fmla="*/ 398 h 711"/>
              <a:gd name="T28" fmla="*/ 1377 w 1692"/>
              <a:gd name="T29" fmla="*/ 398 h 711"/>
              <a:gd name="T30" fmla="*/ 1407 w 1692"/>
              <a:gd name="T31" fmla="*/ 400 h 711"/>
              <a:gd name="T32" fmla="*/ 1438 w 1692"/>
              <a:gd name="T33" fmla="*/ 404 h 711"/>
              <a:gd name="T34" fmla="*/ 1472 w 1692"/>
              <a:gd name="T35" fmla="*/ 410 h 711"/>
              <a:gd name="T36" fmla="*/ 1506 w 1692"/>
              <a:gd name="T37" fmla="*/ 422 h 711"/>
              <a:gd name="T38" fmla="*/ 1540 w 1692"/>
              <a:gd name="T39" fmla="*/ 434 h 711"/>
              <a:gd name="T40" fmla="*/ 1571 w 1692"/>
              <a:gd name="T41" fmla="*/ 452 h 711"/>
              <a:gd name="T42" fmla="*/ 1601 w 1692"/>
              <a:gd name="T43" fmla="*/ 473 h 711"/>
              <a:gd name="T44" fmla="*/ 1629 w 1692"/>
              <a:gd name="T45" fmla="*/ 499 h 711"/>
              <a:gd name="T46" fmla="*/ 1653 w 1692"/>
              <a:gd name="T47" fmla="*/ 531 h 711"/>
              <a:gd name="T48" fmla="*/ 1670 w 1692"/>
              <a:gd name="T49" fmla="*/ 567 h 711"/>
              <a:gd name="T50" fmla="*/ 1684 w 1692"/>
              <a:gd name="T51" fmla="*/ 606 h 711"/>
              <a:gd name="T52" fmla="*/ 1692 w 1692"/>
              <a:gd name="T53" fmla="*/ 654 h 711"/>
              <a:gd name="T54" fmla="*/ 1692 w 1692"/>
              <a:gd name="T55" fmla="*/ 707 h 711"/>
              <a:gd name="T56" fmla="*/ 1692 w 1692"/>
              <a:gd name="T57" fmla="*/ 711 h 711"/>
              <a:gd name="T58" fmla="*/ 0 w 1692"/>
              <a:gd name="T59" fmla="*/ 711 h 711"/>
              <a:gd name="T60" fmla="*/ 0 w 1692"/>
              <a:gd name="T61" fmla="*/ 707 h 711"/>
              <a:gd name="T62" fmla="*/ 0 w 1692"/>
              <a:gd name="T63" fmla="*/ 652 h 711"/>
              <a:gd name="T64" fmla="*/ 8 w 1692"/>
              <a:gd name="T65" fmla="*/ 604 h 711"/>
              <a:gd name="T66" fmla="*/ 22 w 1692"/>
              <a:gd name="T67" fmla="*/ 561 h 711"/>
              <a:gd name="T68" fmla="*/ 42 w 1692"/>
              <a:gd name="T69" fmla="*/ 525 h 711"/>
              <a:gd name="T70" fmla="*/ 68 w 1692"/>
              <a:gd name="T71" fmla="*/ 493 h 711"/>
              <a:gd name="T72" fmla="*/ 97 w 1692"/>
              <a:gd name="T73" fmla="*/ 468 h 711"/>
              <a:gd name="T74" fmla="*/ 129 w 1692"/>
              <a:gd name="T75" fmla="*/ 446 h 711"/>
              <a:gd name="T76" fmla="*/ 163 w 1692"/>
              <a:gd name="T77" fmla="*/ 430 h 711"/>
              <a:gd name="T78" fmla="*/ 197 w 1692"/>
              <a:gd name="T79" fmla="*/ 416 h 711"/>
              <a:gd name="T80" fmla="*/ 232 w 1692"/>
              <a:gd name="T81" fmla="*/ 406 h 711"/>
              <a:gd name="T82" fmla="*/ 266 w 1692"/>
              <a:gd name="T83" fmla="*/ 400 h 711"/>
              <a:gd name="T84" fmla="*/ 298 w 1692"/>
              <a:gd name="T85" fmla="*/ 398 h 711"/>
              <a:gd name="T86" fmla="*/ 328 w 1692"/>
              <a:gd name="T87" fmla="*/ 396 h 711"/>
              <a:gd name="T88" fmla="*/ 353 w 1692"/>
              <a:gd name="T89" fmla="*/ 398 h 711"/>
              <a:gd name="T90" fmla="*/ 375 w 1692"/>
              <a:gd name="T91" fmla="*/ 402 h 711"/>
              <a:gd name="T92" fmla="*/ 391 w 1692"/>
              <a:gd name="T93" fmla="*/ 406 h 711"/>
              <a:gd name="T94" fmla="*/ 399 w 1692"/>
              <a:gd name="T95" fmla="*/ 412 h 711"/>
              <a:gd name="T96" fmla="*/ 409 w 1692"/>
              <a:gd name="T97" fmla="*/ 345 h 711"/>
              <a:gd name="T98" fmla="*/ 429 w 1692"/>
              <a:gd name="T99" fmla="*/ 281 h 711"/>
              <a:gd name="T100" fmla="*/ 458 w 1692"/>
              <a:gd name="T101" fmla="*/ 222 h 711"/>
              <a:gd name="T102" fmla="*/ 496 w 1692"/>
              <a:gd name="T103" fmla="*/ 166 h 711"/>
              <a:gd name="T104" fmla="*/ 542 w 1692"/>
              <a:gd name="T105" fmla="*/ 119 h 711"/>
              <a:gd name="T106" fmla="*/ 593 w 1692"/>
              <a:gd name="T107" fmla="*/ 79 h 711"/>
              <a:gd name="T108" fmla="*/ 649 w 1692"/>
              <a:gd name="T109" fmla="*/ 45 h 711"/>
              <a:gd name="T110" fmla="*/ 710 w 1692"/>
              <a:gd name="T111" fmla="*/ 20 h 711"/>
              <a:gd name="T112" fmla="*/ 778 w 1692"/>
              <a:gd name="T113" fmla="*/ 6 h 711"/>
              <a:gd name="T114" fmla="*/ 845 w 1692"/>
              <a:gd name="T115" fmla="*/ 0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92" h="711">
                <a:moveTo>
                  <a:pt x="845" y="0"/>
                </a:moveTo>
                <a:lnTo>
                  <a:pt x="915" y="6"/>
                </a:lnTo>
                <a:lnTo>
                  <a:pt x="980" y="20"/>
                </a:lnTo>
                <a:lnTo>
                  <a:pt x="1044" y="45"/>
                </a:lnTo>
                <a:lnTo>
                  <a:pt x="1099" y="79"/>
                </a:lnTo>
                <a:lnTo>
                  <a:pt x="1151" y="119"/>
                </a:lnTo>
                <a:lnTo>
                  <a:pt x="1196" y="166"/>
                </a:lnTo>
                <a:lnTo>
                  <a:pt x="1234" y="222"/>
                </a:lnTo>
                <a:lnTo>
                  <a:pt x="1262" y="281"/>
                </a:lnTo>
                <a:lnTo>
                  <a:pt x="1284" y="345"/>
                </a:lnTo>
                <a:lnTo>
                  <a:pt x="1294" y="412"/>
                </a:lnTo>
                <a:lnTo>
                  <a:pt x="1307" y="406"/>
                </a:lnTo>
                <a:lnTo>
                  <a:pt x="1325" y="402"/>
                </a:lnTo>
                <a:lnTo>
                  <a:pt x="1349" y="398"/>
                </a:lnTo>
                <a:lnTo>
                  <a:pt x="1377" y="398"/>
                </a:lnTo>
                <a:lnTo>
                  <a:pt x="1407" y="400"/>
                </a:lnTo>
                <a:lnTo>
                  <a:pt x="1438" y="404"/>
                </a:lnTo>
                <a:lnTo>
                  <a:pt x="1472" y="410"/>
                </a:lnTo>
                <a:lnTo>
                  <a:pt x="1506" y="422"/>
                </a:lnTo>
                <a:lnTo>
                  <a:pt x="1540" y="434"/>
                </a:lnTo>
                <a:lnTo>
                  <a:pt x="1571" y="452"/>
                </a:lnTo>
                <a:lnTo>
                  <a:pt x="1601" y="473"/>
                </a:lnTo>
                <a:lnTo>
                  <a:pt x="1629" y="499"/>
                </a:lnTo>
                <a:lnTo>
                  <a:pt x="1653" y="531"/>
                </a:lnTo>
                <a:lnTo>
                  <a:pt x="1670" y="567"/>
                </a:lnTo>
                <a:lnTo>
                  <a:pt x="1684" y="606"/>
                </a:lnTo>
                <a:lnTo>
                  <a:pt x="1692" y="654"/>
                </a:lnTo>
                <a:lnTo>
                  <a:pt x="1692" y="707"/>
                </a:lnTo>
                <a:lnTo>
                  <a:pt x="1692" y="711"/>
                </a:lnTo>
                <a:lnTo>
                  <a:pt x="0" y="711"/>
                </a:lnTo>
                <a:lnTo>
                  <a:pt x="0" y="707"/>
                </a:lnTo>
                <a:lnTo>
                  <a:pt x="0" y="652"/>
                </a:lnTo>
                <a:lnTo>
                  <a:pt x="8" y="604"/>
                </a:lnTo>
                <a:lnTo>
                  <a:pt x="22" y="561"/>
                </a:lnTo>
                <a:lnTo>
                  <a:pt x="42" y="525"/>
                </a:lnTo>
                <a:lnTo>
                  <a:pt x="68" y="493"/>
                </a:lnTo>
                <a:lnTo>
                  <a:pt x="97" y="468"/>
                </a:lnTo>
                <a:lnTo>
                  <a:pt x="129" y="446"/>
                </a:lnTo>
                <a:lnTo>
                  <a:pt x="163" y="430"/>
                </a:lnTo>
                <a:lnTo>
                  <a:pt x="197" y="416"/>
                </a:lnTo>
                <a:lnTo>
                  <a:pt x="232" y="406"/>
                </a:lnTo>
                <a:lnTo>
                  <a:pt x="266" y="400"/>
                </a:lnTo>
                <a:lnTo>
                  <a:pt x="298" y="398"/>
                </a:lnTo>
                <a:lnTo>
                  <a:pt x="328" y="396"/>
                </a:lnTo>
                <a:lnTo>
                  <a:pt x="353" y="398"/>
                </a:lnTo>
                <a:lnTo>
                  <a:pt x="375" y="402"/>
                </a:lnTo>
                <a:lnTo>
                  <a:pt x="391" y="406"/>
                </a:lnTo>
                <a:lnTo>
                  <a:pt x="399" y="412"/>
                </a:lnTo>
                <a:lnTo>
                  <a:pt x="409" y="345"/>
                </a:lnTo>
                <a:lnTo>
                  <a:pt x="429" y="281"/>
                </a:lnTo>
                <a:lnTo>
                  <a:pt x="458" y="222"/>
                </a:lnTo>
                <a:lnTo>
                  <a:pt x="496" y="166"/>
                </a:lnTo>
                <a:lnTo>
                  <a:pt x="542" y="119"/>
                </a:lnTo>
                <a:lnTo>
                  <a:pt x="593" y="79"/>
                </a:lnTo>
                <a:lnTo>
                  <a:pt x="649" y="45"/>
                </a:lnTo>
                <a:lnTo>
                  <a:pt x="710" y="20"/>
                </a:lnTo>
                <a:lnTo>
                  <a:pt x="778" y="6"/>
                </a:lnTo>
                <a:lnTo>
                  <a:pt x="8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20841" y="1049294"/>
            <a:ext cx="137161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4000" b="1" dirty="0">
                <a:solidFill>
                  <a:schemeClr val="accent5"/>
                </a:solidFill>
                <a:latin typeface="Open Sans" panose="020B0606030504020204" pitchFamily="34" charset="0"/>
              </a:rPr>
              <a:t>50%</a:t>
            </a:r>
            <a:endParaRPr lang="en-US" sz="4000" b="1" dirty="0">
              <a:solidFill>
                <a:schemeClr val="accent5"/>
              </a:solidFill>
              <a:latin typeface="Open Sans" panose="020B0606030504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75516" y="1955352"/>
            <a:ext cx="134556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US" sz="3200" b="1">
                <a:solidFill>
                  <a:schemeClr val="bg1"/>
                </a:solidFill>
                <a:latin typeface="Open Sans" panose="020B0606030504020204" pitchFamily="34" charset="0"/>
              </a:rPr>
              <a:t>20%</a:t>
            </a:r>
            <a:endParaRPr lang="en-US" sz="3200" b="1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88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/>
          </p:cNvSpPr>
          <p:nvPr/>
        </p:nvSpPr>
        <p:spPr bwMode="auto">
          <a:xfrm>
            <a:off x="6861053" y="958330"/>
            <a:ext cx="2860295" cy="4941340"/>
          </a:xfrm>
          <a:custGeom>
            <a:avLst/>
            <a:gdLst>
              <a:gd name="T0" fmla="*/ 0 w 2496"/>
              <a:gd name="T1" fmla="*/ 0 h 4312"/>
              <a:gd name="T2" fmla="*/ 922 w 2496"/>
              <a:gd name="T3" fmla="*/ 0 h 4312"/>
              <a:gd name="T4" fmla="*/ 2496 w 2496"/>
              <a:gd name="T5" fmla="*/ 2156 h 4312"/>
              <a:gd name="T6" fmla="*/ 920 w 2496"/>
              <a:gd name="T7" fmla="*/ 4312 h 4312"/>
              <a:gd name="T8" fmla="*/ 0 w 2496"/>
              <a:gd name="T9" fmla="*/ 4312 h 4312"/>
              <a:gd name="T10" fmla="*/ 1573 w 2496"/>
              <a:gd name="T11" fmla="*/ 2156 h 4312"/>
              <a:gd name="T12" fmla="*/ 0 w 2496"/>
              <a:gd name="T13" fmla="*/ 0 h 4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96" h="4312">
                <a:moveTo>
                  <a:pt x="0" y="0"/>
                </a:moveTo>
                <a:lnTo>
                  <a:pt x="922" y="0"/>
                </a:lnTo>
                <a:lnTo>
                  <a:pt x="2496" y="2156"/>
                </a:lnTo>
                <a:lnTo>
                  <a:pt x="920" y="4312"/>
                </a:lnTo>
                <a:lnTo>
                  <a:pt x="0" y="4312"/>
                </a:lnTo>
                <a:lnTo>
                  <a:pt x="1573" y="21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467476" y="1149704"/>
            <a:ext cx="4854250" cy="758619"/>
          </a:xfrm>
          <a:custGeom>
            <a:avLst/>
            <a:gdLst>
              <a:gd name="T0" fmla="*/ 0 w 4236"/>
              <a:gd name="T1" fmla="*/ 0 h 662"/>
              <a:gd name="T2" fmla="*/ 3754 w 4236"/>
              <a:gd name="T3" fmla="*/ 0 h 662"/>
              <a:gd name="T4" fmla="*/ 4236 w 4236"/>
              <a:gd name="T5" fmla="*/ 662 h 662"/>
              <a:gd name="T6" fmla="*/ 0 w 4236"/>
              <a:gd name="T7" fmla="*/ 662 h 662"/>
              <a:gd name="T8" fmla="*/ 0 w 4236"/>
              <a:gd name="T9" fmla="*/ 0 h 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36" h="662">
                <a:moveTo>
                  <a:pt x="0" y="0"/>
                </a:moveTo>
                <a:lnTo>
                  <a:pt x="3754" y="0"/>
                </a:lnTo>
                <a:lnTo>
                  <a:pt x="4236" y="662"/>
                </a:lnTo>
                <a:lnTo>
                  <a:pt x="0" y="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2467476" y="2098551"/>
            <a:ext cx="5541821" cy="760911"/>
          </a:xfrm>
          <a:custGeom>
            <a:avLst/>
            <a:gdLst>
              <a:gd name="T0" fmla="*/ 0 w 4836"/>
              <a:gd name="T1" fmla="*/ 0 h 664"/>
              <a:gd name="T2" fmla="*/ 4355 w 4836"/>
              <a:gd name="T3" fmla="*/ 0 h 664"/>
              <a:gd name="T4" fmla="*/ 4836 w 4836"/>
              <a:gd name="T5" fmla="*/ 664 h 664"/>
              <a:gd name="T6" fmla="*/ 0 w 4836"/>
              <a:gd name="T7" fmla="*/ 664 h 664"/>
              <a:gd name="T8" fmla="*/ 0 w 4836"/>
              <a:gd name="T9" fmla="*/ 0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36" h="664">
                <a:moveTo>
                  <a:pt x="0" y="0"/>
                </a:moveTo>
                <a:lnTo>
                  <a:pt x="4355" y="0"/>
                </a:lnTo>
                <a:lnTo>
                  <a:pt x="4836" y="664"/>
                </a:lnTo>
                <a:lnTo>
                  <a:pt x="0" y="6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2467476" y="3048544"/>
            <a:ext cx="5954363" cy="760911"/>
          </a:xfrm>
          <a:custGeom>
            <a:avLst/>
            <a:gdLst>
              <a:gd name="T0" fmla="*/ 0 w 5196"/>
              <a:gd name="T1" fmla="*/ 0 h 664"/>
              <a:gd name="T2" fmla="*/ 4956 w 5196"/>
              <a:gd name="T3" fmla="*/ 0 h 664"/>
              <a:gd name="T4" fmla="*/ 5196 w 5196"/>
              <a:gd name="T5" fmla="*/ 332 h 664"/>
              <a:gd name="T6" fmla="*/ 4956 w 5196"/>
              <a:gd name="T7" fmla="*/ 664 h 664"/>
              <a:gd name="T8" fmla="*/ 0 w 5196"/>
              <a:gd name="T9" fmla="*/ 664 h 664"/>
              <a:gd name="T10" fmla="*/ 0 w 5196"/>
              <a:gd name="T11" fmla="*/ 0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196" h="664">
                <a:moveTo>
                  <a:pt x="0" y="0"/>
                </a:moveTo>
                <a:lnTo>
                  <a:pt x="4956" y="0"/>
                </a:lnTo>
                <a:lnTo>
                  <a:pt x="5196" y="332"/>
                </a:lnTo>
                <a:lnTo>
                  <a:pt x="4956" y="664"/>
                </a:lnTo>
                <a:lnTo>
                  <a:pt x="0" y="6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2467476" y="3992808"/>
            <a:ext cx="5546404" cy="758619"/>
          </a:xfrm>
          <a:custGeom>
            <a:avLst/>
            <a:gdLst>
              <a:gd name="T0" fmla="*/ 0 w 4840"/>
              <a:gd name="T1" fmla="*/ 0 h 662"/>
              <a:gd name="T2" fmla="*/ 4840 w 4840"/>
              <a:gd name="T3" fmla="*/ 0 h 662"/>
              <a:gd name="T4" fmla="*/ 4360 w 4840"/>
              <a:gd name="T5" fmla="*/ 662 h 662"/>
              <a:gd name="T6" fmla="*/ 0 w 4840"/>
              <a:gd name="T7" fmla="*/ 662 h 662"/>
              <a:gd name="T8" fmla="*/ 0 w 4840"/>
              <a:gd name="T9" fmla="*/ 0 h 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40" h="662">
                <a:moveTo>
                  <a:pt x="0" y="0"/>
                </a:moveTo>
                <a:lnTo>
                  <a:pt x="4840" y="0"/>
                </a:lnTo>
                <a:lnTo>
                  <a:pt x="4360" y="662"/>
                </a:lnTo>
                <a:lnTo>
                  <a:pt x="0" y="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2467476" y="4940510"/>
            <a:ext cx="4857688" cy="760911"/>
          </a:xfrm>
          <a:custGeom>
            <a:avLst/>
            <a:gdLst>
              <a:gd name="T0" fmla="*/ 0 w 4239"/>
              <a:gd name="T1" fmla="*/ 0 h 664"/>
              <a:gd name="T2" fmla="*/ 4239 w 4239"/>
              <a:gd name="T3" fmla="*/ 0 h 664"/>
              <a:gd name="T4" fmla="*/ 3759 w 4239"/>
              <a:gd name="T5" fmla="*/ 664 h 664"/>
              <a:gd name="T6" fmla="*/ 0 w 4239"/>
              <a:gd name="T7" fmla="*/ 664 h 664"/>
              <a:gd name="T8" fmla="*/ 0 w 4239"/>
              <a:gd name="T9" fmla="*/ 0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39" h="664">
                <a:moveTo>
                  <a:pt x="0" y="0"/>
                </a:moveTo>
                <a:lnTo>
                  <a:pt x="4239" y="0"/>
                </a:lnTo>
                <a:lnTo>
                  <a:pt x="3759" y="664"/>
                </a:lnTo>
                <a:lnTo>
                  <a:pt x="0" y="6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6104535" y="1320740"/>
            <a:ext cx="471440" cy="388280"/>
            <a:chOff x="3040063" y="2486025"/>
            <a:chExt cx="3779838" cy="3113087"/>
          </a:xfrm>
          <a:solidFill>
            <a:schemeClr val="bg1"/>
          </a:solidFill>
        </p:grpSpPr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8" name="Freeform 22"/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29" name="Freeform 37"/>
          <p:cNvSpPr>
            <a:spLocks noEditPoints="1"/>
          </p:cNvSpPr>
          <p:nvPr/>
        </p:nvSpPr>
        <p:spPr bwMode="auto">
          <a:xfrm>
            <a:off x="7557700" y="3208805"/>
            <a:ext cx="423012" cy="440390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0" name="Freeform 6"/>
          <p:cNvSpPr>
            <a:spLocks noEditPoints="1"/>
          </p:cNvSpPr>
          <p:nvPr/>
        </p:nvSpPr>
        <p:spPr bwMode="auto">
          <a:xfrm>
            <a:off x="6861053" y="4190999"/>
            <a:ext cx="362420" cy="362236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980440" y="2308804"/>
            <a:ext cx="350478" cy="340404"/>
            <a:chOff x="3108326" y="3362325"/>
            <a:chExt cx="3648147" cy="3543300"/>
          </a:xfrm>
          <a:solidFill>
            <a:schemeClr val="bg1"/>
          </a:solidFill>
        </p:grpSpPr>
        <p:sp>
          <p:nvSpPr>
            <p:cNvPr id="32" name="Freeform 18"/>
            <p:cNvSpPr>
              <a:spLocks/>
            </p:cNvSpPr>
            <p:nvPr/>
          </p:nvSpPr>
          <p:spPr bwMode="auto">
            <a:xfrm>
              <a:off x="4787973" y="3707381"/>
              <a:ext cx="1968500" cy="3133725"/>
            </a:xfrm>
            <a:custGeom>
              <a:avLst/>
              <a:gdLst>
                <a:gd name="T0" fmla="*/ 935 w 2479"/>
                <a:gd name="T1" fmla="*/ 40 h 3948"/>
                <a:gd name="T2" fmla="*/ 1169 w 2479"/>
                <a:gd name="T3" fmla="*/ 341 h 3948"/>
                <a:gd name="T4" fmla="*/ 1498 w 2479"/>
                <a:gd name="T5" fmla="*/ 729 h 3948"/>
                <a:gd name="T6" fmla="*/ 1671 w 2479"/>
                <a:gd name="T7" fmla="*/ 592 h 3948"/>
                <a:gd name="T8" fmla="*/ 2098 w 2479"/>
                <a:gd name="T9" fmla="*/ 539 h 3948"/>
                <a:gd name="T10" fmla="*/ 2230 w 2479"/>
                <a:gd name="T11" fmla="*/ 761 h 3948"/>
                <a:gd name="T12" fmla="*/ 2337 w 2479"/>
                <a:gd name="T13" fmla="*/ 998 h 3948"/>
                <a:gd name="T14" fmla="*/ 2415 w 2479"/>
                <a:gd name="T15" fmla="*/ 1248 h 3948"/>
                <a:gd name="T16" fmla="*/ 2463 w 2479"/>
                <a:gd name="T17" fmla="*/ 1509 h 3948"/>
                <a:gd name="T18" fmla="*/ 2479 w 2479"/>
                <a:gd name="T19" fmla="*/ 1781 h 3948"/>
                <a:gd name="T20" fmla="*/ 2461 w 2479"/>
                <a:gd name="T21" fmla="*/ 2063 h 3948"/>
                <a:gd name="T22" fmla="*/ 2410 w 2479"/>
                <a:gd name="T23" fmla="*/ 2335 h 3948"/>
                <a:gd name="T24" fmla="*/ 2325 w 2479"/>
                <a:gd name="T25" fmla="*/ 2593 h 3948"/>
                <a:gd name="T26" fmla="*/ 2211 w 2479"/>
                <a:gd name="T27" fmla="*/ 2838 h 3948"/>
                <a:gd name="T28" fmla="*/ 2070 w 2479"/>
                <a:gd name="T29" fmla="*/ 3064 h 3948"/>
                <a:gd name="T30" fmla="*/ 1901 w 2479"/>
                <a:gd name="T31" fmla="*/ 3272 h 3948"/>
                <a:gd name="T32" fmla="*/ 1710 w 2479"/>
                <a:gd name="T33" fmla="*/ 3458 h 3948"/>
                <a:gd name="T34" fmla="*/ 1498 w 2479"/>
                <a:gd name="T35" fmla="*/ 3621 h 3948"/>
                <a:gd name="T36" fmla="*/ 1267 w 2479"/>
                <a:gd name="T37" fmla="*/ 3759 h 3948"/>
                <a:gd name="T38" fmla="*/ 1018 w 2479"/>
                <a:gd name="T39" fmla="*/ 3868 h 3948"/>
                <a:gd name="T40" fmla="*/ 756 w 2479"/>
                <a:gd name="T41" fmla="*/ 3948 h 3948"/>
                <a:gd name="T42" fmla="*/ 1184 w 2479"/>
                <a:gd name="T43" fmla="*/ 3544 h 3948"/>
                <a:gd name="T44" fmla="*/ 1552 w 2479"/>
                <a:gd name="T45" fmla="*/ 3147 h 3948"/>
                <a:gd name="T46" fmla="*/ 1414 w 2479"/>
                <a:gd name="T47" fmla="*/ 2441 h 3948"/>
                <a:gd name="T48" fmla="*/ 1091 w 2479"/>
                <a:gd name="T49" fmla="*/ 2198 h 3948"/>
                <a:gd name="T50" fmla="*/ 646 w 2479"/>
                <a:gd name="T51" fmla="*/ 2102 h 3948"/>
                <a:gd name="T52" fmla="*/ 354 w 2479"/>
                <a:gd name="T53" fmla="*/ 2030 h 3948"/>
                <a:gd name="T54" fmla="*/ 254 w 2479"/>
                <a:gd name="T55" fmla="*/ 1833 h 3948"/>
                <a:gd name="T56" fmla="*/ 43 w 2479"/>
                <a:gd name="T57" fmla="*/ 1925 h 3948"/>
                <a:gd name="T58" fmla="*/ 175 w 2479"/>
                <a:gd name="T59" fmla="*/ 1660 h 3948"/>
                <a:gd name="T60" fmla="*/ 450 w 2479"/>
                <a:gd name="T61" fmla="*/ 1742 h 3948"/>
                <a:gd name="T62" fmla="*/ 756 w 2479"/>
                <a:gd name="T63" fmla="*/ 1281 h 3948"/>
                <a:gd name="T64" fmla="*/ 1345 w 2479"/>
                <a:gd name="T65" fmla="*/ 1121 h 3948"/>
                <a:gd name="T66" fmla="*/ 1096 w 2479"/>
                <a:gd name="T67" fmla="*/ 746 h 3948"/>
                <a:gd name="T68" fmla="*/ 847 w 2479"/>
                <a:gd name="T69" fmla="*/ 546 h 3948"/>
                <a:gd name="T70" fmla="*/ 558 w 2479"/>
                <a:gd name="T71" fmla="*/ 465 h 3948"/>
                <a:gd name="T72" fmla="*/ 276 w 2479"/>
                <a:gd name="T73" fmla="*/ 652 h 3948"/>
                <a:gd name="T74" fmla="*/ 442 w 2479"/>
                <a:gd name="T75" fmla="*/ 465 h 3948"/>
                <a:gd name="T76" fmla="*/ 685 w 2479"/>
                <a:gd name="T77" fmla="*/ 277 h 3948"/>
                <a:gd name="T78" fmla="*/ 820 w 2479"/>
                <a:gd name="T79" fmla="*/ 446 h 3948"/>
                <a:gd name="T80" fmla="*/ 1027 w 2479"/>
                <a:gd name="T81" fmla="*/ 414 h 3948"/>
                <a:gd name="T82" fmla="*/ 717 w 2479"/>
                <a:gd name="T83" fmla="*/ 95 h 3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79" h="3948">
                  <a:moveTo>
                    <a:pt x="723" y="0"/>
                  </a:moveTo>
                  <a:lnTo>
                    <a:pt x="935" y="40"/>
                  </a:lnTo>
                  <a:lnTo>
                    <a:pt x="1113" y="200"/>
                  </a:lnTo>
                  <a:lnTo>
                    <a:pt x="1169" y="341"/>
                  </a:lnTo>
                  <a:lnTo>
                    <a:pt x="1212" y="473"/>
                  </a:lnTo>
                  <a:lnTo>
                    <a:pt x="1498" y="729"/>
                  </a:lnTo>
                  <a:lnTo>
                    <a:pt x="1571" y="752"/>
                  </a:lnTo>
                  <a:lnTo>
                    <a:pt x="1671" y="592"/>
                  </a:lnTo>
                  <a:lnTo>
                    <a:pt x="2030" y="560"/>
                  </a:lnTo>
                  <a:lnTo>
                    <a:pt x="2098" y="539"/>
                  </a:lnTo>
                  <a:lnTo>
                    <a:pt x="2167" y="648"/>
                  </a:lnTo>
                  <a:lnTo>
                    <a:pt x="2230" y="761"/>
                  </a:lnTo>
                  <a:lnTo>
                    <a:pt x="2287" y="877"/>
                  </a:lnTo>
                  <a:lnTo>
                    <a:pt x="2337" y="998"/>
                  </a:lnTo>
                  <a:lnTo>
                    <a:pt x="2379" y="1121"/>
                  </a:lnTo>
                  <a:lnTo>
                    <a:pt x="2415" y="1248"/>
                  </a:lnTo>
                  <a:lnTo>
                    <a:pt x="2442" y="1377"/>
                  </a:lnTo>
                  <a:lnTo>
                    <a:pt x="2463" y="1509"/>
                  </a:lnTo>
                  <a:lnTo>
                    <a:pt x="2476" y="1645"/>
                  </a:lnTo>
                  <a:lnTo>
                    <a:pt x="2479" y="1781"/>
                  </a:lnTo>
                  <a:lnTo>
                    <a:pt x="2475" y="1924"/>
                  </a:lnTo>
                  <a:lnTo>
                    <a:pt x="2461" y="2063"/>
                  </a:lnTo>
                  <a:lnTo>
                    <a:pt x="2439" y="2201"/>
                  </a:lnTo>
                  <a:lnTo>
                    <a:pt x="2410" y="2335"/>
                  </a:lnTo>
                  <a:lnTo>
                    <a:pt x="2372" y="2466"/>
                  </a:lnTo>
                  <a:lnTo>
                    <a:pt x="2325" y="2593"/>
                  </a:lnTo>
                  <a:lnTo>
                    <a:pt x="2272" y="2717"/>
                  </a:lnTo>
                  <a:lnTo>
                    <a:pt x="2211" y="2838"/>
                  </a:lnTo>
                  <a:lnTo>
                    <a:pt x="2143" y="2952"/>
                  </a:lnTo>
                  <a:lnTo>
                    <a:pt x="2070" y="3064"/>
                  </a:lnTo>
                  <a:lnTo>
                    <a:pt x="1988" y="3170"/>
                  </a:lnTo>
                  <a:lnTo>
                    <a:pt x="1901" y="3272"/>
                  </a:lnTo>
                  <a:lnTo>
                    <a:pt x="1809" y="3368"/>
                  </a:lnTo>
                  <a:lnTo>
                    <a:pt x="1710" y="3458"/>
                  </a:lnTo>
                  <a:lnTo>
                    <a:pt x="1606" y="3542"/>
                  </a:lnTo>
                  <a:lnTo>
                    <a:pt x="1498" y="3621"/>
                  </a:lnTo>
                  <a:lnTo>
                    <a:pt x="1385" y="3693"/>
                  </a:lnTo>
                  <a:lnTo>
                    <a:pt x="1267" y="3759"/>
                  </a:lnTo>
                  <a:lnTo>
                    <a:pt x="1144" y="3817"/>
                  </a:lnTo>
                  <a:lnTo>
                    <a:pt x="1018" y="3868"/>
                  </a:lnTo>
                  <a:lnTo>
                    <a:pt x="889" y="3913"/>
                  </a:lnTo>
                  <a:lnTo>
                    <a:pt x="756" y="3948"/>
                  </a:lnTo>
                  <a:lnTo>
                    <a:pt x="797" y="3801"/>
                  </a:lnTo>
                  <a:lnTo>
                    <a:pt x="1184" y="3544"/>
                  </a:lnTo>
                  <a:lnTo>
                    <a:pt x="1285" y="3271"/>
                  </a:lnTo>
                  <a:lnTo>
                    <a:pt x="1552" y="3147"/>
                  </a:lnTo>
                  <a:lnTo>
                    <a:pt x="1806" y="2669"/>
                  </a:lnTo>
                  <a:lnTo>
                    <a:pt x="1414" y="2441"/>
                  </a:lnTo>
                  <a:lnTo>
                    <a:pt x="1212" y="2213"/>
                  </a:lnTo>
                  <a:lnTo>
                    <a:pt x="1091" y="2198"/>
                  </a:lnTo>
                  <a:lnTo>
                    <a:pt x="852" y="2134"/>
                  </a:lnTo>
                  <a:lnTo>
                    <a:pt x="646" y="2102"/>
                  </a:lnTo>
                  <a:lnTo>
                    <a:pt x="465" y="2153"/>
                  </a:lnTo>
                  <a:lnTo>
                    <a:pt x="354" y="2030"/>
                  </a:lnTo>
                  <a:lnTo>
                    <a:pt x="244" y="1998"/>
                  </a:lnTo>
                  <a:lnTo>
                    <a:pt x="254" y="1833"/>
                  </a:lnTo>
                  <a:lnTo>
                    <a:pt x="119" y="1838"/>
                  </a:lnTo>
                  <a:lnTo>
                    <a:pt x="43" y="1925"/>
                  </a:lnTo>
                  <a:lnTo>
                    <a:pt x="0" y="1742"/>
                  </a:lnTo>
                  <a:lnTo>
                    <a:pt x="175" y="1660"/>
                  </a:lnTo>
                  <a:lnTo>
                    <a:pt x="354" y="1742"/>
                  </a:lnTo>
                  <a:lnTo>
                    <a:pt x="450" y="1742"/>
                  </a:lnTo>
                  <a:lnTo>
                    <a:pt x="486" y="1601"/>
                  </a:lnTo>
                  <a:lnTo>
                    <a:pt x="756" y="1281"/>
                  </a:lnTo>
                  <a:lnTo>
                    <a:pt x="1128" y="1094"/>
                  </a:lnTo>
                  <a:lnTo>
                    <a:pt x="1345" y="1121"/>
                  </a:lnTo>
                  <a:lnTo>
                    <a:pt x="1364" y="1017"/>
                  </a:lnTo>
                  <a:lnTo>
                    <a:pt x="1096" y="746"/>
                  </a:lnTo>
                  <a:lnTo>
                    <a:pt x="995" y="546"/>
                  </a:lnTo>
                  <a:lnTo>
                    <a:pt x="847" y="546"/>
                  </a:lnTo>
                  <a:lnTo>
                    <a:pt x="756" y="494"/>
                  </a:lnTo>
                  <a:lnTo>
                    <a:pt x="558" y="465"/>
                  </a:lnTo>
                  <a:lnTo>
                    <a:pt x="516" y="698"/>
                  </a:lnTo>
                  <a:lnTo>
                    <a:pt x="276" y="652"/>
                  </a:lnTo>
                  <a:lnTo>
                    <a:pt x="257" y="505"/>
                  </a:lnTo>
                  <a:lnTo>
                    <a:pt x="442" y="465"/>
                  </a:lnTo>
                  <a:lnTo>
                    <a:pt x="503" y="203"/>
                  </a:lnTo>
                  <a:lnTo>
                    <a:pt x="685" y="277"/>
                  </a:lnTo>
                  <a:lnTo>
                    <a:pt x="681" y="389"/>
                  </a:lnTo>
                  <a:lnTo>
                    <a:pt x="820" y="446"/>
                  </a:lnTo>
                  <a:lnTo>
                    <a:pt x="913" y="473"/>
                  </a:lnTo>
                  <a:lnTo>
                    <a:pt x="1027" y="414"/>
                  </a:lnTo>
                  <a:lnTo>
                    <a:pt x="926" y="296"/>
                  </a:lnTo>
                  <a:lnTo>
                    <a:pt x="717" y="95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3" name="Freeform 19"/>
            <p:cNvSpPr>
              <a:spLocks/>
            </p:cNvSpPr>
            <p:nvPr/>
          </p:nvSpPr>
          <p:spPr bwMode="auto">
            <a:xfrm>
              <a:off x="3108326" y="4213225"/>
              <a:ext cx="2076450" cy="2692400"/>
            </a:xfrm>
            <a:custGeom>
              <a:avLst/>
              <a:gdLst>
                <a:gd name="T0" fmla="*/ 309 w 2615"/>
                <a:gd name="T1" fmla="*/ 126 h 3393"/>
                <a:gd name="T2" fmla="*/ 689 w 2615"/>
                <a:gd name="T3" fmla="*/ 209 h 3393"/>
                <a:gd name="T4" fmla="*/ 1302 w 2615"/>
                <a:gd name="T5" fmla="*/ 525 h 3393"/>
                <a:gd name="T6" fmla="*/ 1625 w 2615"/>
                <a:gd name="T7" fmla="*/ 1314 h 3393"/>
                <a:gd name="T8" fmla="*/ 1679 w 2615"/>
                <a:gd name="T9" fmla="*/ 1161 h 3393"/>
                <a:gd name="T10" fmla="*/ 2178 w 2615"/>
                <a:gd name="T11" fmla="*/ 1503 h 3393"/>
                <a:gd name="T12" fmla="*/ 2497 w 2615"/>
                <a:gd name="T13" fmla="*/ 1715 h 3393"/>
                <a:gd name="T14" fmla="*/ 2511 w 2615"/>
                <a:gd name="T15" fmla="*/ 2327 h 3393"/>
                <a:gd name="T16" fmla="*/ 2515 w 2615"/>
                <a:gd name="T17" fmla="*/ 2343 h 3393"/>
                <a:gd name="T18" fmla="*/ 2527 w 2615"/>
                <a:gd name="T19" fmla="*/ 2382 h 3393"/>
                <a:gd name="T20" fmla="*/ 2544 w 2615"/>
                <a:gd name="T21" fmla="*/ 2437 h 3393"/>
                <a:gd name="T22" fmla="*/ 2563 w 2615"/>
                <a:gd name="T23" fmla="*/ 2502 h 3393"/>
                <a:gd name="T24" fmla="*/ 2581 w 2615"/>
                <a:gd name="T25" fmla="*/ 2568 h 3393"/>
                <a:gd name="T26" fmla="*/ 2599 w 2615"/>
                <a:gd name="T27" fmla="*/ 2626 h 3393"/>
                <a:gd name="T28" fmla="*/ 2610 w 2615"/>
                <a:gd name="T29" fmla="*/ 2668 h 3393"/>
                <a:gd name="T30" fmla="*/ 2615 w 2615"/>
                <a:gd name="T31" fmla="*/ 2688 h 3393"/>
                <a:gd name="T32" fmla="*/ 2610 w 2615"/>
                <a:gd name="T33" fmla="*/ 2707 h 3393"/>
                <a:gd name="T34" fmla="*/ 2600 w 2615"/>
                <a:gd name="T35" fmla="*/ 2751 h 3393"/>
                <a:gd name="T36" fmla="*/ 2585 w 2615"/>
                <a:gd name="T37" fmla="*/ 2812 h 3393"/>
                <a:gd name="T38" fmla="*/ 2568 w 2615"/>
                <a:gd name="T39" fmla="*/ 2882 h 3393"/>
                <a:gd name="T40" fmla="*/ 2549 w 2615"/>
                <a:gd name="T41" fmla="*/ 2954 h 3393"/>
                <a:gd name="T42" fmla="*/ 2533 w 2615"/>
                <a:gd name="T43" fmla="*/ 3018 h 3393"/>
                <a:gd name="T44" fmla="*/ 2519 w 2615"/>
                <a:gd name="T45" fmla="*/ 3069 h 3393"/>
                <a:gd name="T46" fmla="*/ 2512 w 2615"/>
                <a:gd name="T47" fmla="*/ 3098 h 3393"/>
                <a:gd name="T48" fmla="*/ 2534 w 2615"/>
                <a:gd name="T49" fmla="*/ 3373 h 3393"/>
                <a:gd name="T50" fmla="*/ 2346 w 2615"/>
                <a:gd name="T51" fmla="*/ 3390 h 3393"/>
                <a:gd name="T52" fmla="*/ 2109 w 2615"/>
                <a:gd name="T53" fmla="*/ 3389 h 3393"/>
                <a:gd name="T54" fmla="*/ 1832 w 2615"/>
                <a:gd name="T55" fmla="*/ 3354 h 3393"/>
                <a:gd name="T56" fmla="*/ 1566 w 2615"/>
                <a:gd name="T57" fmla="*/ 3287 h 3393"/>
                <a:gd name="T58" fmla="*/ 1314 w 2615"/>
                <a:gd name="T59" fmla="*/ 3190 h 3393"/>
                <a:gd name="T60" fmla="*/ 1078 w 2615"/>
                <a:gd name="T61" fmla="*/ 3065 h 3393"/>
                <a:gd name="T62" fmla="*/ 858 w 2615"/>
                <a:gd name="T63" fmla="*/ 2914 h 3393"/>
                <a:gd name="T64" fmla="*/ 660 w 2615"/>
                <a:gd name="T65" fmla="*/ 2739 h 3393"/>
                <a:gd name="T66" fmla="*/ 482 w 2615"/>
                <a:gd name="T67" fmla="*/ 2542 h 3393"/>
                <a:gd name="T68" fmla="*/ 330 w 2615"/>
                <a:gd name="T69" fmla="*/ 2325 h 3393"/>
                <a:gd name="T70" fmla="*/ 203 w 2615"/>
                <a:gd name="T71" fmla="*/ 2091 h 3393"/>
                <a:gd name="T72" fmla="*/ 107 w 2615"/>
                <a:gd name="T73" fmla="*/ 1841 h 3393"/>
                <a:gd name="T74" fmla="*/ 39 w 2615"/>
                <a:gd name="T75" fmla="*/ 1577 h 3393"/>
                <a:gd name="T76" fmla="*/ 4 w 2615"/>
                <a:gd name="T77" fmla="*/ 1302 h 3393"/>
                <a:gd name="T78" fmla="*/ 4 w 2615"/>
                <a:gd name="T79" fmla="*/ 1025 h 3393"/>
                <a:gd name="T80" fmla="*/ 36 w 2615"/>
                <a:gd name="T81" fmla="*/ 760 h 3393"/>
                <a:gd name="T82" fmla="*/ 99 w 2615"/>
                <a:gd name="T83" fmla="*/ 506 h 3393"/>
                <a:gd name="T84" fmla="*/ 192 w 2615"/>
                <a:gd name="T85" fmla="*/ 264 h 3393"/>
                <a:gd name="T86" fmla="*/ 309 w 2615"/>
                <a:gd name="T87" fmla="*/ 36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615" h="3393">
                  <a:moveTo>
                    <a:pt x="470" y="0"/>
                  </a:moveTo>
                  <a:lnTo>
                    <a:pt x="309" y="126"/>
                  </a:lnTo>
                  <a:lnTo>
                    <a:pt x="437" y="209"/>
                  </a:lnTo>
                  <a:lnTo>
                    <a:pt x="689" y="209"/>
                  </a:lnTo>
                  <a:lnTo>
                    <a:pt x="1064" y="142"/>
                  </a:lnTo>
                  <a:lnTo>
                    <a:pt x="1302" y="525"/>
                  </a:lnTo>
                  <a:lnTo>
                    <a:pt x="1302" y="881"/>
                  </a:lnTo>
                  <a:lnTo>
                    <a:pt x="1625" y="1314"/>
                  </a:lnTo>
                  <a:lnTo>
                    <a:pt x="1679" y="1314"/>
                  </a:lnTo>
                  <a:lnTo>
                    <a:pt x="1679" y="1161"/>
                  </a:lnTo>
                  <a:lnTo>
                    <a:pt x="1804" y="1420"/>
                  </a:lnTo>
                  <a:lnTo>
                    <a:pt x="2178" y="1503"/>
                  </a:lnTo>
                  <a:lnTo>
                    <a:pt x="2346" y="1670"/>
                  </a:lnTo>
                  <a:lnTo>
                    <a:pt x="2497" y="1715"/>
                  </a:lnTo>
                  <a:lnTo>
                    <a:pt x="2346" y="2026"/>
                  </a:lnTo>
                  <a:lnTo>
                    <a:pt x="2511" y="2327"/>
                  </a:lnTo>
                  <a:lnTo>
                    <a:pt x="2512" y="2331"/>
                  </a:lnTo>
                  <a:lnTo>
                    <a:pt x="2515" y="2343"/>
                  </a:lnTo>
                  <a:lnTo>
                    <a:pt x="2521" y="2360"/>
                  </a:lnTo>
                  <a:lnTo>
                    <a:pt x="2527" y="2382"/>
                  </a:lnTo>
                  <a:lnTo>
                    <a:pt x="2536" y="2408"/>
                  </a:lnTo>
                  <a:lnTo>
                    <a:pt x="2544" y="2437"/>
                  </a:lnTo>
                  <a:lnTo>
                    <a:pt x="2553" y="2469"/>
                  </a:lnTo>
                  <a:lnTo>
                    <a:pt x="2563" y="2502"/>
                  </a:lnTo>
                  <a:lnTo>
                    <a:pt x="2572" y="2536"/>
                  </a:lnTo>
                  <a:lnTo>
                    <a:pt x="2581" y="2568"/>
                  </a:lnTo>
                  <a:lnTo>
                    <a:pt x="2590" y="2598"/>
                  </a:lnTo>
                  <a:lnTo>
                    <a:pt x="2599" y="2626"/>
                  </a:lnTo>
                  <a:lnTo>
                    <a:pt x="2605" y="2649"/>
                  </a:lnTo>
                  <a:lnTo>
                    <a:pt x="2610" y="2668"/>
                  </a:lnTo>
                  <a:lnTo>
                    <a:pt x="2613" y="2681"/>
                  </a:lnTo>
                  <a:lnTo>
                    <a:pt x="2615" y="2688"/>
                  </a:lnTo>
                  <a:lnTo>
                    <a:pt x="2613" y="2694"/>
                  </a:lnTo>
                  <a:lnTo>
                    <a:pt x="2610" y="2707"/>
                  </a:lnTo>
                  <a:lnTo>
                    <a:pt x="2606" y="2726"/>
                  </a:lnTo>
                  <a:lnTo>
                    <a:pt x="2600" y="2751"/>
                  </a:lnTo>
                  <a:lnTo>
                    <a:pt x="2593" y="2780"/>
                  </a:lnTo>
                  <a:lnTo>
                    <a:pt x="2585" y="2812"/>
                  </a:lnTo>
                  <a:lnTo>
                    <a:pt x="2577" y="2847"/>
                  </a:lnTo>
                  <a:lnTo>
                    <a:pt x="2568" y="2882"/>
                  </a:lnTo>
                  <a:lnTo>
                    <a:pt x="2558" y="2918"/>
                  </a:lnTo>
                  <a:lnTo>
                    <a:pt x="2549" y="2954"/>
                  </a:lnTo>
                  <a:lnTo>
                    <a:pt x="2540" y="2988"/>
                  </a:lnTo>
                  <a:lnTo>
                    <a:pt x="2533" y="3018"/>
                  </a:lnTo>
                  <a:lnTo>
                    <a:pt x="2525" y="3046"/>
                  </a:lnTo>
                  <a:lnTo>
                    <a:pt x="2519" y="3069"/>
                  </a:lnTo>
                  <a:lnTo>
                    <a:pt x="2515" y="3088"/>
                  </a:lnTo>
                  <a:lnTo>
                    <a:pt x="2512" y="3098"/>
                  </a:lnTo>
                  <a:lnTo>
                    <a:pt x="2511" y="3103"/>
                  </a:lnTo>
                  <a:lnTo>
                    <a:pt x="2534" y="3373"/>
                  </a:lnTo>
                  <a:lnTo>
                    <a:pt x="2442" y="3383"/>
                  </a:lnTo>
                  <a:lnTo>
                    <a:pt x="2346" y="3390"/>
                  </a:lnTo>
                  <a:lnTo>
                    <a:pt x="2251" y="3393"/>
                  </a:lnTo>
                  <a:lnTo>
                    <a:pt x="2109" y="3389"/>
                  </a:lnTo>
                  <a:lnTo>
                    <a:pt x="1969" y="3376"/>
                  </a:lnTo>
                  <a:lnTo>
                    <a:pt x="1832" y="3354"/>
                  </a:lnTo>
                  <a:lnTo>
                    <a:pt x="1697" y="3325"/>
                  </a:lnTo>
                  <a:lnTo>
                    <a:pt x="1566" y="3287"/>
                  </a:lnTo>
                  <a:lnTo>
                    <a:pt x="1438" y="3242"/>
                  </a:lnTo>
                  <a:lnTo>
                    <a:pt x="1314" y="3190"/>
                  </a:lnTo>
                  <a:lnTo>
                    <a:pt x="1194" y="3132"/>
                  </a:lnTo>
                  <a:lnTo>
                    <a:pt x="1078" y="3065"/>
                  </a:lnTo>
                  <a:lnTo>
                    <a:pt x="965" y="2994"/>
                  </a:lnTo>
                  <a:lnTo>
                    <a:pt x="858" y="2914"/>
                  </a:lnTo>
                  <a:lnTo>
                    <a:pt x="756" y="2829"/>
                  </a:lnTo>
                  <a:lnTo>
                    <a:pt x="660" y="2739"/>
                  </a:lnTo>
                  <a:lnTo>
                    <a:pt x="569" y="2643"/>
                  </a:lnTo>
                  <a:lnTo>
                    <a:pt x="482" y="2542"/>
                  </a:lnTo>
                  <a:lnTo>
                    <a:pt x="403" y="2436"/>
                  </a:lnTo>
                  <a:lnTo>
                    <a:pt x="330" y="2325"/>
                  </a:lnTo>
                  <a:lnTo>
                    <a:pt x="264" y="2210"/>
                  </a:lnTo>
                  <a:lnTo>
                    <a:pt x="203" y="2091"/>
                  </a:lnTo>
                  <a:lnTo>
                    <a:pt x="151" y="1968"/>
                  </a:lnTo>
                  <a:lnTo>
                    <a:pt x="107" y="1841"/>
                  </a:lnTo>
                  <a:lnTo>
                    <a:pt x="68" y="1710"/>
                  </a:lnTo>
                  <a:lnTo>
                    <a:pt x="39" y="1577"/>
                  </a:lnTo>
                  <a:lnTo>
                    <a:pt x="17" y="1442"/>
                  </a:lnTo>
                  <a:lnTo>
                    <a:pt x="4" y="1302"/>
                  </a:lnTo>
                  <a:lnTo>
                    <a:pt x="0" y="1161"/>
                  </a:lnTo>
                  <a:lnTo>
                    <a:pt x="4" y="1025"/>
                  </a:lnTo>
                  <a:lnTo>
                    <a:pt x="16" y="891"/>
                  </a:lnTo>
                  <a:lnTo>
                    <a:pt x="36" y="760"/>
                  </a:lnTo>
                  <a:lnTo>
                    <a:pt x="64" y="632"/>
                  </a:lnTo>
                  <a:lnTo>
                    <a:pt x="99" y="506"/>
                  </a:lnTo>
                  <a:lnTo>
                    <a:pt x="142" y="384"/>
                  </a:lnTo>
                  <a:lnTo>
                    <a:pt x="192" y="264"/>
                  </a:lnTo>
                  <a:lnTo>
                    <a:pt x="247" y="148"/>
                  </a:lnTo>
                  <a:lnTo>
                    <a:pt x="309" y="36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4" name="Freeform 20"/>
            <p:cNvSpPr>
              <a:spLocks noEditPoints="1"/>
            </p:cNvSpPr>
            <p:nvPr/>
          </p:nvSpPr>
          <p:spPr bwMode="auto">
            <a:xfrm>
              <a:off x="3517901" y="3362325"/>
              <a:ext cx="2139950" cy="644525"/>
            </a:xfrm>
            <a:custGeom>
              <a:avLst/>
              <a:gdLst>
                <a:gd name="T0" fmla="*/ 1152 w 2698"/>
                <a:gd name="T1" fmla="*/ 240 h 812"/>
                <a:gd name="T2" fmla="*/ 1147 w 2698"/>
                <a:gd name="T3" fmla="*/ 249 h 812"/>
                <a:gd name="T4" fmla="*/ 1137 w 2698"/>
                <a:gd name="T5" fmla="*/ 260 h 812"/>
                <a:gd name="T6" fmla="*/ 1122 w 2698"/>
                <a:gd name="T7" fmla="*/ 273 h 812"/>
                <a:gd name="T8" fmla="*/ 1106 w 2698"/>
                <a:gd name="T9" fmla="*/ 288 h 812"/>
                <a:gd name="T10" fmla="*/ 1086 w 2698"/>
                <a:gd name="T11" fmla="*/ 302 h 812"/>
                <a:gd name="T12" fmla="*/ 1067 w 2698"/>
                <a:gd name="T13" fmla="*/ 317 h 812"/>
                <a:gd name="T14" fmla="*/ 1048 w 2698"/>
                <a:gd name="T15" fmla="*/ 330 h 812"/>
                <a:gd name="T16" fmla="*/ 1030 w 2698"/>
                <a:gd name="T17" fmla="*/ 342 h 812"/>
                <a:gd name="T18" fmla="*/ 1017 w 2698"/>
                <a:gd name="T19" fmla="*/ 350 h 812"/>
                <a:gd name="T20" fmla="*/ 1008 w 2698"/>
                <a:gd name="T21" fmla="*/ 356 h 812"/>
                <a:gd name="T22" fmla="*/ 1004 w 2698"/>
                <a:gd name="T23" fmla="*/ 359 h 812"/>
                <a:gd name="T24" fmla="*/ 1152 w 2698"/>
                <a:gd name="T25" fmla="*/ 445 h 812"/>
                <a:gd name="T26" fmla="*/ 1458 w 2698"/>
                <a:gd name="T27" fmla="*/ 365 h 812"/>
                <a:gd name="T28" fmla="*/ 1386 w 2698"/>
                <a:gd name="T29" fmla="*/ 240 h 812"/>
                <a:gd name="T30" fmla="*/ 1253 w 2698"/>
                <a:gd name="T31" fmla="*/ 282 h 812"/>
                <a:gd name="T32" fmla="*/ 1152 w 2698"/>
                <a:gd name="T33" fmla="*/ 240 h 812"/>
                <a:gd name="T34" fmla="*/ 2064 w 2698"/>
                <a:gd name="T35" fmla="*/ 96 h 812"/>
                <a:gd name="T36" fmla="*/ 1832 w 2698"/>
                <a:gd name="T37" fmla="*/ 222 h 812"/>
                <a:gd name="T38" fmla="*/ 1702 w 2698"/>
                <a:gd name="T39" fmla="*/ 304 h 812"/>
                <a:gd name="T40" fmla="*/ 1793 w 2698"/>
                <a:gd name="T41" fmla="*/ 363 h 812"/>
                <a:gd name="T42" fmla="*/ 1997 w 2698"/>
                <a:gd name="T43" fmla="*/ 342 h 812"/>
                <a:gd name="T44" fmla="*/ 2211 w 2698"/>
                <a:gd name="T45" fmla="*/ 182 h 812"/>
                <a:gd name="T46" fmla="*/ 2064 w 2698"/>
                <a:gd name="T47" fmla="*/ 96 h 812"/>
                <a:gd name="T48" fmla="*/ 1737 w 2698"/>
                <a:gd name="T49" fmla="*/ 0 h 812"/>
                <a:gd name="T50" fmla="*/ 1866 w 2698"/>
                <a:gd name="T51" fmla="*/ 3 h 812"/>
                <a:gd name="T52" fmla="*/ 1992 w 2698"/>
                <a:gd name="T53" fmla="*/ 15 h 812"/>
                <a:gd name="T54" fmla="*/ 2115 w 2698"/>
                <a:gd name="T55" fmla="*/ 32 h 812"/>
                <a:gd name="T56" fmla="*/ 2237 w 2698"/>
                <a:gd name="T57" fmla="*/ 57 h 812"/>
                <a:gd name="T58" fmla="*/ 2356 w 2698"/>
                <a:gd name="T59" fmla="*/ 87 h 812"/>
                <a:gd name="T60" fmla="*/ 2473 w 2698"/>
                <a:gd name="T61" fmla="*/ 124 h 812"/>
                <a:gd name="T62" fmla="*/ 2586 w 2698"/>
                <a:gd name="T63" fmla="*/ 166 h 812"/>
                <a:gd name="T64" fmla="*/ 2698 w 2698"/>
                <a:gd name="T65" fmla="*/ 214 h 812"/>
                <a:gd name="T66" fmla="*/ 2616 w 2698"/>
                <a:gd name="T67" fmla="*/ 227 h 812"/>
                <a:gd name="T68" fmla="*/ 2396 w 2698"/>
                <a:gd name="T69" fmla="*/ 193 h 812"/>
                <a:gd name="T70" fmla="*/ 2239 w 2698"/>
                <a:gd name="T71" fmla="*/ 296 h 812"/>
                <a:gd name="T72" fmla="*/ 2127 w 2698"/>
                <a:gd name="T73" fmla="*/ 419 h 812"/>
                <a:gd name="T74" fmla="*/ 1725 w 2698"/>
                <a:gd name="T75" fmla="*/ 455 h 812"/>
                <a:gd name="T76" fmla="*/ 1560 w 2698"/>
                <a:gd name="T77" fmla="*/ 429 h 812"/>
                <a:gd name="T78" fmla="*/ 1447 w 2698"/>
                <a:gd name="T79" fmla="*/ 605 h 812"/>
                <a:gd name="T80" fmla="*/ 1115 w 2698"/>
                <a:gd name="T81" fmla="*/ 623 h 812"/>
                <a:gd name="T82" fmla="*/ 907 w 2698"/>
                <a:gd name="T83" fmla="*/ 564 h 812"/>
                <a:gd name="T84" fmla="*/ 724 w 2698"/>
                <a:gd name="T85" fmla="*/ 664 h 812"/>
                <a:gd name="T86" fmla="*/ 323 w 2698"/>
                <a:gd name="T87" fmla="*/ 719 h 812"/>
                <a:gd name="T88" fmla="*/ 2 w 2698"/>
                <a:gd name="T89" fmla="*/ 812 h 812"/>
                <a:gd name="T90" fmla="*/ 0 w 2698"/>
                <a:gd name="T91" fmla="*/ 812 h 812"/>
                <a:gd name="T92" fmla="*/ 87 w 2698"/>
                <a:gd name="T93" fmla="*/ 715 h 812"/>
                <a:gd name="T94" fmla="*/ 178 w 2698"/>
                <a:gd name="T95" fmla="*/ 623 h 812"/>
                <a:gd name="T96" fmla="*/ 273 w 2698"/>
                <a:gd name="T97" fmla="*/ 536 h 812"/>
                <a:gd name="T98" fmla="*/ 374 w 2698"/>
                <a:gd name="T99" fmla="*/ 456 h 812"/>
                <a:gd name="T100" fmla="*/ 480 w 2698"/>
                <a:gd name="T101" fmla="*/ 381 h 812"/>
                <a:gd name="T102" fmla="*/ 590 w 2698"/>
                <a:gd name="T103" fmla="*/ 312 h 812"/>
                <a:gd name="T104" fmla="*/ 703 w 2698"/>
                <a:gd name="T105" fmla="*/ 249 h 812"/>
                <a:gd name="T106" fmla="*/ 822 w 2698"/>
                <a:gd name="T107" fmla="*/ 192 h 812"/>
                <a:gd name="T108" fmla="*/ 944 w 2698"/>
                <a:gd name="T109" fmla="*/ 142 h 812"/>
                <a:gd name="T110" fmla="*/ 1068 w 2698"/>
                <a:gd name="T111" fmla="*/ 100 h 812"/>
                <a:gd name="T112" fmla="*/ 1197 w 2698"/>
                <a:gd name="T113" fmla="*/ 65 h 812"/>
                <a:gd name="T114" fmla="*/ 1328 w 2698"/>
                <a:gd name="T115" fmla="*/ 36 h 812"/>
                <a:gd name="T116" fmla="*/ 1463 w 2698"/>
                <a:gd name="T117" fmla="*/ 16 h 812"/>
                <a:gd name="T118" fmla="*/ 1599 w 2698"/>
                <a:gd name="T119" fmla="*/ 4 h 812"/>
                <a:gd name="T120" fmla="*/ 1737 w 2698"/>
                <a:gd name="T121" fmla="*/ 0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98" h="812">
                  <a:moveTo>
                    <a:pt x="1152" y="240"/>
                  </a:moveTo>
                  <a:lnTo>
                    <a:pt x="1147" y="249"/>
                  </a:lnTo>
                  <a:lnTo>
                    <a:pt x="1137" y="260"/>
                  </a:lnTo>
                  <a:lnTo>
                    <a:pt x="1122" y="273"/>
                  </a:lnTo>
                  <a:lnTo>
                    <a:pt x="1106" y="288"/>
                  </a:lnTo>
                  <a:lnTo>
                    <a:pt x="1086" y="302"/>
                  </a:lnTo>
                  <a:lnTo>
                    <a:pt x="1067" y="317"/>
                  </a:lnTo>
                  <a:lnTo>
                    <a:pt x="1048" y="330"/>
                  </a:lnTo>
                  <a:lnTo>
                    <a:pt x="1030" y="342"/>
                  </a:lnTo>
                  <a:lnTo>
                    <a:pt x="1017" y="350"/>
                  </a:lnTo>
                  <a:lnTo>
                    <a:pt x="1008" y="356"/>
                  </a:lnTo>
                  <a:lnTo>
                    <a:pt x="1004" y="359"/>
                  </a:lnTo>
                  <a:lnTo>
                    <a:pt x="1152" y="445"/>
                  </a:lnTo>
                  <a:lnTo>
                    <a:pt x="1458" y="365"/>
                  </a:lnTo>
                  <a:lnTo>
                    <a:pt x="1386" y="240"/>
                  </a:lnTo>
                  <a:lnTo>
                    <a:pt x="1253" y="282"/>
                  </a:lnTo>
                  <a:lnTo>
                    <a:pt x="1152" y="240"/>
                  </a:lnTo>
                  <a:close/>
                  <a:moveTo>
                    <a:pt x="2064" y="96"/>
                  </a:moveTo>
                  <a:lnTo>
                    <a:pt x="1832" y="222"/>
                  </a:lnTo>
                  <a:lnTo>
                    <a:pt x="1702" y="304"/>
                  </a:lnTo>
                  <a:lnTo>
                    <a:pt x="1793" y="363"/>
                  </a:lnTo>
                  <a:lnTo>
                    <a:pt x="1997" y="342"/>
                  </a:lnTo>
                  <a:lnTo>
                    <a:pt x="2211" y="182"/>
                  </a:lnTo>
                  <a:lnTo>
                    <a:pt x="2064" y="96"/>
                  </a:lnTo>
                  <a:close/>
                  <a:moveTo>
                    <a:pt x="1737" y="0"/>
                  </a:moveTo>
                  <a:lnTo>
                    <a:pt x="1866" y="3"/>
                  </a:lnTo>
                  <a:lnTo>
                    <a:pt x="1992" y="15"/>
                  </a:lnTo>
                  <a:lnTo>
                    <a:pt x="2115" y="32"/>
                  </a:lnTo>
                  <a:lnTo>
                    <a:pt x="2237" y="57"/>
                  </a:lnTo>
                  <a:lnTo>
                    <a:pt x="2356" y="87"/>
                  </a:lnTo>
                  <a:lnTo>
                    <a:pt x="2473" y="124"/>
                  </a:lnTo>
                  <a:lnTo>
                    <a:pt x="2586" y="166"/>
                  </a:lnTo>
                  <a:lnTo>
                    <a:pt x="2698" y="214"/>
                  </a:lnTo>
                  <a:lnTo>
                    <a:pt x="2616" y="227"/>
                  </a:lnTo>
                  <a:lnTo>
                    <a:pt x="2396" y="193"/>
                  </a:lnTo>
                  <a:lnTo>
                    <a:pt x="2239" y="296"/>
                  </a:lnTo>
                  <a:lnTo>
                    <a:pt x="2127" y="419"/>
                  </a:lnTo>
                  <a:lnTo>
                    <a:pt x="1725" y="455"/>
                  </a:lnTo>
                  <a:lnTo>
                    <a:pt x="1560" y="429"/>
                  </a:lnTo>
                  <a:lnTo>
                    <a:pt x="1447" y="605"/>
                  </a:lnTo>
                  <a:lnTo>
                    <a:pt x="1115" y="623"/>
                  </a:lnTo>
                  <a:lnTo>
                    <a:pt x="907" y="564"/>
                  </a:lnTo>
                  <a:lnTo>
                    <a:pt x="724" y="664"/>
                  </a:lnTo>
                  <a:lnTo>
                    <a:pt x="323" y="719"/>
                  </a:lnTo>
                  <a:lnTo>
                    <a:pt x="2" y="812"/>
                  </a:lnTo>
                  <a:lnTo>
                    <a:pt x="0" y="812"/>
                  </a:lnTo>
                  <a:lnTo>
                    <a:pt x="87" y="715"/>
                  </a:lnTo>
                  <a:lnTo>
                    <a:pt x="178" y="623"/>
                  </a:lnTo>
                  <a:lnTo>
                    <a:pt x="273" y="536"/>
                  </a:lnTo>
                  <a:lnTo>
                    <a:pt x="374" y="456"/>
                  </a:lnTo>
                  <a:lnTo>
                    <a:pt x="480" y="381"/>
                  </a:lnTo>
                  <a:lnTo>
                    <a:pt x="590" y="312"/>
                  </a:lnTo>
                  <a:lnTo>
                    <a:pt x="703" y="249"/>
                  </a:lnTo>
                  <a:lnTo>
                    <a:pt x="822" y="192"/>
                  </a:lnTo>
                  <a:lnTo>
                    <a:pt x="944" y="142"/>
                  </a:lnTo>
                  <a:lnTo>
                    <a:pt x="1068" y="100"/>
                  </a:lnTo>
                  <a:lnTo>
                    <a:pt x="1197" y="65"/>
                  </a:lnTo>
                  <a:lnTo>
                    <a:pt x="1328" y="36"/>
                  </a:lnTo>
                  <a:lnTo>
                    <a:pt x="1463" y="16"/>
                  </a:lnTo>
                  <a:lnTo>
                    <a:pt x="1599" y="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998395" y="5146839"/>
            <a:ext cx="350479" cy="315823"/>
            <a:chOff x="3803650" y="2044701"/>
            <a:chExt cx="1701800" cy="1533525"/>
          </a:xfrm>
          <a:solidFill>
            <a:schemeClr val="bg1"/>
          </a:solidFill>
        </p:grpSpPr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3803650" y="2854326"/>
              <a:ext cx="1701800" cy="723900"/>
            </a:xfrm>
            <a:custGeom>
              <a:avLst/>
              <a:gdLst>
                <a:gd name="T0" fmla="*/ 0 w 4289"/>
                <a:gd name="T1" fmla="*/ 0 h 1826"/>
                <a:gd name="T2" fmla="*/ 1803 w 4289"/>
                <a:gd name="T3" fmla="*/ 409 h 1826"/>
                <a:gd name="T4" fmla="*/ 1803 w 4289"/>
                <a:gd name="T5" fmla="*/ 751 h 1826"/>
                <a:gd name="T6" fmla="*/ 1807 w 4289"/>
                <a:gd name="T7" fmla="*/ 777 h 1826"/>
                <a:gd name="T8" fmla="*/ 1816 w 4289"/>
                <a:gd name="T9" fmla="*/ 800 h 1826"/>
                <a:gd name="T10" fmla="*/ 1832 w 4289"/>
                <a:gd name="T11" fmla="*/ 820 h 1826"/>
                <a:gd name="T12" fmla="*/ 1851 w 4289"/>
                <a:gd name="T13" fmla="*/ 835 h 1826"/>
                <a:gd name="T14" fmla="*/ 1875 w 4289"/>
                <a:gd name="T15" fmla="*/ 846 h 1826"/>
                <a:gd name="T16" fmla="*/ 1901 w 4289"/>
                <a:gd name="T17" fmla="*/ 848 h 1826"/>
                <a:gd name="T18" fmla="*/ 2389 w 4289"/>
                <a:gd name="T19" fmla="*/ 848 h 1826"/>
                <a:gd name="T20" fmla="*/ 2415 w 4289"/>
                <a:gd name="T21" fmla="*/ 846 h 1826"/>
                <a:gd name="T22" fmla="*/ 2438 w 4289"/>
                <a:gd name="T23" fmla="*/ 835 h 1826"/>
                <a:gd name="T24" fmla="*/ 2458 w 4289"/>
                <a:gd name="T25" fmla="*/ 820 h 1826"/>
                <a:gd name="T26" fmla="*/ 2472 w 4289"/>
                <a:gd name="T27" fmla="*/ 800 h 1826"/>
                <a:gd name="T28" fmla="*/ 2482 w 4289"/>
                <a:gd name="T29" fmla="*/ 777 h 1826"/>
                <a:gd name="T30" fmla="*/ 2486 w 4289"/>
                <a:gd name="T31" fmla="*/ 751 h 1826"/>
                <a:gd name="T32" fmla="*/ 2486 w 4289"/>
                <a:gd name="T33" fmla="*/ 409 h 1826"/>
                <a:gd name="T34" fmla="*/ 4289 w 4289"/>
                <a:gd name="T35" fmla="*/ 3 h 1826"/>
                <a:gd name="T36" fmla="*/ 4289 w 4289"/>
                <a:gd name="T37" fmla="*/ 1631 h 1826"/>
                <a:gd name="T38" fmla="*/ 4285 w 4289"/>
                <a:gd name="T39" fmla="*/ 1670 h 1826"/>
                <a:gd name="T40" fmla="*/ 4274 w 4289"/>
                <a:gd name="T41" fmla="*/ 1706 h 1826"/>
                <a:gd name="T42" fmla="*/ 4256 w 4289"/>
                <a:gd name="T43" fmla="*/ 1740 h 1826"/>
                <a:gd name="T44" fmla="*/ 4232 w 4289"/>
                <a:gd name="T45" fmla="*/ 1768 h 1826"/>
                <a:gd name="T46" fmla="*/ 4204 w 4289"/>
                <a:gd name="T47" fmla="*/ 1792 h 1826"/>
                <a:gd name="T48" fmla="*/ 4170 w 4289"/>
                <a:gd name="T49" fmla="*/ 1810 h 1826"/>
                <a:gd name="T50" fmla="*/ 4133 w 4289"/>
                <a:gd name="T51" fmla="*/ 1822 h 1826"/>
                <a:gd name="T52" fmla="*/ 4094 w 4289"/>
                <a:gd name="T53" fmla="*/ 1826 h 1826"/>
                <a:gd name="T54" fmla="*/ 195 w 4289"/>
                <a:gd name="T55" fmla="*/ 1826 h 1826"/>
                <a:gd name="T56" fmla="*/ 156 w 4289"/>
                <a:gd name="T57" fmla="*/ 1822 h 1826"/>
                <a:gd name="T58" fmla="*/ 120 w 4289"/>
                <a:gd name="T59" fmla="*/ 1810 h 1826"/>
                <a:gd name="T60" fmla="*/ 86 w 4289"/>
                <a:gd name="T61" fmla="*/ 1792 h 1826"/>
                <a:gd name="T62" fmla="*/ 57 w 4289"/>
                <a:gd name="T63" fmla="*/ 1768 h 1826"/>
                <a:gd name="T64" fmla="*/ 34 w 4289"/>
                <a:gd name="T65" fmla="*/ 1740 h 1826"/>
                <a:gd name="T66" fmla="*/ 16 w 4289"/>
                <a:gd name="T67" fmla="*/ 1706 h 1826"/>
                <a:gd name="T68" fmla="*/ 4 w 4289"/>
                <a:gd name="T69" fmla="*/ 1670 h 1826"/>
                <a:gd name="T70" fmla="*/ 0 w 4289"/>
                <a:gd name="T71" fmla="*/ 1631 h 1826"/>
                <a:gd name="T72" fmla="*/ 0 w 4289"/>
                <a:gd name="T73" fmla="*/ 0 h 1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89" h="1826">
                  <a:moveTo>
                    <a:pt x="0" y="0"/>
                  </a:moveTo>
                  <a:lnTo>
                    <a:pt x="1803" y="409"/>
                  </a:lnTo>
                  <a:lnTo>
                    <a:pt x="1803" y="751"/>
                  </a:lnTo>
                  <a:lnTo>
                    <a:pt x="1807" y="777"/>
                  </a:lnTo>
                  <a:lnTo>
                    <a:pt x="1816" y="800"/>
                  </a:lnTo>
                  <a:lnTo>
                    <a:pt x="1832" y="820"/>
                  </a:lnTo>
                  <a:lnTo>
                    <a:pt x="1851" y="835"/>
                  </a:lnTo>
                  <a:lnTo>
                    <a:pt x="1875" y="846"/>
                  </a:lnTo>
                  <a:lnTo>
                    <a:pt x="1901" y="848"/>
                  </a:lnTo>
                  <a:lnTo>
                    <a:pt x="2389" y="848"/>
                  </a:lnTo>
                  <a:lnTo>
                    <a:pt x="2415" y="846"/>
                  </a:lnTo>
                  <a:lnTo>
                    <a:pt x="2438" y="835"/>
                  </a:lnTo>
                  <a:lnTo>
                    <a:pt x="2458" y="820"/>
                  </a:lnTo>
                  <a:lnTo>
                    <a:pt x="2472" y="800"/>
                  </a:lnTo>
                  <a:lnTo>
                    <a:pt x="2482" y="777"/>
                  </a:lnTo>
                  <a:lnTo>
                    <a:pt x="2486" y="751"/>
                  </a:lnTo>
                  <a:lnTo>
                    <a:pt x="2486" y="409"/>
                  </a:lnTo>
                  <a:lnTo>
                    <a:pt x="4289" y="3"/>
                  </a:lnTo>
                  <a:lnTo>
                    <a:pt x="4289" y="1631"/>
                  </a:lnTo>
                  <a:lnTo>
                    <a:pt x="4285" y="1670"/>
                  </a:lnTo>
                  <a:lnTo>
                    <a:pt x="4274" y="1706"/>
                  </a:lnTo>
                  <a:lnTo>
                    <a:pt x="4256" y="1740"/>
                  </a:lnTo>
                  <a:lnTo>
                    <a:pt x="4232" y="1768"/>
                  </a:lnTo>
                  <a:lnTo>
                    <a:pt x="4204" y="1792"/>
                  </a:lnTo>
                  <a:lnTo>
                    <a:pt x="4170" y="1810"/>
                  </a:lnTo>
                  <a:lnTo>
                    <a:pt x="4133" y="1822"/>
                  </a:lnTo>
                  <a:lnTo>
                    <a:pt x="4094" y="1826"/>
                  </a:lnTo>
                  <a:lnTo>
                    <a:pt x="195" y="1826"/>
                  </a:lnTo>
                  <a:lnTo>
                    <a:pt x="156" y="1822"/>
                  </a:lnTo>
                  <a:lnTo>
                    <a:pt x="120" y="1810"/>
                  </a:lnTo>
                  <a:lnTo>
                    <a:pt x="86" y="1792"/>
                  </a:lnTo>
                  <a:lnTo>
                    <a:pt x="57" y="1768"/>
                  </a:lnTo>
                  <a:lnTo>
                    <a:pt x="34" y="1740"/>
                  </a:lnTo>
                  <a:lnTo>
                    <a:pt x="16" y="1706"/>
                  </a:lnTo>
                  <a:lnTo>
                    <a:pt x="4" y="1670"/>
                  </a:lnTo>
                  <a:lnTo>
                    <a:pt x="0" y="16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3803650" y="2419351"/>
              <a:ext cx="1701800" cy="498475"/>
            </a:xfrm>
            <a:custGeom>
              <a:avLst/>
              <a:gdLst>
                <a:gd name="T0" fmla="*/ 195 w 4289"/>
                <a:gd name="T1" fmla="*/ 0 h 1255"/>
                <a:gd name="T2" fmla="*/ 4094 w 4289"/>
                <a:gd name="T3" fmla="*/ 0 h 1255"/>
                <a:gd name="T4" fmla="*/ 4133 w 4289"/>
                <a:gd name="T5" fmla="*/ 3 h 1255"/>
                <a:gd name="T6" fmla="*/ 4170 w 4289"/>
                <a:gd name="T7" fmla="*/ 15 h 1255"/>
                <a:gd name="T8" fmla="*/ 4204 w 4289"/>
                <a:gd name="T9" fmla="*/ 33 h 1255"/>
                <a:gd name="T10" fmla="*/ 4232 w 4289"/>
                <a:gd name="T11" fmla="*/ 57 h 1255"/>
                <a:gd name="T12" fmla="*/ 4256 w 4289"/>
                <a:gd name="T13" fmla="*/ 85 h 1255"/>
                <a:gd name="T14" fmla="*/ 4274 w 4289"/>
                <a:gd name="T15" fmla="*/ 119 h 1255"/>
                <a:gd name="T16" fmla="*/ 4285 w 4289"/>
                <a:gd name="T17" fmla="*/ 155 h 1255"/>
                <a:gd name="T18" fmla="*/ 4289 w 4289"/>
                <a:gd name="T19" fmla="*/ 194 h 1255"/>
                <a:gd name="T20" fmla="*/ 4289 w 4289"/>
                <a:gd name="T21" fmla="*/ 848 h 1255"/>
                <a:gd name="T22" fmla="*/ 2486 w 4289"/>
                <a:gd name="T23" fmla="*/ 1255 h 1255"/>
                <a:gd name="T24" fmla="*/ 2486 w 4289"/>
                <a:gd name="T25" fmla="*/ 1068 h 1255"/>
                <a:gd name="T26" fmla="*/ 2482 w 4289"/>
                <a:gd name="T27" fmla="*/ 1042 h 1255"/>
                <a:gd name="T28" fmla="*/ 2472 w 4289"/>
                <a:gd name="T29" fmla="*/ 1018 h 1255"/>
                <a:gd name="T30" fmla="*/ 2458 w 4289"/>
                <a:gd name="T31" fmla="*/ 999 h 1255"/>
                <a:gd name="T32" fmla="*/ 2438 w 4289"/>
                <a:gd name="T33" fmla="*/ 983 h 1255"/>
                <a:gd name="T34" fmla="*/ 2415 w 4289"/>
                <a:gd name="T35" fmla="*/ 974 h 1255"/>
                <a:gd name="T36" fmla="*/ 2389 w 4289"/>
                <a:gd name="T37" fmla="*/ 970 h 1255"/>
                <a:gd name="T38" fmla="*/ 1901 w 4289"/>
                <a:gd name="T39" fmla="*/ 970 h 1255"/>
                <a:gd name="T40" fmla="*/ 1875 w 4289"/>
                <a:gd name="T41" fmla="*/ 974 h 1255"/>
                <a:gd name="T42" fmla="*/ 1851 w 4289"/>
                <a:gd name="T43" fmla="*/ 983 h 1255"/>
                <a:gd name="T44" fmla="*/ 1832 w 4289"/>
                <a:gd name="T45" fmla="*/ 999 h 1255"/>
                <a:gd name="T46" fmla="*/ 1816 w 4289"/>
                <a:gd name="T47" fmla="*/ 1018 h 1255"/>
                <a:gd name="T48" fmla="*/ 1807 w 4289"/>
                <a:gd name="T49" fmla="*/ 1042 h 1255"/>
                <a:gd name="T50" fmla="*/ 1803 w 4289"/>
                <a:gd name="T51" fmla="*/ 1068 h 1255"/>
                <a:gd name="T52" fmla="*/ 1803 w 4289"/>
                <a:gd name="T53" fmla="*/ 1255 h 1255"/>
                <a:gd name="T54" fmla="*/ 0 w 4289"/>
                <a:gd name="T55" fmla="*/ 845 h 1255"/>
                <a:gd name="T56" fmla="*/ 0 w 4289"/>
                <a:gd name="T57" fmla="*/ 194 h 1255"/>
                <a:gd name="T58" fmla="*/ 4 w 4289"/>
                <a:gd name="T59" fmla="*/ 155 h 1255"/>
                <a:gd name="T60" fmla="*/ 16 w 4289"/>
                <a:gd name="T61" fmla="*/ 119 h 1255"/>
                <a:gd name="T62" fmla="*/ 34 w 4289"/>
                <a:gd name="T63" fmla="*/ 85 h 1255"/>
                <a:gd name="T64" fmla="*/ 57 w 4289"/>
                <a:gd name="T65" fmla="*/ 57 h 1255"/>
                <a:gd name="T66" fmla="*/ 86 w 4289"/>
                <a:gd name="T67" fmla="*/ 33 h 1255"/>
                <a:gd name="T68" fmla="*/ 120 w 4289"/>
                <a:gd name="T69" fmla="*/ 15 h 1255"/>
                <a:gd name="T70" fmla="*/ 156 w 4289"/>
                <a:gd name="T71" fmla="*/ 3 h 1255"/>
                <a:gd name="T72" fmla="*/ 195 w 4289"/>
                <a:gd name="T73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89" h="1255">
                  <a:moveTo>
                    <a:pt x="195" y="0"/>
                  </a:moveTo>
                  <a:lnTo>
                    <a:pt x="4094" y="0"/>
                  </a:lnTo>
                  <a:lnTo>
                    <a:pt x="4133" y="3"/>
                  </a:lnTo>
                  <a:lnTo>
                    <a:pt x="4170" y="15"/>
                  </a:lnTo>
                  <a:lnTo>
                    <a:pt x="4204" y="33"/>
                  </a:lnTo>
                  <a:lnTo>
                    <a:pt x="4232" y="57"/>
                  </a:lnTo>
                  <a:lnTo>
                    <a:pt x="4256" y="85"/>
                  </a:lnTo>
                  <a:lnTo>
                    <a:pt x="4274" y="119"/>
                  </a:lnTo>
                  <a:lnTo>
                    <a:pt x="4285" y="155"/>
                  </a:lnTo>
                  <a:lnTo>
                    <a:pt x="4289" y="194"/>
                  </a:lnTo>
                  <a:lnTo>
                    <a:pt x="4289" y="848"/>
                  </a:lnTo>
                  <a:lnTo>
                    <a:pt x="2486" y="1255"/>
                  </a:lnTo>
                  <a:lnTo>
                    <a:pt x="2486" y="1068"/>
                  </a:lnTo>
                  <a:lnTo>
                    <a:pt x="2482" y="1042"/>
                  </a:lnTo>
                  <a:lnTo>
                    <a:pt x="2472" y="1018"/>
                  </a:lnTo>
                  <a:lnTo>
                    <a:pt x="2458" y="999"/>
                  </a:lnTo>
                  <a:lnTo>
                    <a:pt x="2438" y="983"/>
                  </a:lnTo>
                  <a:lnTo>
                    <a:pt x="2415" y="974"/>
                  </a:lnTo>
                  <a:lnTo>
                    <a:pt x="2389" y="970"/>
                  </a:lnTo>
                  <a:lnTo>
                    <a:pt x="1901" y="970"/>
                  </a:lnTo>
                  <a:lnTo>
                    <a:pt x="1875" y="974"/>
                  </a:lnTo>
                  <a:lnTo>
                    <a:pt x="1851" y="983"/>
                  </a:lnTo>
                  <a:lnTo>
                    <a:pt x="1832" y="999"/>
                  </a:lnTo>
                  <a:lnTo>
                    <a:pt x="1816" y="1018"/>
                  </a:lnTo>
                  <a:lnTo>
                    <a:pt x="1807" y="1042"/>
                  </a:lnTo>
                  <a:lnTo>
                    <a:pt x="1803" y="1068"/>
                  </a:lnTo>
                  <a:lnTo>
                    <a:pt x="1803" y="1255"/>
                  </a:lnTo>
                  <a:lnTo>
                    <a:pt x="0" y="845"/>
                  </a:lnTo>
                  <a:lnTo>
                    <a:pt x="0" y="194"/>
                  </a:lnTo>
                  <a:lnTo>
                    <a:pt x="4" y="155"/>
                  </a:lnTo>
                  <a:lnTo>
                    <a:pt x="16" y="119"/>
                  </a:lnTo>
                  <a:lnTo>
                    <a:pt x="34" y="85"/>
                  </a:lnTo>
                  <a:lnTo>
                    <a:pt x="57" y="57"/>
                  </a:lnTo>
                  <a:lnTo>
                    <a:pt x="86" y="33"/>
                  </a:lnTo>
                  <a:lnTo>
                    <a:pt x="120" y="15"/>
                  </a:lnTo>
                  <a:lnTo>
                    <a:pt x="156" y="3"/>
                  </a:lnTo>
                  <a:lnTo>
                    <a:pt x="1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Open Sans" panose="020B0606030504020204" pitchFamily="34" charset="0"/>
              </a:endParaRPr>
            </a:p>
          </p:txBody>
        </p:sp>
        <p:sp>
          <p:nvSpPr>
            <p:cNvPr id="38" name="Freeform 8"/>
            <p:cNvSpPr>
              <a:spLocks/>
            </p:cNvSpPr>
            <p:nvPr/>
          </p:nvSpPr>
          <p:spPr bwMode="auto">
            <a:xfrm>
              <a:off x="4265613" y="2044701"/>
              <a:ext cx="779463" cy="296863"/>
            </a:xfrm>
            <a:custGeom>
              <a:avLst/>
              <a:gdLst>
                <a:gd name="T0" fmla="*/ 493 w 1963"/>
                <a:gd name="T1" fmla="*/ 0 h 750"/>
                <a:gd name="T2" fmla="*/ 1470 w 1963"/>
                <a:gd name="T3" fmla="*/ 0 h 750"/>
                <a:gd name="T4" fmla="*/ 1531 w 1963"/>
                <a:gd name="T5" fmla="*/ 4 h 750"/>
                <a:gd name="T6" fmla="*/ 1591 w 1963"/>
                <a:gd name="T7" fmla="*/ 15 h 750"/>
                <a:gd name="T8" fmla="*/ 1648 w 1963"/>
                <a:gd name="T9" fmla="*/ 34 h 750"/>
                <a:gd name="T10" fmla="*/ 1702 w 1963"/>
                <a:gd name="T11" fmla="*/ 58 h 750"/>
                <a:gd name="T12" fmla="*/ 1751 w 1963"/>
                <a:gd name="T13" fmla="*/ 88 h 750"/>
                <a:gd name="T14" fmla="*/ 1797 w 1963"/>
                <a:gd name="T15" fmla="*/ 125 h 750"/>
                <a:gd name="T16" fmla="*/ 1838 w 1963"/>
                <a:gd name="T17" fmla="*/ 166 h 750"/>
                <a:gd name="T18" fmla="*/ 1875 w 1963"/>
                <a:gd name="T19" fmla="*/ 212 h 750"/>
                <a:gd name="T20" fmla="*/ 1905 w 1963"/>
                <a:gd name="T21" fmla="*/ 261 h 750"/>
                <a:gd name="T22" fmla="*/ 1929 w 1963"/>
                <a:gd name="T23" fmla="*/ 314 h 750"/>
                <a:gd name="T24" fmla="*/ 1948 w 1963"/>
                <a:gd name="T25" fmla="*/ 372 h 750"/>
                <a:gd name="T26" fmla="*/ 1959 w 1963"/>
                <a:gd name="T27" fmla="*/ 431 h 750"/>
                <a:gd name="T28" fmla="*/ 1963 w 1963"/>
                <a:gd name="T29" fmla="*/ 492 h 750"/>
                <a:gd name="T30" fmla="*/ 1963 w 1963"/>
                <a:gd name="T31" fmla="*/ 750 h 750"/>
                <a:gd name="T32" fmla="*/ 1734 w 1963"/>
                <a:gd name="T33" fmla="*/ 750 h 750"/>
                <a:gd name="T34" fmla="*/ 1734 w 1963"/>
                <a:gd name="T35" fmla="*/ 492 h 750"/>
                <a:gd name="T36" fmla="*/ 1730 w 1963"/>
                <a:gd name="T37" fmla="*/ 449 h 750"/>
                <a:gd name="T38" fmla="*/ 1720 w 1963"/>
                <a:gd name="T39" fmla="*/ 409 h 750"/>
                <a:gd name="T40" fmla="*/ 1704 w 1963"/>
                <a:gd name="T41" fmla="*/ 372 h 750"/>
                <a:gd name="T42" fmla="*/ 1682 w 1963"/>
                <a:gd name="T43" fmla="*/ 338 h 750"/>
                <a:gd name="T44" fmla="*/ 1656 w 1963"/>
                <a:gd name="T45" fmla="*/ 307 h 750"/>
                <a:gd name="T46" fmla="*/ 1625 w 1963"/>
                <a:gd name="T47" fmla="*/ 281 h 750"/>
                <a:gd name="T48" fmla="*/ 1591 w 1963"/>
                <a:gd name="T49" fmla="*/ 258 h 750"/>
                <a:gd name="T50" fmla="*/ 1553 w 1963"/>
                <a:gd name="T51" fmla="*/ 243 h 750"/>
                <a:gd name="T52" fmla="*/ 1512 w 1963"/>
                <a:gd name="T53" fmla="*/ 232 h 750"/>
                <a:gd name="T54" fmla="*/ 1470 w 1963"/>
                <a:gd name="T55" fmla="*/ 229 h 750"/>
                <a:gd name="T56" fmla="*/ 493 w 1963"/>
                <a:gd name="T57" fmla="*/ 229 h 750"/>
                <a:gd name="T58" fmla="*/ 450 w 1963"/>
                <a:gd name="T59" fmla="*/ 232 h 750"/>
                <a:gd name="T60" fmla="*/ 410 w 1963"/>
                <a:gd name="T61" fmla="*/ 243 h 750"/>
                <a:gd name="T62" fmla="*/ 372 w 1963"/>
                <a:gd name="T63" fmla="*/ 258 h 750"/>
                <a:gd name="T64" fmla="*/ 337 w 1963"/>
                <a:gd name="T65" fmla="*/ 281 h 750"/>
                <a:gd name="T66" fmla="*/ 307 w 1963"/>
                <a:gd name="T67" fmla="*/ 307 h 750"/>
                <a:gd name="T68" fmla="*/ 280 w 1963"/>
                <a:gd name="T69" fmla="*/ 338 h 750"/>
                <a:gd name="T70" fmla="*/ 259 w 1963"/>
                <a:gd name="T71" fmla="*/ 372 h 750"/>
                <a:gd name="T72" fmla="*/ 243 w 1963"/>
                <a:gd name="T73" fmla="*/ 409 h 750"/>
                <a:gd name="T74" fmla="*/ 233 w 1963"/>
                <a:gd name="T75" fmla="*/ 449 h 750"/>
                <a:gd name="T76" fmla="*/ 229 w 1963"/>
                <a:gd name="T77" fmla="*/ 492 h 750"/>
                <a:gd name="T78" fmla="*/ 229 w 1963"/>
                <a:gd name="T79" fmla="*/ 750 h 750"/>
                <a:gd name="T80" fmla="*/ 0 w 1963"/>
                <a:gd name="T81" fmla="*/ 750 h 750"/>
                <a:gd name="T82" fmla="*/ 0 w 1963"/>
                <a:gd name="T83" fmla="*/ 492 h 750"/>
                <a:gd name="T84" fmla="*/ 4 w 1963"/>
                <a:gd name="T85" fmla="*/ 431 h 750"/>
                <a:gd name="T86" fmla="*/ 16 w 1963"/>
                <a:gd name="T87" fmla="*/ 372 h 750"/>
                <a:gd name="T88" fmla="*/ 34 w 1963"/>
                <a:gd name="T89" fmla="*/ 314 h 750"/>
                <a:gd name="T90" fmla="*/ 57 w 1963"/>
                <a:gd name="T91" fmla="*/ 261 h 750"/>
                <a:gd name="T92" fmla="*/ 89 w 1963"/>
                <a:gd name="T93" fmla="*/ 212 h 750"/>
                <a:gd name="T94" fmla="*/ 125 w 1963"/>
                <a:gd name="T95" fmla="*/ 166 h 750"/>
                <a:gd name="T96" fmla="*/ 165 w 1963"/>
                <a:gd name="T97" fmla="*/ 125 h 750"/>
                <a:gd name="T98" fmla="*/ 212 w 1963"/>
                <a:gd name="T99" fmla="*/ 88 h 750"/>
                <a:gd name="T100" fmla="*/ 262 w 1963"/>
                <a:gd name="T101" fmla="*/ 58 h 750"/>
                <a:gd name="T102" fmla="*/ 315 w 1963"/>
                <a:gd name="T103" fmla="*/ 34 h 750"/>
                <a:gd name="T104" fmla="*/ 372 w 1963"/>
                <a:gd name="T105" fmla="*/ 15 h 750"/>
                <a:gd name="T106" fmla="*/ 432 w 1963"/>
                <a:gd name="T107" fmla="*/ 4 h 750"/>
                <a:gd name="T108" fmla="*/ 493 w 1963"/>
                <a:gd name="T10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63" h="750">
                  <a:moveTo>
                    <a:pt x="493" y="0"/>
                  </a:moveTo>
                  <a:lnTo>
                    <a:pt x="1470" y="0"/>
                  </a:lnTo>
                  <a:lnTo>
                    <a:pt x="1531" y="4"/>
                  </a:lnTo>
                  <a:lnTo>
                    <a:pt x="1591" y="15"/>
                  </a:lnTo>
                  <a:lnTo>
                    <a:pt x="1648" y="34"/>
                  </a:lnTo>
                  <a:lnTo>
                    <a:pt x="1702" y="58"/>
                  </a:lnTo>
                  <a:lnTo>
                    <a:pt x="1751" y="88"/>
                  </a:lnTo>
                  <a:lnTo>
                    <a:pt x="1797" y="125"/>
                  </a:lnTo>
                  <a:lnTo>
                    <a:pt x="1838" y="166"/>
                  </a:lnTo>
                  <a:lnTo>
                    <a:pt x="1875" y="212"/>
                  </a:lnTo>
                  <a:lnTo>
                    <a:pt x="1905" y="261"/>
                  </a:lnTo>
                  <a:lnTo>
                    <a:pt x="1929" y="314"/>
                  </a:lnTo>
                  <a:lnTo>
                    <a:pt x="1948" y="372"/>
                  </a:lnTo>
                  <a:lnTo>
                    <a:pt x="1959" y="431"/>
                  </a:lnTo>
                  <a:lnTo>
                    <a:pt x="1963" y="492"/>
                  </a:lnTo>
                  <a:lnTo>
                    <a:pt x="1963" y="750"/>
                  </a:lnTo>
                  <a:lnTo>
                    <a:pt x="1734" y="750"/>
                  </a:lnTo>
                  <a:lnTo>
                    <a:pt x="1734" y="492"/>
                  </a:lnTo>
                  <a:lnTo>
                    <a:pt x="1730" y="449"/>
                  </a:lnTo>
                  <a:lnTo>
                    <a:pt x="1720" y="409"/>
                  </a:lnTo>
                  <a:lnTo>
                    <a:pt x="1704" y="372"/>
                  </a:lnTo>
                  <a:lnTo>
                    <a:pt x="1682" y="338"/>
                  </a:lnTo>
                  <a:lnTo>
                    <a:pt x="1656" y="307"/>
                  </a:lnTo>
                  <a:lnTo>
                    <a:pt x="1625" y="281"/>
                  </a:lnTo>
                  <a:lnTo>
                    <a:pt x="1591" y="258"/>
                  </a:lnTo>
                  <a:lnTo>
                    <a:pt x="1553" y="243"/>
                  </a:lnTo>
                  <a:lnTo>
                    <a:pt x="1512" y="232"/>
                  </a:lnTo>
                  <a:lnTo>
                    <a:pt x="1470" y="229"/>
                  </a:lnTo>
                  <a:lnTo>
                    <a:pt x="493" y="229"/>
                  </a:lnTo>
                  <a:lnTo>
                    <a:pt x="450" y="232"/>
                  </a:lnTo>
                  <a:lnTo>
                    <a:pt x="410" y="243"/>
                  </a:lnTo>
                  <a:lnTo>
                    <a:pt x="372" y="258"/>
                  </a:lnTo>
                  <a:lnTo>
                    <a:pt x="337" y="281"/>
                  </a:lnTo>
                  <a:lnTo>
                    <a:pt x="307" y="307"/>
                  </a:lnTo>
                  <a:lnTo>
                    <a:pt x="280" y="338"/>
                  </a:lnTo>
                  <a:lnTo>
                    <a:pt x="259" y="372"/>
                  </a:lnTo>
                  <a:lnTo>
                    <a:pt x="243" y="409"/>
                  </a:lnTo>
                  <a:lnTo>
                    <a:pt x="233" y="449"/>
                  </a:lnTo>
                  <a:lnTo>
                    <a:pt x="229" y="492"/>
                  </a:lnTo>
                  <a:lnTo>
                    <a:pt x="229" y="750"/>
                  </a:lnTo>
                  <a:lnTo>
                    <a:pt x="0" y="750"/>
                  </a:lnTo>
                  <a:lnTo>
                    <a:pt x="0" y="492"/>
                  </a:lnTo>
                  <a:lnTo>
                    <a:pt x="4" y="431"/>
                  </a:lnTo>
                  <a:lnTo>
                    <a:pt x="16" y="372"/>
                  </a:lnTo>
                  <a:lnTo>
                    <a:pt x="34" y="314"/>
                  </a:lnTo>
                  <a:lnTo>
                    <a:pt x="57" y="261"/>
                  </a:lnTo>
                  <a:lnTo>
                    <a:pt x="89" y="212"/>
                  </a:lnTo>
                  <a:lnTo>
                    <a:pt x="125" y="166"/>
                  </a:lnTo>
                  <a:lnTo>
                    <a:pt x="165" y="125"/>
                  </a:lnTo>
                  <a:lnTo>
                    <a:pt x="212" y="88"/>
                  </a:lnTo>
                  <a:lnTo>
                    <a:pt x="262" y="58"/>
                  </a:lnTo>
                  <a:lnTo>
                    <a:pt x="315" y="34"/>
                  </a:lnTo>
                  <a:lnTo>
                    <a:pt x="372" y="15"/>
                  </a:lnTo>
                  <a:lnTo>
                    <a:pt x="432" y="4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685666" y="1373752"/>
            <a:ext cx="2841936" cy="318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85666" y="2316288"/>
            <a:ext cx="2841936" cy="318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685666" y="3277913"/>
            <a:ext cx="2841936" cy="318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85666" y="4220448"/>
            <a:ext cx="2841936" cy="318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685666" y="5177051"/>
            <a:ext cx="2841936" cy="318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s-US" sz="1800" dirty="0">
                <a:solidFill>
                  <a:schemeClr val="bg1"/>
                </a:solidFill>
                <a:latin typeface="Open Sans" panose="020B0606030504020204" pitchFamily="34" charset="0"/>
              </a:rPr>
              <a:t>You can replace this text.</a:t>
            </a:r>
            <a:endParaRPr lang="en-US" sz="1800" dirty="0">
              <a:solidFill>
                <a:schemeClr val="bg1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4649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ARROW INFOGRAPHIC SLIDE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87F7B-844E-4237-8CB4-277696980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1297B1-7708-465D-A5C3-BF9811AC28B2}"/>
              </a:ext>
            </a:extLst>
          </p:cNvPr>
          <p:cNvGrpSpPr/>
          <p:nvPr/>
        </p:nvGrpSpPr>
        <p:grpSpPr>
          <a:xfrm flipH="1">
            <a:off x="715520" y="1224474"/>
            <a:ext cx="10644188" cy="5044750"/>
            <a:chOff x="715520" y="1224474"/>
            <a:chExt cx="10644188" cy="50447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C30A5D9-8EEA-451D-B354-9A8B8D30AAE0}"/>
                </a:ext>
              </a:extLst>
            </p:cNvPr>
            <p:cNvGrpSpPr/>
            <p:nvPr/>
          </p:nvGrpSpPr>
          <p:grpSpPr>
            <a:xfrm>
              <a:off x="715520" y="1224474"/>
              <a:ext cx="2275053" cy="1545011"/>
              <a:chOff x="715520" y="1238122"/>
              <a:chExt cx="2275053" cy="1545011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570745F9-1DB3-49F1-8DBC-4EBA59487716}"/>
                  </a:ext>
                </a:extLst>
              </p:cNvPr>
              <p:cNvSpPr/>
              <p:nvPr/>
            </p:nvSpPr>
            <p:spPr>
              <a:xfrm>
                <a:off x="715520" y="1987528"/>
                <a:ext cx="2154107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4EE2283F-DC24-4531-98E1-782BF8C96020}"/>
                  </a:ext>
                </a:extLst>
              </p:cNvPr>
              <p:cNvSpPr/>
              <p:nvPr/>
            </p:nvSpPr>
            <p:spPr>
              <a:xfrm rot="18900000">
                <a:off x="1646442" y="2281596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B55985F-3CD3-4717-83B9-63015F20881D}"/>
                  </a:ext>
                </a:extLst>
              </p:cNvPr>
              <p:cNvSpPr/>
              <p:nvPr/>
            </p:nvSpPr>
            <p:spPr>
              <a:xfrm rot="2700000" flipH="1">
                <a:off x="1646442" y="1659419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7B27606-04BD-4924-8801-7871D396B22E}"/>
                </a:ext>
              </a:extLst>
            </p:cNvPr>
            <p:cNvGrpSpPr/>
            <p:nvPr/>
          </p:nvGrpSpPr>
          <p:grpSpPr>
            <a:xfrm>
              <a:off x="715520" y="3276769"/>
              <a:ext cx="2275053" cy="1545011"/>
              <a:chOff x="715520" y="3290417"/>
              <a:chExt cx="2275053" cy="1545011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786E55D-93BC-42A8-B041-44C55D54C343}"/>
                  </a:ext>
                </a:extLst>
              </p:cNvPr>
              <p:cNvSpPr/>
              <p:nvPr/>
            </p:nvSpPr>
            <p:spPr>
              <a:xfrm>
                <a:off x="715520" y="4039823"/>
                <a:ext cx="2154107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59FC5D08-933F-4567-825D-7CF5BC4CA084}"/>
                  </a:ext>
                </a:extLst>
              </p:cNvPr>
              <p:cNvSpPr/>
              <p:nvPr/>
            </p:nvSpPr>
            <p:spPr>
              <a:xfrm rot="18900000">
                <a:off x="1646442" y="4333891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E786C29F-F854-471C-ADA2-0F0BF8D261C1}"/>
                  </a:ext>
                </a:extLst>
              </p:cNvPr>
              <p:cNvSpPr/>
              <p:nvPr/>
            </p:nvSpPr>
            <p:spPr>
              <a:xfrm rot="2700000" flipH="1">
                <a:off x="1646442" y="3711714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1D28E9-5749-40DB-9F28-8BFBF9E20BF7}"/>
                </a:ext>
              </a:extLst>
            </p:cNvPr>
            <p:cNvGrpSpPr/>
            <p:nvPr/>
          </p:nvGrpSpPr>
          <p:grpSpPr>
            <a:xfrm>
              <a:off x="2347657" y="2671918"/>
              <a:ext cx="2275054" cy="1545011"/>
              <a:chOff x="2347657" y="2685566"/>
              <a:chExt cx="2275054" cy="1545011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E565F4FC-D49D-439D-A2B1-0A09E801D3DF}"/>
                  </a:ext>
                </a:extLst>
              </p:cNvPr>
              <p:cNvSpPr/>
              <p:nvPr/>
            </p:nvSpPr>
            <p:spPr>
              <a:xfrm flipH="1">
                <a:off x="2468604" y="3013675"/>
                <a:ext cx="2154107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E322C6-C6BD-4EEB-A9A2-0F517797FDB8}"/>
                  </a:ext>
                </a:extLst>
              </p:cNvPr>
              <p:cNvSpPr/>
              <p:nvPr/>
            </p:nvSpPr>
            <p:spPr>
              <a:xfrm rot="2700000" flipH="1">
                <a:off x="2347658" y="3307743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371325C-217A-4CF1-BC7C-619BF80EBBAF}"/>
                  </a:ext>
                </a:extLst>
              </p:cNvPr>
              <p:cNvSpPr/>
              <p:nvPr/>
            </p:nvSpPr>
            <p:spPr>
              <a:xfrm rot="18900000">
                <a:off x="2347657" y="2685566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B18F21E-3A5A-4435-8283-3387B8568055}"/>
                </a:ext>
              </a:extLst>
            </p:cNvPr>
            <p:cNvGrpSpPr/>
            <p:nvPr/>
          </p:nvGrpSpPr>
          <p:grpSpPr>
            <a:xfrm>
              <a:off x="2347657" y="4724213"/>
              <a:ext cx="2275054" cy="1545011"/>
              <a:chOff x="2347657" y="4737861"/>
              <a:chExt cx="2275054" cy="1545011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5D2622B-7EDF-4A56-8312-AB4EDD2B88D0}"/>
                  </a:ext>
                </a:extLst>
              </p:cNvPr>
              <p:cNvSpPr/>
              <p:nvPr/>
            </p:nvSpPr>
            <p:spPr>
              <a:xfrm flipH="1">
                <a:off x="2468604" y="5065970"/>
                <a:ext cx="2154107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EF309C4E-5E93-49DC-9819-E65E3A7F9D6D}"/>
                  </a:ext>
                </a:extLst>
              </p:cNvPr>
              <p:cNvSpPr/>
              <p:nvPr/>
            </p:nvSpPr>
            <p:spPr>
              <a:xfrm rot="2700000" flipH="1">
                <a:off x="2347658" y="5360038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B5A58287-D090-4E77-BF1B-733270C82C6D}"/>
                  </a:ext>
                </a:extLst>
              </p:cNvPr>
              <p:cNvSpPr/>
              <p:nvPr/>
            </p:nvSpPr>
            <p:spPr>
              <a:xfrm rot="18900000">
                <a:off x="2347657" y="4737861"/>
                <a:ext cx="1344131" cy="501537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EAEFDA7-C794-499A-949F-A8AF17EA2AFF}"/>
                </a:ext>
              </a:extLst>
            </p:cNvPr>
            <p:cNvGrpSpPr/>
            <p:nvPr/>
          </p:nvGrpSpPr>
          <p:grpSpPr>
            <a:xfrm>
              <a:off x="5173958" y="1707812"/>
              <a:ext cx="2965472" cy="1033672"/>
              <a:chOff x="8556491" y="872349"/>
              <a:chExt cx="2965472" cy="103367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65D82E-4414-4251-9480-4FBCB8DE4BDF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34DDBB-1953-4F2C-A210-8D420DCEDCCF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67DF991-44ED-47F9-8B82-183C2AD9A72D}"/>
                </a:ext>
              </a:extLst>
            </p:cNvPr>
            <p:cNvGrpSpPr/>
            <p:nvPr/>
          </p:nvGrpSpPr>
          <p:grpSpPr>
            <a:xfrm>
              <a:off x="5173958" y="3761899"/>
              <a:ext cx="2965472" cy="1033672"/>
              <a:chOff x="8556491" y="872349"/>
              <a:chExt cx="2965472" cy="103367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BF286A-031D-452C-9652-3C4437F2B066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290AA64-7696-4C68-8A33-0DF0BED96F08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381FCDC-3C0A-4CDA-A87F-6353F5658D63}"/>
                </a:ext>
              </a:extLst>
            </p:cNvPr>
            <p:cNvGrpSpPr/>
            <p:nvPr/>
          </p:nvGrpSpPr>
          <p:grpSpPr>
            <a:xfrm>
              <a:off x="8394236" y="2688473"/>
              <a:ext cx="2965472" cy="1033672"/>
              <a:chOff x="8556491" y="872349"/>
              <a:chExt cx="2965472" cy="1033672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CB60EF1-567D-43C9-8D55-A6D36E2FACF2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C44573A-6D9A-4249-B863-8A7184B97F5C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AAEE5FD-1F11-4F28-9419-C5B8E447A607}"/>
                </a:ext>
              </a:extLst>
            </p:cNvPr>
            <p:cNvGrpSpPr/>
            <p:nvPr/>
          </p:nvGrpSpPr>
          <p:grpSpPr>
            <a:xfrm>
              <a:off x="8394236" y="4742560"/>
              <a:ext cx="2965472" cy="1033672"/>
              <a:chOff x="8556491" y="872349"/>
              <a:chExt cx="2965472" cy="1033672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304ABA1-8BF4-4292-8C94-B122ACC667B4}"/>
                  </a:ext>
                </a:extLst>
              </p:cNvPr>
              <p:cNvSpPr txBox="1"/>
              <p:nvPr/>
            </p:nvSpPr>
            <p:spPr>
              <a:xfrm>
                <a:off x="8556492" y="1259690"/>
                <a:ext cx="2965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1800" dirty="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 This is a sample.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651192F-0A07-4846-B785-F0EF85BAAC60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3C57D69-23D1-4BBE-A07E-F1748D5ACAC2}"/>
                </a:ext>
              </a:extLst>
            </p:cNvPr>
            <p:cNvCxnSpPr>
              <a:cxnSpLocks/>
            </p:cNvCxnSpPr>
            <p:nvPr/>
          </p:nvCxnSpPr>
          <p:spPr>
            <a:xfrm>
              <a:off x="3763617" y="2161041"/>
              <a:ext cx="1086679" cy="0"/>
            </a:xfrm>
            <a:prstGeom prst="straightConnector1">
              <a:avLst/>
            </a:prstGeom>
            <a:ln w="19050" cap="rnd">
              <a:solidFill>
                <a:schemeClr val="accent3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E21AC7D9-1E02-4684-8CB1-EEE3C628CE7A}"/>
                </a:ext>
              </a:extLst>
            </p:cNvPr>
            <p:cNvCxnSpPr>
              <a:cxnSpLocks/>
            </p:cNvCxnSpPr>
            <p:nvPr/>
          </p:nvCxnSpPr>
          <p:spPr>
            <a:xfrm>
              <a:off x="3763617" y="4281389"/>
              <a:ext cx="1086679" cy="0"/>
            </a:xfrm>
            <a:prstGeom prst="straightConnector1">
              <a:avLst/>
            </a:prstGeom>
            <a:ln w="19050" cap="rnd">
              <a:solidFill>
                <a:schemeClr val="accent4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ACCAC38-2FAC-4D43-B944-1446AD6482CD}"/>
                </a:ext>
              </a:extLst>
            </p:cNvPr>
            <p:cNvCxnSpPr>
              <a:cxnSpLocks/>
            </p:cNvCxnSpPr>
            <p:nvPr/>
          </p:nvCxnSpPr>
          <p:spPr>
            <a:xfrm>
              <a:off x="4996069" y="3247719"/>
              <a:ext cx="3143360" cy="0"/>
            </a:xfrm>
            <a:prstGeom prst="straightConnector1">
              <a:avLst/>
            </a:prstGeom>
            <a:ln w="19050" cap="rnd">
              <a:solidFill>
                <a:schemeClr val="accent2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22E890D-E684-4508-8301-530AD78AF200}"/>
                </a:ext>
              </a:extLst>
            </p:cNvPr>
            <p:cNvCxnSpPr>
              <a:cxnSpLocks/>
            </p:cNvCxnSpPr>
            <p:nvPr/>
          </p:nvCxnSpPr>
          <p:spPr>
            <a:xfrm>
              <a:off x="4996069" y="5368067"/>
              <a:ext cx="3143360" cy="0"/>
            </a:xfrm>
            <a:prstGeom prst="straightConnector1">
              <a:avLst/>
            </a:prstGeom>
            <a:ln w="19050" cap="rnd">
              <a:solidFill>
                <a:schemeClr val="accent5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44D109DF-2E8E-4F46-B1F9-8DA6BB237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9519" y="4147796"/>
              <a:ext cx="280814" cy="234149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AC4487A3-231D-43E3-8EFD-7DBB939D2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3666" y="3071586"/>
              <a:ext cx="305961" cy="31853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116E195-0049-4AC3-B869-B90C3C77BA83}"/>
                </a:ext>
              </a:extLst>
            </p:cNvPr>
            <p:cNvGrpSpPr/>
            <p:nvPr/>
          </p:nvGrpSpPr>
          <p:grpSpPr>
            <a:xfrm>
              <a:off x="2397954" y="2088264"/>
              <a:ext cx="326340" cy="268775"/>
              <a:chOff x="3040063" y="2486025"/>
              <a:chExt cx="3779838" cy="3113087"/>
            </a:xfrm>
            <a:solidFill>
              <a:schemeClr val="bg1"/>
            </a:solidFill>
          </p:grpSpPr>
          <p:sp>
            <p:nvSpPr>
              <p:cNvPr id="81" name="Freeform 21">
                <a:extLst>
                  <a:ext uri="{FF2B5EF4-FFF2-40B4-BE49-F238E27FC236}">
                    <a16:creationId xmlns:a16="http://schemas.microsoft.com/office/drawing/2014/main" id="{58BB1CBB-5C7F-4E70-818E-67D2D3A34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82" name="Freeform 22">
                <a:extLst>
                  <a:ext uri="{FF2B5EF4-FFF2-40B4-BE49-F238E27FC236}">
                    <a16:creationId xmlns:a16="http://schemas.microsoft.com/office/drawing/2014/main" id="{BD61F2B5-34FE-494A-B566-BEB5841264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1756FCCD-B14C-4A9F-8181-60D3757F23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1358" y="5166539"/>
              <a:ext cx="262135" cy="262002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0876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4-STEP PROCESS INFOGRAPHIC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1DC9DD-F5E1-41B1-86C5-93C3B9831B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357645-422A-4B77-9A53-3F6341A533CE}"/>
              </a:ext>
            </a:extLst>
          </p:cNvPr>
          <p:cNvGrpSpPr/>
          <p:nvPr/>
        </p:nvGrpSpPr>
        <p:grpSpPr>
          <a:xfrm>
            <a:off x="715520" y="1798232"/>
            <a:ext cx="2737364" cy="1858971"/>
            <a:chOff x="715520" y="1893401"/>
            <a:chExt cx="2737364" cy="1858971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1647C6A-6C7C-4968-A8E7-8BFD55E01147}"/>
                </a:ext>
              </a:extLst>
            </p:cNvPr>
            <p:cNvSpPr/>
            <p:nvPr/>
          </p:nvSpPr>
          <p:spPr>
            <a:xfrm>
              <a:off x="715520" y="2795093"/>
              <a:ext cx="2591841" cy="603454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en-IN" sz="1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Your Title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2E2B851-7CDB-4472-95D3-CFEA5476E92E}"/>
                </a:ext>
              </a:extLst>
            </p:cNvPr>
            <p:cNvSpPr/>
            <p:nvPr/>
          </p:nvSpPr>
          <p:spPr>
            <a:xfrm rot="18900000">
              <a:off x="1835614" y="3148918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39C2B43-D79E-49FF-8D43-705D391259B9}"/>
                </a:ext>
              </a:extLst>
            </p:cNvPr>
            <p:cNvSpPr/>
            <p:nvPr/>
          </p:nvSpPr>
          <p:spPr>
            <a:xfrm rot="2700000" flipH="1">
              <a:off x="1835614" y="2400309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8818A01-A6AB-4AD8-A7B3-547152BE8048}"/>
                </a:ext>
              </a:extLst>
            </p:cNvPr>
            <p:cNvSpPr/>
            <p:nvPr/>
          </p:nvSpPr>
          <p:spPr>
            <a:xfrm>
              <a:off x="2743199" y="2833351"/>
              <a:ext cx="518616" cy="518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A2A716-A588-45BF-8E6D-9F0BCCF25BA6}"/>
              </a:ext>
            </a:extLst>
          </p:cNvPr>
          <p:cNvGrpSpPr/>
          <p:nvPr/>
        </p:nvGrpSpPr>
        <p:grpSpPr>
          <a:xfrm>
            <a:off x="3441280" y="1798232"/>
            <a:ext cx="2737364" cy="1858971"/>
            <a:chOff x="3441280" y="1893401"/>
            <a:chExt cx="2737364" cy="1858971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C168137-52E6-4E54-A8C9-68E90C418403}"/>
                </a:ext>
              </a:extLst>
            </p:cNvPr>
            <p:cNvSpPr/>
            <p:nvPr/>
          </p:nvSpPr>
          <p:spPr>
            <a:xfrm>
              <a:off x="3441280" y="2795093"/>
              <a:ext cx="2591841" cy="603454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en-IN" sz="1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Your Title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5535B3C-0CE8-4821-878A-1F6B1CB76591}"/>
                </a:ext>
              </a:extLst>
            </p:cNvPr>
            <p:cNvSpPr/>
            <p:nvPr/>
          </p:nvSpPr>
          <p:spPr>
            <a:xfrm rot="18900000">
              <a:off x="4561374" y="3148918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5B09733-AEF8-4E16-AE84-BD1C451CE618}"/>
                </a:ext>
              </a:extLst>
            </p:cNvPr>
            <p:cNvSpPr/>
            <p:nvPr/>
          </p:nvSpPr>
          <p:spPr>
            <a:xfrm rot="2700000" flipH="1">
              <a:off x="4561374" y="2400309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8381F70-A7A3-4087-8980-1999FB44C9FC}"/>
                </a:ext>
              </a:extLst>
            </p:cNvPr>
            <p:cNvSpPr/>
            <p:nvPr/>
          </p:nvSpPr>
          <p:spPr>
            <a:xfrm>
              <a:off x="5476239" y="2833351"/>
              <a:ext cx="518616" cy="518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84949E-E3EA-40B0-815A-B4165E11ADAB}"/>
              </a:ext>
            </a:extLst>
          </p:cNvPr>
          <p:cNvGrpSpPr/>
          <p:nvPr/>
        </p:nvGrpSpPr>
        <p:grpSpPr>
          <a:xfrm>
            <a:off x="6167040" y="1798232"/>
            <a:ext cx="2737364" cy="1858971"/>
            <a:chOff x="6167040" y="1893401"/>
            <a:chExt cx="2737364" cy="1858971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46EDFE26-21EB-4602-A045-0F7DC7CF3CB6}"/>
                </a:ext>
              </a:extLst>
            </p:cNvPr>
            <p:cNvSpPr/>
            <p:nvPr/>
          </p:nvSpPr>
          <p:spPr>
            <a:xfrm>
              <a:off x="6167040" y="2795093"/>
              <a:ext cx="2591841" cy="6034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en-IN" sz="1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Your Title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C5B8C6E2-8510-4BCC-9225-D73180150F82}"/>
                </a:ext>
              </a:extLst>
            </p:cNvPr>
            <p:cNvSpPr/>
            <p:nvPr/>
          </p:nvSpPr>
          <p:spPr>
            <a:xfrm rot="18900000">
              <a:off x="7287134" y="3148918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4835525-4318-43FA-A3D5-4DD6B7530D66}"/>
                </a:ext>
              </a:extLst>
            </p:cNvPr>
            <p:cNvSpPr/>
            <p:nvPr/>
          </p:nvSpPr>
          <p:spPr>
            <a:xfrm rot="2700000" flipH="1">
              <a:off x="7287134" y="2400309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4443F39-4549-493A-B486-289DCE6C3B9E}"/>
                </a:ext>
              </a:extLst>
            </p:cNvPr>
            <p:cNvSpPr/>
            <p:nvPr/>
          </p:nvSpPr>
          <p:spPr>
            <a:xfrm>
              <a:off x="8195993" y="2833351"/>
              <a:ext cx="518616" cy="518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29E761-1BB5-42AD-8873-C3C922947BF6}"/>
              </a:ext>
            </a:extLst>
          </p:cNvPr>
          <p:cNvGrpSpPr/>
          <p:nvPr/>
        </p:nvGrpSpPr>
        <p:grpSpPr>
          <a:xfrm>
            <a:off x="8892799" y="1798232"/>
            <a:ext cx="2737364" cy="1858971"/>
            <a:chOff x="8892799" y="1893401"/>
            <a:chExt cx="2737364" cy="1858971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49DCDFD3-FA6F-4931-976E-DDCCAAA76B7A}"/>
                </a:ext>
              </a:extLst>
            </p:cNvPr>
            <p:cNvSpPr/>
            <p:nvPr/>
          </p:nvSpPr>
          <p:spPr>
            <a:xfrm>
              <a:off x="8892799" y="2795093"/>
              <a:ext cx="2591841" cy="603454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en-IN" sz="1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Your Title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C6BCB5B-453D-4A7C-93DE-2B9CB0984EFC}"/>
                </a:ext>
              </a:extLst>
            </p:cNvPr>
            <p:cNvSpPr/>
            <p:nvPr/>
          </p:nvSpPr>
          <p:spPr>
            <a:xfrm rot="18900000">
              <a:off x="10012893" y="3148918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C44B6A4-ACAD-4380-AAFC-B85E8EDDB526}"/>
                </a:ext>
              </a:extLst>
            </p:cNvPr>
            <p:cNvSpPr/>
            <p:nvPr/>
          </p:nvSpPr>
          <p:spPr>
            <a:xfrm rot="2700000" flipH="1">
              <a:off x="10012893" y="2400309"/>
              <a:ext cx="1617270" cy="603454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7B9C3C6-E2CB-4730-BF14-CFD7EBD3B596}"/>
                </a:ext>
              </a:extLst>
            </p:cNvPr>
            <p:cNvSpPr/>
            <p:nvPr/>
          </p:nvSpPr>
          <p:spPr>
            <a:xfrm>
              <a:off x="10915746" y="2833351"/>
              <a:ext cx="518616" cy="518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91774E1-3987-442A-8F47-B2FBE361EF63}"/>
              </a:ext>
            </a:extLst>
          </p:cNvPr>
          <p:cNvSpPr txBox="1"/>
          <p:nvPr/>
        </p:nvSpPr>
        <p:spPr>
          <a:xfrm>
            <a:off x="936803" y="4708176"/>
            <a:ext cx="2294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16E688-1E3F-4EBF-B47C-937B0259FE2E}"/>
              </a:ext>
            </a:extLst>
          </p:cNvPr>
          <p:cNvSpPr txBox="1"/>
          <p:nvPr/>
        </p:nvSpPr>
        <p:spPr>
          <a:xfrm>
            <a:off x="3662563" y="4708176"/>
            <a:ext cx="2294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DB6BB41-A05D-412A-8D7B-C2BB38919909}"/>
              </a:ext>
            </a:extLst>
          </p:cNvPr>
          <p:cNvSpPr txBox="1"/>
          <p:nvPr/>
        </p:nvSpPr>
        <p:spPr>
          <a:xfrm>
            <a:off x="6388323" y="4708176"/>
            <a:ext cx="2294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8668C0-9687-490C-9541-BE0EA601AC09}"/>
              </a:ext>
            </a:extLst>
          </p:cNvPr>
          <p:cNvSpPr txBox="1"/>
          <p:nvPr/>
        </p:nvSpPr>
        <p:spPr>
          <a:xfrm>
            <a:off x="9114082" y="4708176"/>
            <a:ext cx="2294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rPr>
              <a:t>You can replace this text. This is a sample.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13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3-STEP CIRCULAR INFOGRAPHIC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701333-1D17-4FB9-833B-26CA449BA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C95EC1-89F7-4E72-83B2-61CA09960D93}"/>
              </a:ext>
            </a:extLst>
          </p:cNvPr>
          <p:cNvGrpSpPr/>
          <p:nvPr/>
        </p:nvGrpSpPr>
        <p:grpSpPr>
          <a:xfrm>
            <a:off x="4520997" y="2418577"/>
            <a:ext cx="3291316" cy="3185272"/>
            <a:chOff x="4702175" y="2443163"/>
            <a:chExt cx="2611438" cy="252729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1AB8955-EE8F-4BF6-A4E2-07156AE19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638" y="3736975"/>
              <a:ext cx="1704975" cy="1233487"/>
            </a:xfrm>
            <a:custGeom>
              <a:avLst/>
              <a:gdLst>
                <a:gd name="T0" fmla="*/ 355 w 1095"/>
                <a:gd name="T1" fmla="*/ 521 h 791"/>
                <a:gd name="T2" fmla="*/ 100 w 1095"/>
                <a:gd name="T3" fmla="*/ 458 h 791"/>
                <a:gd name="T4" fmla="*/ 0 w 1095"/>
                <a:gd name="T5" fmla="*/ 629 h 791"/>
                <a:gd name="T6" fmla="*/ 355 w 1095"/>
                <a:gd name="T7" fmla="*/ 719 h 791"/>
                <a:gd name="T8" fmla="*/ 666 w 1095"/>
                <a:gd name="T9" fmla="*/ 651 h 791"/>
                <a:gd name="T10" fmla="*/ 698 w 1095"/>
                <a:gd name="T11" fmla="*/ 707 h 791"/>
                <a:gd name="T12" fmla="*/ 654 w 1095"/>
                <a:gd name="T13" fmla="*/ 733 h 791"/>
                <a:gd name="T14" fmla="*/ 827 w 1095"/>
                <a:gd name="T15" fmla="*/ 791 h 791"/>
                <a:gd name="T16" fmla="*/ 863 w 1095"/>
                <a:gd name="T17" fmla="*/ 612 h 791"/>
                <a:gd name="T18" fmla="*/ 819 w 1095"/>
                <a:gd name="T19" fmla="*/ 637 h 791"/>
                <a:gd name="T20" fmla="*/ 786 w 1095"/>
                <a:gd name="T21" fmla="*/ 580 h 791"/>
                <a:gd name="T22" fmla="*/ 1095 w 1095"/>
                <a:gd name="T23" fmla="*/ 0 h 791"/>
                <a:gd name="T24" fmla="*/ 897 w 1095"/>
                <a:gd name="T25" fmla="*/ 0 h 791"/>
                <a:gd name="T26" fmla="*/ 355 w 1095"/>
                <a:gd name="T27" fmla="*/ 52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95" h="791">
                  <a:moveTo>
                    <a:pt x="355" y="521"/>
                  </a:moveTo>
                  <a:cubicBezTo>
                    <a:pt x="263" y="521"/>
                    <a:pt x="176" y="498"/>
                    <a:pt x="100" y="458"/>
                  </a:cubicBezTo>
                  <a:cubicBezTo>
                    <a:pt x="0" y="629"/>
                    <a:pt x="0" y="629"/>
                    <a:pt x="0" y="629"/>
                  </a:cubicBezTo>
                  <a:cubicBezTo>
                    <a:pt x="105" y="686"/>
                    <a:pt x="226" y="719"/>
                    <a:pt x="355" y="719"/>
                  </a:cubicBezTo>
                  <a:cubicBezTo>
                    <a:pt x="466" y="719"/>
                    <a:pt x="571" y="695"/>
                    <a:pt x="666" y="651"/>
                  </a:cubicBezTo>
                  <a:cubicBezTo>
                    <a:pt x="698" y="707"/>
                    <a:pt x="698" y="707"/>
                    <a:pt x="698" y="707"/>
                  </a:cubicBezTo>
                  <a:cubicBezTo>
                    <a:pt x="654" y="733"/>
                    <a:pt x="654" y="733"/>
                    <a:pt x="654" y="733"/>
                  </a:cubicBezTo>
                  <a:cubicBezTo>
                    <a:pt x="827" y="791"/>
                    <a:pt x="827" y="791"/>
                    <a:pt x="827" y="791"/>
                  </a:cubicBezTo>
                  <a:cubicBezTo>
                    <a:pt x="863" y="612"/>
                    <a:pt x="863" y="612"/>
                    <a:pt x="863" y="612"/>
                  </a:cubicBezTo>
                  <a:cubicBezTo>
                    <a:pt x="819" y="637"/>
                    <a:pt x="819" y="637"/>
                    <a:pt x="819" y="637"/>
                  </a:cubicBezTo>
                  <a:cubicBezTo>
                    <a:pt x="786" y="580"/>
                    <a:pt x="786" y="580"/>
                    <a:pt x="786" y="580"/>
                  </a:cubicBezTo>
                  <a:cubicBezTo>
                    <a:pt x="968" y="450"/>
                    <a:pt x="1088" y="239"/>
                    <a:pt x="1095" y="0"/>
                  </a:cubicBezTo>
                  <a:cubicBezTo>
                    <a:pt x="897" y="0"/>
                    <a:pt x="897" y="0"/>
                    <a:pt x="897" y="0"/>
                  </a:cubicBezTo>
                  <a:cubicBezTo>
                    <a:pt x="886" y="290"/>
                    <a:pt x="647" y="521"/>
                    <a:pt x="355" y="5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8BAA61E-3BE1-4889-BF2B-68ABFC680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1813" y="2443163"/>
              <a:ext cx="1701800" cy="1231900"/>
            </a:xfrm>
            <a:custGeom>
              <a:avLst/>
              <a:gdLst>
                <a:gd name="T0" fmla="*/ 353 w 1093"/>
                <a:gd name="T1" fmla="*/ 267 h 790"/>
                <a:gd name="T2" fmla="*/ 895 w 1093"/>
                <a:gd name="T3" fmla="*/ 790 h 790"/>
                <a:gd name="T4" fmla="*/ 1093 w 1093"/>
                <a:gd name="T5" fmla="*/ 790 h 790"/>
                <a:gd name="T6" fmla="*/ 784 w 1093"/>
                <a:gd name="T7" fmla="*/ 208 h 790"/>
                <a:gd name="T8" fmla="*/ 817 w 1093"/>
                <a:gd name="T9" fmla="*/ 153 h 790"/>
                <a:gd name="T10" fmla="*/ 861 w 1093"/>
                <a:gd name="T11" fmla="*/ 178 h 790"/>
                <a:gd name="T12" fmla="*/ 825 w 1093"/>
                <a:gd name="T13" fmla="*/ 0 h 790"/>
                <a:gd name="T14" fmla="*/ 652 w 1093"/>
                <a:gd name="T15" fmla="*/ 57 h 790"/>
                <a:gd name="T16" fmla="*/ 696 w 1093"/>
                <a:gd name="T17" fmla="*/ 82 h 790"/>
                <a:gd name="T18" fmla="*/ 664 w 1093"/>
                <a:gd name="T19" fmla="*/ 138 h 790"/>
                <a:gd name="T20" fmla="*/ 353 w 1093"/>
                <a:gd name="T21" fmla="*/ 69 h 790"/>
                <a:gd name="T22" fmla="*/ 0 w 1093"/>
                <a:gd name="T23" fmla="*/ 159 h 790"/>
                <a:gd name="T24" fmla="*/ 100 w 1093"/>
                <a:gd name="T25" fmla="*/ 330 h 790"/>
                <a:gd name="T26" fmla="*/ 353 w 1093"/>
                <a:gd name="T27" fmla="*/ 267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93" h="790">
                  <a:moveTo>
                    <a:pt x="353" y="267"/>
                  </a:moveTo>
                  <a:cubicBezTo>
                    <a:pt x="646" y="267"/>
                    <a:pt x="885" y="500"/>
                    <a:pt x="895" y="790"/>
                  </a:cubicBezTo>
                  <a:cubicBezTo>
                    <a:pt x="1093" y="790"/>
                    <a:pt x="1093" y="790"/>
                    <a:pt x="1093" y="790"/>
                  </a:cubicBezTo>
                  <a:cubicBezTo>
                    <a:pt x="1086" y="550"/>
                    <a:pt x="966" y="339"/>
                    <a:pt x="784" y="208"/>
                  </a:cubicBezTo>
                  <a:cubicBezTo>
                    <a:pt x="817" y="153"/>
                    <a:pt x="817" y="153"/>
                    <a:pt x="817" y="153"/>
                  </a:cubicBezTo>
                  <a:cubicBezTo>
                    <a:pt x="861" y="178"/>
                    <a:pt x="861" y="178"/>
                    <a:pt x="861" y="178"/>
                  </a:cubicBezTo>
                  <a:cubicBezTo>
                    <a:pt x="825" y="0"/>
                    <a:pt x="825" y="0"/>
                    <a:pt x="825" y="0"/>
                  </a:cubicBezTo>
                  <a:cubicBezTo>
                    <a:pt x="652" y="57"/>
                    <a:pt x="652" y="57"/>
                    <a:pt x="652" y="57"/>
                  </a:cubicBezTo>
                  <a:cubicBezTo>
                    <a:pt x="696" y="82"/>
                    <a:pt x="696" y="82"/>
                    <a:pt x="696" y="82"/>
                  </a:cubicBezTo>
                  <a:cubicBezTo>
                    <a:pt x="664" y="138"/>
                    <a:pt x="664" y="138"/>
                    <a:pt x="664" y="138"/>
                  </a:cubicBezTo>
                  <a:cubicBezTo>
                    <a:pt x="569" y="94"/>
                    <a:pt x="464" y="69"/>
                    <a:pt x="353" y="69"/>
                  </a:cubicBezTo>
                  <a:cubicBezTo>
                    <a:pt x="225" y="69"/>
                    <a:pt x="105" y="102"/>
                    <a:pt x="0" y="159"/>
                  </a:cubicBezTo>
                  <a:cubicBezTo>
                    <a:pt x="100" y="330"/>
                    <a:pt x="100" y="330"/>
                    <a:pt x="100" y="330"/>
                  </a:cubicBezTo>
                  <a:cubicBezTo>
                    <a:pt x="175" y="290"/>
                    <a:pt x="261" y="267"/>
                    <a:pt x="353" y="2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17E4745E-29AF-4B97-B634-5E1B1A576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175" y="2722563"/>
              <a:ext cx="1009650" cy="1963737"/>
            </a:xfrm>
            <a:custGeom>
              <a:avLst/>
              <a:gdLst>
                <a:gd name="T0" fmla="*/ 394 w 648"/>
                <a:gd name="T1" fmla="*/ 630 h 1259"/>
                <a:gd name="T2" fmla="*/ 648 w 648"/>
                <a:gd name="T3" fmla="*/ 171 h 1259"/>
                <a:gd name="T4" fmla="*/ 549 w 648"/>
                <a:gd name="T5" fmla="*/ 0 h 1259"/>
                <a:gd name="T6" fmla="*/ 200 w 648"/>
                <a:gd name="T7" fmla="*/ 553 h 1259"/>
                <a:gd name="T8" fmla="*/ 138 w 648"/>
                <a:gd name="T9" fmla="*/ 552 h 1259"/>
                <a:gd name="T10" fmla="*/ 139 w 648"/>
                <a:gd name="T11" fmla="*/ 502 h 1259"/>
                <a:gd name="T12" fmla="*/ 0 w 648"/>
                <a:gd name="T13" fmla="*/ 621 h 1259"/>
                <a:gd name="T14" fmla="*/ 136 w 648"/>
                <a:gd name="T15" fmla="*/ 743 h 1259"/>
                <a:gd name="T16" fmla="*/ 136 w 648"/>
                <a:gd name="T17" fmla="*/ 692 h 1259"/>
                <a:gd name="T18" fmla="*/ 199 w 648"/>
                <a:gd name="T19" fmla="*/ 693 h 1259"/>
                <a:gd name="T20" fmla="*/ 546 w 648"/>
                <a:gd name="T21" fmla="*/ 1259 h 1259"/>
                <a:gd name="T22" fmla="*/ 646 w 648"/>
                <a:gd name="T23" fmla="*/ 1089 h 1259"/>
                <a:gd name="T24" fmla="*/ 394 w 648"/>
                <a:gd name="T25" fmla="*/ 630 h 1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8" h="1259">
                  <a:moveTo>
                    <a:pt x="394" y="630"/>
                  </a:moveTo>
                  <a:cubicBezTo>
                    <a:pt x="394" y="437"/>
                    <a:pt x="495" y="267"/>
                    <a:pt x="648" y="171"/>
                  </a:cubicBezTo>
                  <a:cubicBezTo>
                    <a:pt x="549" y="0"/>
                    <a:pt x="549" y="0"/>
                    <a:pt x="549" y="0"/>
                  </a:cubicBezTo>
                  <a:cubicBezTo>
                    <a:pt x="358" y="117"/>
                    <a:pt x="224" y="319"/>
                    <a:pt x="20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02"/>
                    <a:pt x="139" y="502"/>
                    <a:pt x="139" y="502"/>
                  </a:cubicBezTo>
                  <a:cubicBezTo>
                    <a:pt x="0" y="621"/>
                    <a:pt x="0" y="621"/>
                    <a:pt x="0" y="621"/>
                  </a:cubicBezTo>
                  <a:cubicBezTo>
                    <a:pt x="136" y="743"/>
                    <a:pt x="136" y="743"/>
                    <a:pt x="136" y="743"/>
                  </a:cubicBezTo>
                  <a:cubicBezTo>
                    <a:pt x="136" y="692"/>
                    <a:pt x="136" y="692"/>
                    <a:pt x="136" y="692"/>
                  </a:cubicBezTo>
                  <a:cubicBezTo>
                    <a:pt x="199" y="693"/>
                    <a:pt x="199" y="693"/>
                    <a:pt x="199" y="693"/>
                  </a:cubicBezTo>
                  <a:cubicBezTo>
                    <a:pt x="219" y="932"/>
                    <a:pt x="353" y="1139"/>
                    <a:pt x="546" y="1259"/>
                  </a:cubicBezTo>
                  <a:cubicBezTo>
                    <a:pt x="646" y="1089"/>
                    <a:pt x="646" y="1089"/>
                    <a:pt x="646" y="1089"/>
                  </a:cubicBezTo>
                  <a:cubicBezTo>
                    <a:pt x="495" y="993"/>
                    <a:pt x="394" y="823"/>
                    <a:pt x="394" y="6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9" name="Freeform 17">
            <a:extLst>
              <a:ext uri="{FF2B5EF4-FFF2-40B4-BE49-F238E27FC236}">
                <a16:creationId xmlns:a16="http://schemas.microsoft.com/office/drawing/2014/main" id="{CAF5173B-868B-4E47-BC1D-1EA3F26D5015}"/>
              </a:ext>
            </a:extLst>
          </p:cNvPr>
          <p:cNvSpPr>
            <a:spLocks noEditPoints="1"/>
          </p:cNvSpPr>
          <p:nvPr/>
        </p:nvSpPr>
        <p:spPr bwMode="auto">
          <a:xfrm>
            <a:off x="6042254" y="3775772"/>
            <a:ext cx="619859" cy="544198"/>
          </a:xfrm>
          <a:custGeom>
            <a:avLst/>
            <a:gdLst>
              <a:gd name="T0" fmla="*/ 2312 w 2382"/>
              <a:gd name="T1" fmla="*/ 279 h 2092"/>
              <a:gd name="T2" fmla="*/ 2312 w 2382"/>
              <a:gd name="T3" fmla="*/ 279 h 2092"/>
              <a:gd name="T4" fmla="*/ 1679 w 2382"/>
              <a:gd name="T5" fmla="*/ 279 h 2092"/>
              <a:gd name="T6" fmla="*/ 1679 w 2382"/>
              <a:gd name="T7" fmla="*/ 209 h 2092"/>
              <a:gd name="T8" fmla="*/ 1470 w 2382"/>
              <a:gd name="T9" fmla="*/ 0 h 2092"/>
              <a:gd name="T10" fmla="*/ 912 w 2382"/>
              <a:gd name="T11" fmla="*/ 0 h 2092"/>
              <a:gd name="T12" fmla="*/ 703 w 2382"/>
              <a:gd name="T13" fmla="*/ 209 h 2092"/>
              <a:gd name="T14" fmla="*/ 703 w 2382"/>
              <a:gd name="T15" fmla="*/ 279 h 2092"/>
              <a:gd name="T16" fmla="*/ 70 w 2382"/>
              <a:gd name="T17" fmla="*/ 279 h 2092"/>
              <a:gd name="T18" fmla="*/ 0 w 2382"/>
              <a:gd name="T19" fmla="*/ 348 h 2092"/>
              <a:gd name="T20" fmla="*/ 0 w 2382"/>
              <a:gd name="T21" fmla="*/ 1883 h 2092"/>
              <a:gd name="T22" fmla="*/ 210 w 2382"/>
              <a:gd name="T23" fmla="*/ 2092 h 2092"/>
              <a:gd name="T24" fmla="*/ 2172 w 2382"/>
              <a:gd name="T25" fmla="*/ 2092 h 2092"/>
              <a:gd name="T26" fmla="*/ 2382 w 2382"/>
              <a:gd name="T27" fmla="*/ 1883 h 2092"/>
              <a:gd name="T28" fmla="*/ 2382 w 2382"/>
              <a:gd name="T29" fmla="*/ 350 h 2092"/>
              <a:gd name="T30" fmla="*/ 2382 w 2382"/>
              <a:gd name="T31" fmla="*/ 350 h 2092"/>
              <a:gd name="T32" fmla="*/ 2312 w 2382"/>
              <a:gd name="T33" fmla="*/ 279 h 2092"/>
              <a:gd name="T34" fmla="*/ 842 w 2382"/>
              <a:gd name="T35" fmla="*/ 209 h 2092"/>
              <a:gd name="T36" fmla="*/ 912 w 2382"/>
              <a:gd name="T37" fmla="*/ 139 h 2092"/>
              <a:gd name="T38" fmla="*/ 1470 w 2382"/>
              <a:gd name="T39" fmla="*/ 139 h 2092"/>
              <a:gd name="T40" fmla="*/ 1540 w 2382"/>
              <a:gd name="T41" fmla="*/ 209 h 2092"/>
              <a:gd name="T42" fmla="*/ 1540 w 2382"/>
              <a:gd name="T43" fmla="*/ 279 h 2092"/>
              <a:gd name="T44" fmla="*/ 842 w 2382"/>
              <a:gd name="T45" fmla="*/ 279 h 2092"/>
              <a:gd name="T46" fmla="*/ 842 w 2382"/>
              <a:gd name="T47" fmla="*/ 209 h 2092"/>
              <a:gd name="T48" fmla="*/ 2215 w 2382"/>
              <a:gd name="T49" fmla="*/ 418 h 2092"/>
              <a:gd name="T50" fmla="*/ 1998 w 2382"/>
              <a:gd name="T51" fmla="*/ 1068 h 2092"/>
              <a:gd name="T52" fmla="*/ 1932 w 2382"/>
              <a:gd name="T53" fmla="*/ 1116 h 2092"/>
              <a:gd name="T54" fmla="*/ 1540 w 2382"/>
              <a:gd name="T55" fmla="*/ 1116 h 2092"/>
              <a:gd name="T56" fmla="*/ 1540 w 2382"/>
              <a:gd name="T57" fmla="*/ 1046 h 2092"/>
              <a:gd name="T58" fmla="*/ 1470 w 2382"/>
              <a:gd name="T59" fmla="*/ 976 h 2092"/>
              <a:gd name="T60" fmla="*/ 912 w 2382"/>
              <a:gd name="T61" fmla="*/ 976 h 2092"/>
              <a:gd name="T62" fmla="*/ 842 w 2382"/>
              <a:gd name="T63" fmla="*/ 1046 h 2092"/>
              <a:gd name="T64" fmla="*/ 842 w 2382"/>
              <a:gd name="T65" fmla="*/ 1116 h 2092"/>
              <a:gd name="T66" fmla="*/ 450 w 2382"/>
              <a:gd name="T67" fmla="*/ 1116 h 2092"/>
              <a:gd name="T68" fmla="*/ 384 w 2382"/>
              <a:gd name="T69" fmla="*/ 1068 h 2092"/>
              <a:gd name="T70" fmla="*/ 167 w 2382"/>
              <a:gd name="T71" fmla="*/ 418 h 2092"/>
              <a:gd name="T72" fmla="*/ 2215 w 2382"/>
              <a:gd name="T73" fmla="*/ 418 h 2092"/>
              <a:gd name="T74" fmla="*/ 1400 w 2382"/>
              <a:gd name="T75" fmla="*/ 1116 h 2092"/>
              <a:gd name="T76" fmla="*/ 1400 w 2382"/>
              <a:gd name="T77" fmla="*/ 1255 h 2092"/>
              <a:gd name="T78" fmla="*/ 982 w 2382"/>
              <a:gd name="T79" fmla="*/ 1255 h 2092"/>
              <a:gd name="T80" fmla="*/ 982 w 2382"/>
              <a:gd name="T81" fmla="*/ 1116 h 2092"/>
              <a:gd name="T82" fmla="*/ 1400 w 2382"/>
              <a:gd name="T83" fmla="*/ 1116 h 2092"/>
              <a:gd name="T84" fmla="*/ 2242 w 2382"/>
              <a:gd name="T85" fmla="*/ 1883 h 2092"/>
              <a:gd name="T86" fmla="*/ 2172 w 2382"/>
              <a:gd name="T87" fmla="*/ 1953 h 2092"/>
              <a:gd name="T88" fmla="*/ 210 w 2382"/>
              <a:gd name="T89" fmla="*/ 1953 h 2092"/>
              <a:gd name="T90" fmla="*/ 140 w 2382"/>
              <a:gd name="T91" fmla="*/ 1883 h 2092"/>
              <a:gd name="T92" fmla="*/ 140 w 2382"/>
              <a:gd name="T93" fmla="*/ 778 h 2092"/>
              <a:gd name="T94" fmla="*/ 251 w 2382"/>
              <a:gd name="T95" fmla="*/ 1112 h 2092"/>
              <a:gd name="T96" fmla="*/ 450 w 2382"/>
              <a:gd name="T97" fmla="*/ 1255 h 2092"/>
              <a:gd name="T98" fmla="*/ 842 w 2382"/>
              <a:gd name="T99" fmla="*/ 1255 h 2092"/>
              <a:gd name="T100" fmla="*/ 842 w 2382"/>
              <a:gd name="T101" fmla="*/ 1325 h 2092"/>
              <a:gd name="T102" fmla="*/ 912 w 2382"/>
              <a:gd name="T103" fmla="*/ 1395 h 2092"/>
              <a:gd name="T104" fmla="*/ 1470 w 2382"/>
              <a:gd name="T105" fmla="*/ 1395 h 2092"/>
              <a:gd name="T106" fmla="*/ 1540 w 2382"/>
              <a:gd name="T107" fmla="*/ 1325 h 2092"/>
              <a:gd name="T108" fmla="*/ 1540 w 2382"/>
              <a:gd name="T109" fmla="*/ 1255 h 2092"/>
              <a:gd name="T110" fmla="*/ 1932 w 2382"/>
              <a:gd name="T111" fmla="*/ 1255 h 2092"/>
              <a:gd name="T112" fmla="*/ 2131 w 2382"/>
              <a:gd name="T113" fmla="*/ 1112 h 2092"/>
              <a:gd name="T114" fmla="*/ 2242 w 2382"/>
              <a:gd name="T115" fmla="*/ 778 h 2092"/>
              <a:gd name="T116" fmla="*/ 2242 w 2382"/>
              <a:gd name="T117" fmla="*/ 1883 h 2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382" h="2092">
                <a:moveTo>
                  <a:pt x="2312" y="279"/>
                </a:moveTo>
                <a:cubicBezTo>
                  <a:pt x="2312" y="279"/>
                  <a:pt x="2312" y="279"/>
                  <a:pt x="2312" y="279"/>
                </a:cubicBezTo>
                <a:cubicBezTo>
                  <a:pt x="1679" y="279"/>
                  <a:pt x="1679" y="279"/>
                  <a:pt x="1679" y="279"/>
                </a:cubicBezTo>
                <a:cubicBezTo>
                  <a:pt x="1679" y="209"/>
                  <a:pt x="1679" y="209"/>
                  <a:pt x="1679" y="209"/>
                </a:cubicBezTo>
                <a:cubicBezTo>
                  <a:pt x="1679" y="93"/>
                  <a:pt x="1585" y="0"/>
                  <a:pt x="1470" y="0"/>
                </a:cubicBezTo>
                <a:cubicBezTo>
                  <a:pt x="912" y="0"/>
                  <a:pt x="912" y="0"/>
                  <a:pt x="912" y="0"/>
                </a:cubicBezTo>
                <a:cubicBezTo>
                  <a:pt x="797" y="0"/>
                  <a:pt x="703" y="93"/>
                  <a:pt x="703" y="209"/>
                </a:cubicBezTo>
                <a:cubicBezTo>
                  <a:pt x="703" y="279"/>
                  <a:pt x="703" y="279"/>
                  <a:pt x="703" y="279"/>
                </a:cubicBezTo>
                <a:cubicBezTo>
                  <a:pt x="70" y="279"/>
                  <a:pt x="70" y="279"/>
                  <a:pt x="70" y="279"/>
                </a:cubicBezTo>
                <a:cubicBezTo>
                  <a:pt x="31" y="279"/>
                  <a:pt x="0" y="310"/>
                  <a:pt x="0" y="348"/>
                </a:cubicBezTo>
                <a:cubicBezTo>
                  <a:pt x="0" y="1883"/>
                  <a:pt x="0" y="1883"/>
                  <a:pt x="0" y="1883"/>
                </a:cubicBezTo>
                <a:cubicBezTo>
                  <a:pt x="0" y="1999"/>
                  <a:pt x="94" y="2092"/>
                  <a:pt x="210" y="2092"/>
                </a:cubicBezTo>
                <a:cubicBezTo>
                  <a:pt x="2172" y="2092"/>
                  <a:pt x="2172" y="2092"/>
                  <a:pt x="2172" y="2092"/>
                </a:cubicBezTo>
                <a:cubicBezTo>
                  <a:pt x="2288" y="2092"/>
                  <a:pt x="2382" y="1999"/>
                  <a:pt x="2382" y="1883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79" y="304"/>
                  <a:pt x="2351" y="279"/>
                  <a:pt x="2312" y="279"/>
                </a:cubicBezTo>
                <a:close/>
                <a:moveTo>
                  <a:pt x="842" y="209"/>
                </a:moveTo>
                <a:cubicBezTo>
                  <a:pt x="842" y="170"/>
                  <a:pt x="874" y="139"/>
                  <a:pt x="912" y="139"/>
                </a:cubicBezTo>
                <a:cubicBezTo>
                  <a:pt x="1470" y="139"/>
                  <a:pt x="1470" y="139"/>
                  <a:pt x="1470" y="139"/>
                </a:cubicBezTo>
                <a:cubicBezTo>
                  <a:pt x="1508" y="139"/>
                  <a:pt x="1540" y="170"/>
                  <a:pt x="1540" y="209"/>
                </a:cubicBezTo>
                <a:cubicBezTo>
                  <a:pt x="1540" y="279"/>
                  <a:pt x="1540" y="279"/>
                  <a:pt x="1540" y="279"/>
                </a:cubicBezTo>
                <a:cubicBezTo>
                  <a:pt x="842" y="279"/>
                  <a:pt x="842" y="279"/>
                  <a:pt x="842" y="279"/>
                </a:cubicBezTo>
                <a:lnTo>
                  <a:pt x="842" y="209"/>
                </a:lnTo>
                <a:close/>
                <a:moveTo>
                  <a:pt x="2215" y="418"/>
                </a:moveTo>
                <a:cubicBezTo>
                  <a:pt x="1998" y="1068"/>
                  <a:pt x="1998" y="1068"/>
                  <a:pt x="1998" y="1068"/>
                </a:cubicBezTo>
                <a:cubicBezTo>
                  <a:pt x="1989" y="1097"/>
                  <a:pt x="1962" y="1116"/>
                  <a:pt x="1932" y="1116"/>
                </a:cubicBezTo>
                <a:cubicBezTo>
                  <a:pt x="1540" y="1116"/>
                  <a:pt x="1540" y="1116"/>
                  <a:pt x="1540" y="1116"/>
                </a:cubicBezTo>
                <a:cubicBezTo>
                  <a:pt x="1540" y="1046"/>
                  <a:pt x="1540" y="1046"/>
                  <a:pt x="1540" y="1046"/>
                </a:cubicBezTo>
                <a:cubicBezTo>
                  <a:pt x="1540" y="1007"/>
                  <a:pt x="1509" y="976"/>
                  <a:pt x="1470" y="976"/>
                </a:cubicBezTo>
                <a:cubicBezTo>
                  <a:pt x="912" y="976"/>
                  <a:pt x="912" y="976"/>
                  <a:pt x="912" y="976"/>
                </a:cubicBezTo>
                <a:cubicBezTo>
                  <a:pt x="873" y="976"/>
                  <a:pt x="842" y="1007"/>
                  <a:pt x="842" y="1046"/>
                </a:cubicBezTo>
                <a:cubicBezTo>
                  <a:pt x="842" y="1116"/>
                  <a:pt x="842" y="1116"/>
                  <a:pt x="842" y="1116"/>
                </a:cubicBezTo>
                <a:cubicBezTo>
                  <a:pt x="450" y="1116"/>
                  <a:pt x="450" y="1116"/>
                  <a:pt x="450" y="1116"/>
                </a:cubicBezTo>
                <a:cubicBezTo>
                  <a:pt x="420" y="1116"/>
                  <a:pt x="393" y="1097"/>
                  <a:pt x="384" y="1068"/>
                </a:cubicBezTo>
                <a:cubicBezTo>
                  <a:pt x="167" y="418"/>
                  <a:pt x="167" y="418"/>
                  <a:pt x="167" y="418"/>
                </a:cubicBezTo>
                <a:lnTo>
                  <a:pt x="2215" y="418"/>
                </a:lnTo>
                <a:close/>
                <a:moveTo>
                  <a:pt x="1400" y="1116"/>
                </a:moveTo>
                <a:cubicBezTo>
                  <a:pt x="1400" y="1255"/>
                  <a:pt x="1400" y="1255"/>
                  <a:pt x="1400" y="1255"/>
                </a:cubicBezTo>
                <a:cubicBezTo>
                  <a:pt x="982" y="1255"/>
                  <a:pt x="982" y="1255"/>
                  <a:pt x="982" y="1255"/>
                </a:cubicBezTo>
                <a:cubicBezTo>
                  <a:pt x="982" y="1116"/>
                  <a:pt x="982" y="1116"/>
                  <a:pt x="982" y="1116"/>
                </a:cubicBezTo>
                <a:lnTo>
                  <a:pt x="1400" y="1116"/>
                </a:lnTo>
                <a:close/>
                <a:moveTo>
                  <a:pt x="2242" y="1883"/>
                </a:moveTo>
                <a:cubicBezTo>
                  <a:pt x="2242" y="1922"/>
                  <a:pt x="2211" y="1953"/>
                  <a:pt x="2172" y="1953"/>
                </a:cubicBezTo>
                <a:cubicBezTo>
                  <a:pt x="210" y="1953"/>
                  <a:pt x="210" y="1953"/>
                  <a:pt x="210" y="1953"/>
                </a:cubicBezTo>
                <a:cubicBezTo>
                  <a:pt x="171" y="1953"/>
                  <a:pt x="140" y="1922"/>
                  <a:pt x="140" y="1883"/>
                </a:cubicBezTo>
                <a:cubicBezTo>
                  <a:pt x="140" y="778"/>
                  <a:pt x="140" y="778"/>
                  <a:pt x="140" y="778"/>
                </a:cubicBezTo>
                <a:cubicBezTo>
                  <a:pt x="251" y="1112"/>
                  <a:pt x="251" y="1112"/>
                  <a:pt x="251" y="1112"/>
                </a:cubicBezTo>
                <a:cubicBezTo>
                  <a:pt x="280" y="1198"/>
                  <a:pt x="360" y="1255"/>
                  <a:pt x="450" y="1255"/>
                </a:cubicBezTo>
                <a:cubicBezTo>
                  <a:pt x="842" y="1255"/>
                  <a:pt x="842" y="1255"/>
                  <a:pt x="842" y="1255"/>
                </a:cubicBezTo>
                <a:cubicBezTo>
                  <a:pt x="842" y="1325"/>
                  <a:pt x="842" y="1325"/>
                  <a:pt x="842" y="1325"/>
                </a:cubicBezTo>
                <a:cubicBezTo>
                  <a:pt x="842" y="1364"/>
                  <a:pt x="873" y="1395"/>
                  <a:pt x="912" y="1395"/>
                </a:cubicBezTo>
                <a:cubicBezTo>
                  <a:pt x="1470" y="1395"/>
                  <a:pt x="1470" y="1395"/>
                  <a:pt x="1470" y="1395"/>
                </a:cubicBezTo>
                <a:cubicBezTo>
                  <a:pt x="1509" y="1395"/>
                  <a:pt x="1540" y="1364"/>
                  <a:pt x="1540" y="1325"/>
                </a:cubicBezTo>
                <a:cubicBezTo>
                  <a:pt x="1540" y="1255"/>
                  <a:pt x="1540" y="1255"/>
                  <a:pt x="1540" y="1255"/>
                </a:cubicBezTo>
                <a:cubicBezTo>
                  <a:pt x="1932" y="1255"/>
                  <a:pt x="1932" y="1255"/>
                  <a:pt x="1932" y="1255"/>
                </a:cubicBezTo>
                <a:cubicBezTo>
                  <a:pt x="2022" y="1255"/>
                  <a:pt x="2102" y="1198"/>
                  <a:pt x="2131" y="1112"/>
                </a:cubicBezTo>
                <a:cubicBezTo>
                  <a:pt x="2242" y="778"/>
                  <a:pt x="2242" y="778"/>
                  <a:pt x="2242" y="778"/>
                </a:cubicBezTo>
                <a:lnTo>
                  <a:pt x="2242" y="188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" name="Freeform 32">
            <a:extLst>
              <a:ext uri="{FF2B5EF4-FFF2-40B4-BE49-F238E27FC236}">
                <a16:creationId xmlns:a16="http://schemas.microsoft.com/office/drawing/2014/main" id="{CBB6065E-6F71-476D-9567-87838D0B5F85}"/>
              </a:ext>
            </a:extLst>
          </p:cNvPr>
          <p:cNvSpPr>
            <a:spLocks noEditPoints="1"/>
          </p:cNvSpPr>
          <p:nvPr/>
        </p:nvSpPr>
        <p:spPr bwMode="auto">
          <a:xfrm>
            <a:off x="3771929" y="3809907"/>
            <a:ext cx="475654" cy="396610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6" name="Freeform 37">
            <a:extLst>
              <a:ext uri="{FF2B5EF4-FFF2-40B4-BE49-F238E27FC236}">
                <a16:creationId xmlns:a16="http://schemas.microsoft.com/office/drawing/2014/main" id="{88DA6C75-91B0-470B-A6C4-D6BABF5B768D}"/>
              </a:ext>
            </a:extLst>
          </p:cNvPr>
          <p:cNvSpPr>
            <a:spLocks noEditPoints="1"/>
          </p:cNvSpPr>
          <p:nvPr/>
        </p:nvSpPr>
        <p:spPr bwMode="auto">
          <a:xfrm>
            <a:off x="7294063" y="5681879"/>
            <a:ext cx="518250" cy="539538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7278FE8-F12E-40D7-B0C9-433F9036EE5D}"/>
              </a:ext>
            </a:extLst>
          </p:cNvPr>
          <p:cNvGrpSpPr/>
          <p:nvPr/>
        </p:nvGrpSpPr>
        <p:grpSpPr>
          <a:xfrm>
            <a:off x="7266610" y="1840834"/>
            <a:ext cx="552768" cy="455260"/>
            <a:chOff x="3040063" y="2486025"/>
            <a:chExt cx="3779838" cy="3113087"/>
          </a:xfrm>
          <a:solidFill>
            <a:schemeClr val="accent5"/>
          </a:solidFill>
        </p:grpSpPr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7C31367B-840B-43B6-99A8-F108BB68F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10BD4AA2-8664-41F4-8534-6F208F4878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463E320-F73E-4A53-89C9-FE4EC329A1AC}"/>
              </a:ext>
            </a:extLst>
          </p:cNvPr>
          <p:cNvGrpSpPr/>
          <p:nvPr/>
        </p:nvGrpSpPr>
        <p:grpSpPr>
          <a:xfrm>
            <a:off x="8311459" y="1494169"/>
            <a:ext cx="2965472" cy="1033672"/>
            <a:chOff x="8556491" y="872349"/>
            <a:chExt cx="2965472" cy="103367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3417562-F1C4-458C-9919-B399751BC4C1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7D779D-3593-4197-B206-5D470B9B5FAF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4CA3F12-38BB-497A-B121-547FDA43D774}"/>
              </a:ext>
            </a:extLst>
          </p:cNvPr>
          <p:cNvGrpSpPr/>
          <p:nvPr/>
        </p:nvGrpSpPr>
        <p:grpSpPr>
          <a:xfrm>
            <a:off x="8311459" y="5416813"/>
            <a:ext cx="2965472" cy="1033672"/>
            <a:chOff x="8556491" y="872349"/>
            <a:chExt cx="2965472" cy="103367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A55F66E-D3CD-4B98-84CA-BE52E1E6F007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FB7570C-CDB4-426C-A104-B9D8C9AE2933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223D180-CE41-4158-A00A-34B0973EDD7C}"/>
              </a:ext>
            </a:extLst>
          </p:cNvPr>
          <p:cNvGrpSpPr/>
          <p:nvPr/>
        </p:nvGrpSpPr>
        <p:grpSpPr>
          <a:xfrm>
            <a:off x="291622" y="3454362"/>
            <a:ext cx="2965472" cy="1033672"/>
            <a:chOff x="8556491" y="872349"/>
            <a:chExt cx="2965472" cy="103367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77B7F21-75B0-468B-9CE4-4542F3EFD482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2894AE0-2365-43DC-A16E-E3C7ACD5D545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47115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4-STEP CIRCULAR INFOGRAPHIC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A477E-A44B-4E71-91A3-E84B3701CE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39752B-A526-48B3-8468-F90B8FA1F31A}"/>
              </a:ext>
            </a:extLst>
          </p:cNvPr>
          <p:cNvGrpSpPr/>
          <p:nvPr/>
        </p:nvGrpSpPr>
        <p:grpSpPr>
          <a:xfrm>
            <a:off x="4659559" y="2763385"/>
            <a:ext cx="2907164" cy="2907162"/>
            <a:chOff x="7974013" y="2551113"/>
            <a:chExt cx="2306637" cy="2306637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FC74311C-B542-4CB0-8070-5428B7F08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288" y="2551113"/>
              <a:ext cx="1122362" cy="1122362"/>
            </a:xfrm>
            <a:custGeom>
              <a:avLst/>
              <a:gdLst>
                <a:gd name="T0" fmla="*/ 522 w 720"/>
                <a:gd name="T1" fmla="*/ 720 h 720"/>
                <a:gd name="T2" fmla="*/ 720 w 720"/>
                <a:gd name="T3" fmla="*/ 720 h 720"/>
                <a:gd name="T4" fmla="*/ 550 w 720"/>
                <a:gd name="T5" fmla="*/ 268 h 720"/>
                <a:gd name="T6" fmla="*/ 603 w 720"/>
                <a:gd name="T7" fmla="*/ 216 h 720"/>
                <a:gd name="T8" fmla="*/ 639 w 720"/>
                <a:gd name="T9" fmla="*/ 252 h 720"/>
                <a:gd name="T10" fmla="*/ 650 w 720"/>
                <a:gd name="T11" fmla="*/ 70 h 720"/>
                <a:gd name="T12" fmla="*/ 468 w 720"/>
                <a:gd name="T13" fmla="*/ 81 h 720"/>
                <a:gd name="T14" fmla="*/ 504 w 720"/>
                <a:gd name="T15" fmla="*/ 117 h 720"/>
                <a:gd name="T16" fmla="*/ 451 w 720"/>
                <a:gd name="T17" fmla="*/ 169 h 720"/>
                <a:gd name="T18" fmla="*/ 0 w 720"/>
                <a:gd name="T19" fmla="*/ 0 h 720"/>
                <a:gd name="T20" fmla="*/ 0 w 720"/>
                <a:gd name="T21" fmla="*/ 198 h 720"/>
                <a:gd name="T22" fmla="*/ 522 w 720"/>
                <a:gd name="T2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20">
                  <a:moveTo>
                    <a:pt x="522" y="720"/>
                  </a:moveTo>
                  <a:cubicBezTo>
                    <a:pt x="720" y="720"/>
                    <a:pt x="720" y="720"/>
                    <a:pt x="720" y="720"/>
                  </a:cubicBezTo>
                  <a:cubicBezTo>
                    <a:pt x="715" y="548"/>
                    <a:pt x="652" y="391"/>
                    <a:pt x="550" y="268"/>
                  </a:cubicBezTo>
                  <a:cubicBezTo>
                    <a:pt x="603" y="216"/>
                    <a:pt x="603" y="216"/>
                    <a:pt x="603" y="216"/>
                  </a:cubicBezTo>
                  <a:cubicBezTo>
                    <a:pt x="639" y="252"/>
                    <a:pt x="639" y="252"/>
                    <a:pt x="639" y="252"/>
                  </a:cubicBezTo>
                  <a:cubicBezTo>
                    <a:pt x="650" y="70"/>
                    <a:pt x="650" y="70"/>
                    <a:pt x="650" y="70"/>
                  </a:cubicBezTo>
                  <a:cubicBezTo>
                    <a:pt x="468" y="81"/>
                    <a:pt x="468" y="81"/>
                    <a:pt x="468" y="81"/>
                  </a:cubicBezTo>
                  <a:cubicBezTo>
                    <a:pt x="504" y="117"/>
                    <a:pt x="504" y="117"/>
                    <a:pt x="504" y="117"/>
                  </a:cubicBezTo>
                  <a:cubicBezTo>
                    <a:pt x="451" y="169"/>
                    <a:pt x="451" y="169"/>
                    <a:pt x="451" y="169"/>
                  </a:cubicBezTo>
                  <a:cubicBezTo>
                    <a:pt x="328" y="67"/>
                    <a:pt x="171" y="4"/>
                    <a:pt x="0" y="0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283" y="208"/>
                    <a:pt x="511" y="436"/>
                    <a:pt x="522" y="7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77A72CC-64D8-4E55-8618-E411C3148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288" y="3735388"/>
              <a:ext cx="1122362" cy="1122362"/>
            </a:xfrm>
            <a:custGeom>
              <a:avLst/>
              <a:gdLst>
                <a:gd name="T0" fmla="*/ 522 w 720"/>
                <a:gd name="T1" fmla="*/ 0 h 719"/>
                <a:gd name="T2" fmla="*/ 0 w 720"/>
                <a:gd name="T3" fmla="*/ 521 h 719"/>
                <a:gd name="T4" fmla="*/ 0 w 720"/>
                <a:gd name="T5" fmla="*/ 719 h 719"/>
                <a:gd name="T6" fmla="*/ 451 w 720"/>
                <a:gd name="T7" fmla="*/ 550 h 719"/>
                <a:gd name="T8" fmla="*/ 504 w 720"/>
                <a:gd name="T9" fmla="*/ 602 h 719"/>
                <a:gd name="T10" fmla="*/ 468 w 720"/>
                <a:gd name="T11" fmla="*/ 638 h 719"/>
                <a:gd name="T12" fmla="*/ 650 w 720"/>
                <a:gd name="T13" fmla="*/ 649 h 719"/>
                <a:gd name="T14" fmla="*/ 638 w 720"/>
                <a:gd name="T15" fmla="*/ 467 h 719"/>
                <a:gd name="T16" fmla="*/ 603 w 720"/>
                <a:gd name="T17" fmla="*/ 503 h 719"/>
                <a:gd name="T18" fmla="*/ 550 w 720"/>
                <a:gd name="T19" fmla="*/ 451 h 719"/>
                <a:gd name="T20" fmla="*/ 720 w 720"/>
                <a:gd name="T21" fmla="*/ 0 h 719"/>
                <a:gd name="T22" fmla="*/ 522 w 720"/>
                <a:gd name="T23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19">
                  <a:moveTo>
                    <a:pt x="522" y="0"/>
                  </a:moveTo>
                  <a:cubicBezTo>
                    <a:pt x="511" y="283"/>
                    <a:pt x="283" y="511"/>
                    <a:pt x="0" y="521"/>
                  </a:cubicBezTo>
                  <a:cubicBezTo>
                    <a:pt x="0" y="719"/>
                    <a:pt x="0" y="719"/>
                    <a:pt x="0" y="719"/>
                  </a:cubicBezTo>
                  <a:cubicBezTo>
                    <a:pt x="171" y="715"/>
                    <a:pt x="328" y="652"/>
                    <a:pt x="451" y="550"/>
                  </a:cubicBezTo>
                  <a:cubicBezTo>
                    <a:pt x="504" y="602"/>
                    <a:pt x="504" y="602"/>
                    <a:pt x="504" y="602"/>
                  </a:cubicBezTo>
                  <a:cubicBezTo>
                    <a:pt x="468" y="638"/>
                    <a:pt x="468" y="638"/>
                    <a:pt x="468" y="638"/>
                  </a:cubicBezTo>
                  <a:cubicBezTo>
                    <a:pt x="650" y="649"/>
                    <a:pt x="650" y="649"/>
                    <a:pt x="650" y="649"/>
                  </a:cubicBezTo>
                  <a:cubicBezTo>
                    <a:pt x="638" y="467"/>
                    <a:pt x="638" y="467"/>
                    <a:pt x="638" y="467"/>
                  </a:cubicBezTo>
                  <a:cubicBezTo>
                    <a:pt x="603" y="503"/>
                    <a:pt x="603" y="503"/>
                    <a:pt x="603" y="503"/>
                  </a:cubicBezTo>
                  <a:cubicBezTo>
                    <a:pt x="550" y="451"/>
                    <a:pt x="550" y="451"/>
                    <a:pt x="550" y="451"/>
                  </a:cubicBezTo>
                  <a:cubicBezTo>
                    <a:pt x="652" y="328"/>
                    <a:pt x="715" y="171"/>
                    <a:pt x="720" y="0"/>
                  </a:cubicBezTo>
                  <a:lnTo>
                    <a:pt x="5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CAEB77D-053E-4D19-9939-069B8E19E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4013" y="3735388"/>
              <a:ext cx="1122362" cy="1122362"/>
            </a:xfrm>
            <a:custGeom>
              <a:avLst/>
              <a:gdLst>
                <a:gd name="T0" fmla="*/ 198 w 720"/>
                <a:gd name="T1" fmla="*/ 0 h 719"/>
                <a:gd name="T2" fmla="*/ 0 w 720"/>
                <a:gd name="T3" fmla="*/ 0 h 719"/>
                <a:gd name="T4" fmla="*/ 170 w 720"/>
                <a:gd name="T5" fmla="*/ 451 h 719"/>
                <a:gd name="T6" fmla="*/ 117 w 720"/>
                <a:gd name="T7" fmla="*/ 503 h 719"/>
                <a:gd name="T8" fmla="*/ 81 w 720"/>
                <a:gd name="T9" fmla="*/ 467 h 719"/>
                <a:gd name="T10" fmla="*/ 70 w 720"/>
                <a:gd name="T11" fmla="*/ 649 h 719"/>
                <a:gd name="T12" fmla="*/ 252 w 720"/>
                <a:gd name="T13" fmla="*/ 638 h 719"/>
                <a:gd name="T14" fmla="*/ 216 w 720"/>
                <a:gd name="T15" fmla="*/ 602 h 719"/>
                <a:gd name="T16" fmla="*/ 269 w 720"/>
                <a:gd name="T17" fmla="*/ 550 h 719"/>
                <a:gd name="T18" fmla="*/ 720 w 720"/>
                <a:gd name="T19" fmla="*/ 719 h 719"/>
                <a:gd name="T20" fmla="*/ 720 w 720"/>
                <a:gd name="T21" fmla="*/ 521 h 719"/>
                <a:gd name="T22" fmla="*/ 198 w 720"/>
                <a:gd name="T23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19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171"/>
                    <a:pt x="68" y="328"/>
                    <a:pt x="170" y="451"/>
                  </a:cubicBezTo>
                  <a:cubicBezTo>
                    <a:pt x="117" y="503"/>
                    <a:pt x="117" y="503"/>
                    <a:pt x="117" y="503"/>
                  </a:cubicBezTo>
                  <a:cubicBezTo>
                    <a:pt x="81" y="467"/>
                    <a:pt x="81" y="467"/>
                    <a:pt x="81" y="467"/>
                  </a:cubicBezTo>
                  <a:cubicBezTo>
                    <a:pt x="70" y="649"/>
                    <a:pt x="70" y="649"/>
                    <a:pt x="70" y="649"/>
                  </a:cubicBezTo>
                  <a:cubicBezTo>
                    <a:pt x="252" y="638"/>
                    <a:pt x="252" y="638"/>
                    <a:pt x="252" y="638"/>
                  </a:cubicBezTo>
                  <a:cubicBezTo>
                    <a:pt x="216" y="602"/>
                    <a:pt x="216" y="602"/>
                    <a:pt x="216" y="602"/>
                  </a:cubicBezTo>
                  <a:cubicBezTo>
                    <a:pt x="269" y="550"/>
                    <a:pt x="269" y="550"/>
                    <a:pt x="269" y="550"/>
                  </a:cubicBezTo>
                  <a:cubicBezTo>
                    <a:pt x="392" y="652"/>
                    <a:pt x="549" y="715"/>
                    <a:pt x="720" y="719"/>
                  </a:cubicBezTo>
                  <a:cubicBezTo>
                    <a:pt x="720" y="521"/>
                    <a:pt x="720" y="521"/>
                    <a:pt x="720" y="521"/>
                  </a:cubicBezTo>
                  <a:cubicBezTo>
                    <a:pt x="436" y="511"/>
                    <a:pt x="209" y="283"/>
                    <a:pt x="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B06E008-4E24-465B-A354-F3176D78E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4013" y="2551113"/>
              <a:ext cx="1122362" cy="1122362"/>
            </a:xfrm>
            <a:custGeom>
              <a:avLst/>
              <a:gdLst>
                <a:gd name="T0" fmla="*/ 216 w 720"/>
                <a:gd name="T1" fmla="*/ 117 h 720"/>
                <a:gd name="T2" fmla="*/ 252 w 720"/>
                <a:gd name="T3" fmla="*/ 81 h 720"/>
                <a:gd name="T4" fmla="*/ 70 w 720"/>
                <a:gd name="T5" fmla="*/ 70 h 720"/>
                <a:gd name="T6" fmla="*/ 81 w 720"/>
                <a:gd name="T7" fmla="*/ 252 h 720"/>
                <a:gd name="T8" fmla="*/ 117 w 720"/>
                <a:gd name="T9" fmla="*/ 216 h 720"/>
                <a:gd name="T10" fmla="*/ 170 w 720"/>
                <a:gd name="T11" fmla="*/ 268 h 720"/>
                <a:gd name="T12" fmla="*/ 0 w 720"/>
                <a:gd name="T13" fmla="*/ 720 h 720"/>
                <a:gd name="T14" fmla="*/ 198 w 720"/>
                <a:gd name="T15" fmla="*/ 720 h 720"/>
                <a:gd name="T16" fmla="*/ 720 w 720"/>
                <a:gd name="T17" fmla="*/ 198 h 720"/>
                <a:gd name="T18" fmla="*/ 720 w 720"/>
                <a:gd name="T19" fmla="*/ 0 h 720"/>
                <a:gd name="T20" fmla="*/ 269 w 720"/>
                <a:gd name="T21" fmla="*/ 169 h 720"/>
                <a:gd name="T22" fmla="*/ 216 w 720"/>
                <a:gd name="T23" fmla="*/ 117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20">
                  <a:moveTo>
                    <a:pt x="216" y="117"/>
                  </a:moveTo>
                  <a:cubicBezTo>
                    <a:pt x="252" y="81"/>
                    <a:pt x="252" y="81"/>
                    <a:pt x="252" y="8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81" y="252"/>
                    <a:pt x="81" y="252"/>
                    <a:pt x="81" y="252"/>
                  </a:cubicBezTo>
                  <a:cubicBezTo>
                    <a:pt x="117" y="216"/>
                    <a:pt x="117" y="216"/>
                    <a:pt x="117" y="216"/>
                  </a:cubicBezTo>
                  <a:cubicBezTo>
                    <a:pt x="170" y="268"/>
                    <a:pt x="170" y="268"/>
                    <a:pt x="170" y="268"/>
                  </a:cubicBezTo>
                  <a:cubicBezTo>
                    <a:pt x="68" y="391"/>
                    <a:pt x="5" y="548"/>
                    <a:pt x="0" y="720"/>
                  </a:cubicBezTo>
                  <a:cubicBezTo>
                    <a:pt x="198" y="720"/>
                    <a:pt x="198" y="720"/>
                    <a:pt x="198" y="720"/>
                  </a:cubicBezTo>
                  <a:cubicBezTo>
                    <a:pt x="209" y="436"/>
                    <a:pt x="436" y="208"/>
                    <a:pt x="720" y="198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549" y="4"/>
                    <a:pt x="392" y="67"/>
                    <a:pt x="269" y="169"/>
                  </a:cubicBezTo>
                  <a:lnTo>
                    <a:pt x="216" y="1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Freeform 17">
            <a:extLst>
              <a:ext uri="{FF2B5EF4-FFF2-40B4-BE49-F238E27FC236}">
                <a16:creationId xmlns:a16="http://schemas.microsoft.com/office/drawing/2014/main" id="{AF213918-A3F1-40AD-8B0E-5D90E6974BFE}"/>
              </a:ext>
            </a:extLst>
          </p:cNvPr>
          <p:cNvSpPr>
            <a:spLocks noEditPoints="1"/>
          </p:cNvSpPr>
          <p:nvPr/>
        </p:nvSpPr>
        <p:spPr bwMode="auto">
          <a:xfrm>
            <a:off x="5803212" y="3983906"/>
            <a:ext cx="619859" cy="544198"/>
          </a:xfrm>
          <a:custGeom>
            <a:avLst/>
            <a:gdLst>
              <a:gd name="T0" fmla="*/ 2312 w 2382"/>
              <a:gd name="T1" fmla="*/ 279 h 2092"/>
              <a:gd name="T2" fmla="*/ 2312 w 2382"/>
              <a:gd name="T3" fmla="*/ 279 h 2092"/>
              <a:gd name="T4" fmla="*/ 1679 w 2382"/>
              <a:gd name="T5" fmla="*/ 279 h 2092"/>
              <a:gd name="T6" fmla="*/ 1679 w 2382"/>
              <a:gd name="T7" fmla="*/ 209 h 2092"/>
              <a:gd name="T8" fmla="*/ 1470 w 2382"/>
              <a:gd name="T9" fmla="*/ 0 h 2092"/>
              <a:gd name="T10" fmla="*/ 912 w 2382"/>
              <a:gd name="T11" fmla="*/ 0 h 2092"/>
              <a:gd name="T12" fmla="*/ 703 w 2382"/>
              <a:gd name="T13" fmla="*/ 209 h 2092"/>
              <a:gd name="T14" fmla="*/ 703 w 2382"/>
              <a:gd name="T15" fmla="*/ 279 h 2092"/>
              <a:gd name="T16" fmla="*/ 70 w 2382"/>
              <a:gd name="T17" fmla="*/ 279 h 2092"/>
              <a:gd name="T18" fmla="*/ 0 w 2382"/>
              <a:gd name="T19" fmla="*/ 348 h 2092"/>
              <a:gd name="T20" fmla="*/ 0 w 2382"/>
              <a:gd name="T21" fmla="*/ 1883 h 2092"/>
              <a:gd name="T22" fmla="*/ 210 w 2382"/>
              <a:gd name="T23" fmla="*/ 2092 h 2092"/>
              <a:gd name="T24" fmla="*/ 2172 w 2382"/>
              <a:gd name="T25" fmla="*/ 2092 h 2092"/>
              <a:gd name="T26" fmla="*/ 2382 w 2382"/>
              <a:gd name="T27" fmla="*/ 1883 h 2092"/>
              <a:gd name="T28" fmla="*/ 2382 w 2382"/>
              <a:gd name="T29" fmla="*/ 350 h 2092"/>
              <a:gd name="T30" fmla="*/ 2382 w 2382"/>
              <a:gd name="T31" fmla="*/ 350 h 2092"/>
              <a:gd name="T32" fmla="*/ 2312 w 2382"/>
              <a:gd name="T33" fmla="*/ 279 h 2092"/>
              <a:gd name="T34" fmla="*/ 842 w 2382"/>
              <a:gd name="T35" fmla="*/ 209 h 2092"/>
              <a:gd name="T36" fmla="*/ 912 w 2382"/>
              <a:gd name="T37" fmla="*/ 139 h 2092"/>
              <a:gd name="T38" fmla="*/ 1470 w 2382"/>
              <a:gd name="T39" fmla="*/ 139 h 2092"/>
              <a:gd name="T40" fmla="*/ 1540 w 2382"/>
              <a:gd name="T41" fmla="*/ 209 h 2092"/>
              <a:gd name="T42" fmla="*/ 1540 w 2382"/>
              <a:gd name="T43" fmla="*/ 279 h 2092"/>
              <a:gd name="T44" fmla="*/ 842 w 2382"/>
              <a:gd name="T45" fmla="*/ 279 h 2092"/>
              <a:gd name="T46" fmla="*/ 842 w 2382"/>
              <a:gd name="T47" fmla="*/ 209 h 2092"/>
              <a:gd name="T48" fmla="*/ 2215 w 2382"/>
              <a:gd name="T49" fmla="*/ 418 h 2092"/>
              <a:gd name="T50" fmla="*/ 1998 w 2382"/>
              <a:gd name="T51" fmla="*/ 1068 h 2092"/>
              <a:gd name="T52" fmla="*/ 1932 w 2382"/>
              <a:gd name="T53" fmla="*/ 1116 h 2092"/>
              <a:gd name="T54" fmla="*/ 1540 w 2382"/>
              <a:gd name="T55" fmla="*/ 1116 h 2092"/>
              <a:gd name="T56" fmla="*/ 1540 w 2382"/>
              <a:gd name="T57" fmla="*/ 1046 h 2092"/>
              <a:gd name="T58" fmla="*/ 1470 w 2382"/>
              <a:gd name="T59" fmla="*/ 976 h 2092"/>
              <a:gd name="T60" fmla="*/ 912 w 2382"/>
              <a:gd name="T61" fmla="*/ 976 h 2092"/>
              <a:gd name="T62" fmla="*/ 842 w 2382"/>
              <a:gd name="T63" fmla="*/ 1046 h 2092"/>
              <a:gd name="T64" fmla="*/ 842 w 2382"/>
              <a:gd name="T65" fmla="*/ 1116 h 2092"/>
              <a:gd name="T66" fmla="*/ 450 w 2382"/>
              <a:gd name="T67" fmla="*/ 1116 h 2092"/>
              <a:gd name="T68" fmla="*/ 384 w 2382"/>
              <a:gd name="T69" fmla="*/ 1068 h 2092"/>
              <a:gd name="T70" fmla="*/ 167 w 2382"/>
              <a:gd name="T71" fmla="*/ 418 h 2092"/>
              <a:gd name="T72" fmla="*/ 2215 w 2382"/>
              <a:gd name="T73" fmla="*/ 418 h 2092"/>
              <a:gd name="T74" fmla="*/ 1400 w 2382"/>
              <a:gd name="T75" fmla="*/ 1116 h 2092"/>
              <a:gd name="T76" fmla="*/ 1400 w 2382"/>
              <a:gd name="T77" fmla="*/ 1255 h 2092"/>
              <a:gd name="T78" fmla="*/ 982 w 2382"/>
              <a:gd name="T79" fmla="*/ 1255 h 2092"/>
              <a:gd name="T80" fmla="*/ 982 w 2382"/>
              <a:gd name="T81" fmla="*/ 1116 h 2092"/>
              <a:gd name="T82" fmla="*/ 1400 w 2382"/>
              <a:gd name="T83" fmla="*/ 1116 h 2092"/>
              <a:gd name="T84" fmla="*/ 2242 w 2382"/>
              <a:gd name="T85" fmla="*/ 1883 h 2092"/>
              <a:gd name="T86" fmla="*/ 2172 w 2382"/>
              <a:gd name="T87" fmla="*/ 1953 h 2092"/>
              <a:gd name="T88" fmla="*/ 210 w 2382"/>
              <a:gd name="T89" fmla="*/ 1953 h 2092"/>
              <a:gd name="T90" fmla="*/ 140 w 2382"/>
              <a:gd name="T91" fmla="*/ 1883 h 2092"/>
              <a:gd name="T92" fmla="*/ 140 w 2382"/>
              <a:gd name="T93" fmla="*/ 778 h 2092"/>
              <a:gd name="T94" fmla="*/ 251 w 2382"/>
              <a:gd name="T95" fmla="*/ 1112 h 2092"/>
              <a:gd name="T96" fmla="*/ 450 w 2382"/>
              <a:gd name="T97" fmla="*/ 1255 h 2092"/>
              <a:gd name="T98" fmla="*/ 842 w 2382"/>
              <a:gd name="T99" fmla="*/ 1255 h 2092"/>
              <a:gd name="T100" fmla="*/ 842 w 2382"/>
              <a:gd name="T101" fmla="*/ 1325 h 2092"/>
              <a:gd name="T102" fmla="*/ 912 w 2382"/>
              <a:gd name="T103" fmla="*/ 1395 h 2092"/>
              <a:gd name="T104" fmla="*/ 1470 w 2382"/>
              <a:gd name="T105" fmla="*/ 1395 h 2092"/>
              <a:gd name="T106" fmla="*/ 1540 w 2382"/>
              <a:gd name="T107" fmla="*/ 1325 h 2092"/>
              <a:gd name="T108" fmla="*/ 1540 w 2382"/>
              <a:gd name="T109" fmla="*/ 1255 h 2092"/>
              <a:gd name="T110" fmla="*/ 1932 w 2382"/>
              <a:gd name="T111" fmla="*/ 1255 h 2092"/>
              <a:gd name="T112" fmla="*/ 2131 w 2382"/>
              <a:gd name="T113" fmla="*/ 1112 h 2092"/>
              <a:gd name="T114" fmla="*/ 2242 w 2382"/>
              <a:gd name="T115" fmla="*/ 778 h 2092"/>
              <a:gd name="T116" fmla="*/ 2242 w 2382"/>
              <a:gd name="T117" fmla="*/ 1883 h 2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382" h="2092">
                <a:moveTo>
                  <a:pt x="2312" y="279"/>
                </a:moveTo>
                <a:cubicBezTo>
                  <a:pt x="2312" y="279"/>
                  <a:pt x="2312" y="279"/>
                  <a:pt x="2312" y="279"/>
                </a:cubicBezTo>
                <a:cubicBezTo>
                  <a:pt x="1679" y="279"/>
                  <a:pt x="1679" y="279"/>
                  <a:pt x="1679" y="279"/>
                </a:cubicBezTo>
                <a:cubicBezTo>
                  <a:pt x="1679" y="209"/>
                  <a:pt x="1679" y="209"/>
                  <a:pt x="1679" y="209"/>
                </a:cubicBezTo>
                <a:cubicBezTo>
                  <a:pt x="1679" y="93"/>
                  <a:pt x="1585" y="0"/>
                  <a:pt x="1470" y="0"/>
                </a:cubicBezTo>
                <a:cubicBezTo>
                  <a:pt x="912" y="0"/>
                  <a:pt x="912" y="0"/>
                  <a:pt x="912" y="0"/>
                </a:cubicBezTo>
                <a:cubicBezTo>
                  <a:pt x="797" y="0"/>
                  <a:pt x="703" y="93"/>
                  <a:pt x="703" y="209"/>
                </a:cubicBezTo>
                <a:cubicBezTo>
                  <a:pt x="703" y="279"/>
                  <a:pt x="703" y="279"/>
                  <a:pt x="703" y="279"/>
                </a:cubicBezTo>
                <a:cubicBezTo>
                  <a:pt x="70" y="279"/>
                  <a:pt x="70" y="279"/>
                  <a:pt x="70" y="279"/>
                </a:cubicBezTo>
                <a:cubicBezTo>
                  <a:pt x="31" y="279"/>
                  <a:pt x="0" y="310"/>
                  <a:pt x="0" y="348"/>
                </a:cubicBezTo>
                <a:cubicBezTo>
                  <a:pt x="0" y="1883"/>
                  <a:pt x="0" y="1883"/>
                  <a:pt x="0" y="1883"/>
                </a:cubicBezTo>
                <a:cubicBezTo>
                  <a:pt x="0" y="1999"/>
                  <a:pt x="94" y="2092"/>
                  <a:pt x="210" y="2092"/>
                </a:cubicBezTo>
                <a:cubicBezTo>
                  <a:pt x="2172" y="2092"/>
                  <a:pt x="2172" y="2092"/>
                  <a:pt x="2172" y="2092"/>
                </a:cubicBezTo>
                <a:cubicBezTo>
                  <a:pt x="2288" y="2092"/>
                  <a:pt x="2382" y="1999"/>
                  <a:pt x="2382" y="1883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79" y="304"/>
                  <a:pt x="2351" y="279"/>
                  <a:pt x="2312" y="279"/>
                </a:cubicBezTo>
                <a:close/>
                <a:moveTo>
                  <a:pt x="842" y="209"/>
                </a:moveTo>
                <a:cubicBezTo>
                  <a:pt x="842" y="170"/>
                  <a:pt x="874" y="139"/>
                  <a:pt x="912" y="139"/>
                </a:cubicBezTo>
                <a:cubicBezTo>
                  <a:pt x="1470" y="139"/>
                  <a:pt x="1470" y="139"/>
                  <a:pt x="1470" y="139"/>
                </a:cubicBezTo>
                <a:cubicBezTo>
                  <a:pt x="1508" y="139"/>
                  <a:pt x="1540" y="170"/>
                  <a:pt x="1540" y="209"/>
                </a:cubicBezTo>
                <a:cubicBezTo>
                  <a:pt x="1540" y="279"/>
                  <a:pt x="1540" y="279"/>
                  <a:pt x="1540" y="279"/>
                </a:cubicBezTo>
                <a:cubicBezTo>
                  <a:pt x="842" y="279"/>
                  <a:pt x="842" y="279"/>
                  <a:pt x="842" y="279"/>
                </a:cubicBezTo>
                <a:lnTo>
                  <a:pt x="842" y="209"/>
                </a:lnTo>
                <a:close/>
                <a:moveTo>
                  <a:pt x="2215" y="418"/>
                </a:moveTo>
                <a:cubicBezTo>
                  <a:pt x="1998" y="1068"/>
                  <a:pt x="1998" y="1068"/>
                  <a:pt x="1998" y="1068"/>
                </a:cubicBezTo>
                <a:cubicBezTo>
                  <a:pt x="1989" y="1097"/>
                  <a:pt x="1962" y="1116"/>
                  <a:pt x="1932" y="1116"/>
                </a:cubicBezTo>
                <a:cubicBezTo>
                  <a:pt x="1540" y="1116"/>
                  <a:pt x="1540" y="1116"/>
                  <a:pt x="1540" y="1116"/>
                </a:cubicBezTo>
                <a:cubicBezTo>
                  <a:pt x="1540" y="1046"/>
                  <a:pt x="1540" y="1046"/>
                  <a:pt x="1540" y="1046"/>
                </a:cubicBezTo>
                <a:cubicBezTo>
                  <a:pt x="1540" y="1007"/>
                  <a:pt x="1509" y="976"/>
                  <a:pt x="1470" y="976"/>
                </a:cubicBezTo>
                <a:cubicBezTo>
                  <a:pt x="912" y="976"/>
                  <a:pt x="912" y="976"/>
                  <a:pt x="912" y="976"/>
                </a:cubicBezTo>
                <a:cubicBezTo>
                  <a:pt x="873" y="976"/>
                  <a:pt x="842" y="1007"/>
                  <a:pt x="842" y="1046"/>
                </a:cubicBezTo>
                <a:cubicBezTo>
                  <a:pt x="842" y="1116"/>
                  <a:pt x="842" y="1116"/>
                  <a:pt x="842" y="1116"/>
                </a:cubicBezTo>
                <a:cubicBezTo>
                  <a:pt x="450" y="1116"/>
                  <a:pt x="450" y="1116"/>
                  <a:pt x="450" y="1116"/>
                </a:cubicBezTo>
                <a:cubicBezTo>
                  <a:pt x="420" y="1116"/>
                  <a:pt x="393" y="1097"/>
                  <a:pt x="384" y="1068"/>
                </a:cubicBezTo>
                <a:cubicBezTo>
                  <a:pt x="167" y="418"/>
                  <a:pt x="167" y="418"/>
                  <a:pt x="167" y="418"/>
                </a:cubicBezTo>
                <a:lnTo>
                  <a:pt x="2215" y="418"/>
                </a:lnTo>
                <a:close/>
                <a:moveTo>
                  <a:pt x="1400" y="1116"/>
                </a:moveTo>
                <a:cubicBezTo>
                  <a:pt x="1400" y="1255"/>
                  <a:pt x="1400" y="1255"/>
                  <a:pt x="1400" y="1255"/>
                </a:cubicBezTo>
                <a:cubicBezTo>
                  <a:pt x="982" y="1255"/>
                  <a:pt x="982" y="1255"/>
                  <a:pt x="982" y="1255"/>
                </a:cubicBezTo>
                <a:cubicBezTo>
                  <a:pt x="982" y="1116"/>
                  <a:pt x="982" y="1116"/>
                  <a:pt x="982" y="1116"/>
                </a:cubicBezTo>
                <a:lnTo>
                  <a:pt x="1400" y="1116"/>
                </a:lnTo>
                <a:close/>
                <a:moveTo>
                  <a:pt x="2242" y="1883"/>
                </a:moveTo>
                <a:cubicBezTo>
                  <a:pt x="2242" y="1922"/>
                  <a:pt x="2211" y="1953"/>
                  <a:pt x="2172" y="1953"/>
                </a:cubicBezTo>
                <a:cubicBezTo>
                  <a:pt x="210" y="1953"/>
                  <a:pt x="210" y="1953"/>
                  <a:pt x="210" y="1953"/>
                </a:cubicBezTo>
                <a:cubicBezTo>
                  <a:pt x="171" y="1953"/>
                  <a:pt x="140" y="1922"/>
                  <a:pt x="140" y="1883"/>
                </a:cubicBezTo>
                <a:cubicBezTo>
                  <a:pt x="140" y="778"/>
                  <a:pt x="140" y="778"/>
                  <a:pt x="140" y="778"/>
                </a:cubicBezTo>
                <a:cubicBezTo>
                  <a:pt x="251" y="1112"/>
                  <a:pt x="251" y="1112"/>
                  <a:pt x="251" y="1112"/>
                </a:cubicBezTo>
                <a:cubicBezTo>
                  <a:pt x="280" y="1198"/>
                  <a:pt x="360" y="1255"/>
                  <a:pt x="450" y="1255"/>
                </a:cubicBezTo>
                <a:cubicBezTo>
                  <a:pt x="842" y="1255"/>
                  <a:pt x="842" y="1255"/>
                  <a:pt x="842" y="1255"/>
                </a:cubicBezTo>
                <a:cubicBezTo>
                  <a:pt x="842" y="1325"/>
                  <a:pt x="842" y="1325"/>
                  <a:pt x="842" y="1325"/>
                </a:cubicBezTo>
                <a:cubicBezTo>
                  <a:pt x="842" y="1364"/>
                  <a:pt x="873" y="1395"/>
                  <a:pt x="912" y="1395"/>
                </a:cubicBezTo>
                <a:cubicBezTo>
                  <a:pt x="1470" y="1395"/>
                  <a:pt x="1470" y="1395"/>
                  <a:pt x="1470" y="1395"/>
                </a:cubicBezTo>
                <a:cubicBezTo>
                  <a:pt x="1509" y="1395"/>
                  <a:pt x="1540" y="1364"/>
                  <a:pt x="1540" y="1325"/>
                </a:cubicBezTo>
                <a:cubicBezTo>
                  <a:pt x="1540" y="1255"/>
                  <a:pt x="1540" y="1255"/>
                  <a:pt x="1540" y="1255"/>
                </a:cubicBezTo>
                <a:cubicBezTo>
                  <a:pt x="1932" y="1255"/>
                  <a:pt x="1932" y="1255"/>
                  <a:pt x="1932" y="1255"/>
                </a:cubicBezTo>
                <a:cubicBezTo>
                  <a:pt x="2022" y="1255"/>
                  <a:pt x="2102" y="1198"/>
                  <a:pt x="2131" y="1112"/>
                </a:cubicBezTo>
                <a:cubicBezTo>
                  <a:pt x="2242" y="778"/>
                  <a:pt x="2242" y="778"/>
                  <a:pt x="2242" y="778"/>
                </a:cubicBezTo>
                <a:lnTo>
                  <a:pt x="2242" y="188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Freeform 32">
            <a:extLst>
              <a:ext uri="{FF2B5EF4-FFF2-40B4-BE49-F238E27FC236}">
                <a16:creationId xmlns:a16="http://schemas.microsoft.com/office/drawing/2014/main" id="{16E92070-10B5-441D-981F-6243C252BB01}"/>
              </a:ext>
            </a:extLst>
          </p:cNvPr>
          <p:cNvSpPr>
            <a:spLocks noEditPoints="1"/>
          </p:cNvSpPr>
          <p:nvPr/>
        </p:nvSpPr>
        <p:spPr bwMode="auto">
          <a:xfrm>
            <a:off x="4103851" y="5631508"/>
            <a:ext cx="475654" cy="396610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4" name="Freeform 37">
            <a:extLst>
              <a:ext uri="{FF2B5EF4-FFF2-40B4-BE49-F238E27FC236}">
                <a16:creationId xmlns:a16="http://schemas.microsoft.com/office/drawing/2014/main" id="{6E380CB6-3422-469E-8DD3-0A67552548AF}"/>
              </a:ext>
            </a:extLst>
          </p:cNvPr>
          <p:cNvSpPr>
            <a:spLocks noEditPoints="1"/>
          </p:cNvSpPr>
          <p:nvPr/>
        </p:nvSpPr>
        <p:spPr bwMode="auto">
          <a:xfrm>
            <a:off x="7566723" y="5560043"/>
            <a:ext cx="518250" cy="539538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47E7F3-7717-42F8-93E3-DCF3AD39A6A7}"/>
              </a:ext>
            </a:extLst>
          </p:cNvPr>
          <p:cNvGrpSpPr/>
          <p:nvPr/>
        </p:nvGrpSpPr>
        <p:grpSpPr>
          <a:xfrm>
            <a:off x="7531249" y="2325895"/>
            <a:ext cx="552768" cy="455260"/>
            <a:chOff x="3040063" y="2486025"/>
            <a:chExt cx="3779838" cy="3113087"/>
          </a:xfrm>
          <a:solidFill>
            <a:schemeClr val="accent5"/>
          </a:solidFill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464A94C6-FC94-4553-A073-AB0F92939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2717800"/>
              <a:ext cx="3297238" cy="2881312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C9A642-D314-409C-8F6C-D28FE20773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</p:grpSp>
      <p:sp>
        <p:nvSpPr>
          <p:cNvPr id="29" name="Freeform 6">
            <a:extLst>
              <a:ext uri="{FF2B5EF4-FFF2-40B4-BE49-F238E27FC236}">
                <a16:creationId xmlns:a16="http://schemas.microsoft.com/office/drawing/2014/main" id="{1AD4E49C-9130-4065-A66F-A26115FBCF8B}"/>
              </a:ext>
            </a:extLst>
          </p:cNvPr>
          <p:cNvSpPr>
            <a:spLocks noEditPoints="1"/>
          </p:cNvSpPr>
          <p:nvPr/>
        </p:nvSpPr>
        <p:spPr bwMode="auto">
          <a:xfrm>
            <a:off x="4129010" y="2331629"/>
            <a:ext cx="444016" cy="443790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Open Sans" panose="020B0606030504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3582478-A2B1-46E8-AE94-35F1B4AEF3AD}"/>
              </a:ext>
            </a:extLst>
          </p:cNvPr>
          <p:cNvGrpSpPr/>
          <p:nvPr/>
        </p:nvGrpSpPr>
        <p:grpSpPr>
          <a:xfrm>
            <a:off x="8448180" y="2036688"/>
            <a:ext cx="2965472" cy="1033672"/>
            <a:chOff x="8556491" y="872349"/>
            <a:chExt cx="2965472" cy="10336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92FDB8-1D8B-4B64-A81C-47F37EA02B8D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277B772-79C9-4CBA-A9AF-F934BC7B53E2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9F1713-BD7C-4E05-AFB2-22A15E09CB95}"/>
              </a:ext>
            </a:extLst>
          </p:cNvPr>
          <p:cNvGrpSpPr/>
          <p:nvPr/>
        </p:nvGrpSpPr>
        <p:grpSpPr>
          <a:xfrm>
            <a:off x="8448180" y="5296723"/>
            <a:ext cx="2965472" cy="1033672"/>
            <a:chOff x="8556491" y="872349"/>
            <a:chExt cx="2965472" cy="103367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0AADF9-0E3C-4F54-8527-978D7D31BDD4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852E77-2190-42B4-98BC-7F888171E876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C2F349-5BC9-40D6-B7FA-160840538FF0}"/>
              </a:ext>
            </a:extLst>
          </p:cNvPr>
          <p:cNvGrpSpPr/>
          <p:nvPr/>
        </p:nvGrpSpPr>
        <p:grpSpPr>
          <a:xfrm>
            <a:off x="775172" y="2036688"/>
            <a:ext cx="2965472" cy="1033672"/>
            <a:chOff x="8556491" y="872349"/>
            <a:chExt cx="2965472" cy="103367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34904D-E694-42B1-8F3C-C2374E8CAE96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9995BDD-CDB4-4479-B7EC-F1B51EE96B3A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6199BD-4EFF-4956-9378-1CE27EF0A2A5}"/>
              </a:ext>
            </a:extLst>
          </p:cNvPr>
          <p:cNvGrpSpPr/>
          <p:nvPr/>
        </p:nvGrpSpPr>
        <p:grpSpPr>
          <a:xfrm>
            <a:off x="775172" y="5296723"/>
            <a:ext cx="2965472" cy="1033672"/>
            <a:chOff x="8556491" y="872349"/>
            <a:chExt cx="2965472" cy="103367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2C29DE-CFBE-4853-997E-CCAFD6CD2460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rPr>
                <a:t>You can replace this text. This is a sample.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EAB7FC-5BF9-430A-A745-00BA3FF734D7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rPr>
                <a:t>Placeholder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88524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5-STEP CIRCULAR INFOGRAPHIC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044B-7655-493F-B8E7-0965901F88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Edit this presentation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CC05B0-6283-4096-BD18-42C4317417D4}"/>
              </a:ext>
            </a:extLst>
          </p:cNvPr>
          <p:cNvGrpSpPr/>
          <p:nvPr/>
        </p:nvGrpSpPr>
        <p:grpSpPr>
          <a:xfrm>
            <a:off x="761312" y="1901950"/>
            <a:ext cx="10320553" cy="4504261"/>
            <a:chOff x="410079" y="1291818"/>
            <a:chExt cx="11352607" cy="495468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9D10FF-5A03-43F6-BA7B-C4B79FB6D7A1}"/>
                </a:ext>
              </a:extLst>
            </p:cNvPr>
            <p:cNvGrpSpPr/>
            <p:nvPr/>
          </p:nvGrpSpPr>
          <p:grpSpPr>
            <a:xfrm>
              <a:off x="4453495" y="1994081"/>
              <a:ext cx="3361346" cy="3533414"/>
              <a:chOff x="1524001" y="2359026"/>
              <a:chExt cx="2666999" cy="2803524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7A4A7E79-F5AC-4F52-886A-457EE0D0E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250" y="2660650"/>
                <a:ext cx="903287" cy="1063625"/>
              </a:xfrm>
              <a:custGeom>
                <a:avLst/>
                <a:gdLst>
                  <a:gd name="T0" fmla="*/ 368 w 579"/>
                  <a:gd name="T1" fmla="*/ 683 h 683"/>
                  <a:gd name="T2" fmla="*/ 566 w 579"/>
                  <a:gd name="T3" fmla="*/ 683 h 683"/>
                  <a:gd name="T4" fmla="*/ 455 w 579"/>
                  <a:gd name="T5" fmla="*/ 313 h 683"/>
                  <a:gd name="T6" fmla="*/ 514 w 579"/>
                  <a:gd name="T7" fmla="*/ 268 h 683"/>
                  <a:gd name="T8" fmla="*/ 545 w 579"/>
                  <a:gd name="T9" fmla="*/ 308 h 683"/>
                  <a:gd name="T10" fmla="*/ 579 w 579"/>
                  <a:gd name="T11" fmla="*/ 129 h 683"/>
                  <a:gd name="T12" fmla="*/ 397 w 579"/>
                  <a:gd name="T13" fmla="*/ 117 h 683"/>
                  <a:gd name="T14" fmla="*/ 428 w 579"/>
                  <a:gd name="T15" fmla="*/ 157 h 683"/>
                  <a:gd name="T16" fmla="*/ 370 w 579"/>
                  <a:gd name="T17" fmla="*/ 202 h 683"/>
                  <a:gd name="T18" fmla="*/ 57 w 579"/>
                  <a:gd name="T19" fmla="*/ 0 h 683"/>
                  <a:gd name="T20" fmla="*/ 0 w 579"/>
                  <a:gd name="T21" fmla="*/ 190 h 683"/>
                  <a:gd name="T22" fmla="*/ 368 w 579"/>
                  <a:gd name="T23" fmla="*/ 683 h 6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79" h="683">
                    <a:moveTo>
                      <a:pt x="368" y="683"/>
                    </a:moveTo>
                    <a:cubicBezTo>
                      <a:pt x="566" y="683"/>
                      <a:pt x="566" y="683"/>
                      <a:pt x="566" y="683"/>
                    </a:cubicBezTo>
                    <a:cubicBezTo>
                      <a:pt x="562" y="548"/>
                      <a:pt x="522" y="421"/>
                      <a:pt x="455" y="313"/>
                    </a:cubicBezTo>
                    <a:cubicBezTo>
                      <a:pt x="514" y="268"/>
                      <a:pt x="514" y="268"/>
                      <a:pt x="514" y="268"/>
                    </a:cubicBezTo>
                    <a:cubicBezTo>
                      <a:pt x="545" y="308"/>
                      <a:pt x="545" y="308"/>
                      <a:pt x="545" y="308"/>
                    </a:cubicBezTo>
                    <a:cubicBezTo>
                      <a:pt x="579" y="129"/>
                      <a:pt x="579" y="129"/>
                      <a:pt x="579" y="129"/>
                    </a:cubicBezTo>
                    <a:cubicBezTo>
                      <a:pt x="397" y="117"/>
                      <a:pt x="397" y="117"/>
                      <a:pt x="397" y="117"/>
                    </a:cubicBezTo>
                    <a:cubicBezTo>
                      <a:pt x="428" y="157"/>
                      <a:pt x="428" y="157"/>
                      <a:pt x="428" y="157"/>
                    </a:cubicBezTo>
                    <a:cubicBezTo>
                      <a:pt x="370" y="202"/>
                      <a:pt x="370" y="202"/>
                      <a:pt x="370" y="202"/>
                    </a:cubicBezTo>
                    <a:cubicBezTo>
                      <a:pt x="285" y="110"/>
                      <a:pt x="178" y="40"/>
                      <a:pt x="57" y="0"/>
                    </a:cubicBezTo>
                    <a:cubicBezTo>
                      <a:pt x="0" y="190"/>
                      <a:pt x="0" y="190"/>
                      <a:pt x="0" y="190"/>
                    </a:cubicBezTo>
                    <a:cubicBezTo>
                      <a:pt x="208" y="260"/>
                      <a:pt x="359" y="454"/>
                      <a:pt x="368" y="68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BAE70B56-F4B1-47A1-9DD4-8546B0221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275" y="2359026"/>
                <a:ext cx="1225550" cy="889000"/>
              </a:xfrm>
              <a:custGeom>
                <a:avLst/>
                <a:gdLst>
                  <a:gd name="T0" fmla="*/ 595 w 787"/>
                  <a:gd name="T1" fmla="*/ 354 h 570"/>
                  <a:gd name="T2" fmla="*/ 731 w 787"/>
                  <a:gd name="T3" fmla="*/ 371 h 570"/>
                  <a:gd name="T4" fmla="*/ 787 w 787"/>
                  <a:gd name="T5" fmla="*/ 182 h 570"/>
                  <a:gd name="T6" fmla="*/ 595 w 787"/>
                  <a:gd name="T7" fmla="*/ 157 h 570"/>
                  <a:gd name="T8" fmla="*/ 423 w 787"/>
                  <a:gd name="T9" fmla="*/ 177 h 570"/>
                  <a:gd name="T10" fmla="*/ 398 w 787"/>
                  <a:gd name="T11" fmla="*/ 106 h 570"/>
                  <a:gd name="T12" fmla="*/ 446 w 787"/>
                  <a:gd name="T13" fmla="*/ 89 h 570"/>
                  <a:gd name="T14" fmla="*/ 287 w 787"/>
                  <a:gd name="T15" fmla="*/ 0 h 570"/>
                  <a:gd name="T16" fmla="*/ 219 w 787"/>
                  <a:gd name="T17" fmla="*/ 169 h 570"/>
                  <a:gd name="T18" fmla="*/ 266 w 787"/>
                  <a:gd name="T19" fmla="*/ 152 h 570"/>
                  <a:gd name="T20" fmla="*/ 291 w 787"/>
                  <a:gd name="T21" fmla="*/ 222 h 570"/>
                  <a:gd name="T22" fmla="*/ 0 w 787"/>
                  <a:gd name="T23" fmla="*/ 457 h 570"/>
                  <a:gd name="T24" fmla="*/ 162 w 787"/>
                  <a:gd name="T25" fmla="*/ 570 h 570"/>
                  <a:gd name="T26" fmla="*/ 595 w 787"/>
                  <a:gd name="T27" fmla="*/ 354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7" h="570">
                    <a:moveTo>
                      <a:pt x="595" y="354"/>
                    </a:moveTo>
                    <a:cubicBezTo>
                      <a:pt x="642" y="354"/>
                      <a:pt x="687" y="360"/>
                      <a:pt x="731" y="371"/>
                    </a:cubicBezTo>
                    <a:cubicBezTo>
                      <a:pt x="787" y="182"/>
                      <a:pt x="787" y="182"/>
                      <a:pt x="787" y="182"/>
                    </a:cubicBezTo>
                    <a:cubicBezTo>
                      <a:pt x="726" y="165"/>
                      <a:pt x="662" y="157"/>
                      <a:pt x="595" y="157"/>
                    </a:cubicBezTo>
                    <a:cubicBezTo>
                      <a:pt x="536" y="157"/>
                      <a:pt x="478" y="164"/>
                      <a:pt x="423" y="177"/>
                    </a:cubicBezTo>
                    <a:cubicBezTo>
                      <a:pt x="398" y="106"/>
                      <a:pt x="398" y="106"/>
                      <a:pt x="398" y="106"/>
                    </a:cubicBezTo>
                    <a:cubicBezTo>
                      <a:pt x="446" y="89"/>
                      <a:pt x="446" y="89"/>
                      <a:pt x="446" y="89"/>
                    </a:cubicBezTo>
                    <a:cubicBezTo>
                      <a:pt x="287" y="0"/>
                      <a:pt x="287" y="0"/>
                      <a:pt x="287" y="0"/>
                    </a:cubicBezTo>
                    <a:cubicBezTo>
                      <a:pt x="219" y="169"/>
                      <a:pt x="219" y="169"/>
                      <a:pt x="219" y="169"/>
                    </a:cubicBezTo>
                    <a:cubicBezTo>
                      <a:pt x="266" y="152"/>
                      <a:pt x="266" y="152"/>
                      <a:pt x="266" y="152"/>
                    </a:cubicBezTo>
                    <a:cubicBezTo>
                      <a:pt x="291" y="222"/>
                      <a:pt x="291" y="222"/>
                      <a:pt x="291" y="222"/>
                    </a:cubicBezTo>
                    <a:cubicBezTo>
                      <a:pt x="175" y="274"/>
                      <a:pt x="75" y="356"/>
                      <a:pt x="0" y="457"/>
                    </a:cubicBezTo>
                    <a:cubicBezTo>
                      <a:pt x="162" y="570"/>
                      <a:pt x="162" y="570"/>
                      <a:pt x="162" y="570"/>
                    </a:cubicBezTo>
                    <a:cubicBezTo>
                      <a:pt x="261" y="439"/>
                      <a:pt x="418" y="354"/>
                      <a:pt x="595" y="35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BA1646E-DEE2-4DC1-85FA-0EB4223D6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001" y="3122613"/>
                <a:ext cx="782637" cy="1300162"/>
              </a:xfrm>
              <a:custGeom>
                <a:avLst/>
                <a:gdLst>
                  <a:gd name="T0" fmla="*/ 343 w 502"/>
                  <a:gd name="T1" fmla="*/ 834 h 834"/>
                  <a:gd name="T2" fmla="*/ 502 w 502"/>
                  <a:gd name="T3" fmla="*/ 715 h 834"/>
                  <a:gd name="T4" fmla="*/ 405 w 502"/>
                  <a:gd name="T5" fmla="*/ 406 h 834"/>
                  <a:gd name="T6" fmla="*/ 491 w 502"/>
                  <a:gd name="T7" fmla="*/ 113 h 834"/>
                  <a:gd name="T8" fmla="*/ 329 w 502"/>
                  <a:gd name="T9" fmla="*/ 0 h 834"/>
                  <a:gd name="T10" fmla="*/ 210 w 502"/>
                  <a:gd name="T11" fmla="*/ 343 h 834"/>
                  <a:gd name="T12" fmla="*/ 135 w 502"/>
                  <a:gd name="T13" fmla="*/ 344 h 834"/>
                  <a:gd name="T14" fmla="*/ 135 w 502"/>
                  <a:gd name="T15" fmla="*/ 293 h 834"/>
                  <a:gd name="T16" fmla="*/ 0 w 502"/>
                  <a:gd name="T17" fmla="*/ 416 h 834"/>
                  <a:gd name="T18" fmla="*/ 138 w 502"/>
                  <a:gd name="T19" fmla="*/ 534 h 834"/>
                  <a:gd name="T20" fmla="*/ 138 w 502"/>
                  <a:gd name="T21" fmla="*/ 484 h 834"/>
                  <a:gd name="T22" fmla="*/ 211 w 502"/>
                  <a:gd name="T23" fmla="*/ 483 h 834"/>
                  <a:gd name="T24" fmla="*/ 343 w 502"/>
                  <a:gd name="T25" fmla="*/ 834 h 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834">
                    <a:moveTo>
                      <a:pt x="343" y="834"/>
                    </a:moveTo>
                    <a:cubicBezTo>
                      <a:pt x="502" y="715"/>
                      <a:pt x="502" y="715"/>
                      <a:pt x="502" y="715"/>
                    </a:cubicBezTo>
                    <a:cubicBezTo>
                      <a:pt x="441" y="628"/>
                      <a:pt x="405" y="521"/>
                      <a:pt x="405" y="406"/>
                    </a:cubicBezTo>
                    <a:cubicBezTo>
                      <a:pt x="405" y="298"/>
                      <a:pt x="437" y="198"/>
                      <a:pt x="491" y="113"/>
                    </a:cubicBezTo>
                    <a:cubicBezTo>
                      <a:pt x="329" y="0"/>
                      <a:pt x="329" y="0"/>
                      <a:pt x="329" y="0"/>
                    </a:cubicBezTo>
                    <a:cubicBezTo>
                      <a:pt x="263" y="100"/>
                      <a:pt x="221" y="217"/>
                      <a:pt x="210" y="3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135" y="293"/>
                      <a:pt x="135" y="293"/>
                      <a:pt x="135" y="293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138" y="534"/>
                      <a:pt x="138" y="534"/>
                      <a:pt x="138" y="534"/>
                    </a:cubicBezTo>
                    <a:cubicBezTo>
                      <a:pt x="138" y="484"/>
                      <a:pt x="138" y="484"/>
                      <a:pt x="138" y="484"/>
                    </a:cubicBezTo>
                    <a:cubicBezTo>
                      <a:pt x="211" y="483"/>
                      <a:pt x="211" y="483"/>
                      <a:pt x="211" y="483"/>
                    </a:cubicBezTo>
                    <a:cubicBezTo>
                      <a:pt x="224" y="613"/>
                      <a:pt x="271" y="733"/>
                      <a:pt x="343" y="8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D5144C87-05FF-4E7B-A473-B5FD5801B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5500" y="4287838"/>
                <a:ext cx="1235075" cy="874712"/>
              </a:xfrm>
              <a:custGeom>
                <a:avLst/>
                <a:gdLst>
                  <a:gd name="T0" fmla="*/ 580 w 792"/>
                  <a:gd name="T1" fmla="*/ 202 h 561"/>
                  <a:gd name="T2" fmla="*/ 159 w 792"/>
                  <a:gd name="T3" fmla="*/ 0 h 561"/>
                  <a:gd name="T4" fmla="*/ 0 w 792"/>
                  <a:gd name="T5" fmla="*/ 119 h 561"/>
                  <a:gd name="T6" fmla="*/ 287 w 792"/>
                  <a:gd name="T7" fmla="*/ 339 h 561"/>
                  <a:gd name="T8" fmla="*/ 265 w 792"/>
                  <a:gd name="T9" fmla="*/ 410 h 561"/>
                  <a:gd name="T10" fmla="*/ 217 w 792"/>
                  <a:gd name="T11" fmla="*/ 395 h 561"/>
                  <a:gd name="T12" fmla="*/ 291 w 792"/>
                  <a:gd name="T13" fmla="*/ 561 h 561"/>
                  <a:gd name="T14" fmla="*/ 447 w 792"/>
                  <a:gd name="T15" fmla="*/ 467 h 561"/>
                  <a:gd name="T16" fmla="*/ 398 w 792"/>
                  <a:gd name="T17" fmla="*/ 452 h 561"/>
                  <a:gd name="T18" fmla="*/ 420 w 792"/>
                  <a:gd name="T19" fmla="*/ 382 h 561"/>
                  <a:gd name="T20" fmla="*/ 580 w 792"/>
                  <a:gd name="T21" fmla="*/ 399 h 561"/>
                  <a:gd name="T22" fmla="*/ 792 w 792"/>
                  <a:gd name="T23" fmla="*/ 369 h 561"/>
                  <a:gd name="T24" fmla="*/ 730 w 792"/>
                  <a:gd name="T25" fmla="*/ 181 h 561"/>
                  <a:gd name="T26" fmla="*/ 580 w 792"/>
                  <a:gd name="T27" fmla="*/ 202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2" h="561">
                    <a:moveTo>
                      <a:pt x="580" y="202"/>
                    </a:moveTo>
                    <a:cubicBezTo>
                      <a:pt x="410" y="202"/>
                      <a:pt x="258" y="123"/>
                      <a:pt x="159" y="0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76" y="214"/>
                      <a:pt x="174" y="290"/>
                      <a:pt x="287" y="339"/>
                    </a:cubicBezTo>
                    <a:cubicBezTo>
                      <a:pt x="265" y="410"/>
                      <a:pt x="265" y="410"/>
                      <a:pt x="265" y="410"/>
                    </a:cubicBezTo>
                    <a:cubicBezTo>
                      <a:pt x="217" y="395"/>
                      <a:pt x="217" y="395"/>
                      <a:pt x="217" y="395"/>
                    </a:cubicBezTo>
                    <a:cubicBezTo>
                      <a:pt x="291" y="561"/>
                      <a:pt x="291" y="561"/>
                      <a:pt x="291" y="561"/>
                    </a:cubicBezTo>
                    <a:cubicBezTo>
                      <a:pt x="447" y="467"/>
                      <a:pt x="447" y="467"/>
                      <a:pt x="447" y="467"/>
                    </a:cubicBezTo>
                    <a:cubicBezTo>
                      <a:pt x="398" y="452"/>
                      <a:pt x="398" y="452"/>
                      <a:pt x="398" y="452"/>
                    </a:cubicBezTo>
                    <a:cubicBezTo>
                      <a:pt x="420" y="382"/>
                      <a:pt x="420" y="382"/>
                      <a:pt x="420" y="382"/>
                    </a:cubicBezTo>
                    <a:cubicBezTo>
                      <a:pt x="472" y="393"/>
                      <a:pt x="525" y="399"/>
                      <a:pt x="580" y="399"/>
                    </a:cubicBezTo>
                    <a:cubicBezTo>
                      <a:pt x="654" y="399"/>
                      <a:pt x="725" y="389"/>
                      <a:pt x="792" y="369"/>
                    </a:cubicBezTo>
                    <a:cubicBezTo>
                      <a:pt x="730" y="181"/>
                      <a:pt x="730" y="181"/>
                      <a:pt x="730" y="181"/>
                    </a:cubicBezTo>
                    <a:cubicBezTo>
                      <a:pt x="682" y="194"/>
                      <a:pt x="632" y="202"/>
                      <a:pt x="580" y="2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3B72713-4570-4509-80FB-BD98CAEED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2475" y="3787775"/>
                <a:ext cx="898525" cy="1055687"/>
              </a:xfrm>
              <a:custGeom>
                <a:avLst/>
                <a:gdLst>
                  <a:gd name="T0" fmla="*/ 577 w 577"/>
                  <a:gd name="T1" fmla="*/ 539 h 677"/>
                  <a:gd name="T2" fmla="*/ 537 w 577"/>
                  <a:gd name="T3" fmla="*/ 361 h 677"/>
                  <a:gd name="T4" fmla="*/ 507 w 577"/>
                  <a:gd name="T5" fmla="*/ 402 h 677"/>
                  <a:gd name="T6" fmla="*/ 448 w 577"/>
                  <a:gd name="T7" fmla="*/ 359 h 677"/>
                  <a:gd name="T8" fmla="*/ 552 w 577"/>
                  <a:gd name="T9" fmla="*/ 0 h 677"/>
                  <a:gd name="T10" fmla="*/ 354 w 577"/>
                  <a:gd name="T11" fmla="*/ 0 h 677"/>
                  <a:gd name="T12" fmla="*/ 0 w 577"/>
                  <a:gd name="T13" fmla="*/ 489 h 677"/>
                  <a:gd name="T14" fmla="*/ 62 w 577"/>
                  <a:gd name="T15" fmla="*/ 677 h 677"/>
                  <a:gd name="T16" fmla="*/ 365 w 577"/>
                  <a:gd name="T17" fmla="*/ 472 h 677"/>
                  <a:gd name="T18" fmla="*/ 425 w 577"/>
                  <a:gd name="T19" fmla="*/ 516 h 677"/>
                  <a:gd name="T20" fmla="*/ 396 w 577"/>
                  <a:gd name="T21" fmla="*/ 557 h 677"/>
                  <a:gd name="T22" fmla="*/ 577 w 577"/>
                  <a:gd name="T23" fmla="*/ 539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77" h="677">
                    <a:moveTo>
                      <a:pt x="577" y="539"/>
                    </a:moveTo>
                    <a:cubicBezTo>
                      <a:pt x="537" y="361"/>
                      <a:pt x="537" y="361"/>
                      <a:pt x="537" y="361"/>
                    </a:cubicBezTo>
                    <a:cubicBezTo>
                      <a:pt x="507" y="402"/>
                      <a:pt x="507" y="402"/>
                      <a:pt x="507" y="402"/>
                    </a:cubicBezTo>
                    <a:cubicBezTo>
                      <a:pt x="448" y="359"/>
                      <a:pt x="448" y="359"/>
                      <a:pt x="448" y="359"/>
                    </a:cubicBezTo>
                    <a:cubicBezTo>
                      <a:pt x="511" y="254"/>
                      <a:pt x="548" y="131"/>
                      <a:pt x="552" y="0"/>
                    </a:cubicBezTo>
                    <a:cubicBezTo>
                      <a:pt x="354" y="0"/>
                      <a:pt x="354" y="0"/>
                      <a:pt x="354" y="0"/>
                    </a:cubicBezTo>
                    <a:cubicBezTo>
                      <a:pt x="346" y="225"/>
                      <a:pt x="201" y="415"/>
                      <a:pt x="0" y="489"/>
                    </a:cubicBezTo>
                    <a:cubicBezTo>
                      <a:pt x="62" y="677"/>
                      <a:pt x="62" y="677"/>
                      <a:pt x="62" y="677"/>
                    </a:cubicBezTo>
                    <a:cubicBezTo>
                      <a:pt x="179" y="635"/>
                      <a:pt x="283" y="564"/>
                      <a:pt x="365" y="472"/>
                    </a:cubicBezTo>
                    <a:cubicBezTo>
                      <a:pt x="425" y="516"/>
                      <a:pt x="425" y="516"/>
                      <a:pt x="425" y="516"/>
                    </a:cubicBezTo>
                    <a:cubicBezTo>
                      <a:pt x="396" y="557"/>
                      <a:pt x="396" y="557"/>
                      <a:pt x="396" y="557"/>
                    </a:cubicBezTo>
                    <a:lnTo>
                      <a:pt x="577" y="5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772F0F90-3A04-486E-9A14-AC58D001EA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9953" y="5637930"/>
              <a:ext cx="280814" cy="234149"/>
            </a:xfrm>
            <a:custGeom>
              <a:avLst/>
              <a:gdLst>
                <a:gd name="T0" fmla="*/ 3061 w 4766"/>
                <a:gd name="T1" fmla="*/ 2218 h 3974"/>
                <a:gd name="T2" fmla="*/ 3455 w 4766"/>
                <a:gd name="T3" fmla="*/ 2539 h 3974"/>
                <a:gd name="T4" fmla="*/ 3609 w 4766"/>
                <a:gd name="T5" fmla="*/ 3035 h 3974"/>
                <a:gd name="T6" fmla="*/ 3511 w 4766"/>
                <a:gd name="T7" fmla="*/ 3797 h 3974"/>
                <a:gd name="T8" fmla="*/ 3231 w 4766"/>
                <a:gd name="T9" fmla="*/ 3888 h 3974"/>
                <a:gd name="T10" fmla="*/ 2716 w 4766"/>
                <a:gd name="T11" fmla="*/ 3967 h 3974"/>
                <a:gd name="T12" fmla="*/ 2057 w 4766"/>
                <a:gd name="T13" fmla="*/ 3948 h 3974"/>
                <a:gd name="T14" fmla="*/ 1278 w 4766"/>
                <a:gd name="T15" fmla="*/ 3780 h 3974"/>
                <a:gd name="T16" fmla="*/ 1266 w 4766"/>
                <a:gd name="T17" fmla="*/ 2771 h 3974"/>
                <a:gd name="T18" fmla="*/ 1552 w 4766"/>
                <a:gd name="T19" fmla="*/ 2350 h 3974"/>
                <a:gd name="T20" fmla="*/ 2029 w 4766"/>
                <a:gd name="T21" fmla="*/ 2153 h 3974"/>
                <a:gd name="T22" fmla="*/ 4136 w 4766"/>
                <a:gd name="T23" fmla="*/ 1472 h 3974"/>
                <a:gd name="T24" fmla="*/ 4561 w 4766"/>
                <a:gd name="T25" fmla="*/ 1755 h 3974"/>
                <a:gd name="T26" fmla="*/ 4760 w 4766"/>
                <a:gd name="T27" fmla="*/ 2228 h 3974"/>
                <a:gd name="T28" fmla="*/ 4691 w 4766"/>
                <a:gd name="T29" fmla="*/ 3073 h 3974"/>
                <a:gd name="T30" fmla="*/ 4454 w 4766"/>
                <a:gd name="T31" fmla="*/ 3155 h 3974"/>
                <a:gd name="T32" fmla="*/ 3982 w 4766"/>
                <a:gd name="T33" fmla="*/ 3243 h 3974"/>
                <a:gd name="T34" fmla="*/ 3739 w 4766"/>
                <a:gd name="T35" fmla="*/ 2761 h 3974"/>
                <a:gd name="T36" fmla="*/ 3473 w 4766"/>
                <a:gd name="T37" fmla="*/ 2301 h 3974"/>
                <a:gd name="T38" fmla="*/ 3016 w 4766"/>
                <a:gd name="T39" fmla="*/ 2028 h 3974"/>
                <a:gd name="T40" fmla="*/ 3261 w 4766"/>
                <a:gd name="T41" fmla="*/ 1603 h 3974"/>
                <a:gd name="T42" fmla="*/ 1561 w 4766"/>
                <a:gd name="T43" fmla="*/ 1521 h 3974"/>
                <a:gd name="T44" fmla="*/ 1763 w 4766"/>
                <a:gd name="T45" fmla="*/ 1968 h 3974"/>
                <a:gd name="T46" fmla="*/ 1427 w 4766"/>
                <a:gd name="T47" fmla="*/ 2240 h 3974"/>
                <a:gd name="T48" fmla="*/ 1124 w 4766"/>
                <a:gd name="T49" fmla="*/ 2674 h 3974"/>
                <a:gd name="T50" fmla="*/ 947 w 4766"/>
                <a:gd name="T51" fmla="*/ 3244 h 3974"/>
                <a:gd name="T52" fmla="*/ 192 w 4766"/>
                <a:gd name="T53" fmla="*/ 3106 h 3974"/>
                <a:gd name="T54" fmla="*/ 18 w 4766"/>
                <a:gd name="T55" fmla="*/ 2141 h 3974"/>
                <a:gd name="T56" fmla="*/ 262 w 4766"/>
                <a:gd name="T57" fmla="*/ 1693 h 3974"/>
                <a:gd name="T58" fmla="*/ 714 w 4766"/>
                <a:gd name="T59" fmla="*/ 1450 h 3974"/>
                <a:gd name="T60" fmla="*/ 2638 w 4766"/>
                <a:gd name="T61" fmla="*/ 751 h 3974"/>
                <a:gd name="T62" fmla="*/ 2981 w 4766"/>
                <a:gd name="T63" fmla="*/ 999 h 3974"/>
                <a:gd name="T64" fmla="*/ 3117 w 4766"/>
                <a:gd name="T65" fmla="*/ 1408 h 3974"/>
                <a:gd name="T66" fmla="*/ 2981 w 4766"/>
                <a:gd name="T67" fmla="*/ 1816 h 3974"/>
                <a:gd name="T68" fmla="*/ 2638 w 4766"/>
                <a:gd name="T69" fmla="*/ 2066 h 3974"/>
                <a:gd name="T70" fmla="*/ 2196 w 4766"/>
                <a:gd name="T71" fmla="*/ 2066 h 3974"/>
                <a:gd name="T72" fmla="*/ 1854 w 4766"/>
                <a:gd name="T73" fmla="*/ 1817 h 3974"/>
                <a:gd name="T74" fmla="*/ 1719 w 4766"/>
                <a:gd name="T75" fmla="*/ 1408 h 3974"/>
                <a:gd name="T76" fmla="*/ 1854 w 4766"/>
                <a:gd name="T77" fmla="*/ 999 h 3974"/>
                <a:gd name="T78" fmla="*/ 2196 w 4766"/>
                <a:gd name="T79" fmla="*/ 751 h 3974"/>
                <a:gd name="T80" fmla="*/ 3723 w 4766"/>
                <a:gd name="T81" fmla="*/ 16 h 3974"/>
                <a:gd name="T82" fmla="*/ 4092 w 4766"/>
                <a:gd name="T83" fmla="*/ 228 h 3974"/>
                <a:gd name="T84" fmla="*/ 4268 w 4766"/>
                <a:gd name="T85" fmla="*/ 617 h 3974"/>
                <a:gd name="T86" fmla="*/ 4177 w 4766"/>
                <a:gd name="T87" fmla="*/ 1042 h 3974"/>
                <a:gd name="T88" fmla="*/ 3862 w 4766"/>
                <a:gd name="T89" fmla="*/ 1324 h 3974"/>
                <a:gd name="T90" fmla="*/ 3420 w 4766"/>
                <a:gd name="T91" fmla="*/ 1367 h 3974"/>
                <a:gd name="T92" fmla="*/ 3187 w 4766"/>
                <a:gd name="T93" fmla="*/ 1018 h 3974"/>
                <a:gd name="T94" fmla="*/ 2875 w 4766"/>
                <a:gd name="T95" fmla="*/ 682 h 3974"/>
                <a:gd name="T96" fmla="*/ 3032 w 4766"/>
                <a:gd name="T97" fmla="*/ 254 h 3974"/>
                <a:gd name="T98" fmla="*/ 3414 w 4766"/>
                <a:gd name="T99" fmla="*/ 18 h 3974"/>
                <a:gd name="T100" fmla="*/ 1413 w 4766"/>
                <a:gd name="T101" fmla="*/ 35 h 3974"/>
                <a:gd name="T102" fmla="*/ 1755 w 4766"/>
                <a:gd name="T103" fmla="*/ 283 h 3974"/>
                <a:gd name="T104" fmla="*/ 1890 w 4766"/>
                <a:gd name="T105" fmla="*/ 693 h 3974"/>
                <a:gd name="T106" fmla="*/ 1675 w 4766"/>
                <a:gd name="T107" fmla="*/ 971 h 3974"/>
                <a:gd name="T108" fmla="*/ 1449 w 4766"/>
                <a:gd name="T109" fmla="*/ 1336 h 3974"/>
                <a:gd name="T110" fmla="*/ 1041 w 4766"/>
                <a:gd name="T111" fmla="*/ 1369 h 3974"/>
                <a:gd name="T112" fmla="*/ 672 w 4766"/>
                <a:gd name="T113" fmla="*/ 1157 h 3974"/>
                <a:gd name="T114" fmla="*/ 496 w 4766"/>
                <a:gd name="T115" fmla="*/ 768 h 3974"/>
                <a:gd name="T116" fmla="*/ 589 w 4766"/>
                <a:gd name="T117" fmla="*/ 343 h 3974"/>
                <a:gd name="T118" fmla="*/ 903 w 4766"/>
                <a:gd name="T119" fmla="*/ 61 h 3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66" h="3974">
                  <a:moveTo>
                    <a:pt x="2121" y="2147"/>
                  </a:moveTo>
                  <a:lnTo>
                    <a:pt x="2714" y="2147"/>
                  </a:lnTo>
                  <a:lnTo>
                    <a:pt x="2805" y="2153"/>
                  </a:lnTo>
                  <a:lnTo>
                    <a:pt x="2894" y="2166"/>
                  </a:lnTo>
                  <a:lnTo>
                    <a:pt x="2979" y="2187"/>
                  </a:lnTo>
                  <a:lnTo>
                    <a:pt x="3061" y="2218"/>
                  </a:lnTo>
                  <a:lnTo>
                    <a:pt x="3140" y="2254"/>
                  </a:lnTo>
                  <a:lnTo>
                    <a:pt x="3214" y="2299"/>
                  </a:lnTo>
                  <a:lnTo>
                    <a:pt x="3282" y="2350"/>
                  </a:lnTo>
                  <a:lnTo>
                    <a:pt x="3347" y="2408"/>
                  </a:lnTo>
                  <a:lnTo>
                    <a:pt x="3404" y="2470"/>
                  </a:lnTo>
                  <a:lnTo>
                    <a:pt x="3455" y="2539"/>
                  </a:lnTo>
                  <a:lnTo>
                    <a:pt x="3501" y="2613"/>
                  </a:lnTo>
                  <a:lnTo>
                    <a:pt x="3539" y="2690"/>
                  </a:lnTo>
                  <a:lnTo>
                    <a:pt x="3568" y="2771"/>
                  </a:lnTo>
                  <a:lnTo>
                    <a:pt x="3590" y="2856"/>
                  </a:lnTo>
                  <a:lnTo>
                    <a:pt x="3605" y="2944"/>
                  </a:lnTo>
                  <a:lnTo>
                    <a:pt x="3609" y="3035"/>
                  </a:lnTo>
                  <a:lnTo>
                    <a:pt x="3609" y="3753"/>
                  </a:lnTo>
                  <a:lnTo>
                    <a:pt x="3603" y="3753"/>
                  </a:lnTo>
                  <a:lnTo>
                    <a:pt x="3558" y="3777"/>
                  </a:lnTo>
                  <a:lnTo>
                    <a:pt x="3549" y="3781"/>
                  </a:lnTo>
                  <a:lnTo>
                    <a:pt x="3534" y="3788"/>
                  </a:lnTo>
                  <a:lnTo>
                    <a:pt x="3511" y="3797"/>
                  </a:lnTo>
                  <a:lnTo>
                    <a:pt x="3482" y="3810"/>
                  </a:lnTo>
                  <a:lnTo>
                    <a:pt x="3445" y="3823"/>
                  </a:lnTo>
                  <a:lnTo>
                    <a:pt x="3403" y="3839"/>
                  </a:lnTo>
                  <a:lnTo>
                    <a:pt x="3351" y="3855"/>
                  </a:lnTo>
                  <a:lnTo>
                    <a:pt x="3294" y="3871"/>
                  </a:lnTo>
                  <a:lnTo>
                    <a:pt x="3231" y="3888"/>
                  </a:lnTo>
                  <a:lnTo>
                    <a:pt x="3161" y="3906"/>
                  </a:lnTo>
                  <a:lnTo>
                    <a:pt x="3083" y="3920"/>
                  </a:lnTo>
                  <a:lnTo>
                    <a:pt x="3001" y="3935"/>
                  </a:lnTo>
                  <a:lnTo>
                    <a:pt x="2912" y="3948"/>
                  </a:lnTo>
                  <a:lnTo>
                    <a:pt x="2817" y="3959"/>
                  </a:lnTo>
                  <a:lnTo>
                    <a:pt x="2716" y="3967"/>
                  </a:lnTo>
                  <a:lnTo>
                    <a:pt x="2608" y="3973"/>
                  </a:lnTo>
                  <a:lnTo>
                    <a:pt x="2495" y="3974"/>
                  </a:lnTo>
                  <a:lnTo>
                    <a:pt x="2391" y="3973"/>
                  </a:lnTo>
                  <a:lnTo>
                    <a:pt x="2284" y="3968"/>
                  </a:lnTo>
                  <a:lnTo>
                    <a:pt x="2173" y="3959"/>
                  </a:lnTo>
                  <a:lnTo>
                    <a:pt x="2057" y="3948"/>
                  </a:lnTo>
                  <a:lnTo>
                    <a:pt x="1937" y="3932"/>
                  </a:lnTo>
                  <a:lnTo>
                    <a:pt x="1813" y="3912"/>
                  </a:lnTo>
                  <a:lnTo>
                    <a:pt x="1685" y="3887"/>
                  </a:lnTo>
                  <a:lnTo>
                    <a:pt x="1553" y="3856"/>
                  </a:lnTo>
                  <a:lnTo>
                    <a:pt x="1417" y="3822"/>
                  </a:lnTo>
                  <a:lnTo>
                    <a:pt x="1278" y="3780"/>
                  </a:lnTo>
                  <a:lnTo>
                    <a:pt x="1228" y="3765"/>
                  </a:lnTo>
                  <a:lnTo>
                    <a:pt x="1225" y="3753"/>
                  </a:lnTo>
                  <a:lnTo>
                    <a:pt x="1225" y="3035"/>
                  </a:lnTo>
                  <a:lnTo>
                    <a:pt x="1231" y="2944"/>
                  </a:lnTo>
                  <a:lnTo>
                    <a:pt x="1244" y="2856"/>
                  </a:lnTo>
                  <a:lnTo>
                    <a:pt x="1266" y="2771"/>
                  </a:lnTo>
                  <a:lnTo>
                    <a:pt x="1297" y="2690"/>
                  </a:lnTo>
                  <a:lnTo>
                    <a:pt x="1334" y="2613"/>
                  </a:lnTo>
                  <a:lnTo>
                    <a:pt x="1379" y="2539"/>
                  </a:lnTo>
                  <a:lnTo>
                    <a:pt x="1430" y="2470"/>
                  </a:lnTo>
                  <a:lnTo>
                    <a:pt x="1489" y="2408"/>
                  </a:lnTo>
                  <a:lnTo>
                    <a:pt x="1552" y="2350"/>
                  </a:lnTo>
                  <a:lnTo>
                    <a:pt x="1621" y="2299"/>
                  </a:lnTo>
                  <a:lnTo>
                    <a:pt x="1695" y="2254"/>
                  </a:lnTo>
                  <a:lnTo>
                    <a:pt x="1773" y="2218"/>
                  </a:lnTo>
                  <a:lnTo>
                    <a:pt x="1855" y="2187"/>
                  </a:lnTo>
                  <a:lnTo>
                    <a:pt x="1941" y="2166"/>
                  </a:lnTo>
                  <a:lnTo>
                    <a:pt x="2029" y="2153"/>
                  </a:lnTo>
                  <a:lnTo>
                    <a:pt x="2121" y="2147"/>
                  </a:lnTo>
                  <a:close/>
                  <a:moveTo>
                    <a:pt x="3282" y="1433"/>
                  </a:moveTo>
                  <a:lnTo>
                    <a:pt x="3870" y="1433"/>
                  </a:lnTo>
                  <a:lnTo>
                    <a:pt x="3962" y="1437"/>
                  </a:lnTo>
                  <a:lnTo>
                    <a:pt x="4050" y="1450"/>
                  </a:lnTo>
                  <a:lnTo>
                    <a:pt x="4136" y="1472"/>
                  </a:lnTo>
                  <a:lnTo>
                    <a:pt x="4218" y="1502"/>
                  </a:lnTo>
                  <a:lnTo>
                    <a:pt x="4296" y="1540"/>
                  </a:lnTo>
                  <a:lnTo>
                    <a:pt x="4370" y="1584"/>
                  </a:lnTo>
                  <a:lnTo>
                    <a:pt x="4439" y="1635"/>
                  </a:lnTo>
                  <a:lnTo>
                    <a:pt x="4502" y="1693"/>
                  </a:lnTo>
                  <a:lnTo>
                    <a:pt x="4561" y="1755"/>
                  </a:lnTo>
                  <a:lnTo>
                    <a:pt x="4612" y="1823"/>
                  </a:lnTo>
                  <a:lnTo>
                    <a:pt x="4657" y="1897"/>
                  </a:lnTo>
                  <a:lnTo>
                    <a:pt x="4694" y="1974"/>
                  </a:lnTo>
                  <a:lnTo>
                    <a:pt x="4725" y="2055"/>
                  </a:lnTo>
                  <a:lnTo>
                    <a:pt x="4747" y="2141"/>
                  </a:lnTo>
                  <a:lnTo>
                    <a:pt x="4760" y="2228"/>
                  </a:lnTo>
                  <a:lnTo>
                    <a:pt x="4766" y="2320"/>
                  </a:lnTo>
                  <a:lnTo>
                    <a:pt x="4766" y="3038"/>
                  </a:lnTo>
                  <a:lnTo>
                    <a:pt x="4760" y="3038"/>
                  </a:lnTo>
                  <a:lnTo>
                    <a:pt x="4713" y="3061"/>
                  </a:lnTo>
                  <a:lnTo>
                    <a:pt x="4706" y="3065"/>
                  </a:lnTo>
                  <a:lnTo>
                    <a:pt x="4691" y="3073"/>
                  </a:lnTo>
                  <a:lnTo>
                    <a:pt x="4669" y="3081"/>
                  </a:lnTo>
                  <a:lnTo>
                    <a:pt x="4640" y="3095"/>
                  </a:lnTo>
                  <a:lnTo>
                    <a:pt x="4603" y="3108"/>
                  </a:lnTo>
                  <a:lnTo>
                    <a:pt x="4561" y="3124"/>
                  </a:lnTo>
                  <a:lnTo>
                    <a:pt x="4511" y="3139"/>
                  </a:lnTo>
                  <a:lnTo>
                    <a:pt x="4454" y="3155"/>
                  </a:lnTo>
                  <a:lnTo>
                    <a:pt x="4391" y="3173"/>
                  </a:lnTo>
                  <a:lnTo>
                    <a:pt x="4322" y="3189"/>
                  </a:lnTo>
                  <a:lnTo>
                    <a:pt x="4246" y="3205"/>
                  </a:lnTo>
                  <a:lnTo>
                    <a:pt x="4164" y="3219"/>
                  </a:lnTo>
                  <a:lnTo>
                    <a:pt x="4076" y="3232"/>
                  </a:lnTo>
                  <a:lnTo>
                    <a:pt x="3982" y="3243"/>
                  </a:lnTo>
                  <a:lnTo>
                    <a:pt x="3881" y="3251"/>
                  </a:lnTo>
                  <a:lnTo>
                    <a:pt x="3776" y="3257"/>
                  </a:lnTo>
                  <a:lnTo>
                    <a:pt x="3776" y="3035"/>
                  </a:lnTo>
                  <a:lnTo>
                    <a:pt x="3771" y="2942"/>
                  </a:lnTo>
                  <a:lnTo>
                    <a:pt x="3758" y="2849"/>
                  </a:lnTo>
                  <a:lnTo>
                    <a:pt x="3739" y="2761"/>
                  </a:lnTo>
                  <a:lnTo>
                    <a:pt x="3711" y="2674"/>
                  </a:lnTo>
                  <a:lnTo>
                    <a:pt x="3676" y="2591"/>
                  </a:lnTo>
                  <a:lnTo>
                    <a:pt x="3634" y="2513"/>
                  </a:lnTo>
                  <a:lnTo>
                    <a:pt x="3587" y="2437"/>
                  </a:lnTo>
                  <a:lnTo>
                    <a:pt x="3533" y="2366"/>
                  </a:lnTo>
                  <a:lnTo>
                    <a:pt x="3473" y="2301"/>
                  </a:lnTo>
                  <a:lnTo>
                    <a:pt x="3408" y="2240"/>
                  </a:lnTo>
                  <a:lnTo>
                    <a:pt x="3338" y="2185"/>
                  </a:lnTo>
                  <a:lnTo>
                    <a:pt x="3263" y="2135"/>
                  </a:lnTo>
                  <a:lnTo>
                    <a:pt x="3184" y="2093"/>
                  </a:lnTo>
                  <a:lnTo>
                    <a:pt x="3102" y="2057"/>
                  </a:lnTo>
                  <a:lnTo>
                    <a:pt x="3016" y="2028"/>
                  </a:lnTo>
                  <a:lnTo>
                    <a:pt x="3073" y="1968"/>
                  </a:lnTo>
                  <a:lnTo>
                    <a:pt x="3124" y="1903"/>
                  </a:lnTo>
                  <a:lnTo>
                    <a:pt x="3168" y="1833"/>
                  </a:lnTo>
                  <a:lnTo>
                    <a:pt x="3206" y="1761"/>
                  </a:lnTo>
                  <a:lnTo>
                    <a:pt x="3237" y="1684"/>
                  </a:lnTo>
                  <a:lnTo>
                    <a:pt x="3261" y="1603"/>
                  </a:lnTo>
                  <a:lnTo>
                    <a:pt x="3275" y="1518"/>
                  </a:lnTo>
                  <a:lnTo>
                    <a:pt x="3282" y="1433"/>
                  </a:lnTo>
                  <a:close/>
                  <a:moveTo>
                    <a:pt x="895" y="1433"/>
                  </a:moveTo>
                  <a:lnTo>
                    <a:pt x="1488" y="1433"/>
                  </a:lnTo>
                  <a:lnTo>
                    <a:pt x="1553" y="1436"/>
                  </a:lnTo>
                  <a:lnTo>
                    <a:pt x="1561" y="1521"/>
                  </a:lnTo>
                  <a:lnTo>
                    <a:pt x="1575" y="1604"/>
                  </a:lnTo>
                  <a:lnTo>
                    <a:pt x="1599" y="1685"/>
                  </a:lnTo>
                  <a:lnTo>
                    <a:pt x="1630" y="1762"/>
                  </a:lnTo>
                  <a:lnTo>
                    <a:pt x="1668" y="1835"/>
                  </a:lnTo>
                  <a:lnTo>
                    <a:pt x="1712" y="1904"/>
                  </a:lnTo>
                  <a:lnTo>
                    <a:pt x="1763" y="1968"/>
                  </a:lnTo>
                  <a:lnTo>
                    <a:pt x="1818" y="2028"/>
                  </a:lnTo>
                  <a:lnTo>
                    <a:pt x="1733" y="2057"/>
                  </a:lnTo>
                  <a:lnTo>
                    <a:pt x="1650" y="2093"/>
                  </a:lnTo>
                  <a:lnTo>
                    <a:pt x="1571" y="2135"/>
                  </a:lnTo>
                  <a:lnTo>
                    <a:pt x="1498" y="2185"/>
                  </a:lnTo>
                  <a:lnTo>
                    <a:pt x="1427" y="2240"/>
                  </a:lnTo>
                  <a:lnTo>
                    <a:pt x="1362" y="2301"/>
                  </a:lnTo>
                  <a:lnTo>
                    <a:pt x="1303" y="2366"/>
                  </a:lnTo>
                  <a:lnTo>
                    <a:pt x="1249" y="2437"/>
                  </a:lnTo>
                  <a:lnTo>
                    <a:pt x="1201" y="2513"/>
                  </a:lnTo>
                  <a:lnTo>
                    <a:pt x="1160" y="2591"/>
                  </a:lnTo>
                  <a:lnTo>
                    <a:pt x="1124" y="2674"/>
                  </a:lnTo>
                  <a:lnTo>
                    <a:pt x="1097" y="2761"/>
                  </a:lnTo>
                  <a:lnTo>
                    <a:pt x="1076" y="2849"/>
                  </a:lnTo>
                  <a:lnTo>
                    <a:pt x="1064" y="2942"/>
                  </a:lnTo>
                  <a:lnTo>
                    <a:pt x="1060" y="3035"/>
                  </a:lnTo>
                  <a:lnTo>
                    <a:pt x="1060" y="3253"/>
                  </a:lnTo>
                  <a:lnTo>
                    <a:pt x="947" y="3244"/>
                  </a:lnTo>
                  <a:lnTo>
                    <a:pt x="832" y="3232"/>
                  </a:lnTo>
                  <a:lnTo>
                    <a:pt x="712" y="3216"/>
                  </a:lnTo>
                  <a:lnTo>
                    <a:pt x="587" y="3196"/>
                  </a:lnTo>
                  <a:lnTo>
                    <a:pt x="460" y="3171"/>
                  </a:lnTo>
                  <a:lnTo>
                    <a:pt x="328" y="3141"/>
                  </a:lnTo>
                  <a:lnTo>
                    <a:pt x="192" y="3106"/>
                  </a:lnTo>
                  <a:lnTo>
                    <a:pt x="51" y="3065"/>
                  </a:lnTo>
                  <a:lnTo>
                    <a:pt x="1" y="3050"/>
                  </a:lnTo>
                  <a:lnTo>
                    <a:pt x="0" y="3038"/>
                  </a:lnTo>
                  <a:lnTo>
                    <a:pt x="0" y="2320"/>
                  </a:lnTo>
                  <a:lnTo>
                    <a:pt x="4" y="2228"/>
                  </a:lnTo>
                  <a:lnTo>
                    <a:pt x="18" y="2141"/>
                  </a:lnTo>
                  <a:lnTo>
                    <a:pt x="41" y="2055"/>
                  </a:lnTo>
                  <a:lnTo>
                    <a:pt x="70" y="1974"/>
                  </a:lnTo>
                  <a:lnTo>
                    <a:pt x="108" y="1897"/>
                  </a:lnTo>
                  <a:lnTo>
                    <a:pt x="152" y="1823"/>
                  </a:lnTo>
                  <a:lnTo>
                    <a:pt x="205" y="1755"/>
                  </a:lnTo>
                  <a:lnTo>
                    <a:pt x="262" y="1693"/>
                  </a:lnTo>
                  <a:lnTo>
                    <a:pt x="326" y="1635"/>
                  </a:lnTo>
                  <a:lnTo>
                    <a:pt x="395" y="1584"/>
                  </a:lnTo>
                  <a:lnTo>
                    <a:pt x="469" y="1540"/>
                  </a:lnTo>
                  <a:lnTo>
                    <a:pt x="546" y="1502"/>
                  </a:lnTo>
                  <a:lnTo>
                    <a:pt x="630" y="1472"/>
                  </a:lnTo>
                  <a:lnTo>
                    <a:pt x="714" y="1450"/>
                  </a:lnTo>
                  <a:lnTo>
                    <a:pt x="804" y="1437"/>
                  </a:lnTo>
                  <a:lnTo>
                    <a:pt x="895" y="1433"/>
                  </a:lnTo>
                  <a:close/>
                  <a:moveTo>
                    <a:pt x="2417" y="714"/>
                  </a:moveTo>
                  <a:lnTo>
                    <a:pt x="2493" y="719"/>
                  </a:lnTo>
                  <a:lnTo>
                    <a:pt x="2568" y="730"/>
                  </a:lnTo>
                  <a:lnTo>
                    <a:pt x="2638" y="751"/>
                  </a:lnTo>
                  <a:lnTo>
                    <a:pt x="2706" y="777"/>
                  </a:lnTo>
                  <a:lnTo>
                    <a:pt x="2770" y="810"/>
                  </a:lnTo>
                  <a:lnTo>
                    <a:pt x="2830" y="848"/>
                  </a:lnTo>
                  <a:lnTo>
                    <a:pt x="2886" y="893"/>
                  </a:lnTo>
                  <a:lnTo>
                    <a:pt x="2937" y="944"/>
                  </a:lnTo>
                  <a:lnTo>
                    <a:pt x="2981" y="999"/>
                  </a:lnTo>
                  <a:lnTo>
                    <a:pt x="3020" y="1058"/>
                  </a:lnTo>
                  <a:lnTo>
                    <a:pt x="3054" y="1121"/>
                  </a:lnTo>
                  <a:lnTo>
                    <a:pt x="3080" y="1189"/>
                  </a:lnTo>
                  <a:lnTo>
                    <a:pt x="3101" y="1259"/>
                  </a:lnTo>
                  <a:lnTo>
                    <a:pt x="3113" y="1333"/>
                  </a:lnTo>
                  <a:lnTo>
                    <a:pt x="3117" y="1408"/>
                  </a:lnTo>
                  <a:lnTo>
                    <a:pt x="3113" y="1484"/>
                  </a:lnTo>
                  <a:lnTo>
                    <a:pt x="3101" y="1556"/>
                  </a:lnTo>
                  <a:lnTo>
                    <a:pt x="3080" y="1626"/>
                  </a:lnTo>
                  <a:lnTo>
                    <a:pt x="3054" y="1694"/>
                  </a:lnTo>
                  <a:lnTo>
                    <a:pt x="3020" y="1758"/>
                  </a:lnTo>
                  <a:lnTo>
                    <a:pt x="2981" y="1816"/>
                  </a:lnTo>
                  <a:lnTo>
                    <a:pt x="2937" y="1871"/>
                  </a:lnTo>
                  <a:lnTo>
                    <a:pt x="2886" y="1922"/>
                  </a:lnTo>
                  <a:lnTo>
                    <a:pt x="2830" y="1967"/>
                  </a:lnTo>
                  <a:lnTo>
                    <a:pt x="2770" y="2006"/>
                  </a:lnTo>
                  <a:lnTo>
                    <a:pt x="2706" y="2038"/>
                  </a:lnTo>
                  <a:lnTo>
                    <a:pt x="2638" y="2066"/>
                  </a:lnTo>
                  <a:lnTo>
                    <a:pt x="2568" y="2084"/>
                  </a:lnTo>
                  <a:lnTo>
                    <a:pt x="2493" y="2096"/>
                  </a:lnTo>
                  <a:lnTo>
                    <a:pt x="2417" y="2100"/>
                  </a:lnTo>
                  <a:lnTo>
                    <a:pt x="2341" y="2096"/>
                  </a:lnTo>
                  <a:lnTo>
                    <a:pt x="2268" y="2084"/>
                  </a:lnTo>
                  <a:lnTo>
                    <a:pt x="2196" y="2066"/>
                  </a:lnTo>
                  <a:lnTo>
                    <a:pt x="2129" y="2038"/>
                  </a:lnTo>
                  <a:lnTo>
                    <a:pt x="2064" y="2006"/>
                  </a:lnTo>
                  <a:lnTo>
                    <a:pt x="2004" y="1967"/>
                  </a:lnTo>
                  <a:lnTo>
                    <a:pt x="1949" y="1922"/>
                  </a:lnTo>
                  <a:lnTo>
                    <a:pt x="1899" y="1871"/>
                  </a:lnTo>
                  <a:lnTo>
                    <a:pt x="1854" y="1817"/>
                  </a:lnTo>
                  <a:lnTo>
                    <a:pt x="1814" y="1758"/>
                  </a:lnTo>
                  <a:lnTo>
                    <a:pt x="1780" y="1694"/>
                  </a:lnTo>
                  <a:lnTo>
                    <a:pt x="1754" y="1627"/>
                  </a:lnTo>
                  <a:lnTo>
                    <a:pt x="1735" y="1556"/>
                  </a:lnTo>
                  <a:lnTo>
                    <a:pt x="1723" y="1484"/>
                  </a:lnTo>
                  <a:lnTo>
                    <a:pt x="1719" y="1408"/>
                  </a:lnTo>
                  <a:lnTo>
                    <a:pt x="1723" y="1333"/>
                  </a:lnTo>
                  <a:lnTo>
                    <a:pt x="1735" y="1259"/>
                  </a:lnTo>
                  <a:lnTo>
                    <a:pt x="1754" y="1189"/>
                  </a:lnTo>
                  <a:lnTo>
                    <a:pt x="1780" y="1122"/>
                  </a:lnTo>
                  <a:lnTo>
                    <a:pt x="1814" y="1058"/>
                  </a:lnTo>
                  <a:lnTo>
                    <a:pt x="1854" y="999"/>
                  </a:lnTo>
                  <a:lnTo>
                    <a:pt x="1899" y="944"/>
                  </a:lnTo>
                  <a:lnTo>
                    <a:pt x="1949" y="893"/>
                  </a:lnTo>
                  <a:lnTo>
                    <a:pt x="2004" y="848"/>
                  </a:lnTo>
                  <a:lnTo>
                    <a:pt x="2064" y="810"/>
                  </a:lnTo>
                  <a:lnTo>
                    <a:pt x="2129" y="777"/>
                  </a:lnTo>
                  <a:lnTo>
                    <a:pt x="2196" y="751"/>
                  </a:lnTo>
                  <a:lnTo>
                    <a:pt x="2268" y="730"/>
                  </a:lnTo>
                  <a:lnTo>
                    <a:pt x="2341" y="719"/>
                  </a:lnTo>
                  <a:lnTo>
                    <a:pt x="2417" y="714"/>
                  </a:lnTo>
                  <a:close/>
                  <a:moveTo>
                    <a:pt x="3574" y="0"/>
                  </a:moveTo>
                  <a:lnTo>
                    <a:pt x="3650" y="3"/>
                  </a:lnTo>
                  <a:lnTo>
                    <a:pt x="3723" y="16"/>
                  </a:lnTo>
                  <a:lnTo>
                    <a:pt x="3795" y="35"/>
                  </a:lnTo>
                  <a:lnTo>
                    <a:pt x="3862" y="61"/>
                  </a:lnTo>
                  <a:lnTo>
                    <a:pt x="3927" y="95"/>
                  </a:lnTo>
                  <a:lnTo>
                    <a:pt x="3987" y="134"/>
                  </a:lnTo>
                  <a:lnTo>
                    <a:pt x="4042" y="179"/>
                  </a:lnTo>
                  <a:lnTo>
                    <a:pt x="4092" y="228"/>
                  </a:lnTo>
                  <a:lnTo>
                    <a:pt x="4137" y="283"/>
                  </a:lnTo>
                  <a:lnTo>
                    <a:pt x="4177" y="343"/>
                  </a:lnTo>
                  <a:lnTo>
                    <a:pt x="4211" y="407"/>
                  </a:lnTo>
                  <a:lnTo>
                    <a:pt x="4237" y="473"/>
                  </a:lnTo>
                  <a:lnTo>
                    <a:pt x="4256" y="543"/>
                  </a:lnTo>
                  <a:lnTo>
                    <a:pt x="4268" y="617"/>
                  </a:lnTo>
                  <a:lnTo>
                    <a:pt x="4272" y="693"/>
                  </a:lnTo>
                  <a:lnTo>
                    <a:pt x="4268" y="768"/>
                  </a:lnTo>
                  <a:lnTo>
                    <a:pt x="4256" y="841"/>
                  </a:lnTo>
                  <a:lnTo>
                    <a:pt x="4237" y="912"/>
                  </a:lnTo>
                  <a:lnTo>
                    <a:pt x="4211" y="979"/>
                  </a:lnTo>
                  <a:lnTo>
                    <a:pt x="4177" y="1042"/>
                  </a:lnTo>
                  <a:lnTo>
                    <a:pt x="4137" y="1102"/>
                  </a:lnTo>
                  <a:lnTo>
                    <a:pt x="4092" y="1157"/>
                  </a:lnTo>
                  <a:lnTo>
                    <a:pt x="4042" y="1206"/>
                  </a:lnTo>
                  <a:lnTo>
                    <a:pt x="3987" y="1251"/>
                  </a:lnTo>
                  <a:lnTo>
                    <a:pt x="3927" y="1291"/>
                  </a:lnTo>
                  <a:lnTo>
                    <a:pt x="3862" y="1324"/>
                  </a:lnTo>
                  <a:lnTo>
                    <a:pt x="3795" y="1350"/>
                  </a:lnTo>
                  <a:lnTo>
                    <a:pt x="3723" y="1369"/>
                  </a:lnTo>
                  <a:lnTo>
                    <a:pt x="3650" y="1381"/>
                  </a:lnTo>
                  <a:lnTo>
                    <a:pt x="3574" y="1385"/>
                  </a:lnTo>
                  <a:lnTo>
                    <a:pt x="3496" y="1381"/>
                  </a:lnTo>
                  <a:lnTo>
                    <a:pt x="3420" y="1367"/>
                  </a:lnTo>
                  <a:lnTo>
                    <a:pt x="3347" y="1347"/>
                  </a:lnTo>
                  <a:lnTo>
                    <a:pt x="3278" y="1320"/>
                  </a:lnTo>
                  <a:lnTo>
                    <a:pt x="3266" y="1240"/>
                  </a:lnTo>
                  <a:lnTo>
                    <a:pt x="3247" y="1163"/>
                  </a:lnTo>
                  <a:lnTo>
                    <a:pt x="3221" y="1089"/>
                  </a:lnTo>
                  <a:lnTo>
                    <a:pt x="3187" y="1018"/>
                  </a:lnTo>
                  <a:lnTo>
                    <a:pt x="3149" y="951"/>
                  </a:lnTo>
                  <a:lnTo>
                    <a:pt x="3104" y="889"/>
                  </a:lnTo>
                  <a:lnTo>
                    <a:pt x="3054" y="829"/>
                  </a:lnTo>
                  <a:lnTo>
                    <a:pt x="3000" y="775"/>
                  </a:lnTo>
                  <a:lnTo>
                    <a:pt x="2940" y="726"/>
                  </a:lnTo>
                  <a:lnTo>
                    <a:pt x="2875" y="682"/>
                  </a:lnTo>
                  <a:lnTo>
                    <a:pt x="2881" y="603"/>
                  </a:lnTo>
                  <a:lnTo>
                    <a:pt x="2896" y="526"/>
                  </a:lnTo>
                  <a:lnTo>
                    <a:pt x="2919" y="452"/>
                  </a:lnTo>
                  <a:lnTo>
                    <a:pt x="2950" y="382"/>
                  </a:lnTo>
                  <a:lnTo>
                    <a:pt x="2988" y="315"/>
                  </a:lnTo>
                  <a:lnTo>
                    <a:pt x="3032" y="254"/>
                  </a:lnTo>
                  <a:lnTo>
                    <a:pt x="3083" y="199"/>
                  </a:lnTo>
                  <a:lnTo>
                    <a:pt x="3140" y="150"/>
                  </a:lnTo>
                  <a:lnTo>
                    <a:pt x="3202" y="106"/>
                  </a:lnTo>
                  <a:lnTo>
                    <a:pt x="3269" y="69"/>
                  </a:lnTo>
                  <a:lnTo>
                    <a:pt x="3340" y="40"/>
                  </a:lnTo>
                  <a:lnTo>
                    <a:pt x="3414" y="18"/>
                  </a:lnTo>
                  <a:lnTo>
                    <a:pt x="3493" y="5"/>
                  </a:lnTo>
                  <a:lnTo>
                    <a:pt x="3574" y="0"/>
                  </a:lnTo>
                  <a:close/>
                  <a:moveTo>
                    <a:pt x="1192" y="0"/>
                  </a:moveTo>
                  <a:lnTo>
                    <a:pt x="1268" y="3"/>
                  </a:lnTo>
                  <a:lnTo>
                    <a:pt x="1341" y="16"/>
                  </a:lnTo>
                  <a:lnTo>
                    <a:pt x="1413" y="35"/>
                  </a:lnTo>
                  <a:lnTo>
                    <a:pt x="1480" y="61"/>
                  </a:lnTo>
                  <a:lnTo>
                    <a:pt x="1545" y="95"/>
                  </a:lnTo>
                  <a:lnTo>
                    <a:pt x="1605" y="134"/>
                  </a:lnTo>
                  <a:lnTo>
                    <a:pt x="1660" y="179"/>
                  </a:lnTo>
                  <a:lnTo>
                    <a:pt x="1710" y="228"/>
                  </a:lnTo>
                  <a:lnTo>
                    <a:pt x="1755" y="283"/>
                  </a:lnTo>
                  <a:lnTo>
                    <a:pt x="1795" y="343"/>
                  </a:lnTo>
                  <a:lnTo>
                    <a:pt x="1829" y="407"/>
                  </a:lnTo>
                  <a:lnTo>
                    <a:pt x="1855" y="473"/>
                  </a:lnTo>
                  <a:lnTo>
                    <a:pt x="1874" y="545"/>
                  </a:lnTo>
                  <a:lnTo>
                    <a:pt x="1886" y="617"/>
                  </a:lnTo>
                  <a:lnTo>
                    <a:pt x="1890" y="693"/>
                  </a:lnTo>
                  <a:lnTo>
                    <a:pt x="1890" y="711"/>
                  </a:lnTo>
                  <a:lnTo>
                    <a:pt x="1889" y="732"/>
                  </a:lnTo>
                  <a:lnTo>
                    <a:pt x="1827" y="784"/>
                  </a:lnTo>
                  <a:lnTo>
                    <a:pt x="1770" y="841"/>
                  </a:lnTo>
                  <a:lnTo>
                    <a:pt x="1719" y="905"/>
                  </a:lnTo>
                  <a:lnTo>
                    <a:pt x="1675" y="971"/>
                  </a:lnTo>
                  <a:lnTo>
                    <a:pt x="1635" y="1042"/>
                  </a:lnTo>
                  <a:lnTo>
                    <a:pt x="1605" y="1118"/>
                  </a:lnTo>
                  <a:lnTo>
                    <a:pt x="1580" y="1196"/>
                  </a:lnTo>
                  <a:lnTo>
                    <a:pt x="1564" y="1277"/>
                  </a:lnTo>
                  <a:lnTo>
                    <a:pt x="1508" y="1309"/>
                  </a:lnTo>
                  <a:lnTo>
                    <a:pt x="1449" y="1336"/>
                  </a:lnTo>
                  <a:lnTo>
                    <a:pt x="1388" y="1357"/>
                  </a:lnTo>
                  <a:lnTo>
                    <a:pt x="1325" y="1372"/>
                  </a:lnTo>
                  <a:lnTo>
                    <a:pt x="1259" y="1382"/>
                  </a:lnTo>
                  <a:lnTo>
                    <a:pt x="1192" y="1385"/>
                  </a:lnTo>
                  <a:lnTo>
                    <a:pt x="1116" y="1381"/>
                  </a:lnTo>
                  <a:lnTo>
                    <a:pt x="1041" y="1369"/>
                  </a:lnTo>
                  <a:lnTo>
                    <a:pt x="971" y="1350"/>
                  </a:lnTo>
                  <a:lnTo>
                    <a:pt x="903" y="1324"/>
                  </a:lnTo>
                  <a:lnTo>
                    <a:pt x="839" y="1291"/>
                  </a:lnTo>
                  <a:lnTo>
                    <a:pt x="779" y="1251"/>
                  </a:lnTo>
                  <a:lnTo>
                    <a:pt x="723" y="1206"/>
                  </a:lnTo>
                  <a:lnTo>
                    <a:pt x="672" y="1157"/>
                  </a:lnTo>
                  <a:lnTo>
                    <a:pt x="627" y="1102"/>
                  </a:lnTo>
                  <a:lnTo>
                    <a:pt x="589" y="1042"/>
                  </a:lnTo>
                  <a:lnTo>
                    <a:pt x="555" y="979"/>
                  </a:lnTo>
                  <a:lnTo>
                    <a:pt x="529" y="912"/>
                  </a:lnTo>
                  <a:lnTo>
                    <a:pt x="508" y="841"/>
                  </a:lnTo>
                  <a:lnTo>
                    <a:pt x="496" y="768"/>
                  </a:lnTo>
                  <a:lnTo>
                    <a:pt x="492" y="693"/>
                  </a:lnTo>
                  <a:lnTo>
                    <a:pt x="496" y="617"/>
                  </a:lnTo>
                  <a:lnTo>
                    <a:pt x="508" y="545"/>
                  </a:lnTo>
                  <a:lnTo>
                    <a:pt x="529" y="473"/>
                  </a:lnTo>
                  <a:lnTo>
                    <a:pt x="555" y="407"/>
                  </a:lnTo>
                  <a:lnTo>
                    <a:pt x="589" y="343"/>
                  </a:lnTo>
                  <a:lnTo>
                    <a:pt x="627" y="283"/>
                  </a:lnTo>
                  <a:lnTo>
                    <a:pt x="672" y="228"/>
                  </a:lnTo>
                  <a:lnTo>
                    <a:pt x="723" y="179"/>
                  </a:lnTo>
                  <a:lnTo>
                    <a:pt x="779" y="134"/>
                  </a:lnTo>
                  <a:lnTo>
                    <a:pt x="839" y="95"/>
                  </a:lnTo>
                  <a:lnTo>
                    <a:pt x="903" y="61"/>
                  </a:lnTo>
                  <a:lnTo>
                    <a:pt x="971" y="35"/>
                  </a:lnTo>
                  <a:lnTo>
                    <a:pt x="1041" y="16"/>
                  </a:lnTo>
                  <a:lnTo>
                    <a:pt x="1116" y="3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E15DC924-D6C3-40CF-A6DA-4A4BADB556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050" y="4817009"/>
              <a:ext cx="305961" cy="318530"/>
            </a:xfrm>
            <a:custGeom>
              <a:avLst/>
              <a:gdLst>
                <a:gd name="T0" fmla="*/ 2128 w 3456"/>
                <a:gd name="T1" fmla="*/ 3100 h 3598"/>
                <a:gd name="T2" fmla="*/ 2098 w 3456"/>
                <a:gd name="T3" fmla="*/ 3359 h 3598"/>
                <a:gd name="T4" fmla="*/ 1947 w 3456"/>
                <a:gd name="T5" fmla="*/ 3556 h 3598"/>
                <a:gd name="T6" fmla="*/ 1548 w 3456"/>
                <a:gd name="T7" fmla="*/ 3586 h 3598"/>
                <a:gd name="T8" fmla="*/ 1402 w 3456"/>
                <a:gd name="T9" fmla="*/ 3395 h 3598"/>
                <a:gd name="T10" fmla="*/ 1317 w 3456"/>
                <a:gd name="T11" fmla="*/ 3143 h 3598"/>
                <a:gd name="T12" fmla="*/ 1418 w 3456"/>
                <a:gd name="T13" fmla="*/ 3042 h 3598"/>
                <a:gd name="T14" fmla="*/ 2964 w 3456"/>
                <a:gd name="T15" fmla="*/ 2824 h 3598"/>
                <a:gd name="T16" fmla="*/ 2934 w 3456"/>
                <a:gd name="T17" fmla="*/ 2961 h 3598"/>
                <a:gd name="T18" fmla="*/ 2808 w 3456"/>
                <a:gd name="T19" fmla="*/ 2948 h 3598"/>
                <a:gd name="T20" fmla="*/ 2545 w 3456"/>
                <a:gd name="T21" fmla="*/ 2577 h 3598"/>
                <a:gd name="T22" fmla="*/ 857 w 3456"/>
                <a:gd name="T23" fmla="*/ 2534 h 3598"/>
                <a:gd name="T24" fmla="*/ 919 w 3456"/>
                <a:gd name="T25" fmla="*/ 2661 h 3598"/>
                <a:gd name="T26" fmla="*/ 576 w 3456"/>
                <a:gd name="T27" fmla="*/ 2977 h 3598"/>
                <a:gd name="T28" fmla="*/ 477 w 3456"/>
                <a:gd name="T29" fmla="*/ 2888 h 3598"/>
                <a:gd name="T30" fmla="*/ 793 w 3456"/>
                <a:gd name="T31" fmla="*/ 2534 h 3598"/>
                <a:gd name="T32" fmla="*/ 3434 w 3456"/>
                <a:gd name="T33" fmla="*/ 1664 h 3598"/>
                <a:gd name="T34" fmla="*/ 3418 w 3456"/>
                <a:gd name="T35" fmla="*/ 1805 h 3598"/>
                <a:gd name="T36" fmla="*/ 2943 w 3456"/>
                <a:gd name="T37" fmla="*/ 1804 h 3598"/>
                <a:gd name="T38" fmla="*/ 2928 w 3456"/>
                <a:gd name="T39" fmla="*/ 1664 h 3598"/>
                <a:gd name="T40" fmla="*/ 473 w 3456"/>
                <a:gd name="T41" fmla="*/ 1629 h 3598"/>
                <a:gd name="T42" fmla="*/ 547 w 3456"/>
                <a:gd name="T43" fmla="*/ 1749 h 3598"/>
                <a:gd name="T44" fmla="*/ 100 w 3456"/>
                <a:gd name="T45" fmla="*/ 1827 h 3598"/>
                <a:gd name="T46" fmla="*/ 0 w 3456"/>
                <a:gd name="T47" fmla="*/ 1726 h 3598"/>
                <a:gd name="T48" fmla="*/ 100 w 3456"/>
                <a:gd name="T49" fmla="*/ 1626 h 3598"/>
                <a:gd name="T50" fmla="*/ 1371 w 3456"/>
                <a:gd name="T51" fmla="*/ 1200 h 3598"/>
                <a:gd name="T52" fmla="*/ 1117 w 3456"/>
                <a:gd name="T53" fmla="*/ 1540 h 3598"/>
                <a:gd name="T54" fmla="*/ 1125 w 3456"/>
                <a:gd name="T55" fmla="*/ 1808 h 3598"/>
                <a:gd name="T56" fmla="*/ 1266 w 3456"/>
                <a:gd name="T57" fmla="*/ 1793 h 3598"/>
                <a:gd name="T58" fmla="*/ 1339 w 3456"/>
                <a:gd name="T59" fmla="*/ 1524 h 3598"/>
                <a:gd name="T60" fmla="*/ 1619 w 3456"/>
                <a:gd name="T61" fmla="*/ 1304 h 3598"/>
                <a:gd name="T62" fmla="*/ 1817 w 3456"/>
                <a:gd name="T63" fmla="*/ 1235 h 3598"/>
                <a:gd name="T64" fmla="*/ 1773 w 3456"/>
                <a:gd name="T65" fmla="*/ 1100 h 3598"/>
                <a:gd name="T66" fmla="*/ 2018 w 3456"/>
                <a:gd name="T67" fmla="*/ 889 h 3598"/>
                <a:gd name="T68" fmla="*/ 2425 w 3456"/>
                <a:gd name="T69" fmla="*/ 1179 h 3598"/>
                <a:gd name="T70" fmla="*/ 2612 w 3456"/>
                <a:gd name="T71" fmla="*/ 1650 h 3598"/>
                <a:gd name="T72" fmla="*/ 2499 w 3456"/>
                <a:gd name="T73" fmla="*/ 2166 h 3598"/>
                <a:gd name="T74" fmla="*/ 2222 w 3456"/>
                <a:gd name="T75" fmla="*/ 2546 h 3598"/>
                <a:gd name="T76" fmla="*/ 2109 w 3456"/>
                <a:gd name="T77" fmla="*/ 2862 h 3598"/>
                <a:gd name="T78" fmla="*/ 1394 w 3456"/>
                <a:gd name="T79" fmla="*/ 2895 h 3598"/>
                <a:gd name="T80" fmla="*/ 1279 w 3456"/>
                <a:gd name="T81" fmla="*/ 2662 h 3598"/>
                <a:gd name="T82" fmla="*/ 1040 w 3456"/>
                <a:gd name="T83" fmla="*/ 2287 h 3598"/>
                <a:gd name="T84" fmla="*/ 845 w 3456"/>
                <a:gd name="T85" fmla="*/ 1814 h 3598"/>
                <a:gd name="T86" fmla="*/ 946 w 3456"/>
                <a:gd name="T87" fmla="*/ 1307 h 3598"/>
                <a:gd name="T88" fmla="*/ 1294 w 3456"/>
                <a:gd name="T89" fmla="*/ 953 h 3598"/>
                <a:gd name="T90" fmla="*/ 2868 w 3456"/>
                <a:gd name="T91" fmla="*/ 477 h 3598"/>
                <a:gd name="T92" fmla="*/ 2979 w 3456"/>
                <a:gd name="T93" fmla="*/ 566 h 3598"/>
                <a:gd name="T94" fmla="*/ 2669 w 3456"/>
                <a:gd name="T95" fmla="*/ 917 h 3598"/>
                <a:gd name="T96" fmla="*/ 2545 w 3456"/>
                <a:gd name="T97" fmla="*/ 877 h 3598"/>
                <a:gd name="T98" fmla="*/ 2808 w 3456"/>
                <a:gd name="T99" fmla="*/ 505 h 3598"/>
                <a:gd name="T100" fmla="*/ 628 w 3456"/>
                <a:gd name="T101" fmla="*/ 490 h 3598"/>
                <a:gd name="T102" fmla="*/ 919 w 3456"/>
                <a:gd name="T103" fmla="*/ 855 h 3598"/>
                <a:gd name="T104" fmla="*/ 806 w 3456"/>
                <a:gd name="T105" fmla="*/ 921 h 3598"/>
                <a:gd name="T106" fmla="*/ 476 w 3456"/>
                <a:gd name="T107" fmla="*/ 586 h 3598"/>
                <a:gd name="T108" fmla="*/ 565 w 3456"/>
                <a:gd name="T109" fmla="*/ 476 h 3598"/>
                <a:gd name="T110" fmla="*/ 1825 w 3456"/>
                <a:gd name="T111" fmla="*/ 77 h 3598"/>
                <a:gd name="T112" fmla="*/ 1771 w 3456"/>
                <a:gd name="T113" fmla="*/ 539 h 3598"/>
                <a:gd name="T114" fmla="*/ 1638 w 3456"/>
                <a:gd name="T115" fmla="*/ 494 h 3598"/>
                <a:gd name="T116" fmla="*/ 1665 w 3456"/>
                <a:gd name="T117" fmla="*/ 22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56" h="3598">
                  <a:moveTo>
                    <a:pt x="1418" y="3042"/>
                  </a:moveTo>
                  <a:lnTo>
                    <a:pt x="2037" y="3042"/>
                  </a:lnTo>
                  <a:lnTo>
                    <a:pt x="2060" y="3045"/>
                  </a:lnTo>
                  <a:lnTo>
                    <a:pt x="2081" y="3053"/>
                  </a:lnTo>
                  <a:lnTo>
                    <a:pt x="2101" y="3065"/>
                  </a:lnTo>
                  <a:lnTo>
                    <a:pt x="2116" y="3080"/>
                  </a:lnTo>
                  <a:lnTo>
                    <a:pt x="2128" y="3100"/>
                  </a:lnTo>
                  <a:lnTo>
                    <a:pt x="2136" y="3120"/>
                  </a:lnTo>
                  <a:lnTo>
                    <a:pt x="2138" y="3144"/>
                  </a:lnTo>
                  <a:lnTo>
                    <a:pt x="2138" y="3249"/>
                  </a:lnTo>
                  <a:lnTo>
                    <a:pt x="2136" y="3280"/>
                  </a:lnTo>
                  <a:lnTo>
                    <a:pt x="2127" y="3308"/>
                  </a:lnTo>
                  <a:lnTo>
                    <a:pt x="2115" y="3335"/>
                  </a:lnTo>
                  <a:lnTo>
                    <a:pt x="2098" y="3359"/>
                  </a:lnTo>
                  <a:lnTo>
                    <a:pt x="2077" y="3378"/>
                  </a:lnTo>
                  <a:lnTo>
                    <a:pt x="2053" y="3395"/>
                  </a:lnTo>
                  <a:lnTo>
                    <a:pt x="2027" y="3407"/>
                  </a:lnTo>
                  <a:lnTo>
                    <a:pt x="1997" y="3415"/>
                  </a:lnTo>
                  <a:lnTo>
                    <a:pt x="1971" y="3510"/>
                  </a:lnTo>
                  <a:lnTo>
                    <a:pt x="1962" y="3534"/>
                  </a:lnTo>
                  <a:lnTo>
                    <a:pt x="1947" y="3556"/>
                  </a:lnTo>
                  <a:lnTo>
                    <a:pt x="1929" y="3573"/>
                  </a:lnTo>
                  <a:lnTo>
                    <a:pt x="1907" y="3586"/>
                  </a:lnTo>
                  <a:lnTo>
                    <a:pt x="1882" y="3595"/>
                  </a:lnTo>
                  <a:lnTo>
                    <a:pt x="1856" y="3598"/>
                  </a:lnTo>
                  <a:lnTo>
                    <a:pt x="1600" y="3598"/>
                  </a:lnTo>
                  <a:lnTo>
                    <a:pt x="1572" y="3595"/>
                  </a:lnTo>
                  <a:lnTo>
                    <a:pt x="1548" y="3586"/>
                  </a:lnTo>
                  <a:lnTo>
                    <a:pt x="1526" y="3573"/>
                  </a:lnTo>
                  <a:lnTo>
                    <a:pt x="1509" y="3556"/>
                  </a:lnTo>
                  <a:lnTo>
                    <a:pt x="1493" y="3534"/>
                  </a:lnTo>
                  <a:lnTo>
                    <a:pt x="1485" y="3510"/>
                  </a:lnTo>
                  <a:lnTo>
                    <a:pt x="1459" y="3415"/>
                  </a:lnTo>
                  <a:lnTo>
                    <a:pt x="1430" y="3407"/>
                  </a:lnTo>
                  <a:lnTo>
                    <a:pt x="1402" y="3395"/>
                  </a:lnTo>
                  <a:lnTo>
                    <a:pt x="1378" y="3378"/>
                  </a:lnTo>
                  <a:lnTo>
                    <a:pt x="1358" y="3358"/>
                  </a:lnTo>
                  <a:lnTo>
                    <a:pt x="1340" y="3335"/>
                  </a:lnTo>
                  <a:lnTo>
                    <a:pt x="1328" y="3308"/>
                  </a:lnTo>
                  <a:lnTo>
                    <a:pt x="1319" y="3279"/>
                  </a:lnTo>
                  <a:lnTo>
                    <a:pt x="1317" y="3248"/>
                  </a:lnTo>
                  <a:lnTo>
                    <a:pt x="1317" y="3143"/>
                  </a:lnTo>
                  <a:lnTo>
                    <a:pt x="1319" y="3120"/>
                  </a:lnTo>
                  <a:lnTo>
                    <a:pt x="1327" y="3098"/>
                  </a:lnTo>
                  <a:lnTo>
                    <a:pt x="1339" y="3080"/>
                  </a:lnTo>
                  <a:lnTo>
                    <a:pt x="1354" y="3063"/>
                  </a:lnTo>
                  <a:lnTo>
                    <a:pt x="1373" y="3053"/>
                  </a:lnTo>
                  <a:lnTo>
                    <a:pt x="1395" y="3045"/>
                  </a:lnTo>
                  <a:lnTo>
                    <a:pt x="1418" y="3042"/>
                  </a:lnTo>
                  <a:close/>
                  <a:moveTo>
                    <a:pt x="2620" y="2530"/>
                  </a:moveTo>
                  <a:lnTo>
                    <a:pt x="2642" y="2530"/>
                  </a:lnTo>
                  <a:lnTo>
                    <a:pt x="2664" y="2534"/>
                  </a:lnTo>
                  <a:lnTo>
                    <a:pt x="2683" y="2544"/>
                  </a:lnTo>
                  <a:lnTo>
                    <a:pt x="2702" y="2558"/>
                  </a:lnTo>
                  <a:lnTo>
                    <a:pt x="2949" y="2806"/>
                  </a:lnTo>
                  <a:lnTo>
                    <a:pt x="2964" y="2824"/>
                  </a:lnTo>
                  <a:lnTo>
                    <a:pt x="2974" y="2845"/>
                  </a:lnTo>
                  <a:lnTo>
                    <a:pt x="2978" y="2867"/>
                  </a:lnTo>
                  <a:lnTo>
                    <a:pt x="2978" y="2888"/>
                  </a:lnTo>
                  <a:lnTo>
                    <a:pt x="2974" y="2909"/>
                  </a:lnTo>
                  <a:lnTo>
                    <a:pt x="2964" y="2930"/>
                  </a:lnTo>
                  <a:lnTo>
                    <a:pt x="2949" y="2948"/>
                  </a:lnTo>
                  <a:lnTo>
                    <a:pt x="2934" y="2961"/>
                  </a:lnTo>
                  <a:lnTo>
                    <a:pt x="2917" y="2969"/>
                  </a:lnTo>
                  <a:lnTo>
                    <a:pt x="2898" y="2975"/>
                  </a:lnTo>
                  <a:lnTo>
                    <a:pt x="2879" y="2977"/>
                  </a:lnTo>
                  <a:lnTo>
                    <a:pt x="2860" y="2975"/>
                  </a:lnTo>
                  <a:lnTo>
                    <a:pt x="2841" y="2969"/>
                  </a:lnTo>
                  <a:lnTo>
                    <a:pt x="2824" y="2961"/>
                  </a:lnTo>
                  <a:lnTo>
                    <a:pt x="2808" y="2948"/>
                  </a:lnTo>
                  <a:lnTo>
                    <a:pt x="2560" y="2699"/>
                  </a:lnTo>
                  <a:lnTo>
                    <a:pt x="2545" y="2682"/>
                  </a:lnTo>
                  <a:lnTo>
                    <a:pt x="2536" y="2661"/>
                  </a:lnTo>
                  <a:lnTo>
                    <a:pt x="2531" y="2640"/>
                  </a:lnTo>
                  <a:lnTo>
                    <a:pt x="2531" y="2618"/>
                  </a:lnTo>
                  <a:lnTo>
                    <a:pt x="2536" y="2596"/>
                  </a:lnTo>
                  <a:lnTo>
                    <a:pt x="2545" y="2577"/>
                  </a:lnTo>
                  <a:lnTo>
                    <a:pt x="2560" y="2558"/>
                  </a:lnTo>
                  <a:lnTo>
                    <a:pt x="2578" y="2544"/>
                  </a:lnTo>
                  <a:lnTo>
                    <a:pt x="2599" y="2534"/>
                  </a:lnTo>
                  <a:lnTo>
                    <a:pt x="2620" y="2530"/>
                  </a:lnTo>
                  <a:close/>
                  <a:moveTo>
                    <a:pt x="813" y="2530"/>
                  </a:moveTo>
                  <a:lnTo>
                    <a:pt x="835" y="2530"/>
                  </a:lnTo>
                  <a:lnTo>
                    <a:pt x="857" y="2534"/>
                  </a:lnTo>
                  <a:lnTo>
                    <a:pt x="877" y="2544"/>
                  </a:lnTo>
                  <a:lnTo>
                    <a:pt x="894" y="2558"/>
                  </a:lnTo>
                  <a:lnTo>
                    <a:pt x="910" y="2577"/>
                  </a:lnTo>
                  <a:lnTo>
                    <a:pt x="919" y="2596"/>
                  </a:lnTo>
                  <a:lnTo>
                    <a:pt x="924" y="2618"/>
                  </a:lnTo>
                  <a:lnTo>
                    <a:pt x="924" y="2640"/>
                  </a:lnTo>
                  <a:lnTo>
                    <a:pt x="919" y="2661"/>
                  </a:lnTo>
                  <a:lnTo>
                    <a:pt x="910" y="2682"/>
                  </a:lnTo>
                  <a:lnTo>
                    <a:pt x="894" y="2699"/>
                  </a:lnTo>
                  <a:lnTo>
                    <a:pt x="647" y="2948"/>
                  </a:lnTo>
                  <a:lnTo>
                    <a:pt x="631" y="2961"/>
                  </a:lnTo>
                  <a:lnTo>
                    <a:pt x="614" y="2969"/>
                  </a:lnTo>
                  <a:lnTo>
                    <a:pt x="596" y="2975"/>
                  </a:lnTo>
                  <a:lnTo>
                    <a:pt x="576" y="2977"/>
                  </a:lnTo>
                  <a:lnTo>
                    <a:pt x="557" y="2975"/>
                  </a:lnTo>
                  <a:lnTo>
                    <a:pt x="539" y="2969"/>
                  </a:lnTo>
                  <a:lnTo>
                    <a:pt x="521" y="2961"/>
                  </a:lnTo>
                  <a:lnTo>
                    <a:pt x="506" y="2948"/>
                  </a:lnTo>
                  <a:lnTo>
                    <a:pt x="492" y="2930"/>
                  </a:lnTo>
                  <a:lnTo>
                    <a:pt x="482" y="2909"/>
                  </a:lnTo>
                  <a:lnTo>
                    <a:pt x="477" y="2888"/>
                  </a:lnTo>
                  <a:lnTo>
                    <a:pt x="477" y="2867"/>
                  </a:lnTo>
                  <a:lnTo>
                    <a:pt x="482" y="2845"/>
                  </a:lnTo>
                  <a:lnTo>
                    <a:pt x="492" y="2824"/>
                  </a:lnTo>
                  <a:lnTo>
                    <a:pt x="506" y="2806"/>
                  </a:lnTo>
                  <a:lnTo>
                    <a:pt x="754" y="2558"/>
                  </a:lnTo>
                  <a:lnTo>
                    <a:pt x="772" y="2544"/>
                  </a:lnTo>
                  <a:lnTo>
                    <a:pt x="793" y="2534"/>
                  </a:lnTo>
                  <a:lnTo>
                    <a:pt x="813" y="2530"/>
                  </a:lnTo>
                  <a:close/>
                  <a:moveTo>
                    <a:pt x="3005" y="1626"/>
                  </a:moveTo>
                  <a:lnTo>
                    <a:pt x="3356" y="1626"/>
                  </a:lnTo>
                  <a:lnTo>
                    <a:pt x="3380" y="1629"/>
                  </a:lnTo>
                  <a:lnTo>
                    <a:pt x="3401" y="1636"/>
                  </a:lnTo>
                  <a:lnTo>
                    <a:pt x="3419" y="1648"/>
                  </a:lnTo>
                  <a:lnTo>
                    <a:pt x="3434" y="1664"/>
                  </a:lnTo>
                  <a:lnTo>
                    <a:pt x="3446" y="1682"/>
                  </a:lnTo>
                  <a:lnTo>
                    <a:pt x="3453" y="1703"/>
                  </a:lnTo>
                  <a:lnTo>
                    <a:pt x="3456" y="1726"/>
                  </a:lnTo>
                  <a:lnTo>
                    <a:pt x="3453" y="1749"/>
                  </a:lnTo>
                  <a:lnTo>
                    <a:pt x="3446" y="1771"/>
                  </a:lnTo>
                  <a:lnTo>
                    <a:pt x="3434" y="1789"/>
                  </a:lnTo>
                  <a:lnTo>
                    <a:pt x="3418" y="1805"/>
                  </a:lnTo>
                  <a:lnTo>
                    <a:pt x="3399" y="1816"/>
                  </a:lnTo>
                  <a:lnTo>
                    <a:pt x="3379" y="1823"/>
                  </a:lnTo>
                  <a:lnTo>
                    <a:pt x="3356" y="1827"/>
                  </a:lnTo>
                  <a:lnTo>
                    <a:pt x="3005" y="1827"/>
                  </a:lnTo>
                  <a:lnTo>
                    <a:pt x="2982" y="1823"/>
                  </a:lnTo>
                  <a:lnTo>
                    <a:pt x="2961" y="1816"/>
                  </a:lnTo>
                  <a:lnTo>
                    <a:pt x="2943" y="1804"/>
                  </a:lnTo>
                  <a:lnTo>
                    <a:pt x="2928" y="1788"/>
                  </a:lnTo>
                  <a:lnTo>
                    <a:pt x="2915" y="1770"/>
                  </a:lnTo>
                  <a:lnTo>
                    <a:pt x="2908" y="1749"/>
                  </a:lnTo>
                  <a:lnTo>
                    <a:pt x="2906" y="1726"/>
                  </a:lnTo>
                  <a:lnTo>
                    <a:pt x="2908" y="1703"/>
                  </a:lnTo>
                  <a:lnTo>
                    <a:pt x="2915" y="1682"/>
                  </a:lnTo>
                  <a:lnTo>
                    <a:pt x="2928" y="1664"/>
                  </a:lnTo>
                  <a:lnTo>
                    <a:pt x="2943" y="1648"/>
                  </a:lnTo>
                  <a:lnTo>
                    <a:pt x="2961" y="1636"/>
                  </a:lnTo>
                  <a:lnTo>
                    <a:pt x="2982" y="1629"/>
                  </a:lnTo>
                  <a:lnTo>
                    <a:pt x="3005" y="1626"/>
                  </a:lnTo>
                  <a:close/>
                  <a:moveTo>
                    <a:pt x="100" y="1626"/>
                  </a:moveTo>
                  <a:lnTo>
                    <a:pt x="450" y="1626"/>
                  </a:lnTo>
                  <a:lnTo>
                    <a:pt x="473" y="1629"/>
                  </a:lnTo>
                  <a:lnTo>
                    <a:pt x="495" y="1636"/>
                  </a:lnTo>
                  <a:lnTo>
                    <a:pt x="513" y="1648"/>
                  </a:lnTo>
                  <a:lnTo>
                    <a:pt x="529" y="1664"/>
                  </a:lnTo>
                  <a:lnTo>
                    <a:pt x="540" y="1682"/>
                  </a:lnTo>
                  <a:lnTo>
                    <a:pt x="547" y="1703"/>
                  </a:lnTo>
                  <a:lnTo>
                    <a:pt x="551" y="1726"/>
                  </a:lnTo>
                  <a:lnTo>
                    <a:pt x="547" y="1749"/>
                  </a:lnTo>
                  <a:lnTo>
                    <a:pt x="540" y="1771"/>
                  </a:lnTo>
                  <a:lnTo>
                    <a:pt x="529" y="1789"/>
                  </a:lnTo>
                  <a:lnTo>
                    <a:pt x="513" y="1805"/>
                  </a:lnTo>
                  <a:lnTo>
                    <a:pt x="495" y="1816"/>
                  </a:lnTo>
                  <a:lnTo>
                    <a:pt x="473" y="1823"/>
                  </a:lnTo>
                  <a:lnTo>
                    <a:pt x="450" y="1827"/>
                  </a:lnTo>
                  <a:lnTo>
                    <a:pt x="100" y="1827"/>
                  </a:lnTo>
                  <a:lnTo>
                    <a:pt x="77" y="1823"/>
                  </a:lnTo>
                  <a:lnTo>
                    <a:pt x="56" y="1816"/>
                  </a:lnTo>
                  <a:lnTo>
                    <a:pt x="37" y="1804"/>
                  </a:lnTo>
                  <a:lnTo>
                    <a:pt x="22" y="1788"/>
                  </a:lnTo>
                  <a:lnTo>
                    <a:pt x="10" y="1770"/>
                  </a:lnTo>
                  <a:lnTo>
                    <a:pt x="2" y="1749"/>
                  </a:lnTo>
                  <a:lnTo>
                    <a:pt x="0" y="1726"/>
                  </a:lnTo>
                  <a:lnTo>
                    <a:pt x="2" y="1703"/>
                  </a:lnTo>
                  <a:lnTo>
                    <a:pt x="10" y="1682"/>
                  </a:lnTo>
                  <a:lnTo>
                    <a:pt x="22" y="1664"/>
                  </a:lnTo>
                  <a:lnTo>
                    <a:pt x="37" y="1648"/>
                  </a:lnTo>
                  <a:lnTo>
                    <a:pt x="56" y="1636"/>
                  </a:lnTo>
                  <a:lnTo>
                    <a:pt x="77" y="1629"/>
                  </a:lnTo>
                  <a:lnTo>
                    <a:pt x="100" y="1626"/>
                  </a:lnTo>
                  <a:close/>
                  <a:moveTo>
                    <a:pt x="1728" y="1090"/>
                  </a:moveTo>
                  <a:lnTo>
                    <a:pt x="1663" y="1094"/>
                  </a:lnTo>
                  <a:lnTo>
                    <a:pt x="1600" y="1104"/>
                  </a:lnTo>
                  <a:lnTo>
                    <a:pt x="1538" y="1119"/>
                  </a:lnTo>
                  <a:lnTo>
                    <a:pt x="1479" y="1141"/>
                  </a:lnTo>
                  <a:lnTo>
                    <a:pt x="1423" y="1167"/>
                  </a:lnTo>
                  <a:lnTo>
                    <a:pt x="1371" y="1200"/>
                  </a:lnTo>
                  <a:lnTo>
                    <a:pt x="1321" y="1236"/>
                  </a:lnTo>
                  <a:lnTo>
                    <a:pt x="1275" y="1277"/>
                  </a:lnTo>
                  <a:lnTo>
                    <a:pt x="1234" y="1323"/>
                  </a:lnTo>
                  <a:lnTo>
                    <a:pt x="1198" y="1373"/>
                  </a:lnTo>
                  <a:lnTo>
                    <a:pt x="1165" y="1425"/>
                  </a:lnTo>
                  <a:lnTo>
                    <a:pt x="1138" y="1481"/>
                  </a:lnTo>
                  <a:lnTo>
                    <a:pt x="1117" y="1540"/>
                  </a:lnTo>
                  <a:lnTo>
                    <a:pt x="1100" y="1601"/>
                  </a:lnTo>
                  <a:lnTo>
                    <a:pt x="1090" y="1665"/>
                  </a:lnTo>
                  <a:lnTo>
                    <a:pt x="1087" y="1730"/>
                  </a:lnTo>
                  <a:lnTo>
                    <a:pt x="1090" y="1752"/>
                  </a:lnTo>
                  <a:lnTo>
                    <a:pt x="1098" y="1774"/>
                  </a:lnTo>
                  <a:lnTo>
                    <a:pt x="1109" y="1793"/>
                  </a:lnTo>
                  <a:lnTo>
                    <a:pt x="1125" y="1808"/>
                  </a:lnTo>
                  <a:lnTo>
                    <a:pt x="1143" y="1820"/>
                  </a:lnTo>
                  <a:lnTo>
                    <a:pt x="1165" y="1828"/>
                  </a:lnTo>
                  <a:lnTo>
                    <a:pt x="1188" y="1830"/>
                  </a:lnTo>
                  <a:lnTo>
                    <a:pt x="1211" y="1828"/>
                  </a:lnTo>
                  <a:lnTo>
                    <a:pt x="1232" y="1820"/>
                  </a:lnTo>
                  <a:lnTo>
                    <a:pt x="1250" y="1808"/>
                  </a:lnTo>
                  <a:lnTo>
                    <a:pt x="1266" y="1793"/>
                  </a:lnTo>
                  <a:lnTo>
                    <a:pt x="1278" y="1774"/>
                  </a:lnTo>
                  <a:lnTo>
                    <a:pt x="1285" y="1753"/>
                  </a:lnTo>
                  <a:lnTo>
                    <a:pt x="1288" y="1730"/>
                  </a:lnTo>
                  <a:lnTo>
                    <a:pt x="1291" y="1674"/>
                  </a:lnTo>
                  <a:lnTo>
                    <a:pt x="1301" y="1622"/>
                  </a:lnTo>
                  <a:lnTo>
                    <a:pt x="1317" y="1571"/>
                  </a:lnTo>
                  <a:lnTo>
                    <a:pt x="1339" y="1524"/>
                  </a:lnTo>
                  <a:lnTo>
                    <a:pt x="1366" y="1479"/>
                  </a:lnTo>
                  <a:lnTo>
                    <a:pt x="1399" y="1438"/>
                  </a:lnTo>
                  <a:lnTo>
                    <a:pt x="1436" y="1401"/>
                  </a:lnTo>
                  <a:lnTo>
                    <a:pt x="1477" y="1369"/>
                  </a:lnTo>
                  <a:lnTo>
                    <a:pt x="1522" y="1342"/>
                  </a:lnTo>
                  <a:lnTo>
                    <a:pt x="1569" y="1320"/>
                  </a:lnTo>
                  <a:lnTo>
                    <a:pt x="1619" y="1304"/>
                  </a:lnTo>
                  <a:lnTo>
                    <a:pt x="1673" y="1294"/>
                  </a:lnTo>
                  <a:lnTo>
                    <a:pt x="1728" y="1291"/>
                  </a:lnTo>
                  <a:lnTo>
                    <a:pt x="1751" y="1287"/>
                  </a:lnTo>
                  <a:lnTo>
                    <a:pt x="1773" y="1280"/>
                  </a:lnTo>
                  <a:lnTo>
                    <a:pt x="1791" y="1269"/>
                  </a:lnTo>
                  <a:lnTo>
                    <a:pt x="1806" y="1252"/>
                  </a:lnTo>
                  <a:lnTo>
                    <a:pt x="1817" y="1235"/>
                  </a:lnTo>
                  <a:lnTo>
                    <a:pt x="1825" y="1213"/>
                  </a:lnTo>
                  <a:lnTo>
                    <a:pt x="1828" y="1190"/>
                  </a:lnTo>
                  <a:lnTo>
                    <a:pt x="1825" y="1167"/>
                  </a:lnTo>
                  <a:lnTo>
                    <a:pt x="1817" y="1146"/>
                  </a:lnTo>
                  <a:lnTo>
                    <a:pt x="1806" y="1128"/>
                  </a:lnTo>
                  <a:lnTo>
                    <a:pt x="1791" y="1112"/>
                  </a:lnTo>
                  <a:lnTo>
                    <a:pt x="1773" y="1100"/>
                  </a:lnTo>
                  <a:lnTo>
                    <a:pt x="1751" y="1093"/>
                  </a:lnTo>
                  <a:lnTo>
                    <a:pt x="1728" y="1090"/>
                  </a:lnTo>
                  <a:close/>
                  <a:moveTo>
                    <a:pt x="1722" y="841"/>
                  </a:moveTo>
                  <a:lnTo>
                    <a:pt x="1799" y="843"/>
                  </a:lnTo>
                  <a:lnTo>
                    <a:pt x="1874" y="852"/>
                  </a:lnTo>
                  <a:lnTo>
                    <a:pt x="1948" y="867"/>
                  </a:lnTo>
                  <a:lnTo>
                    <a:pt x="2018" y="889"/>
                  </a:lnTo>
                  <a:lnTo>
                    <a:pt x="2087" y="915"/>
                  </a:lnTo>
                  <a:lnTo>
                    <a:pt x="2151" y="948"/>
                  </a:lnTo>
                  <a:lnTo>
                    <a:pt x="2214" y="984"/>
                  </a:lnTo>
                  <a:lnTo>
                    <a:pt x="2273" y="1027"/>
                  </a:lnTo>
                  <a:lnTo>
                    <a:pt x="2328" y="1073"/>
                  </a:lnTo>
                  <a:lnTo>
                    <a:pt x="2378" y="1124"/>
                  </a:lnTo>
                  <a:lnTo>
                    <a:pt x="2425" y="1179"/>
                  </a:lnTo>
                  <a:lnTo>
                    <a:pt x="2468" y="1237"/>
                  </a:lnTo>
                  <a:lnTo>
                    <a:pt x="2505" y="1299"/>
                  </a:lnTo>
                  <a:lnTo>
                    <a:pt x="2538" y="1364"/>
                  </a:lnTo>
                  <a:lnTo>
                    <a:pt x="2565" y="1432"/>
                  </a:lnTo>
                  <a:lnTo>
                    <a:pt x="2586" y="1503"/>
                  </a:lnTo>
                  <a:lnTo>
                    <a:pt x="2602" y="1575"/>
                  </a:lnTo>
                  <a:lnTo>
                    <a:pt x="2612" y="1650"/>
                  </a:lnTo>
                  <a:lnTo>
                    <a:pt x="2616" y="1727"/>
                  </a:lnTo>
                  <a:lnTo>
                    <a:pt x="2611" y="1806"/>
                  </a:lnTo>
                  <a:lnTo>
                    <a:pt x="2601" y="1882"/>
                  </a:lnTo>
                  <a:lnTo>
                    <a:pt x="2585" y="1958"/>
                  </a:lnTo>
                  <a:lnTo>
                    <a:pt x="2562" y="2030"/>
                  </a:lnTo>
                  <a:lnTo>
                    <a:pt x="2533" y="2099"/>
                  </a:lnTo>
                  <a:lnTo>
                    <a:pt x="2499" y="2166"/>
                  </a:lnTo>
                  <a:lnTo>
                    <a:pt x="2460" y="2228"/>
                  </a:lnTo>
                  <a:lnTo>
                    <a:pt x="2415" y="2287"/>
                  </a:lnTo>
                  <a:lnTo>
                    <a:pt x="2366" y="2342"/>
                  </a:lnTo>
                  <a:lnTo>
                    <a:pt x="2324" y="2389"/>
                  </a:lnTo>
                  <a:lnTo>
                    <a:pt x="2286" y="2439"/>
                  </a:lnTo>
                  <a:lnTo>
                    <a:pt x="2252" y="2491"/>
                  </a:lnTo>
                  <a:lnTo>
                    <a:pt x="2222" y="2546"/>
                  </a:lnTo>
                  <a:lnTo>
                    <a:pt x="2197" y="2603"/>
                  </a:lnTo>
                  <a:lnTo>
                    <a:pt x="2176" y="2662"/>
                  </a:lnTo>
                  <a:lnTo>
                    <a:pt x="2160" y="2722"/>
                  </a:lnTo>
                  <a:lnTo>
                    <a:pt x="2148" y="2783"/>
                  </a:lnTo>
                  <a:lnTo>
                    <a:pt x="2140" y="2813"/>
                  </a:lnTo>
                  <a:lnTo>
                    <a:pt x="2127" y="2839"/>
                  </a:lnTo>
                  <a:lnTo>
                    <a:pt x="2109" y="2862"/>
                  </a:lnTo>
                  <a:lnTo>
                    <a:pt x="2087" y="2881"/>
                  </a:lnTo>
                  <a:lnTo>
                    <a:pt x="2062" y="2895"/>
                  </a:lnTo>
                  <a:lnTo>
                    <a:pt x="2033" y="2904"/>
                  </a:lnTo>
                  <a:lnTo>
                    <a:pt x="2002" y="2907"/>
                  </a:lnTo>
                  <a:lnTo>
                    <a:pt x="1452" y="2907"/>
                  </a:lnTo>
                  <a:lnTo>
                    <a:pt x="1422" y="2904"/>
                  </a:lnTo>
                  <a:lnTo>
                    <a:pt x="1394" y="2895"/>
                  </a:lnTo>
                  <a:lnTo>
                    <a:pt x="1369" y="2881"/>
                  </a:lnTo>
                  <a:lnTo>
                    <a:pt x="1347" y="2862"/>
                  </a:lnTo>
                  <a:lnTo>
                    <a:pt x="1328" y="2839"/>
                  </a:lnTo>
                  <a:lnTo>
                    <a:pt x="1315" y="2813"/>
                  </a:lnTo>
                  <a:lnTo>
                    <a:pt x="1307" y="2785"/>
                  </a:lnTo>
                  <a:lnTo>
                    <a:pt x="1295" y="2722"/>
                  </a:lnTo>
                  <a:lnTo>
                    <a:pt x="1279" y="2662"/>
                  </a:lnTo>
                  <a:lnTo>
                    <a:pt x="1258" y="2603"/>
                  </a:lnTo>
                  <a:lnTo>
                    <a:pt x="1232" y="2546"/>
                  </a:lnTo>
                  <a:lnTo>
                    <a:pt x="1202" y="2491"/>
                  </a:lnTo>
                  <a:lnTo>
                    <a:pt x="1168" y="2438"/>
                  </a:lnTo>
                  <a:lnTo>
                    <a:pt x="1130" y="2389"/>
                  </a:lnTo>
                  <a:lnTo>
                    <a:pt x="1088" y="2342"/>
                  </a:lnTo>
                  <a:lnTo>
                    <a:pt x="1040" y="2287"/>
                  </a:lnTo>
                  <a:lnTo>
                    <a:pt x="996" y="2229"/>
                  </a:lnTo>
                  <a:lnTo>
                    <a:pt x="958" y="2167"/>
                  </a:lnTo>
                  <a:lnTo>
                    <a:pt x="924" y="2102"/>
                  </a:lnTo>
                  <a:lnTo>
                    <a:pt x="896" y="2033"/>
                  </a:lnTo>
                  <a:lnTo>
                    <a:pt x="873" y="1963"/>
                  </a:lnTo>
                  <a:lnTo>
                    <a:pt x="855" y="1890"/>
                  </a:lnTo>
                  <a:lnTo>
                    <a:pt x="845" y="1814"/>
                  </a:lnTo>
                  <a:lnTo>
                    <a:pt x="841" y="1737"/>
                  </a:lnTo>
                  <a:lnTo>
                    <a:pt x="843" y="1659"/>
                  </a:lnTo>
                  <a:lnTo>
                    <a:pt x="852" y="1585"/>
                  </a:lnTo>
                  <a:lnTo>
                    <a:pt x="867" y="1512"/>
                  </a:lnTo>
                  <a:lnTo>
                    <a:pt x="888" y="1440"/>
                  </a:lnTo>
                  <a:lnTo>
                    <a:pt x="914" y="1373"/>
                  </a:lnTo>
                  <a:lnTo>
                    <a:pt x="946" y="1307"/>
                  </a:lnTo>
                  <a:lnTo>
                    <a:pt x="982" y="1245"/>
                  </a:lnTo>
                  <a:lnTo>
                    <a:pt x="1024" y="1187"/>
                  </a:lnTo>
                  <a:lnTo>
                    <a:pt x="1070" y="1131"/>
                  </a:lnTo>
                  <a:lnTo>
                    <a:pt x="1120" y="1081"/>
                  </a:lnTo>
                  <a:lnTo>
                    <a:pt x="1175" y="1034"/>
                  </a:lnTo>
                  <a:lnTo>
                    <a:pt x="1233" y="991"/>
                  </a:lnTo>
                  <a:lnTo>
                    <a:pt x="1294" y="953"/>
                  </a:lnTo>
                  <a:lnTo>
                    <a:pt x="1359" y="920"/>
                  </a:lnTo>
                  <a:lnTo>
                    <a:pt x="1427" y="893"/>
                  </a:lnTo>
                  <a:lnTo>
                    <a:pt x="1497" y="871"/>
                  </a:lnTo>
                  <a:lnTo>
                    <a:pt x="1570" y="854"/>
                  </a:lnTo>
                  <a:lnTo>
                    <a:pt x="1644" y="844"/>
                  </a:lnTo>
                  <a:lnTo>
                    <a:pt x="1722" y="841"/>
                  </a:lnTo>
                  <a:close/>
                  <a:moveTo>
                    <a:pt x="2868" y="477"/>
                  </a:moveTo>
                  <a:lnTo>
                    <a:pt x="2890" y="477"/>
                  </a:lnTo>
                  <a:lnTo>
                    <a:pt x="2911" y="481"/>
                  </a:lnTo>
                  <a:lnTo>
                    <a:pt x="2932" y="491"/>
                  </a:lnTo>
                  <a:lnTo>
                    <a:pt x="2951" y="505"/>
                  </a:lnTo>
                  <a:lnTo>
                    <a:pt x="2965" y="524"/>
                  </a:lnTo>
                  <a:lnTo>
                    <a:pt x="2974" y="544"/>
                  </a:lnTo>
                  <a:lnTo>
                    <a:pt x="2979" y="566"/>
                  </a:lnTo>
                  <a:lnTo>
                    <a:pt x="2979" y="587"/>
                  </a:lnTo>
                  <a:lnTo>
                    <a:pt x="2974" y="608"/>
                  </a:lnTo>
                  <a:lnTo>
                    <a:pt x="2965" y="629"/>
                  </a:lnTo>
                  <a:lnTo>
                    <a:pt x="2951" y="646"/>
                  </a:lnTo>
                  <a:lnTo>
                    <a:pt x="2702" y="895"/>
                  </a:lnTo>
                  <a:lnTo>
                    <a:pt x="2687" y="908"/>
                  </a:lnTo>
                  <a:lnTo>
                    <a:pt x="2669" y="917"/>
                  </a:lnTo>
                  <a:lnTo>
                    <a:pt x="2651" y="922"/>
                  </a:lnTo>
                  <a:lnTo>
                    <a:pt x="2631" y="923"/>
                  </a:lnTo>
                  <a:lnTo>
                    <a:pt x="2612" y="922"/>
                  </a:lnTo>
                  <a:lnTo>
                    <a:pt x="2594" y="917"/>
                  </a:lnTo>
                  <a:lnTo>
                    <a:pt x="2576" y="908"/>
                  </a:lnTo>
                  <a:lnTo>
                    <a:pt x="2560" y="895"/>
                  </a:lnTo>
                  <a:lnTo>
                    <a:pt x="2545" y="877"/>
                  </a:lnTo>
                  <a:lnTo>
                    <a:pt x="2536" y="856"/>
                  </a:lnTo>
                  <a:lnTo>
                    <a:pt x="2531" y="835"/>
                  </a:lnTo>
                  <a:lnTo>
                    <a:pt x="2531" y="813"/>
                  </a:lnTo>
                  <a:lnTo>
                    <a:pt x="2536" y="792"/>
                  </a:lnTo>
                  <a:lnTo>
                    <a:pt x="2545" y="771"/>
                  </a:lnTo>
                  <a:lnTo>
                    <a:pt x="2560" y="754"/>
                  </a:lnTo>
                  <a:lnTo>
                    <a:pt x="2808" y="505"/>
                  </a:lnTo>
                  <a:lnTo>
                    <a:pt x="2827" y="491"/>
                  </a:lnTo>
                  <a:lnTo>
                    <a:pt x="2847" y="481"/>
                  </a:lnTo>
                  <a:lnTo>
                    <a:pt x="2868" y="477"/>
                  </a:lnTo>
                  <a:close/>
                  <a:moveTo>
                    <a:pt x="565" y="476"/>
                  </a:moveTo>
                  <a:lnTo>
                    <a:pt x="587" y="476"/>
                  </a:lnTo>
                  <a:lnTo>
                    <a:pt x="609" y="480"/>
                  </a:lnTo>
                  <a:lnTo>
                    <a:pt x="628" y="490"/>
                  </a:lnTo>
                  <a:lnTo>
                    <a:pt x="647" y="504"/>
                  </a:lnTo>
                  <a:lnTo>
                    <a:pt x="894" y="753"/>
                  </a:lnTo>
                  <a:lnTo>
                    <a:pt x="910" y="771"/>
                  </a:lnTo>
                  <a:lnTo>
                    <a:pt x="919" y="791"/>
                  </a:lnTo>
                  <a:lnTo>
                    <a:pt x="924" y="813"/>
                  </a:lnTo>
                  <a:lnTo>
                    <a:pt x="924" y="835"/>
                  </a:lnTo>
                  <a:lnTo>
                    <a:pt x="919" y="855"/>
                  </a:lnTo>
                  <a:lnTo>
                    <a:pt x="910" y="876"/>
                  </a:lnTo>
                  <a:lnTo>
                    <a:pt x="894" y="894"/>
                  </a:lnTo>
                  <a:lnTo>
                    <a:pt x="879" y="907"/>
                  </a:lnTo>
                  <a:lnTo>
                    <a:pt x="862" y="915"/>
                  </a:lnTo>
                  <a:lnTo>
                    <a:pt x="843" y="921"/>
                  </a:lnTo>
                  <a:lnTo>
                    <a:pt x="824" y="923"/>
                  </a:lnTo>
                  <a:lnTo>
                    <a:pt x="806" y="921"/>
                  </a:lnTo>
                  <a:lnTo>
                    <a:pt x="787" y="915"/>
                  </a:lnTo>
                  <a:lnTo>
                    <a:pt x="770" y="907"/>
                  </a:lnTo>
                  <a:lnTo>
                    <a:pt x="754" y="894"/>
                  </a:lnTo>
                  <a:lnTo>
                    <a:pt x="505" y="646"/>
                  </a:lnTo>
                  <a:lnTo>
                    <a:pt x="490" y="628"/>
                  </a:lnTo>
                  <a:lnTo>
                    <a:pt x="481" y="608"/>
                  </a:lnTo>
                  <a:lnTo>
                    <a:pt x="476" y="586"/>
                  </a:lnTo>
                  <a:lnTo>
                    <a:pt x="476" y="564"/>
                  </a:lnTo>
                  <a:lnTo>
                    <a:pt x="481" y="543"/>
                  </a:lnTo>
                  <a:lnTo>
                    <a:pt x="490" y="523"/>
                  </a:lnTo>
                  <a:lnTo>
                    <a:pt x="505" y="504"/>
                  </a:lnTo>
                  <a:lnTo>
                    <a:pt x="523" y="490"/>
                  </a:lnTo>
                  <a:lnTo>
                    <a:pt x="543" y="480"/>
                  </a:lnTo>
                  <a:lnTo>
                    <a:pt x="565" y="476"/>
                  </a:lnTo>
                  <a:close/>
                  <a:moveTo>
                    <a:pt x="1728" y="0"/>
                  </a:moveTo>
                  <a:lnTo>
                    <a:pt x="1751" y="2"/>
                  </a:lnTo>
                  <a:lnTo>
                    <a:pt x="1773" y="10"/>
                  </a:lnTo>
                  <a:lnTo>
                    <a:pt x="1791" y="22"/>
                  </a:lnTo>
                  <a:lnTo>
                    <a:pt x="1806" y="37"/>
                  </a:lnTo>
                  <a:lnTo>
                    <a:pt x="1817" y="56"/>
                  </a:lnTo>
                  <a:lnTo>
                    <a:pt x="1825" y="77"/>
                  </a:lnTo>
                  <a:lnTo>
                    <a:pt x="1828" y="100"/>
                  </a:lnTo>
                  <a:lnTo>
                    <a:pt x="1828" y="450"/>
                  </a:lnTo>
                  <a:lnTo>
                    <a:pt x="1825" y="473"/>
                  </a:lnTo>
                  <a:lnTo>
                    <a:pt x="1817" y="494"/>
                  </a:lnTo>
                  <a:lnTo>
                    <a:pt x="1805" y="513"/>
                  </a:lnTo>
                  <a:lnTo>
                    <a:pt x="1790" y="528"/>
                  </a:lnTo>
                  <a:lnTo>
                    <a:pt x="1771" y="539"/>
                  </a:lnTo>
                  <a:lnTo>
                    <a:pt x="1751" y="547"/>
                  </a:lnTo>
                  <a:lnTo>
                    <a:pt x="1728" y="550"/>
                  </a:lnTo>
                  <a:lnTo>
                    <a:pt x="1705" y="547"/>
                  </a:lnTo>
                  <a:lnTo>
                    <a:pt x="1684" y="539"/>
                  </a:lnTo>
                  <a:lnTo>
                    <a:pt x="1665" y="528"/>
                  </a:lnTo>
                  <a:lnTo>
                    <a:pt x="1650" y="513"/>
                  </a:lnTo>
                  <a:lnTo>
                    <a:pt x="1638" y="494"/>
                  </a:lnTo>
                  <a:lnTo>
                    <a:pt x="1630" y="473"/>
                  </a:lnTo>
                  <a:lnTo>
                    <a:pt x="1628" y="450"/>
                  </a:lnTo>
                  <a:lnTo>
                    <a:pt x="1628" y="100"/>
                  </a:lnTo>
                  <a:lnTo>
                    <a:pt x="1630" y="77"/>
                  </a:lnTo>
                  <a:lnTo>
                    <a:pt x="1638" y="56"/>
                  </a:lnTo>
                  <a:lnTo>
                    <a:pt x="1650" y="37"/>
                  </a:lnTo>
                  <a:lnTo>
                    <a:pt x="1665" y="22"/>
                  </a:lnTo>
                  <a:lnTo>
                    <a:pt x="1684" y="10"/>
                  </a:lnTo>
                  <a:lnTo>
                    <a:pt x="1705" y="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86154C8-44ED-4A44-9271-EFB58FCE556C}"/>
                </a:ext>
              </a:extLst>
            </p:cNvPr>
            <p:cNvGrpSpPr/>
            <p:nvPr/>
          </p:nvGrpSpPr>
          <p:grpSpPr>
            <a:xfrm>
              <a:off x="7904646" y="2368831"/>
              <a:ext cx="326340" cy="268775"/>
              <a:chOff x="3040063" y="2486025"/>
              <a:chExt cx="3779838" cy="3113087"/>
            </a:xfrm>
            <a:solidFill>
              <a:schemeClr val="accent5"/>
            </a:solidFill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8630A437-2E0A-47B9-A59D-49927E8A2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2717800"/>
                <a:ext cx="3297238" cy="2881312"/>
              </a:xfrm>
              <a:custGeom>
                <a:avLst/>
                <a:gdLst>
                  <a:gd name="T0" fmla="*/ 3216 w 4154"/>
                  <a:gd name="T1" fmla="*/ 342 h 3630"/>
                  <a:gd name="T2" fmla="*/ 4125 w 4154"/>
                  <a:gd name="T3" fmla="*/ 1383 h 3630"/>
                  <a:gd name="T4" fmla="*/ 3731 w 4154"/>
                  <a:gd name="T5" fmla="*/ 2351 h 3630"/>
                  <a:gd name="T6" fmla="*/ 3594 w 4154"/>
                  <a:gd name="T7" fmla="*/ 2626 h 3630"/>
                  <a:gd name="T8" fmla="*/ 3378 w 4154"/>
                  <a:gd name="T9" fmla="*/ 2826 h 3630"/>
                  <a:gd name="T10" fmla="*/ 3101 w 4154"/>
                  <a:gd name="T11" fmla="*/ 3004 h 3630"/>
                  <a:gd name="T12" fmla="*/ 2923 w 4154"/>
                  <a:gd name="T13" fmla="*/ 3278 h 3630"/>
                  <a:gd name="T14" fmla="*/ 2722 w 4154"/>
                  <a:gd name="T15" fmla="*/ 3492 h 3630"/>
                  <a:gd name="T16" fmla="*/ 2445 w 4154"/>
                  <a:gd name="T17" fmla="*/ 3630 h 3630"/>
                  <a:gd name="T18" fmla="*/ 1704 w 4154"/>
                  <a:gd name="T19" fmla="*/ 3372 h 3630"/>
                  <a:gd name="T20" fmla="*/ 1469 w 4154"/>
                  <a:gd name="T21" fmla="*/ 3401 h 3630"/>
                  <a:gd name="T22" fmla="*/ 1336 w 4154"/>
                  <a:gd name="T23" fmla="*/ 3185 h 3630"/>
                  <a:gd name="T24" fmla="*/ 1297 w 4154"/>
                  <a:gd name="T25" fmla="*/ 3109 h 3630"/>
                  <a:gd name="T26" fmla="*/ 1065 w 4154"/>
                  <a:gd name="T27" fmla="*/ 3011 h 3630"/>
                  <a:gd name="T28" fmla="*/ 1052 w 4154"/>
                  <a:gd name="T29" fmla="*/ 2774 h 3630"/>
                  <a:gd name="T30" fmla="*/ 875 w 4154"/>
                  <a:gd name="T31" fmla="*/ 2790 h 3630"/>
                  <a:gd name="T32" fmla="*/ 707 w 4154"/>
                  <a:gd name="T33" fmla="*/ 2596 h 3630"/>
                  <a:gd name="T34" fmla="*/ 700 w 4154"/>
                  <a:gd name="T35" fmla="*/ 2473 h 3630"/>
                  <a:gd name="T36" fmla="*/ 462 w 4154"/>
                  <a:gd name="T37" fmla="*/ 2416 h 3630"/>
                  <a:gd name="T38" fmla="*/ 405 w 4154"/>
                  <a:gd name="T39" fmla="*/ 2180 h 3630"/>
                  <a:gd name="T40" fmla="*/ 0 w 4154"/>
                  <a:gd name="T41" fmla="*/ 1292 h 3630"/>
                  <a:gd name="T42" fmla="*/ 124 w 4154"/>
                  <a:gd name="T43" fmla="*/ 1196 h 3630"/>
                  <a:gd name="T44" fmla="*/ 900 w 4154"/>
                  <a:gd name="T45" fmla="*/ 1773 h 3630"/>
                  <a:gd name="T46" fmla="*/ 1103 w 4154"/>
                  <a:gd name="T47" fmla="*/ 1940 h 3630"/>
                  <a:gd name="T48" fmla="*/ 1087 w 4154"/>
                  <a:gd name="T49" fmla="*/ 2113 h 3630"/>
                  <a:gd name="T50" fmla="*/ 1326 w 4154"/>
                  <a:gd name="T51" fmla="*/ 2128 h 3630"/>
                  <a:gd name="T52" fmla="*/ 1424 w 4154"/>
                  <a:gd name="T53" fmla="*/ 2357 h 3630"/>
                  <a:gd name="T54" fmla="*/ 1501 w 4154"/>
                  <a:gd name="T55" fmla="*/ 2396 h 3630"/>
                  <a:gd name="T56" fmla="*/ 1717 w 4154"/>
                  <a:gd name="T57" fmla="*/ 2529 h 3630"/>
                  <a:gd name="T58" fmla="*/ 1689 w 4154"/>
                  <a:gd name="T59" fmla="*/ 2761 h 3630"/>
                  <a:gd name="T60" fmla="*/ 1922 w 4154"/>
                  <a:gd name="T61" fmla="*/ 2733 h 3630"/>
                  <a:gd name="T62" fmla="*/ 2057 w 4154"/>
                  <a:gd name="T63" fmla="*/ 2948 h 3630"/>
                  <a:gd name="T64" fmla="*/ 2453 w 4154"/>
                  <a:gd name="T65" fmla="*/ 3433 h 3630"/>
                  <a:gd name="T66" fmla="*/ 2588 w 4154"/>
                  <a:gd name="T67" fmla="*/ 3323 h 3630"/>
                  <a:gd name="T68" fmla="*/ 2240 w 4154"/>
                  <a:gd name="T69" fmla="*/ 2894 h 3630"/>
                  <a:gd name="T70" fmla="*/ 2335 w 4154"/>
                  <a:gd name="T71" fmla="*/ 2771 h 3630"/>
                  <a:gd name="T72" fmla="*/ 2768 w 4154"/>
                  <a:gd name="T73" fmla="*/ 3120 h 3630"/>
                  <a:gd name="T74" fmla="*/ 2901 w 4154"/>
                  <a:gd name="T75" fmla="*/ 3010 h 3630"/>
                  <a:gd name="T76" fmla="*/ 2554 w 4154"/>
                  <a:gd name="T77" fmla="*/ 2581 h 3630"/>
                  <a:gd name="T78" fmla="*/ 2650 w 4154"/>
                  <a:gd name="T79" fmla="*/ 2458 h 3630"/>
                  <a:gd name="T80" fmla="*/ 3084 w 4154"/>
                  <a:gd name="T81" fmla="*/ 2809 h 3630"/>
                  <a:gd name="T82" fmla="*/ 3216 w 4154"/>
                  <a:gd name="T83" fmla="*/ 2697 h 3630"/>
                  <a:gd name="T84" fmla="*/ 2869 w 4154"/>
                  <a:gd name="T85" fmla="*/ 2268 h 3630"/>
                  <a:gd name="T86" fmla="*/ 2965 w 4154"/>
                  <a:gd name="T87" fmla="*/ 2145 h 3630"/>
                  <a:gd name="T88" fmla="*/ 3399 w 4154"/>
                  <a:gd name="T89" fmla="*/ 2496 h 3630"/>
                  <a:gd name="T90" fmla="*/ 3531 w 4154"/>
                  <a:gd name="T91" fmla="*/ 2386 h 3630"/>
                  <a:gd name="T92" fmla="*/ 3486 w 4154"/>
                  <a:gd name="T93" fmla="*/ 2274 h 3630"/>
                  <a:gd name="T94" fmla="*/ 3282 w 4154"/>
                  <a:gd name="T95" fmla="*/ 2071 h 3630"/>
                  <a:gd name="T96" fmla="*/ 2949 w 4154"/>
                  <a:gd name="T97" fmla="*/ 1741 h 3630"/>
                  <a:gd name="T98" fmla="*/ 2592 w 4154"/>
                  <a:gd name="T99" fmla="*/ 1386 h 3630"/>
                  <a:gd name="T100" fmla="*/ 2310 w 4154"/>
                  <a:gd name="T101" fmla="*/ 1108 h 3630"/>
                  <a:gd name="T102" fmla="*/ 2198 w 4154"/>
                  <a:gd name="T103" fmla="*/ 1010 h 3630"/>
                  <a:gd name="T104" fmla="*/ 2042 w 4154"/>
                  <a:gd name="T105" fmla="*/ 1078 h 3630"/>
                  <a:gd name="T106" fmla="*/ 1753 w 4154"/>
                  <a:gd name="T107" fmla="*/ 1528 h 3630"/>
                  <a:gd name="T108" fmla="*/ 1396 w 4154"/>
                  <a:gd name="T109" fmla="*/ 1640 h 3630"/>
                  <a:gd name="T110" fmla="*/ 1138 w 4154"/>
                  <a:gd name="T111" fmla="*/ 1435 h 3630"/>
                  <a:gd name="T112" fmla="*/ 1521 w 4154"/>
                  <a:gd name="T113" fmla="*/ 291 h 3630"/>
                  <a:gd name="T114" fmla="*/ 1656 w 4154"/>
                  <a:gd name="T115" fmla="*/ 135 h 3630"/>
                  <a:gd name="T116" fmla="*/ 1914 w 4154"/>
                  <a:gd name="T117" fmla="*/ 14 h 3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54" h="3630">
                    <a:moveTo>
                      <a:pt x="2076" y="0"/>
                    </a:moveTo>
                    <a:lnTo>
                      <a:pt x="2135" y="4"/>
                    </a:lnTo>
                    <a:lnTo>
                      <a:pt x="2200" y="16"/>
                    </a:lnTo>
                    <a:lnTo>
                      <a:pt x="2267" y="33"/>
                    </a:lnTo>
                    <a:lnTo>
                      <a:pt x="3175" y="317"/>
                    </a:lnTo>
                    <a:lnTo>
                      <a:pt x="3197" y="327"/>
                    </a:lnTo>
                    <a:lnTo>
                      <a:pt x="3216" y="342"/>
                    </a:lnTo>
                    <a:lnTo>
                      <a:pt x="4125" y="1244"/>
                    </a:lnTo>
                    <a:lnTo>
                      <a:pt x="4141" y="1266"/>
                    </a:lnTo>
                    <a:lnTo>
                      <a:pt x="4151" y="1289"/>
                    </a:lnTo>
                    <a:lnTo>
                      <a:pt x="4154" y="1314"/>
                    </a:lnTo>
                    <a:lnTo>
                      <a:pt x="4151" y="1338"/>
                    </a:lnTo>
                    <a:lnTo>
                      <a:pt x="4141" y="1363"/>
                    </a:lnTo>
                    <a:lnTo>
                      <a:pt x="4125" y="1383"/>
                    </a:lnTo>
                    <a:lnTo>
                      <a:pt x="3496" y="2008"/>
                    </a:lnTo>
                    <a:lnTo>
                      <a:pt x="3649" y="2160"/>
                    </a:lnTo>
                    <a:lnTo>
                      <a:pt x="3679" y="2193"/>
                    </a:lnTo>
                    <a:lnTo>
                      <a:pt x="3701" y="2229"/>
                    </a:lnTo>
                    <a:lnTo>
                      <a:pt x="3717" y="2268"/>
                    </a:lnTo>
                    <a:lnTo>
                      <a:pt x="3727" y="2309"/>
                    </a:lnTo>
                    <a:lnTo>
                      <a:pt x="3731" y="2351"/>
                    </a:lnTo>
                    <a:lnTo>
                      <a:pt x="3730" y="2394"/>
                    </a:lnTo>
                    <a:lnTo>
                      <a:pt x="3722" y="2436"/>
                    </a:lnTo>
                    <a:lnTo>
                      <a:pt x="3709" y="2478"/>
                    </a:lnTo>
                    <a:lnTo>
                      <a:pt x="3689" y="2519"/>
                    </a:lnTo>
                    <a:lnTo>
                      <a:pt x="3664" y="2558"/>
                    </a:lnTo>
                    <a:lnTo>
                      <a:pt x="3632" y="2594"/>
                    </a:lnTo>
                    <a:lnTo>
                      <a:pt x="3594" y="2626"/>
                    </a:lnTo>
                    <a:lnTo>
                      <a:pt x="3552" y="2654"/>
                    </a:lnTo>
                    <a:lnTo>
                      <a:pt x="3508" y="2673"/>
                    </a:lnTo>
                    <a:lnTo>
                      <a:pt x="3463" y="2686"/>
                    </a:lnTo>
                    <a:lnTo>
                      <a:pt x="3416" y="2691"/>
                    </a:lnTo>
                    <a:lnTo>
                      <a:pt x="3410" y="2738"/>
                    </a:lnTo>
                    <a:lnTo>
                      <a:pt x="3397" y="2783"/>
                    </a:lnTo>
                    <a:lnTo>
                      <a:pt x="3378" y="2826"/>
                    </a:lnTo>
                    <a:lnTo>
                      <a:pt x="3350" y="2868"/>
                    </a:lnTo>
                    <a:lnTo>
                      <a:pt x="3317" y="2906"/>
                    </a:lnTo>
                    <a:lnTo>
                      <a:pt x="3279" y="2939"/>
                    </a:lnTo>
                    <a:lnTo>
                      <a:pt x="3237" y="2965"/>
                    </a:lnTo>
                    <a:lnTo>
                      <a:pt x="3193" y="2985"/>
                    </a:lnTo>
                    <a:lnTo>
                      <a:pt x="3148" y="2998"/>
                    </a:lnTo>
                    <a:lnTo>
                      <a:pt x="3101" y="3004"/>
                    </a:lnTo>
                    <a:lnTo>
                      <a:pt x="3095" y="3051"/>
                    </a:lnTo>
                    <a:lnTo>
                      <a:pt x="3082" y="3095"/>
                    </a:lnTo>
                    <a:lnTo>
                      <a:pt x="3063" y="3139"/>
                    </a:lnTo>
                    <a:lnTo>
                      <a:pt x="3035" y="3181"/>
                    </a:lnTo>
                    <a:lnTo>
                      <a:pt x="3003" y="3219"/>
                    </a:lnTo>
                    <a:lnTo>
                      <a:pt x="2964" y="3252"/>
                    </a:lnTo>
                    <a:lnTo>
                      <a:pt x="2923" y="3278"/>
                    </a:lnTo>
                    <a:lnTo>
                      <a:pt x="2878" y="3298"/>
                    </a:lnTo>
                    <a:lnTo>
                      <a:pt x="2833" y="3310"/>
                    </a:lnTo>
                    <a:lnTo>
                      <a:pt x="2786" y="3317"/>
                    </a:lnTo>
                    <a:lnTo>
                      <a:pt x="2780" y="3362"/>
                    </a:lnTo>
                    <a:lnTo>
                      <a:pt x="2767" y="3408"/>
                    </a:lnTo>
                    <a:lnTo>
                      <a:pt x="2748" y="3452"/>
                    </a:lnTo>
                    <a:lnTo>
                      <a:pt x="2722" y="3492"/>
                    </a:lnTo>
                    <a:lnTo>
                      <a:pt x="2688" y="3531"/>
                    </a:lnTo>
                    <a:lnTo>
                      <a:pt x="2652" y="3562"/>
                    </a:lnTo>
                    <a:lnTo>
                      <a:pt x="2614" y="3588"/>
                    </a:lnTo>
                    <a:lnTo>
                      <a:pt x="2573" y="3607"/>
                    </a:lnTo>
                    <a:lnTo>
                      <a:pt x="2531" y="3620"/>
                    </a:lnTo>
                    <a:lnTo>
                      <a:pt x="2487" y="3629"/>
                    </a:lnTo>
                    <a:lnTo>
                      <a:pt x="2445" y="3630"/>
                    </a:lnTo>
                    <a:lnTo>
                      <a:pt x="2402" y="3626"/>
                    </a:lnTo>
                    <a:lnTo>
                      <a:pt x="2360" y="3615"/>
                    </a:lnTo>
                    <a:lnTo>
                      <a:pt x="2321" y="3600"/>
                    </a:lnTo>
                    <a:lnTo>
                      <a:pt x="2284" y="3578"/>
                    </a:lnTo>
                    <a:lnTo>
                      <a:pt x="2251" y="3549"/>
                    </a:lnTo>
                    <a:lnTo>
                      <a:pt x="1887" y="3188"/>
                    </a:lnTo>
                    <a:lnTo>
                      <a:pt x="1704" y="3372"/>
                    </a:lnTo>
                    <a:lnTo>
                      <a:pt x="1676" y="3394"/>
                    </a:lnTo>
                    <a:lnTo>
                      <a:pt x="1644" y="3411"/>
                    </a:lnTo>
                    <a:lnTo>
                      <a:pt x="1612" y="3421"/>
                    </a:lnTo>
                    <a:lnTo>
                      <a:pt x="1575" y="3424"/>
                    </a:lnTo>
                    <a:lnTo>
                      <a:pt x="1540" y="3423"/>
                    </a:lnTo>
                    <a:lnTo>
                      <a:pt x="1504" y="3414"/>
                    </a:lnTo>
                    <a:lnTo>
                      <a:pt x="1469" y="3401"/>
                    </a:lnTo>
                    <a:lnTo>
                      <a:pt x="1437" y="3381"/>
                    </a:lnTo>
                    <a:lnTo>
                      <a:pt x="1406" y="3355"/>
                    </a:lnTo>
                    <a:lnTo>
                      <a:pt x="1380" y="3324"/>
                    </a:lnTo>
                    <a:lnTo>
                      <a:pt x="1359" y="3291"/>
                    </a:lnTo>
                    <a:lnTo>
                      <a:pt x="1346" y="3256"/>
                    </a:lnTo>
                    <a:lnTo>
                      <a:pt x="1338" y="3221"/>
                    </a:lnTo>
                    <a:lnTo>
                      <a:pt x="1336" y="3185"/>
                    </a:lnTo>
                    <a:lnTo>
                      <a:pt x="1339" y="3151"/>
                    </a:lnTo>
                    <a:lnTo>
                      <a:pt x="1349" y="3117"/>
                    </a:lnTo>
                    <a:lnTo>
                      <a:pt x="1365" y="3087"/>
                    </a:lnTo>
                    <a:lnTo>
                      <a:pt x="1389" y="3059"/>
                    </a:lnTo>
                    <a:lnTo>
                      <a:pt x="1361" y="3082"/>
                    </a:lnTo>
                    <a:lnTo>
                      <a:pt x="1330" y="3098"/>
                    </a:lnTo>
                    <a:lnTo>
                      <a:pt x="1297" y="3109"/>
                    </a:lnTo>
                    <a:lnTo>
                      <a:pt x="1262" y="3113"/>
                    </a:lnTo>
                    <a:lnTo>
                      <a:pt x="1225" y="3110"/>
                    </a:lnTo>
                    <a:lnTo>
                      <a:pt x="1190" y="3101"/>
                    </a:lnTo>
                    <a:lnTo>
                      <a:pt x="1155" y="3088"/>
                    </a:lnTo>
                    <a:lnTo>
                      <a:pt x="1122" y="3068"/>
                    </a:lnTo>
                    <a:lnTo>
                      <a:pt x="1091" y="3042"/>
                    </a:lnTo>
                    <a:lnTo>
                      <a:pt x="1065" y="3011"/>
                    </a:lnTo>
                    <a:lnTo>
                      <a:pt x="1044" y="2978"/>
                    </a:lnTo>
                    <a:lnTo>
                      <a:pt x="1031" y="2945"/>
                    </a:lnTo>
                    <a:lnTo>
                      <a:pt x="1022" y="2909"/>
                    </a:lnTo>
                    <a:lnTo>
                      <a:pt x="1021" y="2874"/>
                    </a:lnTo>
                    <a:lnTo>
                      <a:pt x="1024" y="2839"/>
                    </a:lnTo>
                    <a:lnTo>
                      <a:pt x="1034" y="2806"/>
                    </a:lnTo>
                    <a:lnTo>
                      <a:pt x="1052" y="2774"/>
                    </a:lnTo>
                    <a:lnTo>
                      <a:pt x="1074" y="2746"/>
                    </a:lnTo>
                    <a:lnTo>
                      <a:pt x="1046" y="2770"/>
                    </a:lnTo>
                    <a:lnTo>
                      <a:pt x="1015" y="2785"/>
                    </a:lnTo>
                    <a:lnTo>
                      <a:pt x="982" y="2796"/>
                    </a:lnTo>
                    <a:lnTo>
                      <a:pt x="947" y="2800"/>
                    </a:lnTo>
                    <a:lnTo>
                      <a:pt x="910" y="2797"/>
                    </a:lnTo>
                    <a:lnTo>
                      <a:pt x="875" y="2790"/>
                    </a:lnTo>
                    <a:lnTo>
                      <a:pt x="840" y="2775"/>
                    </a:lnTo>
                    <a:lnTo>
                      <a:pt x="807" y="2755"/>
                    </a:lnTo>
                    <a:lnTo>
                      <a:pt x="776" y="2729"/>
                    </a:lnTo>
                    <a:lnTo>
                      <a:pt x="750" y="2699"/>
                    </a:lnTo>
                    <a:lnTo>
                      <a:pt x="731" y="2667"/>
                    </a:lnTo>
                    <a:lnTo>
                      <a:pt x="716" y="2632"/>
                    </a:lnTo>
                    <a:lnTo>
                      <a:pt x="707" y="2596"/>
                    </a:lnTo>
                    <a:lnTo>
                      <a:pt x="706" y="2561"/>
                    </a:lnTo>
                    <a:lnTo>
                      <a:pt x="710" y="2526"/>
                    </a:lnTo>
                    <a:lnTo>
                      <a:pt x="721" y="2493"/>
                    </a:lnTo>
                    <a:lnTo>
                      <a:pt x="737" y="2461"/>
                    </a:lnTo>
                    <a:lnTo>
                      <a:pt x="758" y="2434"/>
                    </a:lnTo>
                    <a:lnTo>
                      <a:pt x="731" y="2457"/>
                    </a:lnTo>
                    <a:lnTo>
                      <a:pt x="700" y="2473"/>
                    </a:lnTo>
                    <a:lnTo>
                      <a:pt x="667" y="2483"/>
                    </a:lnTo>
                    <a:lnTo>
                      <a:pt x="632" y="2487"/>
                    </a:lnTo>
                    <a:lnTo>
                      <a:pt x="597" y="2484"/>
                    </a:lnTo>
                    <a:lnTo>
                      <a:pt x="560" y="2477"/>
                    </a:lnTo>
                    <a:lnTo>
                      <a:pt x="525" y="2462"/>
                    </a:lnTo>
                    <a:lnTo>
                      <a:pt x="492" y="2442"/>
                    </a:lnTo>
                    <a:lnTo>
                      <a:pt x="462" y="2416"/>
                    </a:lnTo>
                    <a:lnTo>
                      <a:pt x="436" y="2387"/>
                    </a:lnTo>
                    <a:lnTo>
                      <a:pt x="416" y="2354"/>
                    </a:lnTo>
                    <a:lnTo>
                      <a:pt x="401" y="2319"/>
                    </a:lnTo>
                    <a:lnTo>
                      <a:pt x="394" y="2283"/>
                    </a:lnTo>
                    <a:lnTo>
                      <a:pt x="391" y="2248"/>
                    </a:lnTo>
                    <a:lnTo>
                      <a:pt x="395" y="2213"/>
                    </a:lnTo>
                    <a:lnTo>
                      <a:pt x="405" y="2180"/>
                    </a:lnTo>
                    <a:lnTo>
                      <a:pt x="422" y="2150"/>
                    </a:lnTo>
                    <a:lnTo>
                      <a:pt x="445" y="2122"/>
                    </a:lnTo>
                    <a:lnTo>
                      <a:pt x="618" y="1948"/>
                    </a:lnTo>
                    <a:lnTo>
                      <a:pt x="29" y="1362"/>
                    </a:lnTo>
                    <a:lnTo>
                      <a:pt x="13" y="1341"/>
                    </a:lnTo>
                    <a:lnTo>
                      <a:pt x="3" y="1317"/>
                    </a:lnTo>
                    <a:lnTo>
                      <a:pt x="0" y="1292"/>
                    </a:lnTo>
                    <a:lnTo>
                      <a:pt x="3" y="1267"/>
                    </a:lnTo>
                    <a:lnTo>
                      <a:pt x="13" y="1244"/>
                    </a:lnTo>
                    <a:lnTo>
                      <a:pt x="29" y="1223"/>
                    </a:lnTo>
                    <a:lnTo>
                      <a:pt x="50" y="1207"/>
                    </a:lnTo>
                    <a:lnTo>
                      <a:pt x="73" y="1196"/>
                    </a:lnTo>
                    <a:lnTo>
                      <a:pt x="99" y="1194"/>
                    </a:lnTo>
                    <a:lnTo>
                      <a:pt x="124" y="1196"/>
                    </a:lnTo>
                    <a:lnTo>
                      <a:pt x="147" y="1207"/>
                    </a:lnTo>
                    <a:lnTo>
                      <a:pt x="169" y="1223"/>
                    </a:lnTo>
                    <a:lnTo>
                      <a:pt x="760" y="1811"/>
                    </a:lnTo>
                    <a:lnTo>
                      <a:pt x="792" y="1790"/>
                    </a:lnTo>
                    <a:lnTo>
                      <a:pt x="826" y="1777"/>
                    </a:lnTo>
                    <a:lnTo>
                      <a:pt x="862" y="1772"/>
                    </a:lnTo>
                    <a:lnTo>
                      <a:pt x="900" y="1773"/>
                    </a:lnTo>
                    <a:lnTo>
                      <a:pt x="938" y="1780"/>
                    </a:lnTo>
                    <a:lnTo>
                      <a:pt x="974" y="1793"/>
                    </a:lnTo>
                    <a:lnTo>
                      <a:pt x="1009" y="1814"/>
                    </a:lnTo>
                    <a:lnTo>
                      <a:pt x="1041" y="1841"/>
                    </a:lnTo>
                    <a:lnTo>
                      <a:pt x="1068" y="1871"/>
                    </a:lnTo>
                    <a:lnTo>
                      <a:pt x="1088" y="1905"/>
                    </a:lnTo>
                    <a:lnTo>
                      <a:pt x="1103" y="1940"/>
                    </a:lnTo>
                    <a:lnTo>
                      <a:pt x="1110" y="1974"/>
                    </a:lnTo>
                    <a:lnTo>
                      <a:pt x="1113" y="2011"/>
                    </a:lnTo>
                    <a:lnTo>
                      <a:pt x="1109" y="2045"/>
                    </a:lnTo>
                    <a:lnTo>
                      <a:pt x="1098" y="2079"/>
                    </a:lnTo>
                    <a:lnTo>
                      <a:pt x="1082" y="2109"/>
                    </a:lnTo>
                    <a:lnTo>
                      <a:pt x="1059" y="2137"/>
                    </a:lnTo>
                    <a:lnTo>
                      <a:pt x="1087" y="2113"/>
                    </a:lnTo>
                    <a:lnTo>
                      <a:pt x="1117" y="2097"/>
                    </a:lnTo>
                    <a:lnTo>
                      <a:pt x="1151" y="2087"/>
                    </a:lnTo>
                    <a:lnTo>
                      <a:pt x="1186" y="2083"/>
                    </a:lnTo>
                    <a:lnTo>
                      <a:pt x="1222" y="2086"/>
                    </a:lnTo>
                    <a:lnTo>
                      <a:pt x="1257" y="2093"/>
                    </a:lnTo>
                    <a:lnTo>
                      <a:pt x="1292" y="2108"/>
                    </a:lnTo>
                    <a:lnTo>
                      <a:pt x="1326" y="2128"/>
                    </a:lnTo>
                    <a:lnTo>
                      <a:pt x="1357" y="2154"/>
                    </a:lnTo>
                    <a:lnTo>
                      <a:pt x="1383" y="2184"/>
                    </a:lnTo>
                    <a:lnTo>
                      <a:pt x="1403" y="2216"/>
                    </a:lnTo>
                    <a:lnTo>
                      <a:pt x="1416" y="2251"/>
                    </a:lnTo>
                    <a:lnTo>
                      <a:pt x="1425" y="2287"/>
                    </a:lnTo>
                    <a:lnTo>
                      <a:pt x="1427" y="2322"/>
                    </a:lnTo>
                    <a:lnTo>
                      <a:pt x="1424" y="2357"/>
                    </a:lnTo>
                    <a:lnTo>
                      <a:pt x="1413" y="2390"/>
                    </a:lnTo>
                    <a:lnTo>
                      <a:pt x="1397" y="2422"/>
                    </a:lnTo>
                    <a:lnTo>
                      <a:pt x="1374" y="2449"/>
                    </a:lnTo>
                    <a:lnTo>
                      <a:pt x="1402" y="2426"/>
                    </a:lnTo>
                    <a:lnTo>
                      <a:pt x="1432" y="2410"/>
                    </a:lnTo>
                    <a:lnTo>
                      <a:pt x="1466" y="2400"/>
                    </a:lnTo>
                    <a:lnTo>
                      <a:pt x="1501" y="2396"/>
                    </a:lnTo>
                    <a:lnTo>
                      <a:pt x="1537" y="2399"/>
                    </a:lnTo>
                    <a:lnTo>
                      <a:pt x="1572" y="2406"/>
                    </a:lnTo>
                    <a:lnTo>
                      <a:pt x="1607" y="2420"/>
                    </a:lnTo>
                    <a:lnTo>
                      <a:pt x="1641" y="2441"/>
                    </a:lnTo>
                    <a:lnTo>
                      <a:pt x="1672" y="2465"/>
                    </a:lnTo>
                    <a:lnTo>
                      <a:pt x="1698" y="2496"/>
                    </a:lnTo>
                    <a:lnTo>
                      <a:pt x="1717" y="2529"/>
                    </a:lnTo>
                    <a:lnTo>
                      <a:pt x="1731" y="2564"/>
                    </a:lnTo>
                    <a:lnTo>
                      <a:pt x="1740" y="2599"/>
                    </a:lnTo>
                    <a:lnTo>
                      <a:pt x="1742" y="2635"/>
                    </a:lnTo>
                    <a:lnTo>
                      <a:pt x="1737" y="2670"/>
                    </a:lnTo>
                    <a:lnTo>
                      <a:pt x="1727" y="2703"/>
                    </a:lnTo>
                    <a:lnTo>
                      <a:pt x="1711" y="2733"/>
                    </a:lnTo>
                    <a:lnTo>
                      <a:pt x="1689" y="2761"/>
                    </a:lnTo>
                    <a:lnTo>
                      <a:pt x="1717" y="2739"/>
                    </a:lnTo>
                    <a:lnTo>
                      <a:pt x="1747" y="2723"/>
                    </a:lnTo>
                    <a:lnTo>
                      <a:pt x="1781" y="2713"/>
                    </a:lnTo>
                    <a:lnTo>
                      <a:pt x="1816" y="2709"/>
                    </a:lnTo>
                    <a:lnTo>
                      <a:pt x="1851" y="2710"/>
                    </a:lnTo>
                    <a:lnTo>
                      <a:pt x="1887" y="2719"/>
                    </a:lnTo>
                    <a:lnTo>
                      <a:pt x="1922" y="2733"/>
                    </a:lnTo>
                    <a:lnTo>
                      <a:pt x="1955" y="2752"/>
                    </a:lnTo>
                    <a:lnTo>
                      <a:pt x="1985" y="2778"/>
                    </a:lnTo>
                    <a:lnTo>
                      <a:pt x="2011" y="2809"/>
                    </a:lnTo>
                    <a:lnTo>
                      <a:pt x="2032" y="2842"/>
                    </a:lnTo>
                    <a:lnTo>
                      <a:pt x="2046" y="2877"/>
                    </a:lnTo>
                    <a:lnTo>
                      <a:pt x="2054" y="2912"/>
                    </a:lnTo>
                    <a:lnTo>
                      <a:pt x="2057" y="2948"/>
                    </a:lnTo>
                    <a:lnTo>
                      <a:pt x="2052" y="2982"/>
                    </a:lnTo>
                    <a:lnTo>
                      <a:pt x="2042" y="3016"/>
                    </a:lnTo>
                    <a:lnTo>
                      <a:pt x="2025" y="3046"/>
                    </a:lnTo>
                    <a:lnTo>
                      <a:pt x="2391" y="3410"/>
                    </a:lnTo>
                    <a:lnTo>
                      <a:pt x="2410" y="3423"/>
                    </a:lnTo>
                    <a:lnTo>
                      <a:pt x="2430" y="3432"/>
                    </a:lnTo>
                    <a:lnTo>
                      <a:pt x="2453" y="3433"/>
                    </a:lnTo>
                    <a:lnTo>
                      <a:pt x="2478" y="3430"/>
                    </a:lnTo>
                    <a:lnTo>
                      <a:pt x="2503" y="3423"/>
                    </a:lnTo>
                    <a:lnTo>
                      <a:pt x="2526" y="3410"/>
                    </a:lnTo>
                    <a:lnTo>
                      <a:pt x="2548" y="3392"/>
                    </a:lnTo>
                    <a:lnTo>
                      <a:pt x="2566" y="3371"/>
                    </a:lnTo>
                    <a:lnTo>
                      <a:pt x="2579" y="3348"/>
                    </a:lnTo>
                    <a:lnTo>
                      <a:pt x="2588" y="3323"/>
                    </a:lnTo>
                    <a:lnTo>
                      <a:pt x="2589" y="3298"/>
                    </a:lnTo>
                    <a:lnTo>
                      <a:pt x="2588" y="3275"/>
                    </a:lnTo>
                    <a:lnTo>
                      <a:pt x="2579" y="3253"/>
                    </a:lnTo>
                    <a:lnTo>
                      <a:pt x="2566" y="3236"/>
                    </a:lnTo>
                    <a:lnTo>
                      <a:pt x="2265" y="2938"/>
                    </a:lnTo>
                    <a:lnTo>
                      <a:pt x="2249" y="2917"/>
                    </a:lnTo>
                    <a:lnTo>
                      <a:pt x="2240" y="2894"/>
                    </a:lnTo>
                    <a:lnTo>
                      <a:pt x="2236" y="2868"/>
                    </a:lnTo>
                    <a:lnTo>
                      <a:pt x="2240" y="2843"/>
                    </a:lnTo>
                    <a:lnTo>
                      <a:pt x="2249" y="2820"/>
                    </a:lnTo>
                    <a:lnTo>
                      <a:pt x="2265" y="2799"/>
                    </a:lnTo>
                    <a:lnTo>
                      <a:pt x="2287" y="2783"/>
                    </a:lnTo>
                    <a:lnTo>
                      <a:pt x="2310" y="2774"/>
                    </a:lnTo>
                    <a:lnTo>
                      <a:pt x="2335" y="2771"/>
                    </a:lnTo>
                    <a:lnTo>
                      <a:pt x="2360" y="2774"/>
                    </a:lnTo>
                    <a:lnTo>
                      <a:pt x="2385" y="2783"/>
                    </a:lnTo>
                    <a:lnTo>
                      <a:pt x="2405" y="2799"/>
                    </a:lnTo>
                    <a:lnTo>
                      <a:pt x="2706" y="3097"/>
                    </a:lnTo>
                    <a:lnTo>
                      <a:pt x="2723" y="3110"/>
                    </a:lnTo>
                    <a:lnTo>
                      <a:pt x="2745" y="3119"/>
                    </a:lnTo>
                    <a:lnTo>
                      <a:pt x="2768" y="3120"/>
                    </a:lnTo>
                    <a:lnTo>
                      <a:pt x="2793" y="3119"/>
                    </a:lnTo>
                    <a:lnTo>
                      <a:pt x="2818" y="3110"/>
                    </a:lnTo>
                    <a:lnTo>
                      <a:pt x="2841" y="3097"/>
                    </a:lnTo>
                    <a:lnTo>
                      <a:pt x="2863" y="3080"/>
                    </a:lnTo>
                    <a:lnTo>
                      <a:pt x="2881" y="3058"/>
                    </a:lnTo>
                    <a:lnTo>
                      <a:pt x="2894" y="3035"/>
                    </a:lnTo>
                    <a:lnTo>
                      <a:pt x="2901" y="3010"/>
                    </a:lnTo>
                    <a:lnTo>
                      <a:pt x="2904" y="2985"/>
                    </a:lnTo>
                    <a:lnTo>
                      <a:pt x="2901" y="2962"/>
                    </a:lnTo>
                    <a:lnTo>
                      <a:pt x="2894" y="2942"/>
                    </a:lnTo>
                    <a:lnTo>
                      <a:pt x="2881" y="2923"/>
                    </a:lnTo>
                    <a:lnTo>
                      <a:pt x="2580" y="2626"/>
                    </a:lnTo>
                    <a:lnTo>
                      <a:pt x="2564" y="2604"/>
                    </a:lnTo>
                    <a:lnTo>
                      <a:pt x="2554" y="2581"/>
                    </a:lnTo>
                    <a:lnTo>
                      <a:pt x="2551" y="2555"/>
                    </a:lnTo>
                    <a:lnTo>
                      <a:pt x="2554" y="2531"/>
                    </a:lnTo>
                    <a:lnTo>
                      <a:pt x="2564" y="2507"/>
                    </a:lnTo>
                    <a:lnTo>
                      <a:pt x="2580" y="2487"/>
                    </a:lnTo>
                    <a:lnTo>
                      <a:pt x="2602" y="2471"/>
                    </a:lnTo>
                    <a:lnTo>
                      <a:pt x="2626" y="2461"/>
                    </a:lnTo>
                    <a:lnTo>
                      <a:pt x="2650" y="2458"/>
                    </a:lnTo>
                    <a:lnTo>
                      <a:pt x="2675" y="2461"/>
                    </a:lnTo>
                    <a:lnTo>
                      <a:pt x="2698" y="2471"/>
                    </a:lnTo>
                    <a:lnTo>
                      <a:pt x="2720" y="2487"/>
                    </a:lnTo>
                    <a:lnTo>
                      <a:pt x="3021" y="2784"/>
                    </a:lnTo>
                    <a:lnTo>
                      <a:pt x="3038" y="2797"/>
                    </a:lnTo>
                    <a:lnTo>
                      <a:pt x="3060" y="2806"/>
                    </a:lnTo>
                    <a:lnTo>
                      <a:pt x="3084" y="2809"/>
                    </a:lnTo>
                    <a:lnTo>
                      <a:pt x="3108" y="2806"/>
                    </a:lnTo>
                    <a:lnTo>
                      <a:pt x="3132" y="2797"/>
                    </a:lnTo>
                    <a:lnTo>
                      <a:pt x="3156" y="2785"/>
                    </a:lnTo>
                    <a:lnTo>
                      <a:pt x="3178" y="2767"/>
                    </a:lnTo>
                    <a:lnTo>
                      <a:pt x="3196" y="2745"/>
                    </a:lnTo>
                    <a:lnTo>
                      <a:pt x="3209" y="2722"/>
                    </a:lnTo>
                    <a:lnTo>
                      <a:pt x="3216" y="2697"/>
                    </a:lnTo>
                    <a:lnTo>
                      <a:pt x="3219" y="2674"/>
                    </a:lnTo>
                    <a:lnTo>
                      <a:pt x="3216" y="2651"/>
                    </a:lnTo>
                    <a:lnTo>
                      <a:pt x="3209" y="2629"/>
                    </a:lnTo>
                    <a:lnTo>
                      <a:pt x="3194" y="2610"/>
                    </a:lnTo>
                    <a:lnTo>
                      <a:pt x="2895" y="2313"/>
                    </a:lnTo>
                    <a:lnTo>
                      <a:pt x="2879" y="2292"/>
                    </a:lnTo>
                    <a:lnTo>
                      <a:pt x="2869" y="2268"/>
                    </a:lnTo>
                    <a:lnTo>
                      <a:pt x="2866" y="2244"/>
                    </a:lnTo>
                    <a:lnTo>
                      <a:pt x="2869" y="2219"/>
                    </a:lnTo>
                    <a:lnTo>
                      <a:pt x="2879" y="2194"/>
                    </a:lnTo>
                    <a:lnTo>
                      <a:pt x="2895" y="2174"/>
                    </a:lnTo>
                    <a:lnTo>
                      <a:pt x="2916" y="2158"/>
                    </a:lnTo>
                    <a:lnTo>
                      <a:pt x="2939" y="2148"/>
                    </a:lnTo>
                    <a:lnTo>
                      <a:pt x="2965" y="2145"/>
                    </a:lnTo>
                    <a:lnTo>
                      <a:pt x="2990" y="2148"/>
                    </a:lnTo>
                    <a:lnTo>
                      <a:pt x="3014" y="2158"/>
                    </a:lnTo>
                    <a:lnTo>
                      <a:pt x="3034" y="2174"/>
                    </a:lnTo>
                    <a:lnTo>
                      <a:pt x="3334" y="2471"/>
                    </a:lnTo>
                    <a:lnTo>
                      <a:pt x="3353" y="2486"/>
                    </a:lnTo>
                    <a:lnTo>
                      <a:pt x="3374" y="2493"/>
                    </a:lnTo>
                    <a:lnTo>
                      <a:pt x="3399" y="2496"/>
                    </a:lnTo>
                    <a:lnTo>
                      <a:pt x="3422" y="2493"/>
                    </a:lnTo>
                    <a:lnTo>
                      <a:pt x="3447" y="2486"/>
                    </a:lnTo>
                    <a:lnTo>
                      <a:pt x="3470" y="2473"/>
                    </a:lnTo>
                    <a:lnTo>
                      <a:pt x="3492" y="2455"/>
                    </a:lnTo>
                    <a:lnTo>
                      <a:pt x="3511" y="2434"/>
                    </a:lnTo>
                    <a:lnTo>
                      <a:pt x="3523" y="2409"/>
                    </a:lnTo>
                    <a:lnTo>
                      <a:pt x="3531" y="2386"/>
                    </a:lnTo>
                    <a:lnTo>
                      <a:pt x="3534" y="2361"/>
                    </a:lnTo>
                    <a:lnTo>
                      <a:pt x="3531" y="2338"/>
                    </a:lnTo>
                    <a:lnTo>
                      <a:pt x="3523" y="2316"/>
                    </a:lnTo>
                    <a:lnTo>
                      <a:pt x="3509" y="2299"/>
                    </a:lnTo>
                    <a:lnTo>
                      <a:pt x="3507" y="2296"/>
                    </a:lnTo>
                    <a:lnTo>
                      <a:pt x="3499" y="2287"/>
                    </a:lnTo>
                    <a:lnTo>
                      <a:pt x="3486" y="2274"/>
                    </a:lnTo>
                    <a:lnTo>
                      <a:pt x="3469" y="2257"/>
                    </a:lnTo>
                    <a:lnTo>
                      <a:pt x="3447" y="2235"/>
                    </a:lnTo>
                    <a:lnTo>
                      <a:pt x="3420" y="2209"/>
                    </a:lnTo>
                    <a:lnTo>
                      <a:pt x="3391" y="2180"/>
                    </a:lnTo>
                    <a:lnTo>
                      <a:pt x="3358" y="2147"/>
                    </a:lnTo>
                    <a:lnTo>
                      <a:pt x="3321" y="2110"/>
                    </a:lnTo>
                    <a:lnTo>
                      <a:pt x="3282" y="2071"/>
                    </a:lnTo>
                    <a:lnTo>
                      <a:pt x="3240" y="2029"/>
                    </a:lnTo>
                    <a:lnTo>
                      <a:pt x="3196" y="1986"/>
                    </a:lnTo>
                    <a:lnTo>
                      <a:pt x="3149" y="1940"/>
                    </a:lnTo>
                    <a:lnTo>
                      <a:pt x="3101" y="1892"/>
                    </a:lnTo>
                    <a:lnTo>
                      <a:pt x="3051" y="1843"/>
                    </a:lnTo>
                    <a:lnTo>
                      <a:pt x="3002" y="1792"/>
                    </a:lnTo>
                    <a:lnTo>
                      <a:pt x="2949" y="1741"/>
                    </a:lnTo>
                    <a:lnTo>
                      <a:pt x="2898" y="1689"/>
                    </a:lnTo>
                    <a:lnTo>
                      <a:pt x="2846" y="1638"/>
                    </a:lnTo>
                    <a:lnTo>
                      <a:pt x="2795" y="1586"/>
                    </a:lnTo>
                    <a:lnTo>
                      <a:pt x="2742" y="1535"/>
                    </a:lnTo>
                    <a:lnTo>
                      <a:pt x="2691" y="1485"/>
                    </a:lnTo>
                    <a:lnTo>
                      <a:pt x="2642" y="1434"/>
                    </a:lnTo>
                    <a:lnTo>
                      <a:pt x="2592" y="1386"/>
                    </a:lnTo>
                    <a:lnTo>
                      <a:pt x="2545" y="1340"/>
                    </a:lnTo>
                    <a:lnTo>
                      <a:pt x="2500" y="1295"/>
                    </a:lnTo>
                    <a:lnTo>
                      <a:pt x="2456" y="1252"/>
                    </a:lnTo>
                    <a:lnTo>
                      <a:pt x="2415" y="1211"/>
                    </a:lnTo>
                    <a:lnTo>
                      <a:pt x="2378" y="1173"/>
                    </a:lnTo>
                    <a:lnTo>
                      <a:pt x="2343" y="1140"/>
                    </a:lnTo>
                    <a:lnTo>
                      <a:pt x="2310" y="1108"/>
                    </a:lnTo>
                    <a:lnTo>
                      <a:pt x="2283" y="1081"/>
                    </a:lnTo>
                    <a:lnTo>
                      <a:pt x="2258" y="1057"/>
                    </a:lnTo>
                    <a:lnTo>
                      <a:pt x="2238" y="1037"/>
                    </a:lnTo>
                    <a:lnTo>
                      <a:pt x="2230" y="1031"/>
                    </a:lnTo>
                    <a:lnTo>
                      <a:pt x="2221" y="1023"/>
                    </a:lnTo>
                    <a:lnTo>
                      <a:pt x="2211" y="1017"/>
                    </a:lnTo>
                    <a:lnTo>
                      <a:pt x="2198" y="1010"/>
                    </a:lnTo>
                    <a:lnTo>
                      <a:pt x="2184" y="1007"/>
                    </a:lnTo>
                    <a:lnTo>
                      <a:pt x="2166" y="1005"/>
                    </a:lnTo>
                    <a:lnTo>
                      <a:pt x="2146" y="1008"/>
                    </a:lnTo>
                    <a:lnTo>
                      <a:pt x="2124" y="1017"/>
                    </a:lnTo>
                    <a:lnTo>
                      <a:pt x="2099" y="1030"/>
                    </a:lnTo>
                    <a:lnTo>
                      <a:pt x="2073" y="1050"/>
                    </a:lnTo>
                    <a:lnTo>
                      <a:pt x="2042" y="1078"/>
                    </a:lnTo>
                    <a:lnTo>
                      <a:pt x="2009" y="1114"/>
                    </a:lnTo>
                    <a:lnTo>
                      <a:pt x="1978" y="1154"/>
                    </a:lnTo>
                    <a:lnTo>
                      <a:pt x="1953" y="1196"/>
                    </a:lnTo>
                    <a:lnTo>
                      <a:pt x="1816" y="1447"/>
                    </a:lnTo>
                    <a:lnTo>
                      <a:pt x="1800" y="1473"/>
                    </a:lnTo>
                    <a:lnTo>
                      <a:pt x="1780" y="1501"/>
                    </a:lnTo>
                    <a:lnTo>
                      <a:pt x="1753" y="1528"/>
                    </a:lnTo>
                    <a:lnTo>
                      <a:pt x="1708" y="1567"/>
                    </a:lnTo>
                    <a:lnTo>
                      <a:pt x="1660" y="1599"/>
                    </a:lnTo>
                    <a:lnTo>
                      <a:pt x="1609" y="1624"/>
                    </a:lnTo>
                    <a:lnTo>
                      <a:pt x="1558" y="1640"/>
                    </a:lnTo>
                    <a:lnTo>
                      <a:pt x="1504" y="1648"/>
                    </a:lnTo>
                    <a:lnTo>
                      <a:pt x="1450" y="1648"/>
                    </a:lnTo>
                    <a:lnTo>
                      <a:pt x="1396" y="1640"/>
                    </a:lnTo>
                    <a:lnTo>
                      <a:pt x="1349" y="1625"/>
                    </a:lnTo>
                    <a:lnTo>
                      <a:pt x="1305" y="1605"/>
                    </a:lnTo>
                    <a:lnTo>
                      <a:pt x="1263" y="1580"/>
                    </a:lnTo>
                    <a:lnTo>
                      <a:pt x="1227" y="1551"/>
                    </a:lnTo>
                    <a:lnTo>
                      <a:pt x="1192" y="1517"/>
                    </a:lnTo>
                    <a:lnTo>
                      <a:pt x="1163" y="1477"/>
                    </a:lnTo>
                    <a:lnTo>
                      <a:pt x="1138" y="1435"/>
                    </a:lnTo>
                    <a:lnTo>
                      <a:pt x="1122" y="1401"/>
                    </a:lnTo>
                    <a:lnTo>
                      <a:pt x="1111" y="1364"/>
                    </a:lnTo>
                    <a:lnTo>
                      <a:pt x="1104" y="1330"/>
                    </a:lnTo>
                    <a:lnTo>
                      <a:pt x="1104" y="1298"/>
                    </a:lnTo>
                    <a:lnTo>
                      <a:pt x="1107" y="1266"/>
                    </a:lnTo>
                    <a:lnTo>
                      <a:pt x="1117" y="1238"/>
                    </a:lnTo>
                    <a:lnTo>
                      <a:pt x="1521" y="291"/>
                    </a:lnTo>
                    <a:lnTo>
                      <a:pt x="1536" y="265"/>
                    </a:lnTo>
                    <a:lnTo>
                      <a:pt x="1553" y="238"/>
                    </a:lnTo>
                    <a:lnTo>
                      <a:pt x="1575" y="210"/>
                    </a:lnTo>
                    <a:lnTo>
                      <a:pt x="1602" y="181"/>
                    </a:lnTo>
                    <a:lnTo>
                      <a:pt x="1616" y="168"/>
                    </a:lnTo>
                    <a:lnTo>
                      <a:pt x="1634" y="152"/>
                    </a:lnTo>
                    <a:lnTo>
                      <a:pt x="1656" y="135"/>
                    </a:lnTo>
                    <a:lnTo>
                      <a:pt x="1682" y="116"/>
                    </a:lnTo>
                    <a:lnTo>
                      <a:pt x="1711" y="96"/>
                    </a:lnTo>
                    <a:lnTo>
                      <a:pt x="1745" y="77"/>
                    </a:lnTo>
                    <a:lnTo>
                      <a:pt x="1781" y="58"/>
                    </a:lnTo>
                    <a:lnTo>
                      <a:pt x="1822" y="41"/>
                    </a:lnTo>
                    <a:lnTo>
                      <a:pt x="1866" y="26"/>
                    </a:lnTo>
                    <a:lnTo>
                      <a:pt x="1914" y="14"/>
                    </a:lnTo>
                    <a:lnTo>
                      <a:pt x="1963" y="4"/>
                    </a:lnTo>
                    <a:lnTo>
                      <a:pt x="2019" y="0"/>
                    </a:lnTo>
                    <a:lnTo>
                      <a:pt x="207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  <p:sp>
            <p:nvSpPr>
              <p:cNvPr id="24" name="Freeform 22">
                <a:extLst>
                  <a:ext uri="{FF2B5EF4-FFF2-40B4-BE49-F238E27FC236}">
                    <a16:creationId xmlns:a16="http://schemas.microsoft.com/office/drawing/2014/main" id="{210780E5-CA20-446E-AF15-6E0F76422D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913" y="2486025"/>
                <a:ext cx="1169988" cy="1163637"/>
              </a:xfrm>
              <a:custGeom>
                <a:avLst/>
                <a:gdLst>
                  <a:gd name="T0" fmla="*/ 960 w 1474"/>
                  <a:gd name="T1" fmla="*/ 938 h 1464"/>
                  <a:gd name="T2" fmla="*/ 895 w 1474"/>
                  <a:gd name="T3" fmla="*/ 970 h 1464"/>
                  <a:gd name="T4" fmla="*/ 850 w 1474"/>
                  <a:gd name="T5" fmla="*/ 1025 h 1464"/>
                  <a:gd name="T6" fmla="*/ 834 w 1474"/>
                  <a:gd name="T7" fmla="*/ 1095 h 1464"/>
                  <a:gd name="T8" fmla="*/ 850 w 1474"/>
                  <a:gd name="T9" fmla="*/ 1167 h 1464"/>
                  <a:gd name="T10" fmla="*/ 895 w 1474"/>
                  <a:gd name="T11" fmla="*/ 1221 h 1464"/>
                  <a:gd name="T12" fmla="*/ 960 w 1474"/>
                  <a:gd name="T13" fmla="*/ 1253 h 1464"/>
                  <a:gd name="T14" fmla="*/ 1034 w 1474"/>
                  <a:gd name="T15" fmla="*/ 1253 h 1464"/>
                  <a:gd name="T16" fmla="*/ 1098 w 1474"/>
                  <a:gd name="T17" fmla="*/ 1221 h 1464"/>
                  <a:gd name="T18" fmla="*/ 1143 w 1474"/>
                  <a:gd name="T19" fmla="*/ 1166 h 1464"/>
                  <a:gd name="T20" fmla="*/ 1159 w 1474"/>
                  <a:gd name="T21" fmla="*/ 1095 h 1464"/>
                  <a:gd name="T22" fmla="*/ 1143 w 1474"/>
                  <a:gd name="T23" fmla="*/ 1025 h 1464"/>
                  <a:gd name="T24" fmla="*/ 1098 w 1474"/>
                  <a:gd name="T25" fmla="*/ 970 h 1464"/>
                  <a:gd name="T26" fmla="*/ 1034 w 1474"/>
                  <a:gd name="T27" fmla="*/ 938 h 1464"/>
                  <a:gd name="T28" fmla="*/ 493 w 1474"/>
                  <a:gd name="T29" fmla="*/ 0 h 1464"/>
                  <a:gd name="T30" fmla="*/ 558 w 1474"/>
                  <a:gd name="T31" fmla="*/ 17 h 1464"/>
                  <a:gd name="T32" fmla="*/ 617 w 1474"/>
                  <a:gd name="T33" fmla="*/ 56 h 1464"/>
                  <a:gd name="T34" fmla="*/ 1439 w 1474"/>
                  <a:gd name="T35" fmla="*/ 879 h 1464"/>
                  <a:gd name="T36" fmla="*/ 1469 w 1474"/>
                  <a:gd name="T37" fmla="*/ 941 h 1464"/>
                  <a:gd name="T38" fmla="*/ 1474 w 1474"/>
                  <a:gd name="T39" fmla="*/ 1008 h 1464"/>
                  <a:gd name="T40" fmla="*/ 1457 w 1474"/>
                  <a:gd name="T41" fmla="*/ 1073 h 1464"/>
                  <a:gd name="T42" fmla="*/ 1418 w 1474"/>
                  <a:gd name="T43" fmla="*/ 1130 h 1464"/>
                  <a:gd name="T44" fmla="*/ 1110 w 1474"/>
                  <a:gd name="T45" fmla="*/ 1431 h 1464"/>
                  <a:gd name="T46" fmla="*/ 1047 w 1474"/>
                  <a:gd name="T47" fmla="*/ 1459 h 1464"/>
                  <a:gd name="T48" fmla="*/ 980 w 1474"/>
                  <a:gd name="T49" fmla="*/ 1464 h 1464"/>
                  <a:gd name="T50" fmla="*/ 914 w 1474"/>
                  <a:gd name="T51" fmla="*/ 1447 h 1464"/>
                  <a:gd name="T52" fmla="*/ 857 w 1474"/>
                  <a:gd name="T53" fmla="*/ 1408 h 1464"/>
                  <a:gd name="T54" fmla="*/ 33 w 1474"/>
                  <a:gd name="T55" fmla="*/ 585 h 1464"/>
                  <a:gd name="T56" fmla="*/ 6 w 1474"/>
                  <a:gd name="T57" fmla="*/ 524 h 1464"/>
                  <a:gd name="T58" fmla="*/ 0 w 1474"/>
                  <a:gd name="T59" fmla="*/ 458 h 1464"/>
                  <a:gd name="T60" fmla="*/ 16 w 1474"/>
                  <a:gd name="T61" fmla="*/ 392 h 1464"/>
                  <a:gd name="T62" fmla="*/ 57 w 1474"/>
                  <a:gd name="T63" fmla="*/ 334 h 1464"/>
                  <a:gd name="T64" fmla="*/ 364 w 1474"/>
                  <a:gd name="T65" fmla="*/ 35 h 1464"/>
                  <a:gd name="T66" fmla="*/ 426 w 1474"/>
                  <a:gd name="T67" fmla="*/ 6 h 1464"/>
                  <a:gd name="T68" fmla="*/ 493 w 1474"/>
                  <a:gd name="T6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74" h="1464">
                    <a:moveTo>
                      <a:pt x="997" y="934"/>
                    </a:moveTo>
                    <a:lnTo>
                      <a:pt x="960" y="938"/>
                    </a:lnTo>
                    <a:lnTo>
                      <a:pt x="926" y="950"/>
                    </a:lnTo>
                    <a:lnTo>
                      <a:pt x="895" y="970"/>
                    </a:lnTo>
                    <a:lnTo>
                      <a:pt x="871" y="995"/>
                    </a:lnTo>
                    <a:lnTo>
                      <a:pt x="850" y="1025"/>
                    </a:lnTo>
                    <a:lnTo>
                      <a:pt x="838" y="1059"/>
                    </a:lnTo>
                    <a:lnTo>
                      <a:pt x="834" y="1095"/>
                    </a:lnTo>
                    <a:lnTo>
                      <a:pt x="838" y="1133"/>
                    </a:lnTo>
                    <a:lnTo>
                      <a:pt x="850" y="1167"/>
                    </a:lnTo>
                    <a:lnTo>
                      <a:pt x="871" y="1196"/>
                    </a:lnTo>
                    <a:lnTo>
                      <a:pt x="895" y="1221"/>
                    </a:lnTo>
                    <a:lnTo>
                      <a:pt x="926" y="1240"/>
                    </a:lnTo>
                    <a:lnTo>
                      <a:pt x="960" y="1253"/>
                    </a:lnTo>
                    <a:lnTo>
                      <a:pt x="997" y="1257"/>
                    </a:lnTo>
                    <a:lnTo>
                      <a:pt x="1034" y="1253"/>
                    </a:lnTo>
                    <a:lnTo>
                      <a:pt x="1069" y="1240"/>
                    </a:lnTo>
                    <a:lnTo>
                      <a:pt x="1098" y="1221"/>
                    </a:lnTo>
                    <a:lnTo>
                      <a:pt x="1123" y="1196"/>
                    </a:lnTo>
                    <a:lnTo>
                      <a:pt x="1143" y="1166"/>
                    </a:lnTo>
                    <a:lnTo>
                      <a:pt x="1155" y="1133"/>
                    </a:lnTo>
                    <a:lnTo>
                      <a:pt x="1159" y="1095"/>
                    </a:lnTo>
                    <a:lnTo>
                      <a:pt x="1155" y="1059"/>
                    </a:lnTo>
                    <a:lnTo>
                      <a:pt x="1143" y="1025"/>
                    </a:lnTo>
                    <a:lnTo>
                      <a:pt x="1123" y="995"/>
                    </a:lnTo>
                    <a:lnTo>
                      <a:pt x="1098" y="970"/>
                    </a:lnTo>
                    <a:lnTo>
                      <a:pt x="1069" y="950"/>
                    </a:lnTo>
                    <a:lnTo>
                      <a:pt x="1034" y="938"/>
                    </a:lnTo>
                    <a:lnTo>
                      <a:pt x="997" y="934"/>
                    </a:lnTo>
                    <a:close/>
                    <a:moveTo>
                      <a:pt x="493" y="0"/>
                    </a:moveTo>
                    <a:lnTo>
                      <a:pt x="526" y="6"/>
                    </a:lnTo>
                    <a:lnTo>
                      <a:pt x="558" y="17"/>
                    </a:lnTo>
                    <a:lnTo>
                      <a:pt x="589" y="35"/>
                    </a:lnTo>
                    <a:lnTo>
                      <a:pt x="617" y="56"/>
                    </a:lnTo>
                    <a:lnTo>
                      <a:pt x="1418" y="852"/>
                    </a:lnTo>
                    <a:lnTo>
                      <a:pt x="1439" y="879"/>
                    </a:lnTo>
                    <a:lnTo>
                      <a:pt x="1457" y="910"/>
                    </a:lnTo>
                    <a:lnTo>
                      <a:pt x="1469" y="941"/>
                    </a:lnTo>
                    <a:lnTo>
                      <a:pt x="1474" y="975"/>
                    </a:lnTo>
                    <a:lnTo>
                      <a:pt x="1474" y="1008"/>
                    </a:lnTo>
                    <a:lnTo>
                      <a:pt x="1469" y="1041"/>
                    </a:lnTo>
                    <a:lnTo>
                      <a:pt x="1457" y="1073"/>
                    </a:lnTo>
                    <a:lnTo>
                      <a:pt x="1439" y="1102"/>
                    </a:lnTo>
                    <a:lnTo>
                      <a:pt x="1418" y="1130"/>
                    </a:lnTo>
                    <a:lnTo>
                      <a:pt x="1137" y="1408"/>
                    </a:lnTo>
                    <a:lnTo>
                      <a:pt x="1110" y="1431"/>
                    </a:lnTo>
                    <a:lnTo>
                      <a:pt x="1079" y="1447"/>
                    </a:lnTo>
                    <a:lnTo>
                      <a:pt x="1047" y="1459"/>
                    </a:lnTo>
                    <a:lnTo>
                      <a:pt x="1013" y="1464"/>
                    </a:lnTo>
                    <a:lnTo>
                      <a:pt x="980" y="1464"/>
                    </a:lnTo>
                    <a:lnTo>
                      <a:pt x="948" y="1459"/>
                    </a:lnTo>
                    <a:lnTo>
                      <a:pt x="914" y="1447"/>
                    </a:lnTo>
                    <a:lnTo>
                      <a:pt x="885" y="1431"/>
                    </a:lnTo>
                    <a:lnTo>
                      <a:pt x="857" y="1408"/>
                    </a:lnTo>
                    <a:lnTo>
                      <a:pt x="57" y="613"/>
                    </a:lnTo>
                    <a:lnTo>
                      <a:pt x="33" y="585"/>
                    </a:lnTo>
                    <a:lnTo>
                      <a:pt x="16" y="556"/>
                    </a:lnTo>
                    <a:lnTo>
                      <a:pt x="6" y="524"/>
                    </a:lnTo>
                    <a:lnTo>
                      <a:pt x="0" y="491"/>
                    </a:lnTo>
                    <a:lnTo>
                      <a:pt x="0" y="458"/>
                    </a:lnTo>
                    <a:lnTo>
                      <a:pt x="6" y="424"/>
                    </a:lnTo>
                    <a:lnTo>
                      <a:pt x="16" y="392"/>
                    </a:lnTo>
                    <a:lnTo>
                      <a:pt x="33" y="362"/>
                    </a:lnTo>
                    <a:lnTo>
                      <a:pt x="57" y="334"/>
                    </a:lnTo>
                    <a:lnTo>
                      <a:pt x="337" y="56"/>
                    </a:lnTo>
                    <a:lnTo>
                      <a:pt x="364" y="35"/>
                    </a:lnTo>
                    <a:lnTo>
                      <a:pt x="394" y="17"/>
                    </a:lnTo>
                    <a:lnTo>
                      <a:pt x="426" y="6"/>
                    </a:lnTo>
                    <a:lnTo>
                      <a:pt x="459" y="0"/>
                    </a:lnTo>
                    <a:lnTo>
                      <a:pt x="49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Open Sans" panose="020B0606030504020204" pitchFamily="34" charset="0"/>
                </a:endParaRPr>
              </a:p>
            </p:txBody>
          </p:sp>
        </p:grp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BE31EB37-D841-4508-8F4A-FD0EAA7B29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3151" y="3644793"/>
              <a:ext cx="262135" cy="262002"/>
            </a:xfrm>
            <a:custGeom>
              <a:avLst/>
              <a:gdLst>
                <a:gd name="T0" fmla="*/ 1690 w 3944"/>
                <a:gd name="T1" fmla="*/ 1291 h 3943"/>
                <a:gd name="T2" fmla="*/ 1407 w 3944"/>
                <a:gd name="T3" fmla="*/ 1501 h 3943"/>
                <a:gd name="T4" fmla="*/ 1254 w 3944"/>
                <a:gd name="T5" fmla="*/ 1823 h 3943"/>
                <a:gd name="T6" fmla="*/ 1272 w 3944"/>
                <a:gd name="T7" fmla="*/ 2192 h 3943"/>
                <a:gd name="T8" fmla="*/ 1455 w 3944"/>
                <a:gd name="T9" fmla="*/ 2495 h 3943"/>
                <a:gd name="T10" fmla="*/ 1758 w 3944"/>
                <a:gd name="T11" fmla="*/ 2678 h 3943"/>
                <a:gd name="T12" fmla="*/ 2127 w 3944"/>
                <a:gd name="T13" fmla="*/ 2696 h 3943"/>
                <a:gd name="T14" fmla="*/ 2449 w 3944"/>
                <a:gd name="T15" fmla="*/ 2543 h 3943"/>
                <a:gd name="T16" fmla="*/ 2659 w 3944"/>
                <a:gd name="T17" fmla="*/ 2260 h 3943"/>
                <a:gd name="T18" fmla="*/ 2713 w 3944"/>
                <a:gd name="T19" fmla="*/ 1896 h 3943"/>
                <a:gd name="T20" fmla="*/ 2591 w 3944"/>
                <a:gd name="T21" fmla="*/ 1559 h 3943"/>
                <a:gd name="T22" fmla="*/ 2330 w 3944"/>
                <a:gd name="T23" fmla="*/ 1322 h 3943"/>
                <a:gd name="T24" fmla="*/ 1978 w 3944"/>
                <a:gd name="T25" fmla="*/ 1232 h 3943"/>
                <a:gd name="T26" fmla="*/ 2178 w 3944"/>
                <a:gd name="T27" fmla="*/ 24 h 3943"/>
                <a:gd name="T28" fmla="*/ 2261 w 3944"/>
                <a:gd name="T29" fmla="*/ 144 h 3943"/>
                <a:gd name="T30" fmla="*/ 2667 w 3944"/>
                <a:gd name="T31" fmla="*/ 666 h 3943"/>
                <a:gd name="T32" fmla="*/ 3210 w 3944"/>
                <a:gd name="T33" fmla="*/ 527 h 3943"/>
                <a:gd name="T34" fmla="*/ 3351 w 3944"/>
                <a:gd name="T35" fmla="*/ 559 h 3943"/>
                <a:gd name="T36" fmla="*/ 3570 w 3944"/>
                <a:gd name="T37" fmla="*/ 837 h 3943"/>
                <a:gd name="T38" fmla="*/ 3536 w 3944"/>
                <a:gd name="T39" fmla="*/ 979 h 3943"/>
                <a:gd name="T40" fmla="*/ 3409 w 3944"/>
                <a:gd name="T41" fmla="*/ 1620 h 3943"/>
                <a:gd name="T42" fmla="*/ 3903 w 3944"/>
                <a:gd name="T43" fmla="*/ 1743 h 3943"/>
                <a:gd name="T44" fmla="*/ 3944 w 3944"/>
                <a:gd name="T45" fmla="*/ 2089 h 3943"/>
                <a:gd name="T46" fmla="*/ 3882 w 3944"/>
                <a:gd name="T47" fmla="*/ 2222 h 3943"/>
                <a:gd name="T48" fmla="*/ 3385 w 3944"/>
                <a:gd name="T49" fmla="*/ 2412 h 3943"/>
                <a:gd name="T50" fmla="*/ 3473 w 3944"/>
                <a:gd name="T51" fmla="*/ 3067 h 3943"/>
                <a:gd name="T52" fmla="*/ 3500 w 3944"/>
                <a:gd name="T53" fmla="*/ 3212 h 3943"/>
                <a:gd name="T54" fmla="*/ 3265 w 3944"/>
                <a:gd name="T55" fmla="*/ 3475 h 3943"/>
                <a:gd name="T56" fmla="*/ 3123 w 3944"/>
                <a:gd name="T57" fmla="*/ 3500 h 3943"/>
                <a:gd name="T58" fmla="*/ 2580 w 3944"/>
                <a:gd name="T59" fmla="*/ 3319 h 3943"/>
                <a:gd name="T60" fmla="*/ 2254 w 3944"/>
                <a:gd name="T61" fmla="*/ 3829 h 3943"/>
                <a:gd name="T62" fmla="*/ 2151 w 3944"/>
                <a:gd name="T63" fmla="*/ 3932 h 3943"/>
                <a:gd name="T64" fmla="*/ 1796 w 3944"/>
                <a:gd name="T65" fmla="*/ 3932 h 3943"/>
                <a:gd name="T66" fmla="*/ 1695 w 3944"/>
                <a:gd name="T67" fmla="*/ 3829 h 3943"/>
                <a:gd name="T68" fmla="*/ 1370 w 3944"/>
                <a:gd name="T69" fmla="*/ 3321 h 3943"/>
                <a:gd name="T70" fmla="*/ 775 w 3944"/>
                <a:gd name="T71" fmla="*/ 3421 h 3943"/>
                <a:gd name="T72" fmla="*/ 629 w 3944"/>
                <a:gd name="T73" fmla="*/ 3413 h 3943"/>
                <a:gd name="T74" fmla="*/ 395 w 3944"/>
                <a:gd name="T75" fmla="*/ 3148 h 3943"/>
                <a:gd name="T76" fmla="*/ 404 w 3944"/>
                <a:gd name="T77" fmla="*/ 3003 h 3943"/>
                <a:gd name="T78" fmla="*/ 565 w 3944"/>
                <a:gd name="T79" fmla="*/ 2414 h 3943"/>
                <a:gd name="T80" fmla="*/ 62 w 3944"/>
                <a:gd name="T81" fmla="*/ 2222 h 3943"/>
                <a:gd name="T82" fmla="*/ 0 w 3944"/>
                <a:gd name="T83" fmla="*/ 2089 h 3943"/>
                <a:gd name="T84" fmla="*/ 42 w 3944"/>
                <a:gd name="T85" fmla="*/ 1743 h 3943"/>
                <a:gd name="T86" fmla="*/ 540 w 3944"/>
                <a:gd name="T87" fmla="*/ 1619 h 3943"/>
                <a:gd name="T88" fmla="*/ 711 w 3944"/>
                <a:gd name="T89" fmla="*/ 1207 h 3943"/>
                <a:gd name="T90" fmla="*/ 451 w 3944"/>
                <a:gd name="T91" fmla="*/ 775 h 3943"/>
                <a:gd name="T92" fmla="*/ 667 w 3944"/>
                <a:gd name="T93" fmla="*/ 501 h 3943"/>
                <a:gd name="T94" fmla="*/ 804 w 3944"/>
                <a:gd name="T95" fmla="*/ 451 h 3943"/>
                <a:gd name="T96" fmla="*/ 1284 w 3944"/>
                <a:gd name="T97" fmla="*/ 666 h 3943"/>
                <a:gd name="T98" fmla="*/ 1688 w 3944"/>
                <a:gd name="T99" fmla="*/ 144 h 3943"/>
                <a:gd name="T100" fmla="*/ 1770 w 3944"/>
                <a:gd name="T101" fmla="*/ 24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44" h="3943">
                  <a:moveTo>
                    <a:pt x="1978" y="1232"/>
                  </a:moveTo>
                  <a:lnTo>
                    <a:pt x="1903" y="1237"/>
                  </a:lnTo>
                  <a:lnTo>
                    <a:pt x="1829" y="1247"/>
                  </a:lnTo>
                  <a:lnTo>
                    <a:pt x="1758" y="1265"/>
                  </a:lnTo>
                  <a:lnTo>
                    <a:pt x="1690" y="1291"/>
                  </a:lnTo>
                  <a:lnTo>
                    <a:pt x="1625" y="1322"/>
                  </a:lnTo>
                  <a:lnTo>
                    <a:pt x="1564" y="1359"/>
                  </a:lnTo>
                  <a:lnTo>
                    <a:pt x="1508" y="1402"/>
                  </a:lnTo>
                  <a:lnTo>
                    <a:pt x="1455" y="1449"/>
                  </a:lnTo>
                  <a:lnTo>
                    <a:pt x="1407" y="1501"/>
                  </a:lnTo>
                  <a:lnTo>
                    <a:pt x="1366" y="1559"/>
                  </a:lnTo>
                  <a:lnTo>
                    <a:pt x="1328" y="1620"/>
                  </a:lnTo>
                  <a:lnTo>
                    <a:pt x="1297" y="1684"/>
                  </a:lnTo>
                  <a:lnTo>
                    <a:pt x="1272" y="1751"/>
                  </a:lnTo>
                  <a:lnTo>
                    <a:pt x="1254" y="1823"/>
                  </a:lnTo>
                  <a:lnTo>
                    <a:pt x="1242" y="1896"/>
                  </a:lnTo>
                  <a:lnTo>
                    <a:pt x="1239" y="1972"/>
                  </a:lnTo>
                  <a:lnTo>
                    <a:pt x="1242" y="2047"/>
                  </a:lnTo>
                  <a:lnTo>
                    <a:pt x="1254" y="2121"/>
                  </a:lnTo>
                  <a:lnTo>
                    <a:pt x="1272" y="2192"/>
                  </a:lnTo>
                  <a:lnTo>
                    <a:pt x="1297" y="2260"/>
                  </a:lnTo>
                  <a:lnTo>
                    <a:pt x="1328" y="2325"/>
                  </a:lnTo>
                  <a:lnTo>
                    <a:pt x="1366" y="2385"/>
                  </a:lnTo>
                  <a:lnTo>
                    <a:pt x="1407" y="2442"/>
                  </a:lnTo>
                  <a:lnTo>
                    <a:pt x="1455" y="2495"/>
                  </a:lnTo>
                  <a:lnTo>
                    <a:pt x="1508" y="2543"/>
                  </a:lnTo>
                  <a:lnTo>
                    <a:pt x="1564" y="2584"/>
                  </a:lnTo>
                  <a:lnTo>
                    <a:pt x="1625" y="2622"/>
                  </a:lnTo>
                  <a:lnTo>
                    <a:pt x="1690" y="2653"/>
                  </a:lnTo>
                  <a:lnTo>
                    <a:pt x="1758" y="2678"/>
                  </a:lnTo>
                  <a:lnTo>
                    <a:pt x="1829" y="2696"/>
                  </a:lnTo>
                  <a:lnTo>
                    <a:pt x="1903" y="2708"/>
                  </a:lnTo>
                  <a:lnTo>
                    <a:pt x="1978" y="2711"/>
                  </a:lnTo>
                  <a:lnTo>
                    <a:pt x="2054" y="2708"/>
                  </a:lnTo>
                  <a:lnTo>
                    <a:pt x="2127" y="2696"/>
                  </a:lnTo>
                  <a:lnTo>
                    <a:pt x="2197" y="2678"/>
                  </a:lnTo>
                  <a:lnTo>
                    <a:pt x="2266" y="2653"/>
                  </a:lnTo>
                  <a:lnTo>
                    <a:pt x="2330" y="2622"/>
                  </a:lnTo>
                  <a:lnTo>
                    <a:pt x="2391" y="2584"/>
                  </a:lnTo>
                  <a:lnTo>
                    <a:pt x="2449" y="2543"/>
                  </a:lnTo>
                  <a:lnTo>
                    <a:pt x="2500" y="2495"/>
                  </a:lnTo>
                  <a:lnTo>
                    <a:pt x="2548" y="2442"/>
                  </a:lnTo>
                  <a:lnTo>
                    <a:pt x="2591" y="2385"/>
                  </a:lnTo>
                  <a:lnTo>
                    <a:pt x="2628" y="2325"/>
                  </a:lnTo>
                  <a:lnTo>
                    <a:pt x="2659" y="2260"/>
                  </a:lnTo>
                  <a:lnTo>
                    <a:pt x="2685" y="2192"/>
                  </a:lnTo>
                  <a:lnTo>
                    <a:pt x="2703" y="2121"/>
                  </a:lnTo>
                  <a:lnTo>
                    <a:pt x="2713" y="2047"/>
                  </a:lnTo>
                  <a:lnTo>
                    <a:pt x="2717" y="1972"/>
                  </a:lnTo>
                  <a:lnTo>
                    <a:pt x="2713" y="1896"/>
                  </a:lnTo>
                  <a:lnTo>
                    <a:pt x="2703" y="1823"/>
                  </a:lnTo>
                  <a:lnTo>
                    <a:pt x="2685" y="1751"/>
                  </a:lnTo>
                  <a:lnTo>
                    <a:pt x="2659" y="1684"/>
                  </a:lnTo>
                  <a:lnTo>
                    <a:pt x="2628" y="1620"/>
                  </a:lnTo>
                  <a:lnTo>
                    <a:pt x="2591" y="1559"/>
                  </a:lnTo>
                  <a:lnTo>
                    <a:pt x="2548" y="1501"/>
                  </a:lnTo>
                  <a:lnTo>
                    <a:pt x="2500" y="1449"/>
                  </a:lnTo>
                  <a:lnTo>
                    <a:pt x="2449" y="1402"/>
                  </a:lnTo>
                  <a:lnTo>
                    <a:pt x="2391" y="1359"/>
                  </a:lnTo>
                  <a:lnTo>
                    <a:pt x="2330" y="1322"/>
                  </a:lnTo>
                  <a:lnTo>
                    <a:pt x="2266" y="1291"/>
                  </a:lnTo>
                  <a:lnTo>
                    <a:pt x="2197" y="1265"/>
                  </a:lnTo>
                  <a:lnTo>
                    <a:pt x="2127" y="1247"/>
                  </a:lnTo>
                  <a:lnTo>
                    <a:pt x="2054" y="1237"/>
                  </a:lnTo>
                  <a:lnTo>
                    <a:pt x="1978" y="1232"/>
                  </a:lnTo>
                  <a:close/>
                  <a:moveTo>
                    <a:pt x="1856" y="0"/>
                  </a:moveTo>
                  <a:lnTo>
                    <a:pt x="2091" y="0"/>
                  </a:lnTo>
                  <a:lnTo>
                    <a:pt x="2122" y="3"/>
                  </a:lnTo>
                  <a:lnTo>
                    <a:pt x="2151" y="11"/>
                  </a:lnTo>
                  <a:lnTo>
                    <a:pt x="2178" y="24"/>
                  </a:lnTo>
                  <a:lnTo>
                    <a:pt x="2202" y="41"/>
                  </a:lnTo>
                  <a:lnTo>
                    <a:pt x="2224" y="62"/>
                  </a:lnTo>
                  <a:lnTo>
                    <a:pt x="2241" y="86"/>
                  </a:lnTo>
                  <a:lnTo>
                    <a:pt x="2254" y="114"/>
                  </a:lnTo>
                  <a:lnTo>
                    <a:pt x="2261" y="144"/>
                  </a:lnTo>
                  <a:lnTo>
                    <a:pt x="2327" y="536"/>
                  </a:lnTo>
                  <a:lnTo>
                    <a:pt x="2415" y="562"/>
                  </a:lnTo>
                  <a:lnTo>
                    <a:pt x="2501" y="592"/>
                  </a:lnTo>
                  <a:lnTo>
                    <a:pt x="2585" y="626"/>
                  </a:lnTo>
                  <a:lnTo>
                    <a:pt x="2667" y="666"/>
                  </a:lnTo>
                  <a:lnTo>
                    <a:pt x="2744" y="710"/>
                  </a:lnTo>
                  <a:lnTo>
                    <a:pt x="2820" y="759"/>
                  </a:lnTo>
                  <a:lnTo>
                    <a:pt x="3154" y="550"/>
                  </a:lnTo>
                  <a:lnTo>
                    <a:pt x="3181" y="535"/>
                  </a:lnTo>
                  <a:lnTo>
                    <a:pt x="3210" y="527"/>
                  </a:lnTo>
                  <a:lnTo>
                    <a:pt x="3240" y="523"/>
                  </a:lnTo>
                  <a:lnTo>
                    <a:pt x="3270" y="524"/>
                  </a:lnTo>
                  <a:lnTo>
                    <a:pt x="3299" y="532"/>
                  </a:lnTo>
                  <a:lnTo>
                    <a:pt x="3326" y="544"/>
                  </a:lnTo>
                  <a:lnTo>
                    <a:pt x="3351" y="559"/>
                  </a:lnTo>
                  <a:lnTo>
                    <a:pt x="3374" y="581"/>
                  </a:lnTo>
                  <a:lnTo>
                    <a:pt x="3530" y="755"/>
                  </a:lnTo>
                  <a:lnTo>
                    <a:pt x="3549" y="781"/>
                  </a:lnTo>
                  <a:lnTo>
                    <a:pt x="3562" y="808"/>
                  </a:lnTo>
                  <a:lnTo>
                    <a:pt x="3570" y="837"/>
                  </a:lnTo>
                  <a:lnTo>
                    <a:pt x="3574" y="867"/>
                  </a:lnTo>
                  <a:lnTo>
                    <a:pt x="3572" y="897"/>
                  </a:lnTo>
                  <a:lnTo>
                    <a:pt x="3564" y="925"/>
                  </a:lnTo>
                  <a:lnTo>
                    <a:pt x="3552" y="953"/>
                  </a:lnTo>
                  <a:lnTo>
                    <a:pt x="3536" y="979"/>
                  </a:lnTo>
                  <a:lnTo>
                    <a:pt x="3285" y="1289"/>
                  </a:lnTo>
                  <a:lnTo>
                    <a:pt x="3323" y="1368"/>
                  </a:lnTo>
                  <a:lnTo>
                    <a:pt x="3356" y="1450"/>
                  </a:lnTo>
                  <a:lnTo>
                    <a:pt x="3385" y="1534"/>
                  </a:lnTo>
                  <a:lnTo>
                    <a:pt x="3409" y="1620"/>
                  </a:lnTo>
                  <a:lnTo>
                    <a:pt x="3799" y="1684"/>
                  </a:lnTo>
                  <a:lnTo>
                    <a:pt x="3829" y="1693"/>
                  </a:lnTo>
                  <a:lnTo>
                    <a:pt x="3858" y="1705"/>
                  </a:lnTo>
                  <a:lnTo>
                    <a:pt x="3882" y="1723"/>
                  </a:lnTo>
                  <a:lnTo>
                    <a:pt x="3903" y="1743"/>
                  </a:lnTo>
                  <a:lnTo>
                    <a:pt x="3920" y="1767"/>
                  </a:lnTo>
                  <a:lnTo>
                    <a:pt x="3933" y="1794"/>
                  </a:lnTo>
                  <a:lnTo>
                    <a:pt x="3941" y="1824"/>
                  </a:lnTo>
                  <a:lnTo>
                    <a:pt x="3944" y="1854"/>
                  </a:lnTo>
                  <a:lnTo>
                    <a:pt x="3944" y="2089"/>
                  </a:lnTo>
                  <a:lnTo>
                    <a:pt x="3941" y="2120"/>
                  </a:lnTo>
                  <a:lnTo>
                    <a:pt x="3933" y="2149"/>
                  </a:lnTo>
                  <a:lnTo>
                    <a:pt x="3920" y="2176"/>
                  </a:lnTo>
                  <a:lnTo>
                    <a:pt x="3903" y="2200"/>
                  </a:lnTo>
                  <a:lnTo>
                    <a:pt x="3882" y="2222"/>
                  </a:lnTo>
                  <a:lnTo>
                    <a:pt x="3858" y="2239"/>
                  </a:lnTo>
                  <a:lnTo>
                    <a:pt x="3830" y="2252"/>
                  </a:lnTo>
                  <a:lnTo>
                    <a:pt x="3799" y="2259"/>
                  </a:lnTo>
                  <a:lnTo>
                    <a:pt x="3409" y="2325"/>
                  </a:lnTo>
                  <a:lnTo>
                    <a:pt x="3385" y="2412"/>
                  </a:lnTo>
                  <a:lnTo>
                    <a:pt x="3355" y="2497"/>
                  </a:lnTo>
                  <a:lnTo>
                    <a:pt x="3320" y="2580"/>
                  </a:lnTo>
                  <a:lnTo>
                    <a:pt x="3282" y="2660"/>
                  </a:lnTo>
                  <a:lnTo>
                    <a:pt x="3238" y="2736"/>
                  </a:lnTo>
                  <a:lnTo>
                    <a:pt x="3473" y="3067"/>
                  </a:lnTo>
                  <a:lnTo>
                    <a:pt x="3489" y="3094"/>
                  </a:lnTo>
                  <a:lnTo>
                    <a:pt x="3500" y="3123"/>
                  </a:lnTo>
                  <a:lnTo>
                    <a:pt x="3505" y="3152"/>
                  </a:lnTo>
                  <a:lnTo>
                    <a:pt x="3505" y="3182"/>
                  </a:lnTo>
                  <a:lnTo>
                    <a:pt x="3500" y="3212"/>
                  </a:lnTo>
                  <a:lnTo>
                    <a:pt x="3490" y="3239"/>
                  </a:lnTo>
                  <a:lnTo>
                    <a:pt x="3475" y="3266"/>
                  </a:lnTo>
                  <a:lnTo>
                    <a:pt x="3455" y="3289"/>
                  </a:lnTo>
                  <a:lnTo>
                    <a:pt x="3289" y="3455"/>
                  </a:lnTo>
                  <a:lnTo>
                    <a:pt x="3265" y="3475"/>
                  </a:lnTo>
                  <a:lnTo>
                    <a:pt x="3239" y="3491"/>
                  </a:lnTo>
                  <a:lnTo>
                    <a:pt x="3211" y="3500"/>
                  </a:lnTo>
                  <a:lnTo>
                    <a:pt x="3181" y="3505"/>
                  </a:lnTo>
                  <a:lnTo>
                    <a:pt x="3153" y="3505"/>
                  </a:lnTo>
                  <a:lnTo>
                    <a:pt x="3123" y="3500"/>
                  </a:lnTo>
                  <a:lnTo>
                    <a:pt x="3094" y="3489"/>
                  </a:lnTo>
                  <a:lnTo>
                    <a:pt x="3068" y="3474"/>
                  </a:lnTo>
                  <a:lnTo>
                    <a:pt x="2736" y="3237"/>
                  </a:lnTo>
                  <a:lnTo>
                    <a:pt x="2659" y="3280"/>
                  </a:lnTo>
                  <a:lnTo>
                    <a:pt x="2580" y="3319"/>
                  </a:lnTo>
                  <a:lnTo>
                    <a:pt x="2498" y="3353"/>
                  </a:lnTo>
                  <a:lnTo>
                    <a:pt x="2413" y="3383"/>
                  </a:lnTo>
                  <a:lnTo>
                    <a:pt x="2327" y="3407"/>
                  </a:lnTo>
                  <a:lnTo>
                    <a:pt x="2261" y="3799"/>
                  </a:lnTo>
                  <a:lnTo>
                    <a:pt x="2254" y="3829"/>
                  </a:lnTo>
                  <a:lnTo>
                    <a:pt x="2241" y="3857"/>
                  </a:lnTo>
                  <a:lnTo>
                    <a:pt x="2224" y="3882"/>
                  </a:lnTo>
                  <a:lnTo>
                    <a:pt x="2202" y="3902"/>
                  </a:lnTo>
                  <a:lnTo>
                    <a:pt x="2178" y="3920"/>
                  </a:lnTo>
                  <a:lnTo>
                    <a:pt x="2151" y="3932"/>
                  </a:lnTo>
                  <a:lnTo>
                    <a:pt x="2122" y="3941"/>
                  </a:lnTo>
                  <a:lnTo>
                    <a:pt x="2091" y="3943"/>
                  </a:lnTo>
                  <a:lnTo>
                    <a:pt x="1856" y="3943"/>
                  </a:lnTo>
                  <a:lnTo>
                    <a:pt x="1826" y="3941"/>
                  </a:lnTo>
                  <a:lnTo>
                    <a:pt x="1796" y="3932"/>
                  </a:lnTo>
                  <a:lnTo>
                    <a:pt x="1770" y="3920"/>
                  </a:lnTo>
                  <a:lnTo>
                    <a:pt x="1745" y="3902"/>
                  </a:lnTo>
                  <a:lnTo>
                    <a:pt x="1725" y="3882"/>
                  </a:lnTo>
                  <a:lnTo>
                    <a:pt x="1708" y="3857"/>
                  </a:lnTo>
                  <a:lnTo>
                    <a:pt x="1695" y="3829"/>
                  </a:lnTo>
                  <a:lnTo>
                    <a:pt x="1688" y="3799"/>
                  </a:lnTo>
                  <a:lnTo>
                    <a:pt x="1622" y="3407"/>
                  </a:lnTo>
                  <a:lnTo>
                    <a:pt x="1536" y="3383"/>
                  </a:lnTo>
                  <a:lnTo>
                    <a:pt x="1452" y="3354"/>
                  </a:lnTo>
                  <a:lnTo>
                    <a:pt x="1370" y="3321"/>
                  </a:lnTo>
                  <a:lnTo>
                    <a:pt x="1291" y="3283"/>
                  </a:lnTo>
                  <a:lnTo>
                    <a:pt x="1215" y="3240"/>
                  </a:lnTo>
                  <a:lnTo>
                    <a:pt x="1142" y="3194"/>
                  </a:lnTo>
                  <a:lnTo>
                    <a:pt x="803" y="3407"/>
                  </a:lnTo>
                  <a:lnTo>
                    <a:pt x="775" y="3421"/>
                  </a:lnTo>
                  <a:lnTo>
                    <a:pt x="746" y="3430"/>
                  </a:lnTo>
                  <a:lnTo>
                    <a:pt x="717" y="3433"/>
                  </a:lnTo>
                  <a:lnTo>
                    <a:pt x="687" y="3432"/>
                  </a:lnTo>
                  <a:lnTo>
                    <a:pt x="658" y="3425"/>
                  </a:lnTo>
                  <a:lnTo>
                    <a:pt x="629" y="3413"/>
                  </a:lnTo>
                  <a:lnTo>
                    <a:pt x="604" y="3396"/>
                  </a:lnTo>
                  <a:lnTo>
                    <a:pt x="582" y="3374"/>
                  </a:lnTo>
                  <a:lnTo>
                    <a:pt x="426" y="3200"/>
                  </a:lnTo>
                  <a:lnTo>
                    <a:pt x="408" y="3175"/>
                  </a:lnTo>
                  <a:lnTo>
                    <a:pt x="395" y="3148"/>
                  </a:lnTo>
                  <a:lnTo>
                    <a:pt x="386" y="3120"/>
                  </a:lnTo>
                  <a:lnTo>
                    <a:pt x="383" y="3090"/>
                  </a:lnTo>
                  <a:lnTo>
                    <a:pt x="385" y="3060"/>
                  </a:lnTo>
                  <a:lnTo>
                    <a:pt x="391" y="3031"/>
                  </a:lnTo>
                  <a:lnTo>
                    <a:pt x="404" y="3003"/>
                  </a:lnTo>
                  <a:lnTo>
                    <a:pt x="421" y="2977"/>
                  </a:lnTo>
                  <a:lnTo>
                    <a:pt x="670" y="2668"/>
                  </a:lnTo>
                  <a:lnTo>
                    <a:pt x="629" y="2587"/>
                  </a:lnTo>
                  <a:lnTo>
                    <a:pt x="595" y="2502"/>
                  </a:lnTo>
                  <a:lnTo>
                    <a:pt x="565" y="2414"/>
                  </a:lnTo>
                  <a:lnTo>
                    <a:pt x="540" y="2325"/>
                  </a:lnTo>
                  <a:lnTo>
                    <a:pt x="145" y="2259"/>
                  </a:lnTo>
                  <a:lnTo>
                    <a:pt x="115" y="2252"/>
                  </a:lnTo>
                  <a:lnTo>
                    <a:pt x="87" y="2239"/>
                  </a:lnTo>
                  <a:lnTo>
                    <a:pt x="62" y="2222"/>
                  </a:lnTo>
                  <a:lnTo>
                    <a:pt x="42" y="2200"/>
                  </a:lnTo>
                  <a:lnTo>
                    <a:pt x="24" y="2176"/>
                  </a:lnTo>
                  <a:lnTo>
                    <a:pt x="11" y="2149"/>
                  </a:lnTo>
                  <a:lnTo>
                    <a:pt x="3" y="2120"/>
                  </a:lnTo>
                  <a:lnTo>
                    <a:pt x="0" y="2089"/>
                  </a:lnTo>
                  <a:lnTo>
                    <a:pt x="0" y="1854"/>
                  </a:lnTo>
                  <a:lnTo>
                    <a:pt x="3" y="1824"/>
                  </a:lnTo>
                  <a:lnTo>
                    <a:pt x="11" y="1794"/>
                  </a:lnTo>
                  <a:lnTo>
                    <a:pt x="24" y="1767"/>
                  </a:lnTo>
                  <a:lnTo>
                    <a:pt x="42" y="1743"/>
                  </a:lnTo>
                  <a:lnTo>
                    <a:pt x="62" y="1723"/>
                  </a:lnTo>
                  <a:lnTo>
                    <a:pt x="87" y="1705"/>
                  </a:lnTo>
                  <a:lnTo>
                    <a:pt x="115" y="1693"/>
                  </a:lnTo>
                  <a:lnTo>
                    <a:pt x="145" y="1684"/>
                  </a:lnTo>
                  <a:lnTo>
                    <a:pt x="540" y="1619"/>
                  </a:lnTo>
                  <a:lnTo>
                    <a:pt x="564" y="1531"/>
                  </a:lnTo>
                  <a:lnTo>
                    <a:pt x="593" y="1446"/>
                  </a:lnTo>
                  <a:lnTo>
                    <a:pt x="627" y="1364"/>
                  </a:lnTo>
                  <a:lnTo>
                    <a:pt x="667" y="1285"/>
                  </a:lnTo>
                  <a:lnTo>
                    <a:pt x="711" y="1207"/>
                  </a:lnTo>
                  <a:lnTo>
                    <a:pt x="483" y="888"/>
                  </a:lnTo>
                  <a:lnTo>
                    <a:pt x="468" y="862"/>
                  </a:lnTo>
                  <a:lnTo>
                    <a:pt x="457" y="833"/>
                  </a:lnTo>
                  <a:lnTo>
                    <a:pt x="451" y="805"/>
                  </a:lnTo>
                  <a:lnTo>
                    <a:pt x="451" y="775"/>
                  </a:lnTo>
                  <a:lnTo>
                    <a:pt x="456" y="745"/>
                  </a:lnTo>
                  <a:lnTo>
                    <a:pt x="467" y="717"/>
                  </a:lnTo>
                  <a:lnTo>
                    <a:pt x="481" y="691"/>
                  </a:lnTo>
                  <a:lnTo>
                    <a:pt x="501" y="667"/>
                  </a:lnTo>
                  <a:lnTo>
                    <a:pt x="667" y="501"/>
                  </a:lnTo>
                  <a:lnTo>
                    <a:pt x="690" y="481"/>
                  </a:lnTo>
                  <a:lnTo>
                    <a:pt x="717" y="466"/>
                  </a:lnTo>
                  <a:lnTo>
                    <a:pt x="746" y="456"/>
                  </a:lnTo>
                  <a:lnTo>
                    <a:pt x="774" y="451"/>
                  </a:lnTo>
                  <a:lnTo>
                    <a:pt x="804" y="451"/>
                  </a:lnTo>
                  <a:lnTo>
                    <a:pt x="834" y="456"/>
                  </a:lnTo>
                  <a:lnTo>
                    <a:pt x="862" y="467"/>
                  </a:lnTo>
                  <a:lnTo>
                    <a:pt x="889" y="483"/>
                  </a:lnTo>
                  <a:lnTo>
                    <a:pt x="1206" y="710"/>
                  </a:lnTo>
                  <a:lnTo>
                    <a:pt x="1284" y="666"/>
                  </a:lnTo>
                  <a:lnTo>
                    <a:pt x="1364" y="626"/>
                  </a:lnTo>
                  <a:lnTo>
                    <a:pt x="1448" y="592"/>
                  </a:lnTo>
                  <a:lnTo>
                    <a:pt x="1533" y="562"/>
                  </a:lnTo>
                  <a:lnTo>
                    <a:pt x="1622" y="538"/>
                  </a:lnTo>
                  <a:lnTo>
                    <a:pt x="1688" y="144"/>
                  </a:lnTo>
                  <a:lnTo>
                    <a:pt x="1695" y="114"/>
                  </a:lnTo>
                  <a:lnTo>
                    <a:pt x="1708" y="86"/>
                  </a:lnTo>
                  <a:lnTo>
                    <a:pt x="1725" y="62"/>
                  </a:lnTo>
                  <a:lnTo>
                    <a:pt x="1745" y="41"/>
                  </a:lnTo>
                  <a:lnTo>
                    <a:pt x="1770" y="24"/>
                  </a:lnTo>
                  <a:lnTo>
                    <a:pt x="1796" y="11"/>
                  </a:lnTo>
                  <a:lnTo>
                    <a:pt x="1826" y="3"/>
                  </a:lnTo>
                  <a:lnTo>
                    <a:pt x="185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5EE56A8-72A2-4809-B3AE-899287FC6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501" y="1624032"/>
              <a:ext cx="145283" cy="288328"/>
            </a:xfrm>
            <a:custGeom>
              <a:avLst/>
              <a:gdLst>
                <a:gd name="T0" fmla="*/ 1826 w 3212"/>
                <a:gd name="T1" fmla="*/ 4 h 6200"/>
                <a:gd name="T2" fmla="*/ 1981 w 3212"/>
                <a:gd name="T3" fmla="*/ 91 h 6200"/>
                <a:gd name="T4" fmla="*/ 2003 w 3212"/>
                <a:gd name="T5" fmla="*/ 387 h 6200"/>
                <a:gd name="T6" fmla="*/ 2024 w 3212"/>
                <a:gd name="T7" fmla="*/ 612 h 6200"/>
                <a:gd name="T8" fmla="*/ 2164 w 3212"/>
                <a:gd name="T9" fmla="*/ 687 h 6200"/>
                <a:gd name="T10" fmla="*/ 2737 w 3212"/>
                <a:gd name="T11" fmla="*/ 829 h 6200"/>
                <a:gd name="T12" fmla="*/ 2999 w 3212"/>
                <a:gd name="T13" fmla="*/ 997 h 6200"/>
                <a:gd name="T14" fmla="*/ 2899 w 3212"/>
                <a:gd name="T15" fmla="*/ 1457 h 6200"/>
                <a:gd name="T16" fmla="*/ 2773 w 3212"/>
                <a:gd name="T17" fmla="*/ 1759 h 6200"/>
                <a:gd name="T18" fmla="*/ 2597 w 3212"/>
                <a:gd name="T19" fmla="*/ 1733 h 6200"/>
                <a:gd name="T20" fmla="*/ 1922 w 3212"/>
                <a:gd name="T21" fmla="*/ 1548 h 6200"/>
                <a:gd name="T22" fmla="*/ 1447 w 3212"/>
                <a:gd name="T23" fmla="*/ 1572 h 6200"/>
                <a:gd name="T24" fmla="*/ 1198 w 3212"/>
                <a:gd name="T25" fmla="*/ 1744 h 6200"/>
                <a:gd name="T26" fmla="*/ 1141 w 3212"/>
                <a:gd name="T27" fmla="*/ 1997 h 6200"/>
                <a:gd name="T28" fmla="*/ 1294 w 3212"/>
                <a:gd name="T29" fmla="*/ 2241 h 6200"/>
                <a:gd name="T30" fmla="*/ 1711 w 3212"/>
                <a:gd name="T31" fmla="*/ 2473 h 6200"/>
                <a:gd name="T32" fmla="*/ 2469 w 3212"/>
                <a:gd name="T33" fmla="*/ 2816 h 6200"/>
                <a:gd name="T34" fmla="*/ 2907 w 3212"/>
                <a:gd name="T35" fmla="*/ 3184 h 6200"/>
                <a:gd name="T36" fmla="*/ 3158 w 3212"/>
                <a:gd name="T37" fmla="*/ 3660 h 6200"/>
                <a:gd name="T38" fmla="*/ 3205 w 3212"/>
                <a:gd name="T39" fmla="*/ 4184 h 6200"/>
                <a:gd name="T40" fmla="*/ 3037 w 3212"/>
                <a:gd name="T41" fmla="*/ 4698 h 6200"/>
                <a:gd name="T42" fmla="*/ 2660 w 3212"/>
                <a:gd name="T43" fmla="*/ 5124 h 6200"/>
                <a:gd name="T44" fmla="*/ 2150 w 3212"/>
                <a:gd name="T45" fmla="*/ 5370 h 6200"/>
                <a:gd name="T46" fmla="*/ 1988 w 3212"/>
                <a:gd name="T47" fmla="*/ 5485 h 6200"/>
                <a:gd name="T48" fmla="*/ 1967 w 3212"/>
                <a:gd name="T49" fmla="*/ 5879 h 6200"/>
                <a:gd name="T50" fmla="*/ 1909 w 3212"/>
                <a:gd name="T51" fmla="*/ 6160 h 6200"/>
                <a:gd name="T52" fmla="*/ 1358 w 3212"/>
                <a:gd name="T53" fmla="*/ 6200 h 6200"/>
                <a:gd name="T54" fmla="*/ 1198 w 3212"/>
                <a:gd name="T55" fmla="*/ 6117 h 6200"/>
                <a:gd name="T56" fmla="*/ 1168 w 3212"/>
                <a:gd name="T57" fmla="*/ 5709 h 6200"/>
                <a:gd name="T58" fmla="*/ 1138 w 3212"/>
                <a:gd name="T59" fmla="*/ 5511 h 6200"/>
                <a:gd name="T60" fmla="*/ 953 w 3212"/>
                <a:gd name="T61" fmla="*/ 5451 h 6200"/>
                <a:gd name="T62" fmla="*/ 308 w 3212"/>
                <a:gd name="T63" fmla="*/ 5285 h 6200"/>
                <a:gd name="T64" fmla="*/ 30 w 3212"/>
                <a:gd name="T65" fmla="*/ 5128 h 6200"/>
                <a:gd name="T66" fmla="*/ 13 w 3212"/>
                <a:gd name="T67" fmla="*/ 4945 h 6200"/>
                <a:gd name="T68" fmla="*/ 189 w 3212"/>
                <a:gd name="T69" fmla="*/ 4362 h 6200"/>
                <a:gd name="T70" fmla="*/ 298 w 3212"/>
                <a:gd name="T71" fmla="*/ 4292 h 6200"/>
                <a:gd name="T72" fmla="*/ 687 w 3212"/>
                <a:gd name="T73" fmla="*/ 4456 h 6200"/>
                <a:gd name="T74" fmla="*/ 1362 w 3212"/>
                <a:gd name="T75" fmla="*/ 4600 h 6200"/>
                <a:gd name="T76" fmla="*/ 1824 w 3212"/>
                <a:gd name="T77" fmla="*/ 4517 h 6200"/>
                <a:gd name="T78" fmla="*/ 2062 w 3212"/>
                <a:gd name="T79" fmla="*/ 4307 h 6200"/>
                <a:gd name="T80" fmla="*/ 2099 w 3212"/>
                <a:gd name="T81" fmla="*/ 4022 h 6200"/>
                <a:gd name="T82" fmla="*/ 1928 w 3212"/>
                <a:gd name="T83" fmla="*/ 3754 h 6200"/>
                <a:gd name="T84" fmla="*/ 1485 w 3212"/>
                <a:gd name="T85" fmla="*/ 3513 h 6200"/>
                <a:gd name="T86" fmla="*/ 858 w 3212"/>
                <a:gd name="T87" fmla="*/ 3243 h 6200"/>
                <a:gd name="T88" fmla="*/ 419 w 3212"/>
                <a:gd name="T89" fmla="*/ 2939 h 6200"/>
                <a:gd name="T90" fmla="*/ 143 w 3212"/>
                <a:gd name="T91" fmla="*/ 2569 h 6200"/>
                <a:gd name="T92" fmla="*/ 40 w 3212"/>
                <a:gd name="T93" fmla="*/ 2103 h 6200"/>
                <a:gd name="T94" fmla="*/ 136 w 3212"/>
                <a:gd name="T95" fmla="*/ 1552 h 6200"/>
                <a:gd name="T96" fmla="*/ 425 w 3212"/>
                <a:gd name="T97" fmla="*/ 1127 h 6200"/>
                <a:gd name="T98" fmla="*/ 881 w 3212"/>
                <a:gd name="T99" fmla="*/ 834 h 6200"/>
                <a:gd name="T100" fmla="*/ 1154 w 3212"/>
                <a:gd name="T101" fmla="*/ 723 h 6200"/>
                <a:gd name="T102" fmla="*/ 1220 w 3212"/>
                <a:gd name="T103" fmla="*/ 608 h 6200"/>
                <a:gd name="T104" fmla="*/ 1226 w 3212"/>
                <a:gd name="T105" fmla="*/ 221 h 6200"/>
                <a:gd name="T106" fmla="*/ 1281 w 3212"/>
                <a:gd name="T107" fmla="*/ 34 h 6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12" h="6200">
                  <a:moveTo>
                    <a:pt x="1445" y="0"/>
                  </a:moveTo>
                  <a:lnTo>
                    <a:pt x="1613" y="0"/>
                  </a:lnTo>
                  <a:lnTo>
                    <a:pt x="1696" y="0"/>
                  </a:lnTo>
                  <a:lnTo>
                    <a:pt x="1767" y="2"/>
                  </a:lnTo>
                  <a:lnTo>
                    <a:pt x="1826" y="4"/>
                  </a:lnTo>
                  <a:lnTo>
                    <a:pt x="1873" y="12"/>
                  </a:lnTo>
                  <a:lnTo>
                    <a:pt x="1913" y="23"/>
                  </a:lnTo>
                  <a:lnTo>
                    <a:pt x="1943" y="38"/>
                  </a:lnTo>
                  <a:lnTo>
                    <a:pt x="1966" y="61"/>
                  </a:lnTo>
                  <a:lnTo>
                    <a:pt x="1981" y="91"/>
                  </a:lnTo>
                  <a:lnTo>
                    <a:pt x="1992" y="129"/>
                  </a:lnTo>
                  <a:lnTo>
                    <a:pt x="1998" y="176"/>
                  </a:lnTo>
                  <a:lnTo>
                    <a:pt x="2001" y="234"/>
                  </a:lnTo>
                  <a:lnTo>
                    <a:pt x="2003" y="306"/>
                  </a:lnTo>
                  <a:lnTo>
                    <a:pt x="2003" y="387"/>
                  </a:lnTo>
                  <a:lnTo>
                    <a:pt x="2005" y="451"/>
                  </a:lnTo>
                  <a:lnTo>
                    <a:pt x="2005" y="504"/>
                  </a:lnTo>
                  <a:lnTo>
                    <a:pt x="2009" y="548"/>
                  </a:lnTo>
                  <a:lnTo>
                    <a:pt x="2015" y="583"/>
                  </a:lnTo>
                  <a:lnTo>
                    <a:pt x="2024" y="612"/>
                  </a:lnTo>
                  <a:lnTo>
                    <a:pt x="2039" y="634"/>
                  </a:lnTo>
                  <a:lnTo>
                    <a:pt x="2060" y="653"/>
                  </a:lnTo>
                  <a:lnTo>
                    <a:pt x="2086" y="667"/>
                  </a:lnTo>
                  <a:lnTo>
                    <a:pt x="2120" y="678"/>
                  </a:lnTo>
                  <a:lnTo>
                    <a:pt x="2164" y="687"/>
                  </a:lnTo>
                  <a:lnTo>
                    <a:pt x="2216" y="697"/>
                  </a:lnTo>
                  <a:lnTo>
                    <a:pt x="2279" y="706"/>
                  </a:lnTo>
                  <a:lnTo>
                    <a:pt x="2435" y="736"/>
                  </a:lnTo>
                  <a:lnTo>
                    <a:pt x="2588" y="778"/>
                  </a:lnTo>
                  <a:lnTo>
                    <a:pt x="2737" y="829"/>
                  </a:lnTo>
                  <a:lnTo>
                    <a:pt x="2884" y="887"/>
                  </a:lnTo>
                  <a:lnTo>
                    <a:pt x="2926" y="910"/>
                  </a:lnTo>
                  <a:lnTo>
                    <a:pt x="2958" y="935"/>
                  </a:lnTo>
                  <a:lnTo>
                    <a:pt x="2984" y="965"/>
                  </a:lnTo>
                  <a:lnTo>
                    <a:pt x="2999" y="997"/>
                  </a:lnTo>
                  <a:lnTo>
                    <a:pt x="3009" y="1035"/>
                  </a:lnTo>
                  <a:lnTo>
                    <a:pt x="3007" y="1076"/>
                  </a:lnTo>
                  <a:lnTo>
                    <a:pt x="2997" y="1121"/>
                  </a:lnTo>
                  <a:lnTo>
                    <a:pt x="2948" y="1289"/>
                  </a:lnTo>
                  <a:lnTo>
                    <a:pt x="2899" y="1457"/>
                  </a:lnTo>
                  <a:lnTo>
                    <a:pt x="2848" y="1625"/>
                  </a:lnTo>
                  <a:lnTo>
                    <a:pt x="2831" y="1672"/>
                  </a:lnTo>
                  <a:lnTo>
                    <a:pt x="2814" y="1710"/>
                  </a:lnTo>
                  <a:lnTo>
                    <a:pt x="2794" y="1740"/>
                  </a:lnTo>
                  <a:lnTo>
                    <a:pt x="2773" y="1759"/>
                  </a:lnTo>
                  <a:lnTo>
                    <a:pt x="2746" y="1771"/>
                  </a:lnTo>
                  <a:lnTo>
                    <a:pt x="2718" y="1772"/>
                  </a:lnTo>
                  <a:lnTo>
                    <a:pt x="2684" y="1767"/>
                  </a:lnTo>
                  <a:lnTo>
                    <a:pt x="2643" y="1754"/>
                  </a:lnTo>
                  <a:lnTo>
                    <a:pt x="2597" y="1733"/>
                  </a:lnTo>
                  <a:lnTo>
                    <a:pt x="2465" y="1676"/>
                  </a:lnTo>
                  <a:lnTo>
                    <a:pt x="2333" y="1629"/>
                  </a:lnTo>
                  <a:lnTo>
                    <a:pt x="2198" y="1591"/>
                  </a:lnTo>
                  <a:lnTo>
                    <a:pt x="2062" y="1565"/>
                  </a:lnTo>
                  <a:lnTo>
                    <a:pt x="1922" y="1548"/>
                  </a:lnTo>
                  <a:lnTo>
                    <a:pt x="1783" y="1540"/>
                  </a:lnTo>
                  <a:lnTo>
                    <a:pt x="1639" y="1544"/>
                  </a:lnTo>
                  <a:lnTo>
                    <a:pt x="1575" y="1548"/>
                  </a:lnTo>
                  <a:lnTo>
                    <a:pt x="1509" y="1557"/>
                  </a:lnTo>
                  <a:lnTo>
                    <a:pt x="1447" y="1572"/>
                  </a:lnTo>
                  <a:lnTo>
                    <a:pt x="1385" y="1595"/>
                  </a:lnTo>
                  <a:lnTo>
                    <a:pt x="1326" y="1625"/>
                  </a:lnTo>
                  <a:lnTo>
                    <a:pt x="1275" y="1661"/>
                  </a:lnTo>
                  <a:lnTo>
                    <a:pt x="1232" y="1701"/>
                  </a:lnTo>
                  <a:lnTo>
                    <a:pt x="1198" y="1744"/>
                  </a:lnTo>
                  <a:lnTo>
                    <a:pt x="1170" y="1791"/>
                  </a:lnTo>
                  <a:lnTo>
                    <a:pt x="1151" y="1840"/>
                  </a:lnTo>
                  <a:lnTo>
                    <a:pt x="1139" y="1891"/>
                  </a:lnTo>
                  <a:lnTo>
                    <a:pt x="1136" y="1944"/>
                  </a:lnTo>
                  <a:lnTo>
                    <a:pt x="1141" y="1997"/>
                  </a:lnTo>
                  <a:lnTo>
                    <a:pt x="1154" y="2048"/>
                  </a:lnTo>
                  <a:lnTo>
                    <a:pt x="1175" y="2099"/>
                  </a:lnTo>
                  <a:lnTo>
                    <a:pt x="1207" y="2150"/>
                  </a:lnTo>
                  <a:lnTo>
                    <a:pt x="1247" y="2197"/>
                  </a:lnTo>
                  <a:lnTo>
                    <a:pt x="1294" y="2241"/>
                  </a:lnTo>
                  <a:lnTo>
                    <a:pt x="1371" y="2297"/>
                  </a:lnTo>
                  <a:lnTo>
                    <a:pt x="1453" y="2348"/>
                  </a:lnTo>
                  <a:lnTo>
                    <a:pt x="1535" y="2393"/>
                  </a:lnTo>
                  <a:lnTo>
                    <a:pt x="1622" y="2435"/>
                  </a:lnTo>
                  <a:lnTo>
                    <a:pt x="1711" y="2473"/>
                  </a:lnTo>
                  <a:lnTo>
                    <a:pt x="1866" y="2537"/>
                  </a:lnTo>
                  <a:lnTo>
                    <a:pt x="2018" y="2601"/>
                  </a:lnTo>
                  <a:lnTo>
                    <a:pt x="2171" y="2669"/>
                  </a:lnTo>
                  <a:lnTo>
                    <a:pt x="2320" y="2739"/>
                  </a:lnTo>
                  <a:lnTo>
                    <a:pt x="2469" y="2816"/>
                  </a:lnTo>
                  <a:lnTo>
                    <a:pt x="2571" y="2878"/>
                  </a:lnTo>
                  <a:lnTo>
                    <a:pt x="2665" y="2946"/>
                  </a:lnTo>
                  <a:lnTo>
                    <a:pt x="2754" y="3020"/>
                  </a:lnTo>
                  <a:lnTo>
                    <a:pt x="2835" y="3099"/>
                  </a:lnTo>
                  <a:lnTo>
                    <a:pt x="2907" y="3184"/>
                  </a:lnTo>
                  <a:lnTo>
                    <a:pt x="2973" y="3273"/>
                  </a:lnTo>
                  <a:lnTo>
                    <a:pt x="3031" y="3363"/>
                  </a:lnTo>
                  <a:lnTo>
                    <a:pt x="3080" y="3460"/>
                  </a:lnTo>
                  <a:lnTo>
                    <a:pt x="3124" y="3558"/>
                  </a:lnTo>
                  <a:lnTo>
                    <a:pt x="3158" y="3660"/>
                  </a:lnTo>
                  <a:lnTo>
                    <a:pt x="3184" y="3762"/>
                  </a:lnTo>
                  <a:lnTo>
                    <a:pt x="3201" y="3867"/>
                  </a:lnTo>
                  <a:lnTo>
                    <a:pt x="3210" y="3973"/>
                  </a:lnTo>
                  <a:lnTo>
                    <a:pt x="3212" y="4079"/>
                  </a:lnTo>
                  <a:lnTo>
                    <a:pt x="3205" y="4184"/>
                  </a:lnTo>
                  <a:lnTo>
                    <a:pt x="3188" y="4290"/>
                  </a:lnTo>
                  <a:lnTo>
                    <a:pt x="3163" y="4394"/>
                  </a:lnTo>
                  <a:lnTo>
                    <a:pt x="3129" y="4498"/>
                  </a:lnTo>
                  <a:lnTo>
                    <a:pt x="3088" y="4600"/>
                  </a:lnTo>
                  <a:lnTo>
                    <a:pt x="3037" y="4698"/>
                  </a:lnTo>
                  <a:lnTo>
                    <a:pt x="2975" y="4794"/>
                  </a:lnTo>
                  <a:lnTo>
                    <a:pt x="2905" y="4886"/>
                  </a:lnTo>
                  <a:lnTo>
                    <a:pt x="2829" y="4973"/>
                  </a:lnTo>
                  <a:lnTo>
                    <a:pt x="2746" y="5053"/>
                  </a:lnTo>
                  <a:lnTo>
                    <a:pt x="2660" y="5124"/>
                  </a:lnTo>
                  <a:lnTo>
                    <a:pt x="2567" y="5188"/>
                  </a:lnTo>
                  <a:lnTo>
                    <a:pt x="2469" y="5245"/>
                  </a:lnTo>
                  <a:lnTo>
                    <a:pt x="2367" y="5294"/>
                  </a:lnTo>
                  <a:lnTo>
                    <a:pt x="2262" y="5336"/>
                  </a:lnTo>
                  <a:lnTo>
                    <a:pt x="2150" y="5370"/>
                  </a:lnTo>
                  <a:lnTo>
                    <a:pt x="2105" y="5385"/>
                  </a:lnTo>
                  <a:lnTo>
                    <a:pt x="2067" y="5404"/>
                  </a:lnTo>
                  <a:lnTo>
                    <a:pt x="2033" y="5426"/>
                  </a:lnTo>
                  <a:lnTo>
                    <a:pt x="2009" y="5453"/>
                  </a:lnTo>
                  <a:lnTo>
                    <a:pt x="1988" y="5485"/>
                  </a:lnTo>
                  <a:lnTo>
                    <a:pt x="1975" y="5521"/>
                  </a:lnTo>
                  <a:lnTo>
                    <a:pt x="1969" y="5564"/>
                  </a:lnTo>
                  <a:lnTo>
                    <a:pt x="1967" y="5611"/>
                  </a:lnTo>
                  <a:lnTo>
                    <a:pt x="1969" y="5745"/>
                  </a:lnTo>
                  <a:lnTo>
                    <a:pt x="1967" y="5879"/>
                  </a:lnTo>
                  <a:lnTo>
                    <a:pt x="1967" y="6011"/>
                  </a:lnTo>
                  <a:lnTo>
                    <a:pt x="1964" y="6060"/>
                  </a:lnTo>
                  <a:lnTo>
                    <a:pt x="1952" y="6100"/>
                  </a:lnTo>
                  <a:lnTo>
                    <a:pt x="1933" y="6134"/>
                  </a:lnTo>
                  <a:lnTo>
                    <a:pt x="1909" y="6160"/>
                  </a:lnTo>
                  <a:lnTo>
                    <a:pt x="1875" y="6181"/>
                  </a:lnTo>
                  <a:lnTo>
                    <a:pt x="1835" y="6192"/>
                  </a:lnTo>
                  <a:lnTo>
                    <a:pt x="1788" y="6198"/>
                  </a:lnTo>
                  <a:lnTo>
                    <a:pt x="1573" y="6200"/>
                  </a:lnTo>
                  <a:lnTo>
                    <a:pt x="1358" y="6200"/>
                  </a:lnTo>
                  <a:lnTo>
                    <a:pt x="1313" y="6194"/>
                  </a:lnTo>
                  <a:lnTo>
                    <a:pt x="1275" y="6185"/>
                  </a:lnTo>
                  <a:lnTo>
                    <a:pt x="1243" y="6168"/>
                  </a:lnTo>
                  <a:lnTo>
                    <a:pt x="1217" y="6145"/>
                  </a:lnTo>
                  <a:lnTo>
                    <a:pt x="1198" y="6117"/>
                  </a:lnTo>
                  <a:lnTo>
                    <a:pt x="1183" y="6085"/>
                  </a:lnTo>
                  <a:lnTo>
                    <a:pt x="1173" y="6045"/>
                  </a:lnTo>
                  <a:lnTo>
                    <a:pt x="1171" y="6002"/>
                  </a:lnTo>
                  <a:lnTo>
                    <a:pt x="1170" y="5855"/>
                  </a:lnTo>
                  <a:lnTo>
                    <a:pt x="1168" y="5709"/>
                  </a:lnTo>
                  <a:lnTo>
                    <a:pt x="1168" y="5651"/>
                  </a:lnTo>
                  <a:lnTo>
                    <a:pt x="1164" y="5602"/>
                  </a:lnTo>
                  <a:lnTo>
                    <a:pt x="1160" y="5564"/>
                  </a:lnTo>
                  <a:lnTo>
                    <a:pt x="1151" y="5534"/>
                  </a:lnTo>
                  <a:lnTo>
                    <a:pt x="1138" y="5511"/>
                  </a:lnTo>
                  <a:lnTo>
                    <a:pt x="1117" y="5494"/>
                  </a:lnTo>
                  <a:lnTo>
                    <a:pt x="1090" y="5481"/>
                  </a:lnTo>
                  <a:lnTo>
                    <a:pt x="1055" y="5470"/>
                  </a:lnTo>
                  <a:lnTo>
                    <a:pt x="1007" y="5460"/>
                  </a:lnTo>
                  <a:lnTo>
                    <a:pt x="953" y="5451"/>
                  </a:lnTo>
                  <a:lnTo>
                    <a:pt x="821" y="5428"/>
                  </a:lnTo>
                  <a:lnTo>
                    <a:pt x="689" y="5402"/>
                  </a:lnTo>
                  <a:lnTo>
                    <a:pt x="560" y="5370"/>
                  </a:lnTo>
                  <a:lnTo>
                    <a:pt x="432" y="5332"/>
                  </a:lnTo>
                  <a:lnTo>
                    <a:pt x="308" y="5285"/>
                  </a:lnTo>
                  <a:lnTo>
                    <a:pt x="183" y="5230"/>
                  </a:lnTo>
                  <a:lnTo>
                    <a:pt x="132" y="5204"/>
                  </a:lnTo>
                  <a:lnTo>
                    <a:pt x="89" y="5179"/>
                  </a:lnTo>
                  <a:lnTo>
                    <a:pt x="55" y="5154"/>
                  </a:lnTo>
                  <a:lnTo>
                    <a:pt x="30" y="5128"/>
                  </a:lnTo>
                  <a:lnTo>
                    <a:pt x="13" y="5100"/>
                  </a:lnTo>
                  <a:lnTo>
                    <a:pt x="4" y="5070"/>
                  </a:lnTo>
                  <a:lnTo>
                    <a:pt x="0" y="5034"/>
                  </a:lnTo>
                  <a:lnTo>
                    <a:pt x="4" y="4994"/>
                  </a:lnTo>
                  <a:lnTo>
                    <a:pt x="13" y="4945"/>
                  </a:lnTo>
                  <a:lnTo>
                    <a:pt x="28" y="4890"/>
                  </a:lnTo>
                  <a:lnTo>
                    <a:pt x="89" y="4668"/>
                  </a:lnTo>
                  <a:lnTo>
                    <a:pt x="155" y="4445"/>
                  </a:lnTo>
                  <a:lnTo>
                    <a:pt x="172" y="4400"/>
                  </a:lnTo>
                  <a:lnTo>
                    <a:pt x="189" y="4362"/>
                  </a:lnTo>
                  <a:lnTo>
                    <a:pt x="206" y="4332"/>
                  </a:lnTo>
                  <a:lnTo>
                    <a:pt x="225" y="4309"/>
                  </a:lnTo>
                  <a:lnTo>
                    <a:pt x="245" y="4296"/>
                  </a:lnTo>
                  <a:lnTo>
                    <a:pt x="270" y="4290"/>
                  </a:lnTo>
                  <a:lnTo>
                    <a:pt x="298" y="4292"/>
                  </a:lnTo>
                  <a:lnTo>
                    <a:pt x="330" y="4300"/>
                  </a:lnTo>
                  <a:lnTo>
                    <a:pt x="368" y="4315"/>
                  </a:lnTo>
                  <a:lnTo>
                    <a:pt x="413" y="4335"/>
                  </a:lnTo>
                  <a:lnTo>
                    <a:pt x="549" y="4400"/>
                  </a:lnTo>
                  <a:lnTo>
                    <a:pt x="687" y="4456"/>
                  </a:lnTo>
                  <a:lnTo>
                    <a:pt x="828" y="4501"/>
                  </a:lnTo>
                  <a:lnTo>
                    <a:pt x="972" y="4539"/>
                  </a:lnTo>
                  <a:lnTo>
                    <a:pt x="1117" y="4568"/>
                  </a:lnTo>
                  <a:lnTo>
                    <a:pt x="1266" y="4590"/>
                  </a:lnTo>
                  <a:lnTo>
                    <a:pt x="1362" y="4600"/>
                  </a:lnTo>
                  <a:lnTo>
                    <a:pt x="1456" y="4600"/>
                  </a:lnTo>
                  <a:lnTo>
                    <a:pt x="1551" y="4592"/>
                  </a:lnTo>
                  <a:lnTo>
                    <a:pt x="1643" y="4577"/>
                  </a:lnTo>
                  <a:lnTo>
                    <a:pt x="1735" y="4552"/>
                  </a:lnTo>
                  <a:lnTo>
                    <a:pt x="1824" y="4517"/>
                  </a:lnTo>
                  <a:lnTo>
                    <a:pt x="1888" y="4484"/>
                  </a:lnTo>
                  <a:lnTo>
                    <a:pt x="1943" y="4447"/>
                  </a:lnTo>
                  <a:lnTo>
                    <a:pt x="1990" y="4403"/>
                  </a:lnTo>
                  <a:lnTo>
                    <a:pt x="2030" y="4356"/>
                  </a:lnTo>
                  <a:lnTo>
                    <a:pt x="2062" y="4307"/>
                  </a:lnTo>
                  <a:lnTo>
                    <a:pt x="2086" y="4252"/>
                  </a:lnTo>
                  <a:lnTo>
                    <a:pt x="2101" y="4196"/>
                  </a:lnTo>
                  <a:lnTo>
                    <a:pt x="2109" y="4139"/>
                  </a:lnTo>
                  <a:lnTo>
                    <a:pt x="2109" y="4081"/>
                  </a:lnTo>
                  <a:lnTo>
                    <a:pt x="2099" y="4022"/>
                  </a:lnTo>
                  <a:lnTo>
                    <a:pt x="2082" y="3965"/>
                  </a:lnTo>
                  <a:lnTo>
                    <a:pt x="2058" y="3909"/>
                  </a:lnTo>
                  <a:lnTo>
                    <a:pt x="2022" y="3854"/>
                  </a:lnTo>
                  <a:lnTo>
                    <a:pt x="1981" y="3803"/>
                  </a:lnTo>
                  <a:lnTo>
                    <a:pt x="1928" y="3754"/>
                  </a:lnTo>
                  <a:lnTo>
                    <a:pt x="1854" y="3697"/>
                  </a:lnTo>
                  <a:lnTo>
                    <a:pt x="1777" y="3650"/>
                  </a:lnTo>
                  <a:lnTo>
                    <a:pt x="1696" y="3607"/>
                  </a:lnTo>
                  <a:lnTo>
                    <a:pt x="1611" y="3567"/>
                  </a:lnTo>
                  <a:lnTo>
                    <a:pt x="1485" y="3513"/>
                  </a:lnTo>
                  <a:lnTo>
                    <a:pt x="1358" y="3462"/>
                  </a:lnTo>
                  <a:lnTo>
                    <a:pt x="1232" y="3411"/>
                  </a:lnTo>
                  <a:lnTo>
                    <a:pt x="1105" y="3358"/>
                  </a:lnTo>
                  <a:lnTo>
                    <a:pt x="981" y="3303"/>
                  </a:lnTo>
                  <a:lnTo>
                    <a:pt x="858" y="3243"/>
                  </a:lnTo>
                  <a:lnTo>
                    <a:pt x="740" y="3175"/>
                  </a:lnTo>
                  <a:lnTo>
                    <a:pt x="653" y="3120"/>
                  </a:lnTo>
                  <a:lnTo>
                    <a:pt x="570" y="3063"/>
                  </a:lnTo>
                  <a:lnTo>
                    <a:pt x="492" y="3001"/>
                  </a:lnTo>
                  <a:lnTo>
                    <a:pt x="419" y="2939"/>
                  </a:lnTo>
                  <a:lnTo>
                    <a:pt x="353" y="2871"/>
                  </a:lnTo>
                  <a:lnTo>
                    <a:pt x="291" y="2801"/>
                  </a:lnTo>
                  <a:lnTo>
                    <a:pt x="236" y="2727"/>
                  </a:lnTo>
                  <a:lnTo>
                    <a:pt x="187" y="2650"/>
                  </a:lnTo>
                  <a:lnTo>
                    <a:pt x="143" y="2569"/>
                  </a:lnTo>
                  <a:lnTo>
                    <a:pt x="108" y="2484"/>
                  </a:lnTo>
                  <a:lnTo>
                    <a:pt x="79" y="2395"/>
                  </a:lnTo>
                  <a:lnTo>
                    <a:pt x="59" y="2301"/>
                  </a:lnTo>
                  <a:lnTo>
                    <a:pt x="45" y="2205"/>
                  </a:lnTo>
                  <a:lnTo>
                    <a:pt x="40" y="2103"/>
                  </a:lnTo>
                  <a:lnTo>
                    <a:pt x="42" y="1995"/>
                  </a:lnTo>
                  <a:lnTo>
                    <a:pt x="53" y="1876"/>
                  </a:lnTo>
                  <a:lnTo>
                    <a:pt x="74" y="1761"/>
                  </a:lnTo>
                  <a:lnTo>
                    <a:pt x="100" y="1654"/>
                  </a:lnTo>
                  <a:lnTo>
                    <a:pt x="136" y="1552"/>
                  </a:lnTo>
                  <a:lnTo>
                    <a:pt x="179" y="1455"/>
                  </a:lnTo>
                  <a:lnTo>
                    <a:pt x="230" y="1365"/>
                  </a:lnTo>
                  <a:lnTo>
                    <a:pt x="287" y="1280"/>
                  </a:lnTo>
                  <a:lnTo>
                    <a:pt x="351" y="1201"/>
                  </a:lnTo>
                  <a:lnTo>
                    <a:pt x="425" y="1127"/>
                  </a:lnTo>
                  <a:lnTo>
                    <a:pt x="502" y="1059"/>
                  </a:lnTo>
                  <a:lnTo>
                    <a:pt x="587" y="995"/>
                  </a:lnTo>
                  <a:lnTo>
                    <a:pt x="679" y="936"/>
                  </a:lnTo>
                  <a:lnTo>
                    <a:pt x="777" y="884"/>
                  </a:lnTo>
                  <a:lnTo>
                    <a:pt x="881" y="834"/>
                  </a:lnTo>
                  <a:lnTo>
                    <a:pt x="990" y="791"/>
                  </a:lnTo>
                  <a:lnTo>
                    <a:pt x="1043" y="772"/>
                  </a:lnTo>
                  <a:lnTo>
                    <a:pt x="1088" y="755"/>
                  </a:lnTo>
                  <a:lnTo>
                    <a:pt x="1124" y="740"/>
                  </a:lnTo>
                  <a:lnTo>
                    <a:pt x="1154" y="723"/>
                  </a:lnTo>
                  <a:lnTo>
                    <a:pt x="1177" y="708"/>
                  </a:lnTo>
                  <a:lnTo>
                    <a:pt x="1194" y="689"/>
                  </a:lnTo>
                  <a:lnTo>
                    <a:pt x="1207" y="667"/>
                  </a:lnTo>
                  <a:lnTo>
                    <a:pt x="1217" y="640"/>
                  </a:lnTo>
                  <a:lnTo>
                    <a:pt x="1220" y="608"/>
                  </a:lnTo>
                  <a:lnTo>
                    <a:pt x="1224" y="570"/>
                  </a:lnTo>
                  <a:lnTo>
                    <a:pt x="1226" y="523"/>
                  </a:lnTo>
                  <a:lnTo>
                    <a:pt x="1226" y="468"/>
                  </a:lnTo>
                  <a:lnTo>
                    <a:pt x="1226" y="344"/>
                  </a:lnTo>
                  <a:lnTo>
                    <a:pt x="1226" y="221"/>
                  </a:lnTo>
                  <a:lnTo>
                    <a:pt x="1230" y="165"/>
                  </a:lnTo>
                  <a:lnTo>
                    <a:pt x="1236" y="119"/>
                  </a:lnTo>
                  <a:lnTo>
                    <a:pt x="1245" y="83"/>
                  </a:lnTo>
                  <a:lnTo>
                    <a:pt x="1260" y="55"/>
                  </a:lnTo>
                  <a:lnTo>
                    <a:pt x="1281" y="34"/>
                  </a:lnTo>
                  <a:lnTo>
                    <a:pt x="1309" y="19"/>
                  </a:lnTo>
                  <a:lnTo>
                    <a:pt x="1345" y="8"/>
                  </a:lnTo>
                  <a:lnTo>
                    <a:pt x="1390" y="2"/>
                  </a:lnTo>
                  <a:lnTo>
                    <a:pt x="144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Open Sans" panose="020B0606030504020204" pitchFamily="34" charset="0"/>
              </a:endParaRPr>
            </a:p>
          </p:txBody>
        </p:sp>
        <p:sp>
          <p:nvSpPr>
            <p:cNvPr id="2" name="Freeform 17">
              <a:extLst>
                <a:ext uri="{FF2B5EF4-FFF2-40B4-BE49-F238E27FC236}">
                  <a16:creationId xmlns:a16="http://schemas.microsoft.com/office/drawing/2014/main" id="{B4F53D8C-889B-4203-A870-517DD37AC1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9767" y="3471372"/>
              <a:ext cx="619859" cy="544198"/>
            </a:xfrm>
            <a:custGeom>
              <a:avLst/>
              <a:gdLst>
                <a:gd name="T0" fmla="*/ 2312 w 2382"/>
                <a:gd name="T1" fmla="*/ 279 h 2092"/>
                <a:gd name="T2" fmla="*/ 2312 w 2382"/>
                <a:gd name="T3" fmla="*/ 279 h 2092"/>
                <a:gd name="T4" fmla="*/ 1679 w 2382"/>
                <a:gd name="T5" fmla="*/ 279 h 2092"/>
                <a:gd name="T6" fmla="*/ 1679 w 2382"/>
                <a:gd name="T7" fmla="*/ 209 h 2092"/>
                <a:gd name="T8" fmla="*/ 1470 w 2382"/>
                <a:gd name="T9" fmla="*/ 0 h 2092"/>
                <a:gd name="T10" fmla="*/ 912 w 2382"/>
                <a:gd name="T11" fmla="*/ 0 h 2092"/>
                <a:gd name="T12" fmla="*/ 703 w 2382"/>
                <a:gd name="T13" fmla="*/ 209 h 2092"/>
                <a:gd name="T14" fmla="*/ 703 w 2382"/>
                <a:gd name="T15" fmla="*/ 279 h 2092"/>
                <a:gd name="T16" fmla="*/ 70 w 2382"/>
                <a:gd name="T17" fmla="*/ 279 h 2092"/>
                <a:gd name="T18" fmla="*/ 0 w 2382"/>
                <a:gd name="T19" fmla="*/ 348 h 2092"/>
                <a:gd name="T20" fmla="*/ 0 w 2382"/>
                <a:gd name="T21" fmla="*/ 1883 h 2092"/>
                <a:gd name="T22" fmla="*/ 210 w 2382"/>
                <a:gd name="T23" fmla="*/ 2092 h 2092"/>
                <a:gd name="T24" fmla="*/ 2172 w 2382"/>
                <a:gd name="T25" fmla="*/ 2092 h 2092"/>
                <a:gd name="T26" fmla="*/ 2382 w 2382"/>
                <a:gd name="T27" fmla="*/ 1883 h 2092"/>
                <a:gd name="T28" fmla="*/ 2382 w 2382"/>
                <a:gd name="T29" fmla="*/ 350 h 2092"/>
                <a:gd name="T30" fmla="*/ 2382 w 2382"/>
                <a:gd name="T31" fmla="*/ 350 h 2092"/>
                <a:gd name="T32" fmla="*/ 2312 w 2382"/>
                <a:gd name="T33" fmla="*/ 279 h 2092"/>
                <a:gd name="T34" fmla="*/ 842 w 2382"/>
                <a:gd name="T35" fmla="*/ 209 h 2092"/>
                <a:gd name="T36" fmla="*/ 912 w 2382"/>
                <a:gd name="T37" fmla="*/ 139 h 2092"/>
                <a:gd name="T38" fmla="*/ 1470 w 2382"/>
                <a:gd name="T39" fmla="*/ 139 h 2092"/>
                <a:gd name="T40" fmla="*/ 1540 w 2382"/>
                <a:gd name="T41" fmla="*/ 209 h 2092"/>
                <a:gd name="T42" fmla="*/ 1540 w 2382"/>
                <a:gd name="T43" fmla="*/ 279 h 2092"/>
                <a:gd name="T44" fmla="*/ 842 w 2382"/>
                <a:gd name="T45" fmla="*/ 279 h 2092"/>
                <a:gd name="T46" fmla="*/ 842 w 2382"/>
                <a:gd name="T47" fmla="*/ 209 h 2092"/>
                <a:gd name="T48" fmla="*/ 2215 w 2382"/>
                <a:gd name="T49" fmla="*/ 418 h 2092"/>
                <a:gd name="T50" fmla="*/ 1998 w 2382"/>
                <a:gd name="T51" fmla="*/ 1068 h 2092"/>
                <a:gd name="T52" fmla="*/ 1932 w 2382"/>
                <a:gd name="T53" fmla="*/ 1116 h 2092"/>
                <a:gd name="T54" fmla="*/ 1540 w 2382"/>
                <a:gd name="T55" fmla="*/ 1116 h 2092"/>
                <a:gd name="T56" fmla="*/ 1540 w 2382"/>
                <a:gd name="T57" fmla="*/ 1046 h 2092"/>
                <a:gd name="T58" fmla="*/ 1470 w 2382"/>
                <a:gd name="T59" fmla="*/ 976 h 2092"/>
                <a:gd name="T60" fmla="*/ 912 w 2382"/>
                <a:gd name="T61" fmla="*/ 976 h 2092"/>
                <a:gd name="T62" fmla="*/ 842 w 2382"/>
                <a:gd name="T63" fmla="*/ 1046 h 2092"/>
                <a:gd name="T64" fmla="*/ 842 w 2382"/>
                <a:gd name="T65" fmla="*/ 1116 h 2092"/>
                <a:gd name="T66" fmla="*/ 450 w 2382"/>
                <a:gd name="T67" fmla="*/ 1116 h 2092"/>
                <a:gd name="T68" fmla="*/ 384 w 2382"/>
                <a:gd name="T69" fmla="*/ 1068 h 2092"/>
                <a:gd name="T70" fmla="*/ 167 w 2382"/>
                <a:gd name="T71" fmla="*/ 418 h 2092"/>
                <a:gd name="T72" fmla="*/ 2215 w 2382"/>
                <a:gd name="T73" fmla="*/ 418 h 2092"/>
                <a:gd name="T74" fmla="*/ 1400 w 2382"/>
                <a:gd name="T75" fmla="*/ 1116 h 2092"/>
                <a:gd name="T76" fmla="*/ 1400 w 2382"/>
                <a:gd name="T77" fmla="*/ 1255 h 2092"/>
                <a:gd name="T78" fmla="*/ 982 w 2382"/>
                <a:gd name="T79" fmla="*/ 1255 h 2092"/>
                <a:gd name="T80" fmla="*/ 982 w 2382"/>
                <a:gd name="T81" fmla="*/ 1116 h 2092"/>
                <a:gd name="T82" fmla="*/ 1400 w 2382"/>
                <a:gd name="T83" fmla="*/ 1116 h 2092"/>
                <a:gd name="T84" fmla="*/ 2242 w 2382"/>
                <a:gd name="T85" fmla="*/ 1883 h 2092"/>
                <a:gd name="T86" fmla="*/ 2172 w 2382"/>
                <a:gd name="T87" fmla="*/ 1953 h 2092"/>
                <a:gd name="T88" fmla="*/ 210 w 2382"/>
                <a:gd name="T89" fmla="*/ 1953 h 2092"/>
                <a:gd name="T90" fmla="*/ 140 w 2382"/>
                <a:gd name="T91" fmla="*/ 1883 h 2092"/>
                <a:gd name="T92" fmla="*/ 140 w 2382"/>
                <a:gd name="T93" fmla="*/ 778 h 2092"/>
                <a:gd name="T94" fmla="*/ 251 w 2382"/>
                <a:gd name="T95" fmla="*/ 1112 h 2092"/>
                <a:gd name="T96" fmla="*/ 450 w 2382"/>
                <a:gd name="T97" fmla="*/ 1255 h 2092"/>
                <a:gd name="T98" fmla="*/ 842 w 2382"/>
                <a:gd name="T99" fmla="*/ 1255 h 2092"/>
                <a:gd name="T100" fmla="*/ 842 w 2382"/>
                <a:gd name="T101" fmla="*/ 1325 h 2092"/>
                <a:gd name="T102" fmla="*/ 912 w 2382"/>
                <a:gd name="T103" fmla="*/ 1395 h 2092"/>
                <a:gd name="T104" fmla="*/ 1470 w 2382"/>
                <a:gd name="T105" fmla="*/ 1395 h 2092"/>
                <a:gd name="T106" fmla="*/ 1540 w 2382"/>
                <a:gd name="T107" fmla="*/ 1325 h 2092"/>
                <a:gd name="T108" fmla="*/ 1540 w 2382"/>
                <a:gd name="T109" fmla="*/ 1255 h 2092"/>
                <a:gd name="T110" fmla="*/ 1932 w 2382"/>
                <a:gd name="T111" fmla="*/ 1255 h 2092"/>
                <a:gd name="T112" fmla="*/ 2131 w 2382"/>
                <a:gd name="T113" fmla="*/ 1112 h 2092"/>
                <a:gd name="T114" fmla="*/ 2242 w 2382"/>
                <a:gd name="T115" fmla="*/ 778 h 2092"/>
                <a:gd name="T116" fmla="*/ 2242 w 2382"/>
                <a:gd name="T117" fmla="*/ 1883 h 2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82" h="2092">
                  <a:moveTo>
                    <a:pt x="2312" y="279"/>
                  </a:moveTo>
                  <a:cubicBezTo>
                    <a:pt x="2312" y="279"/>
                    <a:pt x="2312" y="279"/>
                    <a:pt x="2312" y="279"/>
                  </a:cubicBezTo>
                  <a:cubicBezTo>
                    <a:pt x="1679" y="279"/>
                    <a:pt x="1679" y="279"/>
                    <a:pt x="1679" y="279"/>
                  </a:cubicBezTo>
                  <a:cubicBezTo>
                    <a:pt x="1679" y="209"/>
                    <a:pt x="1679" y="209"/>
                    <a:pt x="1679" y="209"/>
                  </a:cubicBezTo>
                  <a:cubicBezTo>
                    <a:pt x="1679" y="93"/>
                    <a:pt x="1585" y="0"/>
                    <a:pt x="1470" y="0"/>
                  </a:cubicBezTo>
                  <a:cubicBezTo>
                    <a:pt x="912" y="0"/>
                    <a:pt x="912" y="0"/>
                    <a:pt x="912" y="0"/>
                  </a:cubicBezTo>
                  <a:cubicBezTo>
                    <a:pt x="797" y="0"/>
                    <a:pt x="703" y="93"/>
                    <a:pt x="703" y="209"/>
                  </a:cubicBezTo>
                  <a:cubicBezTo>
                    <a:pt x="703" y="279"/>
                    <a:pt x="703" y="279"/>
                    <a:pt x="703" y="279"/>
                  </a:cubicBezTo>
                  <a:cubicBezTo>
                    <a:pt x="70" y="279"/>
                    <a:pt x="70" y="279"/>
                    <a:pt x="70" y="279"/>
                  </a:cubicBezTo>
                  <a:cubicBezTo>
                    <a:pt x="31" y="279"/>
                    <a:pt x="0" y="310"/>
                    <a:pt x="0" y="348"/>
                  </a:cubicBezTo>
                  <a:cubicBezTo>
                    <a:pt x="0" y="1883"/>
                    <a:pt x="0" y="1883"/>
                    <a:pt x="0" y="1883"/>
                  </a:cubicBezTo>
                  <a:cubicBezTo>
                    <a:pt x="0" y="1999"/>
                    <a:pt x="94" y="2092"/>
                    <a:pt x="210" y="2092"/>
                  </a:cubicBezTo>
                  <a:cubicBezTo>
                    <a:pt x="2172" y="2092"/>
                    <a:pt x="2172" y="2092"/>
                    <a:pt x="2172" y="2092"/>
                  </a:cubicBezTo>
                  <a:cubicBezTo>
                    <a:pt x="2288" y="2092"/>
                    <a:pt x="2382" y="1999"/>
                    <a:pt x="2382" y="1883"/>
                  </a:cubicBezTo>
                  <a:cubicBezTo>
                    <a:pt x="2382" y="350"/>
                    <a:pt x="2382" y="350"/>
                    <a:pt x="2382" y="350"/>
                  </a:cubicBezTo>
                  <a:cubicBezTo>
                    <a:pt x="2382" y="350"/>
                    <a:pt x="2382" y="350"/>
                    <a:pt x="2382" y="350"/>
                  </a:cubicBezTo>
                  <a:cubicBezTo>
                    <a:pt x="2379" y="304"/>
                    <a:pt x="2351" y="279"/>
                    <a:pt x="2312" y="279"/>
                  </a:cubicBezTo>
                  <a:close/>
                  <a:moveTo>
                    <a:pt x="842" y="209"/>
                  </a:moveTo>
                  <a:cubicBezTo>
                    <a:pt x="842" y="170"/>
                    <a:pt x="874" y="139"/>
                    <a:pt x="912" y="139"/>
                  </a:cubicBezTo>
                  <a:cubicBezTo>
                    <a:pt x="1470" y="139"/>
                    <a:pt x="1470" y="139"/>
                    <a:pt x="1470" y="139"/>
                  </a:cubicBezTo>
                  <a:cubicBezTo>
                    <a:pt x="1508" y="139"/>
                    <a:pt x="1540" y="170"/>
                    <a:pt x="1540" y="209"/>
                  </a:cubicBezTo>
                  <a:cubicBezTo>
                    <a:pt x="1540" y="279"/>
                    <a:pt x="1540" y="279"/>
                    <a:pt x="1540" y="279"/>
                  </a:cubicBezTo>
                  <a:cubicBezTo>
                    <a:pt x="842" y="279"/>
                    <a:pt x="842" y="279"/>
                    <a:pt x="842" y="279"/>
                  </a:cubicBezTo>
                  <a:lnTo>
                    <a:pt x="842" y="209"/>
                  </a:lnTo>
                  <a:close/>
                  <a:moveTo>
                    <a:pt x="2215" y="418"/>
                  </a:moveTo>
                  <a:cubicBezTo>
                    <a:pt x="1998" y="1068"/>
                    <a:pt x="1998" y="1068"/>
                    <a:pt x="1998" y="1068"/>
                  </a:cubicBezTo>
                  <a:cubicBezTo>
                    <a:pt x="1989" y="1097"/>
                    <a:pt x="1962" y="1116"/>
                    <a:pt x="1932" y="1116"/>
                  </a:cubicBezTo>
                  <a:cubicBezTo>
                    <a:pt x="1540" y="1116"/>
                    <a:pt x="1540" y="1116"/>
                    <a:pt x="1540" y="1116"/>
                  </a:cubicBezTo>
                  <a:cubicBezTo>
                    <a:pt x="1540" y="1046"/>
                    <a:pt x="1540" y="1046"/>
                    <a:pt x="1540" y="1046"/>
                  </a:cubicBezTo>
                  <a:cubicBezTo>
                    <a:pt x="1540" y="1007"/>
                    <a:pt x="1509" y="976"/>
                    <a:pt x="1470" y="976"/>
                  </a:cubicBezTo>
                  <a:cubicBezTo>
                    <a:pt x="912" y="976"/>
                    <a:pt x="912" y="976"/>
                    <a:pt x="912" y="976"/>
                  </a:cubicBezTo>
                  <a:cubicBezTo>
                    <a:pt x="873" y="976"/>
                    <a:pt x="842" y="1007"/>
                    <a:pt x="842" y="1046"/>
                  </a:cubicBezTo>
                  <a:cubicBezTo>
                    <a:pt x="842" y="1116"/>
                    <a:pt x="842" y="1116"/>
                    <a:pt x="842" y="1116"/>
                  </a:cubicBezTo>
                  <a:cubicBezTo>
                    <a:pt x="450" y="1116"/>
                    <a:pt x="450" y="1116"/>
                    <a:pt x="450" y="1116"/>
                  </a:cubicBezTo>
                  <a:cubicBezTo>
                    <a:pt x="420" y="1116"/>
                    <a:pt x="393" y="1097"/>
                    <a:pt x="384" y="1068"/>
                  </a:cubicBezTo>
                  <a:cubicBezTo>
                    <a:pt x="167" y="418"/>
                    <a:pt x="167" y="418"/>
                    <a:pt x="167" y="418"/>
                  </a:cubicBezTo>
                  <a:lnTo>
                    <a:pt x="2215" y="418"/>
                  </a:lnTo>
                  <a:close/>
                  <a:moveTo>
                    <a:pt x="1400" y="1116"/>
                  </a:moveTo>
                  <a:cubicBezTo>
                    <a:pt x="1400" y="1255"/>
                    <a:pt x="1400" y="1255"/>
                    <a:pt x="1400" y="1255"/>
                  </a:cubicBezTo>
                  <a:cubicBezTo>
                    <a:pt x="982" y="1255"/>
                    <a:pt x="982" y="1255"/>
                    <a:pt x="982" y="1255"/>
                  </a:cubicBezTo>
                  <a:cubicBezTo>
                    <a:pt x="982" y="1116"/>
                    <a:pt x="982" y="1116"/>
                    <a:pt x="982" y="1116"/>
                  </a:cubicBezTo>
                  <a:lnTo>
                    <a:pt x="1400" y="1116"/>
                  </a:lnTo>
                  <a:close/>
                  <a:moveTo>
                    <a:pt x="2242" y="1883"/>
                  </a:moveTo>
                  <a:cubicBezTo>
                    <a:pt x="2242" y="1922"/>
                    <a:pt x="2211" y="1953"/>
                    <a:pt x="2172" y="1953"/>
                  </a:cubicBezTo>
                  <a:cubicBezTo>
                    <a:pt x="210" y="1953"/>
                    <a:pt x="210" y="1953"/>
                    <a:pt x="210" y="1953"/>
                  </a:cubicBezTo>
                  <a:cubicBezTo>
                    <a:pt x="171" y="1953"/>
                    <a:pt x="140" y="1922"/>
                    <a:pt x="140" y="1883"/>
                  </a:cubicBezTo>
                  <a:cubicBezTo>
                    <a:pt x="140" y="778"/>
                    <a:pt x="140" y="778"/>
                    <a:pt x="140" y="778"/>
                  </a:cubicBezTo>
                  <a:cubicBezTo>
                    <a:pt x="251" y="1112"/>
                    <a:pt x="251" y="1112"/>
                    <a:pt x="251" y="1112"/>
                  </a:cubicBezTo>
                  <a:cubicBezTo>
                    <a:pt x="280" y="1198"/>
                    <a:pt x="360" y="1255"/>
                    <a:pt x="450" y="1255"/>
                  </a:cubicBezTo>
                  <a:cubicBezTo>
                    <a:pt x="842" y="1255"/>
                    <a:pt x="842" y="1255"/>
                    <a:pt x="842" y="1255"/>
                  </a:cubicBezTo>
                  <a:cubicBezTo>
                    <a:pt x="842" y="1325"/>
                    <a:pt x="842" y="1325"/>
                    <a:pt x="842" y="1325"/>
                  </a:cubicBezTo>
                  <a:cubicBezTo>
                    <a:pt x="842" y="1364"/>
                    <a:pt x="873" y="1395"/>
                    <a:pt x="912" y="1395"/>
                  </a:cubicBezTo>
                  <a:cubicBezTo>
                    <a:pt x="1470" y="1395"/>
                    <a:pt x="1470" y="1395"/>
                    <a:pt x="1470" y="1395"/>
                  </a:cubicBezTo>
                  <a:cubicBezTo>
                    <a:pt x="1509" y="1395"/>
                    <a:pt x="1540" y="1364"/>
                    <a:pt x="1540" y="1325"/>
                  </a:cubicBezTo>
                  <a:cubicBezTo>
                    <a:pt x="1540" y="1255"/>
                    <a:pt x="1540" y="1255"/>
                    <a:pt x="1540" y="1255"/>
                  </a:cubicBezTo>
                  <a:cubicBezTo>
                    <a:pt x="1932" y="1255"/>
                    <a:pt x="1932" y="1255"/>
                    <a:pt x="1932" y="1255"/>
                  </a:cubicBezTo>
                  <a:cubicBezTo>
                    <a:pt x="2022" y="1255"/>
                    <a:pt x="2102" y="1198"/>
                    <a:pt x="2131" y="1112"/>
                  </a:cubicBezTo>
                  <a:cubicBezTo>
                    <a:pt x="2242" y="778"/>
                    <a:pt x="2242" y="778"/>
                    <a:pt x="2242" y="778"/>
                  </a:cubicBezTo>
                  <a:lnTo>
                    <a:pt x="2242" y="18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9DF2F96-A873-409E-BD76-143C1F15BF7B}"/>
                </a:ext>
              </a:extLst>
            </p:cNvPr>
            <p:cNvGrpSpPr/>
            <p:nvPr/>
          </p:nvGrpSpPr>
          <p:grpSpPr>
            <a:xfrm>
              <a:off x="8487936" y="1524154"/>
              <a:ext cx="3274748" cy="1098305"/>
              <a:chOff x="8556491" y="872349"/>
              <a:chExt cx="3274748" cy="109830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20F4FB7-754A-4F50-95AD-292D826C22FD}"/>
                  </a:ext>
                </a:extLst>
              </p:cNvPr>
              <p:cNvSpPr txBox="1"/>
              <p:nvPr/>
            </p:nvSpPr>
            <p:spPr>
              <a:xfrm>
                <a:off x="8569222" y="1259690"/>
                <a:ext cx="3262017" cy="710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2468D5-C735-4F75-8A99-B31C62270162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6693ECF-A636-42E4-9BD9-F59FBE543A46}"/>
                </a:ext>
              </a:extLst>
            </p:cNvPr>
            <p:cNvGrpSpPr/>
            <p:nvPr/>
          </p:nvGrpSpPr>
          <p:grpSpPr>
            <a:xfrm>
              <a:off x="8487936" y="4837198"/>
              <a:ext cx="3274750" cy="1098305"/>
              <a:chOff x="8556491" y="872349"/>
              <a:chExt cx="3274750" cy="10983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0F29505-1751-400C-B95D-C83DD901640E}"/>
                  </a:ext>
                </a:extLst>
              </p:cNvPr>
              <p:cNvSpPr txBox="1"/>
              <p:nvPr/>
            </p:nvSpPr>
            <p:spPr>
              <a:xfrm>
                <a:off x="8569224" y="1259690"/>
                <a:ext cx="3262017" cy="710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A4181AB-875A-4C60-822A-A8EF3D542B4A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0A0AC95-5B0E-4773-9288-9A13BF02480E}"/>
                </a:ext>
              </a:extLst>
            </p:cNvPr>
            <p:cNvGrpSpPr/>
            <p:nvPr/>
          </p:nvGrpSpPr>
          <p:grpSpPr>
            <a:xfrm>
              <a:off x="410079" y="3226635"/>
              <a:ext cx="3288688" cy="1098305"/>
              <a:chOff x="8233274" y="872349"/>
              <a:chExt cx="3288688" cy="1098305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AA75BBF-0313-498F-AAAB-98B5AF5A9D13}"/>
                  </a:ext>
                </a:extLst>
              </p:cNvPr>
              <p:cNvSpPr txBox="1"/>
              <p:nvPr/>
            </p:nvSpPr>
            <p:spPr>
              <a:xfrm>
                <a:off x="8233274" y="1259690"/>
                <a:ext cx="3262017" cy="710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US" sz="180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2FCBE36-C6C9-454E-86EA-00B3594F6143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36FFCC6-93AB-4ACF-885B-8FC4271D9A80}"/>
                </a:ext>
              </a:extLst>
            </p:cNvPr>
            <p:cNvGrpSpPr/>
            <p:nvPr/>
          </p:nvGrpSpPr>
          <p:grpSpPr>
            <a:xfrm>
              <a:off x="1725763" y="1291818"/>
              <a:ext cx="3288684" cy="1098305"/>
              <a:chOff x="8233278" y="872349"/>
              <a:chExt cx="3288684" cy="109830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46BB695-E10C-4126-AA8A-6D7D70FC7B2D}"/>
                  </a:ext>
                </a:extLst>
              </p:cNvPr>
              <p:cNvSpPr txBox="1"/>
              <p:nvPr/>
            </p:nvSpPr>
            <p:spPr>
              <a:xfrm>
                <a:off x="8233278" y="1259690"/>
                <a:ext cx="3262017" cy="710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US" sz="180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AC52969-8618-4FA0-B9E4-3F079973FB41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69A949C-6F49-4567-93CB-DA7222A7B31C}"/>
                </a:ext>
              </a:extLst>
            </p:cNvPr>
            <p:cNvGrpSpPr/>
            <p:nvPr/>
          </p:nvGrpSpPr>
          <p:grpSpPr>
            <a:xfrm>
              <a:off x="1725759" y="5148200"/>
              <a:ext cx="3288688" cy="1098305"/>
              <a:chOff x="8233274" y="872349"/>
              <a:chExt cx="3288688" cy="109830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67E0BEB-0B3F-47B9-BBEC-56E0578587C9}"/>
                  </a:ext>
                </a:extLst>
              </p:cNvPr>
              <p:cNvSpPr txBox="1"/>
              <p:nvPr/>
            </p:nvSpPr>
            <p:spPr>
              <a:xfrm>
                <a:off x="8233274" y="1259690"/>
                <a:ext cx="3262017" cy="710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US" sz="1800">
                    <a:solidFill>
                      <a:schemeClr val="bg1">
                        <a:lumMod val="50000"/>
                      </a:schemeClr>
                    </a:solidFill>
                    <a:latin typeface="Open Sans" panose="020B0606030504020204" pitchFamily="34" charset="0"/>
                  </a:rPr>
                  <a:t>You can replace this text.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EC5B06-58C4-44D2-95EE-E9CA239B38CD}"/>
                  </a:ext>
                </a:extLst>
              </p:cNvPr>
              <p:cNvSpPr txBox="1"/>
              <p:nvPr/>
            </p:nvSpPr>
            <p:spPr>
              <a:xfrm>
                <a:off x="8556491" y="872349"/>
                <a:ext cx="2965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s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</a:rPr>
                  <a:t>Placeholder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29910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9DED4D-684E-43B0-8087-ED1604FF55AA}"/>
              </a:ext>
            </a:extLst>
          </p:cNvPr>
          <p:cNvSpPr txBox="1"/>
          <p:nvPr/>
        </p:nvSpPr>
        <p:spPr>
          <a:xfrm>
            <a:off x="3119933" y="5872280"/>
            <a:ext cx="6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Open Sans" panose="020B0606030504020204" pitchFamily="34" charset="0"/>
              </a:rPr>
              <a:t>You can safely remove this slide.</a:t>
            </a:r>
          </a:p>
        </p:txBody>
      </p:sp>
      <p:pic>
        <p:nvPicPr>
          <p:cNvPr id="9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3DABC19C-326B-4F1E-A4E6-12EBE8874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41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dustry Template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12A6F8"/>
      </a:accent5>
      <a:accent6>
        <a:srgbClr val="A5A5A5"/>
      </a:accent6>
      <a:hlink>
        <a:srgbClr val="0000FF"/>
      </a:hlink>
      <a:folHlink>
        <a:srgbClr val="800080"/>
      </a:folHlink>
    </a:clrScheme>
    <a:fontScheme name="Helvetica">
      <a:majorFont>
        <a:latin typeface="Helvetic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ndustry Template 2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E35A35"/>
    </a:accent1>
    <a:accent2>
      <a:srgbClr val="ECB448"/>
    </a:accent2>
    <a:accent3>
      <a:srgbClr val="8BB74C"/>
    </a:accent3>
    <a:accent4>
      <a:srgbClr val="5FB7A2"/>
    </a:accent4>
    <a:accent5>
      <a:srgbClr val="12A6F8"/>
    </a:accent5>
    <a:accent6>
      <a:srgbClr val="A5A5A5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Industry Template 2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E35A35"/>
    </a:accent1>
    <a:accent2>
      <a:srgbClr val="ECB448"/>
    </a:accent2>
    <a:accent3>
      <a:srgbClr val="8BB74C"/>
    </a:accent3>
    <a:accent4>
      <a:srgbClr val="5FB7A2"/>
    </a:accent4>
    <a:accent5>
      <a:srgbClr val="12A6F8"/>
    </a:accent5>
    <a:accent6>
      <a:srgbClr val="A5A5A5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24289</TotalTime>
  <Words>4605</Words>
  <Application>Microsoft Office PowerPoint</Application>
  <PresentationFormat>Custom</PresentationFormat>
  <Paragraphs>923</Paragraphs>
  <Slides>95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4" baseType="lpstr">
      <vt:lpstr>Arial</vt:lpstr>
      <vt:lpstr>Arial Narrow</vt:lpstr>
      <vt:lpstr>Calibri</vt:lpstr>
      <vt:lpstr>Century Gothic</vt:lpstr>
      <vt:lpstr>Helvetica</vt:lpstr>
      <vt:lpstr>Open Sans</vt:lpstr>
      <vt:lpstr>Segoe UI</vt:lpstr>
      <vt:lpstr>Verdana</vt:lpstr>
      <vt:lpstr>Office Theme</vt:lpstr>
      <vt:lpstr>INFOGRAPHIC SLIDE</vt:lpstr>
      <vt:lpstr>INFOGRAPHIC SLIDE</vt:lpstr>
      <vt:lpstr>INFOGRAPHIC SLIDE</vt:lpstr>
      <vt:lpstr>INFOGRAPHIC SLIDE</vt:lpstr>
      <vt:lpstr>2-STEP BRAIN INFOGRAPHIC SLIDE</vt:lpstr>
      <vt:lpstr>3-STEP BRAIN INFOGRAPHIC SLIDE</vt:lpstr>
      <vt:lpstr>4-STEP BRAIN INFOGRAPHIC SLIDE</vt:lpstr>
      <vt:lpstr>5-STEP BRAIN INFOGRAPHIC SLIDE</vt:lpstr>
      <vt:lpstr>6-STEP BRAIN INFOGRAPHIC SLIDE</vt:lpstr>
      <vt:lpstr>7-STEP BRAIN INFOGRAPHIC SLIDE</vt:lpstr>
      <vt:lpstr>BRAIN PUZZLE INFOGRAPHIC</vt:lpstr>
      <vt:lpstr>4-STEP PUZZLE INFOGRAPHIC</vt:lpstr>
      <vt:lpstr>PUZZLE INFOGRAPHIC</vt:lpstr>
      <vt:lpstr>PUZZLE INFOGRAPHIC</vt:lpstr>
      <vt:lpstr>FUNNEL DIAGRAM</vt:lpstr>
      <vt:lpstr>HORIZONTAL FUNNEL DIAGRAM</vt:lpstr>
      <vt:lpstr>HORIZONTAL FUNNEL DIAGRAM</vt:lpstr>
      <vt:lpstr>HORIZONTAL FUNNEL DIAGRAM</vt:lpstr>
      <vt:lpstr>HORIZONTAL FUNNEL DIAGRAM</vt:lpstr>
      <vt:lpstr>2-STEP RIBBON FUNNEL DIAGRAM</vt:lpstr>
      <vt:lpstr>3-STEP RIBBON FUNNEL DIAGRAM</vt:lpstr>
      <vt:lpstr>4-STEP RIBBON FUNNEL DIAGRAM</vt:lpstr>
      <vt:lpstr>5-STEP RIBBON FUNNEL DIAGRAM</vt:lpstr>
      <vt:lpstr>4-STEP GAUGE INFOGRAPHIC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3-STEP PYRAMID INFOGRAPHIC</vt:lpstr>
      <vt:lpstr>4-STEP INFOGRAPHIC</vt:lpstr>
      <vt:lpstr>4-STEP INFOGRAPHIC</vt:lpstr>
      <vt:lpstr>INFOGRAPHICS BUNDLE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SIMPLE DIAGRAM</vt:lpstr>
      <vt:lpstr>3-STEP INFOGRAPHIC</vt:lpstr>
      <vt:lpstr>INFOGRAPHICS BUNDLE</vt:lpstr>
      <vt:lpstr>INFOGRAPHICS BUNDLE</vt:lpstr>
      <vt:lpstr>INFOGRAPHICS BUNDLE</vt:lpstr>
      <vt:lpstr>INFOGRAPHICS BUNDLE</vt:lpstr>
      <vt:lpstr>SIMPLE ORG CHART</vt:lpstr>
      <vt:lpstr>SIMPLE ORG CHART</vt:lpstr>
      <vt:lpstr>INFOGRAPHICS BUNDLE</vt:lpstr>
      <vt:lpstr>INFOGRAPHICS BUNDLE</vt:lpstr>
      <vt:lpstr>INFOGRAPHICS BUNDLE</vt:lpstr>
      <vt:lpstr>INFOGRAPHICS BUNDLE</vt:lpstr>
      <vt:lpstr>DEVICES INFOGRAPHIC</vt:lpstr>
      <vt:lpstr>INFOGRAPHICS BUNDLE</vt:lpstr>
      <vt:lpstr>CIRCULAR DIAGRAM</vt:lpstr>
      <vt:lpstr>CIRCULAR DIAGRAM</vt:lpstr>
      <vt:lpstr>CIRCULAR DIAGRAM</vt:lpstr>
      <vt:lpstr>CIRCULAR DIAGRAM</vt:lpstr>
      <vt:lpstr>CIRCULAR DIAGRAM</vt:lpstr>
      <vt:lpstr>PowerPoint Presentation</vt:lpstr>
      <vt:lpstr>INFOGRAPHIC SLIDE</vt:lpstr>
      <vt:lpstr>PowerPoint Presentation</vt:lpstr>
      <vt:lpstr>TIMELINE SLIDE</vt:lpstr>
      <vt:lpstr>TIMELINE SLIDE</vt:lpstr>
      <vt:lpstr>TIMELINE SLIDE</vt:lpstr>
      <vt:lpstr>TIMELINE SLIDE</vt:lpstr>
      <vt:lpstr>TIMELINE SLIDE</vt:lpstr>
      <vt:lpstr>TIMELINE SLIDE</vt:lpstr>
      <vt:lpstr>GRAPH DIAGRAM</vt:lpstr>
      <vt:lpstr>SIMPLE QUADRANTS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VENN DIAGRAM</vt:lpstr>
      <vt:lpstr>VENN DIAGRAM</vt:lpstr>
      <vt:lpstr>You can replace this text</vt:lpstr>
      <vt:lpstr>PowerPoint Presentation</vt:lpstr>
      <vt:lpstr>PowerPoint Presentation</vt:lpstr>
      <vt:lpstr>PowerPoint Presentation</vt:lpstr>
      <vt:lpstr>ICEBERG INFOGRAPHICS</vt:lpstr>
      <vt:lpstr>PowerPoint Presentation</vt:lpstr>
      <vt:lpstr>PowerPoint Presentation</vt:lpstr>
      <vt:lpstr>You can replace this text</vt:lpstr>
      <vt:lpstr>PowerPoint Presentation</vt:lpstr>
      <vt:lpstr>PowerPoint Presentation</vt:lpstr>
      <vt:lpstr>ARROW INFOGRAPHIC SLIDE</vt:lpstr>
      <vt:lpstr>4-STEP PROCESS INFOGRAPHIC</vt:lpstr>
      <vt:lpstr>3-STEP CIRCULAR INFOGRAPHIC</vt:lpstr>
      <vt:lpstr>4-STEP CIRCULAR INFOGRAPHIC</vt:lpstr>
      <vt:lpstr>5-STEP CIRCULAR INFOGRAPHIC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Neocort Neocort</cp:lastModifiedBy>
  <cp:revision>205</cp:revision>
  <dcterms:created xsi:type="dcterms:W3CDTF">2013-09-12T13:05:01Z</dcterms:created>
  <dcterms:modified xsi:type="dcterms:W3CDTF">2020-10-23T02:33:02Z</dcterms:modified>
</cp:coreProperties>
</file>