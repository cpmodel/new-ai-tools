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6" r:id="rId2"/>
    <p:sldId id="278" r:id="rId3"/>
    <p:sldId id="279" r:id="rId4"/>
    <p:sldId id="280" r:id="rId5"/>
    <p:sldId id="268" r:id="rId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B5"/>
    <a:srgbClr val="44546A"/>
    <a:srgbClr val="333F50"/>
    <a:srgbClr val="5B9BD5"/>
    <a:srgbClr val="005688"/>
    <a:srgbClr val="2E75B6"/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24"/>
  </p:normalViewPr>
  <p:slideViewPr>
    <p:cSldViewPr>
      <p:cViewPr varScale="1">
        <p:scale>
          <a:sx n="78" d="100"/>
          <a:sy n="78" d="100"/>
        </p:scale>
        <p:origin x="586" y="6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2/4/2020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15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98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146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53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safely remove this slide. This slide</a:t>
            </a:r>
            <a:r>
              <a:rPr lang="en-US" baseline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5607" y="4399020"/>
            <a:ext cx="10383715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C7D8E4E7-3091-4979-90F5-C89A0F5967AB}"/>
              </a:ext>
            </a:extLst>
          </p:cNvPr>
          <p:cNvSpPr/>
          <p:nvPr/>
        </p:nvSpPr>
        <p:spPr>
          <a:xfrm rot="10800000">
            <a:off x="6004117" y="4942881"/>
            <a:ext cx="324605" cy="279831"/>
          </a:xfrm>
          <a:prstGeom prst="triangle">
            <a:avLst/>
          </a:prstGeom>
          <a:solidFill>
            <a:srgbClr val="0072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6EE5C80-C843-4D54-A289-D045310E1BB0}"/>
              </a:ext>
            </a:extLst>
          </p:cNvPr>
          <p:cNvSpPr/>
          <p:nvPr/>
        </p:nvSpPr>
        <p:spPr>
          <a:xfrm rot="10800000">
            <a:off x="9717753" y="4946701"/>
            <a:ext cx="324605" cy="279831"/>
          </a:xfrm>
          <a:prstGeom prst="triangle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4154352-7FC4-46DC-8485-0C06300F40B2}"/>
              </a:ext>
            </a:extLst>
          </p:cNvPr>
          <p:cNvSpPr/>
          <p:nvPr/>
        </p:nvSpPr>
        <p:spPr>
          <a:xfrm rot="10800000">
            <a:off x="2223698" y="4939061"/>
            <a:ext cx="324605" cy="279831"/>
          </a:xfrm>
          <a:prstGeom prst="triangle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1A08EC5-F627-47E1-9E4F-17738FC93231}"/>
              </a:ext>
            </a:extLst>
          </p:cNvPr>
          <p:cNvCxnSpPr/>
          <p:nvPr/>
        </p:nvCxnSpPr>
        <p:spPr>
          <a:xfrm>
            <a:off x="2381334" y="5589240"/>
            <a:ext cx="7421490" cy="0"/>
          </a:xfrm>
          <a:prstGeom prst="line">
            <a:avLst/>
          </a:prstGeom>
          <a:ln w="38100">
            <a:gradFill>
              <a:gsLst>
                <a:gs pos="0">
                  <a:srgbClr val="2E75B6"/>
                </a:gs>
                <a:gs pos="55000">
                  <a:srgbClr val="005688"/>
                </a:gs>
                <a:gs pos="100000">
                  <a:srgbClr val="333F50"/>
                </a:gs>
              </a:gsLst>
              <a:lin ang="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004BBC3-34AB-47E9-83EA-BCC5E015AA02}"/>
              </a:ext>
            </a:extLst>
          </p:cNvPr>
          <p:cNvSpPr/>
          <p:nvPr/>
        </p:nvSpPr>
        <p:spPr>
          <a:xfrm>
            <a:off x="8543697" y="2524584"/>
            <a:ext cx="2520280" cy="2421700"/>
          </a:xfrm>
          <a:prstGeom prst="roundRect">
            <a:avLst>
              <a:gd name="adj" fmla="val 549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8349C1D-ED48-4EEC-85D4-DA44BD6DC653}"/>
              </a:ext>
            </a:extLst>
          </p:cNvPr>
          <p:cNvSpPr/>
          <p:nvPr/>
        </p:nvSpPr>
        <p:spPr>
          <a:xfrm>
            <a:off x="8548363" y="3425395"/>
            <a:ext cx="2514602" cy="45192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554C2BE-7162-4526-8752-6E61A534E1E0}"/>
              </a:ext>
            </a:extLst>
          </p:cNvPr>
          <p:cNvSpPr/>
          <p:nvPr/>
        </p:nvSpPr>
        <p:spPr>
          <a:xfrm>
            <a:off x="4830113" y="2524584"/>
            <a:ext cx="2520280" cy="2421700"/>
          </a:xfrm>
          <a:prstGeom prst="roundRect">
            <a:avLst>
              <a:gd name="adj" fmla="val 5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AF199A8-F036-4072-8077-FF9F99385B5B}"/>
              </a:ext>
            </a:extLst>
          </p:cNvPr>
          <p:cNvSpPr/>
          <p:nvPr/>
        </p:nvSpPr>
        <p:spPr>
          <a:xfrm>
            <a:off x="4830113" y="3425395"/>
            <a:ext cx="2510949" cy="4519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985EE48-3E6A-423B-AB69-5F53061A399A}"/>
              </a:ext>
            </a:extLst>
          </p:cNvPr>
          <p:cNvSpPr/>
          <p:nvPr/>
        </p:nvSpPr>
        <p:spPr>
          <a:xfrm>
            <a:off x="1125860" y="2524584"/>
            <a:ext cx="2520280" cy="2421700"/>
          </a:xfrm>
          <a:prstGeom prst="roundRect">
            <a:avLst>
              <a:gd name="adj" fmla="val 549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33C316-6FDB-41DE-A71C-0C7BE628F408}"/>
              </a:ext>
            </a:extLst>
          </p:cNvPr>
          <p:cNvSpPr/>
          <p:nvPr/>
        </p:nvSpPr>
        <p:spPr>
          <a:xfrm>
            <a:off x="1324947" y="3976725"/>
            <a:ext cx="2122106" cy="802784"/>
          </a:xfrm>
          <a:prstGeom prst="rect">
            <a:avLst/>
          </a:prstGeom>
        </p:spPr>
        <p:txBody>
          <a:bodyPr wrap="square" lIns="0" rIns="0" anchor="t">
            <a:spAutoFit/>
          </a:bodyPr>
          <a:lstStyle/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</a:t>
            </a:r>
          </a:p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here.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BF2B07-7E38-43DE-8866-3AAF65A263B2}"/>
              </a:ext>
            </a:extLst>
          </p:cNvPr>
          <p:cNvSpPr/>
          <p:nvPr/>
        </p:nvSpPr>
        <p:spPr>
          <a:xfrm>
            <a:off x="1125860" y="3425395"/>
            <a:ext cx="2510949" cy="45192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A7149A-3E21-408D-9FA8-E0918ED8661C}"/>
              </a:ext>
            </a:extLst>
          </p:cNvPr>
          <p:cNvSpPr txBox="1"/>
          <p:nvPr/>
        </p:nvSpPr>
        <p:spPr>
          <a:xfrm>
            <a:off x="4991703" y="3460688"/>
            <a:ext cx="219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Placeholder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F58683-37E4-4D53-B36D-735145F3B034}"/>
              </a:ext>
            </a:extLst>
          </p:cNvPr>
          <p:cNvSpPr/>
          <p:nvPr/>
        </p:nvSpPr>
        <p:spPr>
          <a:xfrm>
            <a:off x="5029200" y="3976725"/>
            <a:ext cx="2122106" cy="802784"/>
          </a:xfrm>
          <a:prstGeom prst="rect">
            <a:avLst/>
          </a:prstGeom>
        </p:spPr>
        <p:txBody>
          <a:bodyPr wrap="square" lIns="0" rIns="0" anchor="t">
            <a:spAutoFit/>
          </a:bodyPr>
          <a:lstStyle/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</a:t>
            </a:r>
          </a:p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here.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0B3366-875C-4CE8-8274-1336F6D3207E}"/>
              </a:ext>
            </a:extLst>
          </p:cNvPr>
          <p:cNvSpPr txBox="1"/>
          <p:nvPr/>
        </p:nvSpPr>
        <p:spPr>
          <a:xfrm>
            <a:off x="8705287" y="3460688"/>
            <a:ext cx="219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Placeholder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8B80ED-C406-4371-94C3-99E2BF435989}"/>
              </a:ext>
            </a:extLst>
          </p:cNvPr>
          <p:cNvSpPr/>
          <p:nvPr/>
        </p:nvSpPr>
        <p:spPr>
          <a:xfrm>
            <a:off x="8742784" y="3976725"/>
            <a:ext cx="2122106" cy="802784"/>
          </a:xfrm>
          <a:prstGeom prst="rect">
            <a:avLst/>
          </a:prstGeom>
        </p:spPr>
        <p:txBody>
          <a:bodyPr wrap="square" lIns="0" rIns="0" anchor="t">
            <a:spAutoFit/>
          </a:bodyPr>
          <a:lstStyle/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</a:t>
            </a:r>
          </a:p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3-Phase Planning Timeline PowerPoint Template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9AB3537-914E-47AD-9341-4496795009DF}"/>
              </a:ext>
            </a:extLst>
          </p:cNvPr>
          <p:cNvSpPr/>
          <p:nvPr/>
        </p:nvSpPr>
        <p:spPr>
          <a:xfrm>
            <a:off x="1287450" y="2668187"/>
            <a:ext cx="2197100" cy="6452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81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Phase 1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AB9E2F2-1B53-421F-A392-19DFEB07A232}"/>
              </a:ext>
            </a:extLst>
          </p:cNvPr>
          <p:cNvSpPr/>
          <p:nvPr/>
        </p:nvSpPr>
        <p:spPr>
          <a:xfrm>
            <a:off x="4995862" y="2668187"/>
            <a:ext cx="2197100" cy="6452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81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Phase 2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475A6BF-4A86-4E96-8250-E56A080E1B27}"/>
              </a:ext>
            </a:extLst>
          </p:cNvPr>
          <p:cNvSpPr/>
          <p:nvPr/>
        </p:nvSpPr>
        <p:spPr>
          <a:xfrm>
            <a:off x="8704274" y="2668187"/>
            <a:ext cx="2197100" cy="6452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81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Phase 3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CFEF6C-FB4B-4935-8390-5BCEDC4A5CCC}"/>
              </a:ext>
            </a:extLst>
          </p:cNvPr>
          <p:cNvSpPr txBox="1"/>
          <p:nvPr/>
        </p:nvSpPr>
        <p:spPr>
          <a:xfrm>
            <a:off x="1287450" y="3460688"/>
            <a:ext cx="219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Placeholder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525C610-718D-4ECD-88B4-D6E29D220A64}"/>
              </a:ext>
            </a:extLst>
          </p:cNvPr>
          <p:cNvSpPr/>
          <p:nvPr/>
        </p:nvSpPr>
        <p:spPr>
          <a:xfrm>
            <a:off x="2165310" y="5373216"/>
            <a:ext cx="432048" cy="432048"/>
          </a:xfrm>
          <a:prstGeom prst="ellipse">
            <a:avLst/>
          </a:prstGeom>
          <a:solidFill>
            <a:schemeClr val="bg1"/>
          </a:solidFill>
          <a:ln w="508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0046CA6-195E-4CD4-8B9B-71E6B4D3B9BE}"/>
              </a:ext>
            </a:extLst>
          </p:cNvPr>
          <p:cNvSpPr/>
          <p:nvPr/>
        </p:nvSpPr>
        <p:spPr>
          <a:xfrm>
            <a:off x="5950396" y="5373216"/>
            <a:ext cx="432048" cy="432048"/>
          </a:xfrm>
          <a:prstGeom prst="ellipse">
            <a:avLst/>
          </a:prstGeom>
          <a:solidFill>
            <a:schemeClr val="bg1"/>
          </a:solidFill>
          <a:ln w="50800">
            <a:solidFill>
              <a:srgbClr val="0056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CB24C98-9E30-454E-8F49-1A429F079EFF}"/>
              </a:ext>
            </a:extLst>
          </p:cNvPr>
          <p:cNvSpPr/>
          <p:nvPr/>
        </p:nvSpPr>
        <p:spPr>
          <a:xfrm>
            <a:off x="9664031" y="5373216"/>
            <a:ext cx="432048" cy="432048"/>
          </a:xfrm>
          <a:prstGeom prst="ellipse">
            <a:avLst/>
          </a:prstGeom>
          <a:solidFill>
            <a:schemeClr val="bg1"/>
          </a:solidFill>
          <a:ln w="508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C7D8E4E7-3091-4979-90F5-C89A0F5967AB}"/>
              </a:ext>
            </a:extLst>
          </p:cNvPr>
          <p:cNvSpPr/>
          <p:nvPr/>
        </p:nvSpPr>
        <p:spPr>
          <a:xfrm rot="10800000">
            <a:off x="6004117" y="4942881"/>
            <a:ext cx="324605" cy="2798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6EE5C80-C843-4D54-A289-D045310E1BB0}"/>
              </a:ext>
            </a:extLst>
          </p:cNvPr>
          <p:cNvSpPr/>
          <p:nvPr/>
        </p:nvSpPr>
        <p:spPr>
          <a:xfrm rot="10800000">
            <a:off x="9717753" y="4946701"/>
            <a:ext cx="324605" cy="2798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4154352-7FC4-46DC-8485-0C06300F40B2}"/>
              </a:ext>
            </a:extLst>
          </p:cNvPr>
          <p:cNvSpPr/>
          <p:nvPr/>
        </p:nvSpPr>
        <p:spPr>
          <a:xfrm rot="10800000">
            <a:off x="2223698" y="4939061"/>
            <a:ext cx="324605" cy="279831"/>
          </a:xfrm>
          <a:prstGeom prst="triangle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1A08EC5-F627-47E1-9E4F-17738FC93231}"/>
              </a:ext>
            </a:extLst>
          </p:cNvPr>
          <p:cNvCxnSpPr/>
          <p:nvPr/>
        </p:nvCxnSpPr>
        <p:spPr>
          <a:xfrm>
            <a:off x="2381334" y="5589240"/>
            <a:ext cx="7421490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004BBC3-34AB-47E9-83EA-BCC5E015AA02}"/>
              </a:ext>
            </a:extLst>
          </p:cNvPr>
          <p:cNvSpPr/>
          <p:nvPr/>
        </p:nvSpPr>
        <p:spPr>
          <a:xfrm>
            <a:off x="8543697" y="2524584"/>
            <a:ext cx="2520280" cy="2421700"/>
          </a:xfrm>
          <a:prstGeom prst="roundRect">
            <a:avLst>
              <a:gd name="adj" fmla="val 549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8349C1D-ED48-4EEC-85D4-DA44BD6DC653}"/>
              </a:ext>
            </a:extLst>
          </p:cNvPr>
          <p:cNvSpPr/>
          <p:nvPr/>
        </p:nvSpPr>
        <p:spPr>
          <a:xfrm>
            <a:off x="8548363" y="3425395"/>
            <a:ext cx="2514602" cy="4519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554C2BE-7162-4526-8752-6E61A534E1E0}"/>
              </a:ext>
            </a:extLst>
          </p:cNvPr>
          <p:cNvSpPr/>
          <p:nvPr/>
        </p:nvSpPr>
        <p:spPr>
          <a:xfrm>
            <a:off x="4830113" y="2524584"/>
            <a:ext cx="2520280" cy="2421700"/>
          </a:xfrm>
          <a:prstGeom prst="roundRect">
            <a:avLst>
              <a:gd name="adj" fmla="val 549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AF199A8-F036-4072-8077-FF9F99385B5B}"/>
              </a:ext>
            </a:extLst>
          </p:cNvPr>
          <p:cNvSpPr/>
          <p:nvPr/>
        </p:nvSpPr>
        <p:spPr>
          <a:xfrm>
            <a:off x="4830113" y="3425395"/>
            <a:ext cx="2510949" cy="4519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985EE48-3E6A-423B-AB69-5F53061A399A}"/>
              </a:ext>
            </a:extLst>
          </p:cNvPr>
          <p:cNvSpPr/>
          <p:nvPr/>
        </p:nvSpPr>
        <p:spPr>
          <a:xfrm>
            <a:off x="1125860" y="2524584"/>
            <a:ext cx="2520280" cy="2421700"/>
          </a:xfrm>
          <a:prstGeom prst="roundRect">
            <a:avLst>
              <a:gd name="adj" fmla="val 549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33C316-6FDB-41DE-A71C-0C7BE628F408}"/>
              </a:ext>
            </a:extLst>
          </p:cNvPr>
          <p:cNvSpPr/>
          <p:nvPr/>
        </p:nvSpPr>
        <p:spPr>
          <a:xfrm>
            <a:off x="1324947" y="3976725"/>
            <a:ext cx="2122106" cy="802784"/>
          </a:xfrm>
          <a:prstGeom prst="rect">
            <a:avLst/>
          </a:prstGeom>
        </p:spPr>
        <p:txBody>
          <a:bodyPr wrap="square" lIns="0" rIns="0" anchor="t">
            <a:spAutoFit/>
          </a:bodyPr>
          <a:lstStyle/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</a:t>
            </a:r>
          </a:p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here.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BF2B07-7E38-43DE-8866-3AAF65A263B2}"/>
              </a:ext>
            </a:extLst>
          </p:cNvPr>
          <p:cNvSpPr/>
          <p:nvPr/>
        </p:nvSpPr>
        <p:spPr>
          <a:xfrm>
            <a:off x="1125860" y="3425395"/>
            <a:ext cx="2510949" cy="45192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A7149A-3E21-408D-9FA8-E0918ED8661C}"/>
              </a:ext>
            </a:extLst>
          </p:cNvPr>
          <p:cNvSpPr txBox="1"/>
          <p:nvPr/>
        </p:nvSpPr>
        <p:spPr>
          <a:xfrm>
            <a:off x="4991703" y="3460688"/>
            <a:ext cx="219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Placeholder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F58683-37E4-4D53-B36D-735145F3B034}"/>
              </a:ext>
            </a:extLst>
          </p:cNvPr>
          <p:cNvSpPr/>
          <p:nvPr/>
        </p:nvSpPr>
        <p:spPr>
          <a:xfrm>
            <a:off x="5029200" y="3976725"/>
            <a:ext cx="2122106" cy="802784"/>
          </a:xfrm>
          <a:prstGeom prst="rect">
            <a:avLst/>
          </a:prstGeom>
        </p:spPr>
        <p:txBody>
          <a:bodyPr wrap="square" lIns="0" rIns="0" anchor="t">
            <a:spAutoFit/>
          </a:bodyPr>
          <a:lstStyle/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</a:t>
            </a:r>
          </a:p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here.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0B3366-875C-4CE8-8274-1336F6D3207E}"/>
              </a:ext>
            </a:extLst>
          </p:cNvPr>
          <p:cNvSpPr txBox="1"/>
          <p:nvPr/>
        </p:nvSpPr>
        <p:spPr>
          <a:xfrm>
            <a:off x="8705287" y="3460688"/>
            <a:ext cx="219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Placeholder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8B80ED-C406-4371-94C3-99E2BF435989}"/>
              </a:ext>
            </a:extLst>
          </p:cNvPr>
          <p:cNvSpPr/>
          <p:nvPr/>
        </p:nvSpPr>
        <p:spPr>
          <a:xfrm>
            <a:off x="8742784" y="3976725"/>
            <a:ext cx="2122106" cy="802784"/>
          </a:xfrm>
          <a:prstGeom prst="rect">
            <a:avLst/>
          </a:prstGeom>
        </p:spPr>
        <p:txBody>
          <a:bodyPr wrap="square" lIns="0" rIns="0" anchor="t">
            <a:spAutoFit/>
          </a:bodyPr>
          <a:lstStyle/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</a:t>
            </a:r>
          </a:p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3-Phase Planning Timeline PowerPoint Template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9AB3537-914E-47AD-9341-4496795009DF}"/>
              </a:ext>
            </a:extLst>
          </p:cNvPr>
          <p:cNvSpPr/>
          <p:nvPr/>
        </p:nvSpPr>
        <p:spPr>
          <a:xfrm>
            <a:off x="1287450" y="2668187"/>
            <a:ext cx="2197100" cy="6452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81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Phase 1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AB9E2F2-1B53-421F-A392-19DFEB07A232}"/>
              </a:ext>
            </a:extLst>
          </p:cNvPr>
          <p:cNvSpPr/>
          <p:nvPr/>
        </p:nvSpPr>
        <p:spPr>
          <a:xfrm>
            <a:off x="4995862" y="2668187"/>
            <a:ext cx="2197100" cy="6452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81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Phase 2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475A6BF-4A86-4E96-8250-E56A080E1B27}"/>
              </a:ext>
            </a:extLst>
          </p:cNvPr>
          <p:cNvSpPr/>
          <p:nvPr/>
        </p:nvSpPr>
        <p:spPr>
          <a:xfrm>
            <a:off x="8704274" y="2668187"/>
            <a:ext cx="2197100" cy="6452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81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Phase 3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CFEF6C-FB4B-4935-8390-5BCEDC4A5CCC}"/>
              </a:ext>
            </a:extLst>
          </p:cNvPr>
          <p:cNvSpPr txBox="1"/>
          <p:nvPr/>
        </p:nvSpPr>
        <p:spPr>
          <a:xfrm>
            <a:off x="1287450" y="3460688"/>
            <a:ext cx="219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Placeholder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525C610-718D-4ECD-88B4-D6E29D220A64}"/>
              </a:ext>
            </a:extLst>
          </p:cNvPr>
          <p:cNvSpPr/>
          <p:nvPr/>
        </p:nvSpPr>
        <p:spPr>
          <a:xfrm>
            <a:off x="2165310" y="5373216"/>
            <a:ext cx="432048" cy="432048"/>
          </a:xfrm>
          <a:prstGeom prst="ellipse">
            <a:avLst/>
          </a:prstGeom>
          <a:solidFill>
            <a:schemeClr val="bg1"/>
          </a:solidFill>
          <a:ln w="508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0046CA6-195E-4CD4-8B9B-71E6B4D3B9BE}"/>
              </a:ext>
            </a:extLst>
          </p:cNvPr>
          <p:cNvSpPr/>
          <p:nvPr/>
        </p:nvSpPr>
        <p:spPr>
          <a:xfrm>
            <a:off x="5950396" y="5373216"/>
            <a:ext cx="432048" cy="432048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CB24C98-9E30-454E-8F49-1A429F079EFF}"/>
              </a:ext>
            </a:extLst>
          </p:cNvPr>
          <p:cNvSpPr/>
          <p:nvPr/>
        </p:nvSpPr>
        <p:spPr>
          <a:xfrm>
            <a:off x="9664031" y="5373216"/>
            <a:ext cx="432048" cy="432048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731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C7D8E4E7-3091-4979-90F5-C89A0F5967AB}"/>
              </a:ext>
            </a:extLst>
          </p:cNvPr>
          <p:cNvSpPr/>
          <p:nvPr/>
        </p:nvSpPr>
        <p:spPr>
          <a:xfrm rot="10800000">
            <a:off x="6004117" y="4942881"/>
            <a:ext cx="324605" cy="279831"/>
          </a:xfrm>
          <a:prstGeom prst="triangle">
            <a:avLst/>
          </a:prstGeom>
          <a:solidFill>
            <a:srgbClr val="0072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6EE5C80-C843-4D54-A289-D045310E1BB0}"/>
              </a:ext>
            </a:extLst>
          </p:cNvPr>
          <p:cNvSpPr/>
          <p:nvPr/>
        </p:nvSpPr>
        <p:spPr>
          <a:xfrm rot="10800000">
            <a:off x="9717753" y="4946701"/>
            <a:ext cx="324605" cy="2798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4154352-7FC4-46DC-8485-0C06300F40B2}"/>
              </a:ext>
            </a:extLst>
          </p:cNvPr>
          <p:cNvSpPr/>
          <p:nvPr/>
        </p:nvSpPr>
        <p:spPr>
          <a:xfrm rot="10800000">
            <a:off x="2223698" y="4939061"/>
            <a:ext cx="324605" cy="279831"/>
          </a:xfrm>
          <a:prstGeom prst="triangle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1A08EC5-F627-47E1-9E4F-17738FC93231}"/>
              </a:ext>
            </a:extLst>
          </p:cNvPr>
          <p:cNvCxnSpPr/>
          <p:nvPr/>
        </p:nvCxnSpPr>
        <p:spPr>
          <a:xfrm>
            <a:off x="2381334" y="5589240"/>
            <a:ext cx="7421490" cy="0"/>
          </a:xfrm>
          <a:prstGeom prst="line">
            <a:avLst/>
          </a:prstGeom>
          <a:ln w="38100">
            <a:gradFill>
              <a:gsLst>
                <a:gs pos="0">
                  <a:srgbClr val="2E75B6"/>
                </a:gs>
                <a:gs pos="51000">
                  <a:srgbClr val="005688"/>
                </a:gs>
                <a:gs pos="53000">
                  <a:schemeClr val="bg2"/>
                </a:gs>
                <a:gs pos="100000">
                  <a:schemeClr val="bg2"/>
                </a:gs>
              </a:gsLst>
              <a:lin ang="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004BBC3-34AB-47E9-83EA-BCC5E015AA02}"/>
              </a:ext>
            </a:extLst>
          </p:cNvPr>
          <p:cNvSpPr/>
          <p:nvPr/>
        </p:nvSpPr>
        <p:spPr>
          <a:xfrm>
            <a:off x="8543697" y="2524584"/>
            <a:ext cx="2520280" cy="2421700"/>
          </a:xfrm>
          <a:prstGeom prst="roundRect">
            <a:avLst>
              <a:gd name="adj" fmla="val 549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8349C1D-ED48-4EEC-85D4-DA44BD6DC653}"/>
              </a:ext>
            </a:extLst>
          </p:cNvPr>
          <p:cNvSpPr/>
          <p:nvPr/>
        </p:nvSpPr>
        <p:spPr>
          <a:xfrm>
            <a:off x="8548363" y="3425395"/>
            <a:ext cx="2514602" cy="4519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554C2BE-7162-4526-8752-6E61A534E1E0}"/>
              </a:ext>
            </a:extLst>
          </p:cNvPr>
          <p:cNvSpPr/>
          <p:nvPr/>
        </p:nvSpPr>
        <p:spPr>
          <a:xfrm>
            <a:off x="4830113" y="2524584"/>
            <a:ext cx="2520280" cy="2421700"/>
          </a:xfrm>
          <a:prstGeom prst="roundRect">
            <a:avLst>
              <a:gd name="adj" fmla="val 5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AF199A8-F036-4072-8077-FF9F99385B5B}"/>
              </a:ext>
            </a:extLst>
          </p:cNvPr>
          <p:cNvSpPr/>
          <p:nvPr/>
        </p:nvSpPr>
        <p:spPr>
          <a:xfrm>
            <a:off x="4830113" y="3425395"/>
            <a:ext cx="2510949" cy="4519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985EE48-3E6A-423B-AB69-5F53061A399A}"/>
              </a:ext>
            </a:extLst>
          </p:cNvPr>
          <p:cNvSpPr/>
          <p:nvPr/>
        </p:nvSpPr>
        <p:spPr>
          <a:xfrm>
            <a:off x="1125860" y="2524584"/>
            <a:ext cx="2520280" cy="2421700"/>
          </a:xfrm>
          <a:prstGeom prst="roundRect">
            <a:avLst>
              <a:gd name="adj" fmla="val 549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33C316-6FDB-41DE-A71C-0C7BE628F408}"/>
              </a:ext>
            </a:extLst>
          </p:cNvPr>
          <p:cNvSpPr/>
          <p:nvPr/>
        </p:nvSpPr>
        <p:spPr>
          <a:xfrm>
            <a:off x="1324947" y="3976725"/>
            <a:ext cx="2122106" cy="802784"/>
          </a:xfrm>
          <a:prstGeom prst="rect">
            <a:avLst/>
          </a:prstGeom>
        </p:spPr>
        <p:txBody>
          <a:bodyPr wrap="square" lIns="0" rIns="0" anchor="t">
            <a:spAutoFit/>
          </a:bodyPr>
          <a:lstStyle/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</a:t>
            </a:r>
          </a:p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here.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BF2B07-7E38-43DE-8866-3AAF65A263B2}"/>
              </a:ext>
            </a:extLst>
          </p:cNvPr>
          <p:cNvSpPr/>
          <p:nvPr/>
        </p:nvSpPr>
        <p:spPr>
          <a:xfrm>
            <a:off x="1125860" y="3425395"/>
            <a:ext cx="2510949" cy="45192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A7149A-3E21-408D-9FA8-E0918ED8661C}"/>
              </a:ext>
            </a:extLst>
          </p:cNvPr>
          <p:cNvSpPr txBox="1"/>
          <p:nvPr/>
        </p:nvSpPr>
        <p:spPr>
          <a:xfrm>
            <a:off x="4991703" y="3460688"/>
            <a:ext cx="219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Placeholder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F58683-37E4-4D53-B36D-735145F3B034}"/>
              </a:ext>
            </a:extLst>
          </p:cNvPr>
          <p:cNvSpPr/>
          <p:nvPr/>
        </p:nvSpPr>
        <p:spPr>
          <a:xfrm>
            <a:off x="5029200" y="3976725"/>
            <a:ext cx="2122106" cy="802784"/>
          </a:xfrm>
          <a:prstGeom prst="rect">
            <a:avLst/>
          </a:prstGeom>
        </p:spPr>
        <p:txBody>
          <a:bodyPr wrap="square" lIns="0" rIns="0" anchor="t">
            <a:spAutoFit/>
          </a:bodyPr>
          <a:lstStyle/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</a:t>
            </a:r>
          </a:p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here.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0B3366-875C-4CE8-8274-1336F6D3207E}"/>
              </a:ext>
            </a:extLst>
          </p:cNvPr>
          <p:cNvSpPr txBox="1"/>
          <p:nvPr/>
        </p:nvSpPr>
        <p:spPr>
          <a:xfrm>
            <a:off x="8705287" y="3460688"/>
            <a:ext cx="219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Placeholder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8B80ED-C406-4371-94C3-99E2BF435989}"/>
              </a:ext>
            </a:extLst>
          </p:cNvPr>
          <p:cNvSpPr/>
          <p:nvPr/>
        </p:nvSpPr>
        <p:spPr>
          <a:xfrm>
            <a:off x="8742784" y="3976725"/>
            <a:ext cx="2122106" cy="802784"/>
          </a:xfrm>
          <a:prstGeom prst="rect">
            <a:avLst/>
          </a:prstGeom>
        </p:spPr>
        <p:txBody>
          <a:bodyPr wrap="square" lIns="0" rIns="0" anchor="t">
            <a:spAutoFit/>
          </a:bodyPr>
          <a:lstStyle/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</a:t>
            </a:r>
          </a:p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3-Phase Planning Timeline PowerPoint Template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9AB3537-914E-47AD-9341-4496795009DF}"/>
              </a:ext>
            </a:extLst>
          </p:cNvPr>
          <p:cNvSpPr/>
          <p:nvPr/>
        </p:nvSpPr>
        <p:spPr>
          <a:xfrm>
            <a:off x="1287450" y="2668187"/>
            <a:ext cx="2197100" cy="6452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81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Phase 1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AB9E2F2-1B53-421F-A392-19DFEB07A232}"/>
              </a:ext>
            </a:extLst>
          </p:cNvPr>
          <p:cNvSpPr/>
          <p:nvPr/>
        </p:nvSpPr>
        <p:spPr>
          <a:xfrm>
            <a:off x="4995862" y="2668187"/>
            <a:ext cx="2197100" cy="6452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81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Phase 2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475A6BF-4A86-4E96-8250-E56A080E1B27}"/>
              </a:ext>
            </a:extLst>
          </p:cNvPr>
          <p:cNvSpPr/>
          <p:nvPr/>
        </p:nvSpPr>
        <p:spPr>
          <a:xfrm>
            <a:off x="8704274" y="2668187"/>
            <a:ext cx="2197100" cy="6452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81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Phase 3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CFEF6C-FB4B-4935-8390-5BCEDC4A5CCC}"/>
              </a:ext>
            </a:extLst>
          </p:cNvPr>
          <p:cNvSpPr txBox="1"/>
          <p:nvPr/>
        </p:nvSpPr>
        <p:spPr>
          <a:xfrm>
            <a:off x="1287450" y="3460688"/>
            <a:ext cx="219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Placeholder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525C610-718D-4ECD-88B4-D6E29D220A64}"/>
              </a:ext>
            </a:extLst>
          </p:cNvPr>
          <p:cNvSpPr/>
          <p:nvPr/>
        </p:nvSpPr>
        <p:spPr>
          <a:xfrm>
            <a:off x="2165310" y="5373216"/>
            <a:ext cx="432048" cy="432048"/>
          </a:xfrm>
          <a:prstGeom prst="ellipse">
            <a:avLst/>
          </a:prstGeom>
          <a:solidFill>
            <a:schemeClr val="bg1"/>
          </a:solidFill>
          <a:ln w="508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0046CA6-195E-4CD4-8B9B-71E6B4D3B9BE}"/>
              </a:ext>
            </a:extLst>
          </p:cNvPr>
          <p:cNvSpPr/>
          <p:nvPr/>
        </p:nvSpPr>
        <p:spPr>
          <a:xfrm>
            <a:off x="5950396" y="5373216"/>
            <a:ext cx="432048" cy="432048"/>
          </a:xfrm>
          <a:prstGeom prst="ellipse">
            <a:avLst/>
          </a:prstGeom>
          <a:solidFill>
            <a:schemeClr val="bg1"/>
          </a:solidFill>
          <a:ln w="50800">
            <a:solidFill>
              <a:srgbClr val="0056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CB24C98-9E30-454E-8F49-1A429F079EFF}"/>
              </a:ext>
            </a:extLst>
          </p:cNvPr>
          <p:cNvSpPr/>
          <p:nvPr/>
        </p:nvSpPr>
        <p:spPr>
          <a:xfrm>
            <a:off x="9664031" y="5373216"/>
            <a:ext cx="432048" cy="432048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56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C7D8E4E7-3091-4979-90F5-C89A0F5967AB}"/>
              </a:ext>
            </a:extLst>
          </p:cNvPr>
          <p:cNvSpPr/>
          <p:nvPr/>
        </p:nvSpPr>
        <p:spPr>
          <a:xfrm rot="10800000">
            <a:off x="6004117" y="4942881"/>
            <a:ext cx="324605" cy="279831"/>
          </a:xfrm>
          <a:prstGeom prst="triangle">
            <a:avLst/>
          </a:prstGeom>
          <a:solidFill>
            <a:srgbClr val="0072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6EE5C80-C843-4D54-A289-D045310E1BB0}"/>
              </a:ext>
            </a:extLst>
          </p:cNvPr>
          <p:cNvSpPr/>
          <p:nvPr/>
        </p:nvSpPr>
        <p:spPr>
          <a:xfrm rot="10800000">
            <a:off x="9717753" y="4946701"/>
            <a:ext cx="324605" cy="279831"/>
          </a:xfrm>
          <a:prstGeom prst="triangle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4154352-7FC4-46DC-8485-0C06300F40B2}"/>
              </a:ext>
            </a:extLst>
          </p:cNvPr>
          <p:cNvSpPr/>
          <p:nvPr/>
        </p:nvSpPr>
        <p:spPr>
          <a:xfrm rot="10800000">
            <a:off x="2223698" y="4939061"/>
            <a:ext cx="324605" cy="279831"/>
          </a:xfrm>
          <a:prstGeom prst="triangle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1A08EC5-F627-47E1-9E4F-17738FC93231}"/>
              </a:ext>
            </a:extLst>
          </p:cNvPr>
          <p:cNvCxnSpPr/>
          <p:nvPr/>
        </p:nvCxnSpPr>
        <p:spPr>
          <a:xfrm>
            <a:off x="2381334" y="5589240"/>
            <a:ext cx="7421490" cy="0"/>
          </a:xfrm>
          <a:prstGeom prst="line">
            <a:avLst/>
          </a:prstGeom>
          <a:ln w="38100">
            <a:gradFill>
              <a:gsLst>
                <a:gs pos="0">
                  <a:srgbClr val="2E75B6"/>
                </a:gs>
                <a:gs pos="55000">
                  <a:srgbClr val="005688"/>
                </a:gs>
                <a:gs pos="100000">
                  <a:srgbClr val="333F50"/>
                </a:gs>
              </a:gsLst>
              <a:lin ang="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004BBC3-34AB-47E9-83EA-BCC5E015AA02}"/>
              </a:ext>
            </a:extLst>
          </p:cNvPr>
          <p:cNvSpPr/>
          <p:nvPr/>
        </p:nvSpPr>
        <p:spPr>
          <a:xfrm>
            <a:off x="8543697" y="2524584"/>
            <a:ext cx="2520280" cy="2421700"/>
          </a:xfrm>
          <a:prstGeom prst="roundRect">
            <a:avLst>
              <a:gd name="adj" fmla="val 549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8349C1D-ED48-4EEC-85D4-DA44BD6DC653}"/>
              </a:ext>
            </a:extLst>
          </p:cNvPr>
          <p:cNvSpPr/>
          <p:nvPr/>
        </p:nvSpPr>
        <p:spPr>
          <a:xfrm>
            <a:off x="8548363" y="3425395"/>
            <a:ext cx="2514602" cy="45192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554C2BE-7162-4526-8752-6E61A534E1E0}"/>
              </a:ext>
            </a:extLst>
          </p:cNvPr>
          <p:cNvSpPr/>
          <p:nvPr/>
        </p:nvSpPr>
        <p:spPr>
          <a:xfrm>
            <a:off x="4830113" y="2524584"/>
            <a:ext cx="2520280" cy="2421700"/>
          </a:xfrm>
          <a:prstGeom prst="roundRect">
            <a:avLst>
              <a:gd name="adj" fmla="val 5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AF199A8-F036-4072-8077-FF9F99385B5B}"/>
              </a:ext>
            </a:extLst>
          </p:cNvPr>
          <p:cNvSpPr/>
          <p:nvPr/>
        </p:nvSpPr>
        <p:spPr>
          <a:xfrm>
            <a:off x="4830113" y="3425395"/>
            <a:ext cx="2510949" cy="4519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985EE48-3E6A-423B-AB69-5F53061A399A}"/>
              </a:ext>
            </a:extLst>
          </p:cNvPr>
          <p:cNvSpPr/>
          <p:nvPr/>
        </p:nvSpPr>
        <p:spPr>
          <a:xfrm>
            <a:off x="1125860" y="2524584"/>
            <a:ext cx="2520280" cy="2421700"/>
          </a:xfrm>
          <a:prstGeom prst="roundRect">
            <a:avLst>
              <a:gd name="adj" fmla="val 549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33C316-6FDB-41DE-A71C-0C7BE628F408}"/>
              </a:ext>
            </a:extLst>
          </p:cNvPr>
          <p:cNvSpPr/>
          <p:nvPr/>
        </p:nvSpPr>
        <p:spPr>
          <a:xfrm>
            <a:off x="1324947" y="3976725"/>
            <a:ext cx="2122106" cy="802784"/>
          </a:xfrm>
          <a:prstGeom prst="rect">
            <a:avLst/>
          </a:prstGeom>
        </p:spPr>
        <p:txBody>
          <a:bodyPr wrap="square" lIns="0" rIns="0" anchor="t">
            <a:spAutoFit/>
          </a:bodyPr>
          <a:lstStyle/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</a:t>
            </a:r>
          </a:p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here.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BF2B07-7E38-43DE-8866-3AAF65A263B2}"/>
              </a:ext>
            </a:extLst>
          </p:cNvPr>
          <p:cNvSpPr/>
          <p:nvPr/>
        </p:nvSpPr>
        <p:spPr>
          <a:xfrm>
            <a:off x="1125860" y="3425395"/>
            <a:ext cx="2510949" cy="45192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A7149A-3E21-408D-9FA8-E0918ED8661C}"/>
              </a:ext>
            </a:extLst>
          </p:cNvPr>
          <p:cNvSpPr txBox="1"/>
          <p:nvPr/>
        </p:nvSpPr>
        <p:spPr>
          <a:xfrm>
            <a:off x="4991703" y="3460688"/>
            <a:ext cx="219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Placeholder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F58683-37E4-4D53-B36D-735145F3B034}"/>
              </a:ext>
            </a:extLst>
          </p:cNvPr>
          <p:cNvSpPr/>
          <p:nvPr/>
        </p:nvSpPr>
        <p:spPr>
          <a:xfrm>
            <a:off x="5029200" y="3976725"/>
            <a:ext cx="2122106" cy="802784"/>
          </a:xfrm>
          <a:prstGeom prst="rect">
            <a:avLst/>
          </a:prstGeom>
        </p:spPr>
        <p:txBody>
          <a:bodyPr wrap="square" lIns="0" rIns="0" anchor="t">
            <a:spAutoFit/>
          </a:bodyPr>
          <a:lstStyle/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</a:t>
            </a:r>
          </a:p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here.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0B3366-875C-4CE8-8274-1336F6D3207E}"/>
              </a:ext>
            </a:extLst>
          </p:cNvPr>
          <p:cNvSpPr txBox="1"/>
          <p:nvPr/>
        </p:nvSpPr>
        <p:spPr>
          <a:xfrm>
            <a:off x="8705287" y="3460688"/>
            <a:ext cx="219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Placeholder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8B80ED-C406-4371-94C3-99E2BF435989}"/>
              </a:ext>
            </a:extLst>
          </p:cNvPr>
          <p:cNvSpPr/>
          <p:nvPr/>
        </p:nvSpPr>
        <p:spPr>
          <a:xfrm>
            <a:off x="8742784" y="3976725"/>
            <a:ext cx="2122106" cy="802784"/>
          </a:xfrm>
          <a:prstGeom prst="rect">
            <a:avLst/>
          </a:prstGeom>
        </p:spPr>
        <p:txBody>
          <a:bodyPr wrap="square" lIns="0" rIns="0" anchor="t">
            <a:spAutoFit/>
          </a:bodyPr>
          <a:lstStyle/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</a:t>
            </a:r>
          </a:p>
          <a:p>
            <a:pPr>
              <a:spcBef>
                <a:spcPts val="500"/>
              </a:spcBef>
            </a:pPr>
            <a:r>
              <a: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3-Phase Planning Timeline PowerPoint Template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9AB3537-914E-47AD-9341-4496795009DF}"/>
              </a:ext>
            </a:extLst>
          </p:cNvPr>
          <p:cNvSpPr/>
          <p:nvPr/>
        </p:nvSpPr>
        <p:spPr>
          <a:xfrm>
            <a:off x="1287450" y="2668187"/>
            <a:ext cx="2197100" cy="6452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81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Phase 1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AB9E2F2-1B53-421F-A392-19DFEB07A232}"/>
              </a:ext>
            </a:extLst>
          </p:cNvPr>
          <p:cNvSpPr/>
          <p:nvPr/>
        </p:nvSpPr>
        <p:spPr>
          <a:xfrm>
            <a:off x="4995862" y="2668187"/>
            <a:ext cx="2197100" cy="6452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81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Phase 2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475A6BF-4A86-4E96-8250-E56A080E1B27}"/>
              </a:ext>
            </a:extLst>
          </p:cNvPr>
          <p:cNvSpPr/>
          <p:nvPr/>
        </p:nvSpPr>
        <p:spPr>
          <a:xfrm>
            <a:off x="8704274" y="2668187"/>
            <a:ext cx="2197100" cy="6452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81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Phase 3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CFEF6C-FB4B-4935-8390-5BCEDC4A5CCC}"/>
              </a:ext>
            </a:extLst>
          </p:cNvPr>
          <p:cNvSpPr txBox="1"/>
          <p:nvPr/>
        </p:nvSpPr>
        <p:spPr>
          <a:xfrm>
            <a:off x="1287450" y="3460688"/>
            <a:ext cx="219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Placeholder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525C610-718D-4ECD-88B4-D6E29D220A64}"/>
              </a:ext>
            </a:extLst>
          </p:cNvPr>
          <p:cNvSpPr/>
          <p:nvPr/>
        </p:nvSpPr>
        <p:spPr>
          <a:xfrm>
            <a:off x="2165310" y="5373216"/>
            <a:ext cx="432048" cy="432048"/>
          </a:xfrm>
          <a:prstGeom prst="ellipse">
            <a:avLst/>
          </a:prstGeom>
          <a:solidFill>
            <a:schemeClr val="bg1"/>
          </a:solidFill>
          <a:ln w="508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0046CA6-195E-4CD4-8B9B-71E6B4D3B9BE}"/>
              </a:ext>
            </a:extLst>
          </p:cNvPr>
          <p:cNvSpPr/>
          <p:nvPr/>
        </p:nvSpPr>
        <p:spPr>
          <a:xfrm>
            <a:off x="5950396" y="5373216"/>
            <a:ext cx="432048" cy="432048"/>
          </a:xfrm>
          <a:prstGeom prst="ellipse">
            <a:avLst/>
          </a:prstGeom>
          <a:solidFill>
            <a:schemeClr val="bg1"/>
          </a:solidFill>
          <a:ln w="50800">
            <a:solidFill>
              <a:srgbClr val="0056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CB24C98-9E30-454E-8F49-1A429F079EFF}"/>
              </a:ext>
            </a:extLst>
          </p:cNvPr>
          <p:cNvSpPr/>
          <p:nvPr/>
        </p:nvSpPr>
        <p:spPr>
          <a:xfrm>
            <a:off x="9664031" y="5373216"/>
            <a:ext cx="432048" cy="432048"/>
          </a:xfrm>
          <a:prstGeom prst="ellipse">
            <a:avLst/>
          </a:prstGeom>
          <a:solidFill>
            <a:schemeClr val="bg1"/>
          </a:solidFill>
          <a:ln w="508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26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cathlo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2B5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5411</TotalTime>
  <Words>239</Words>
  <Application>Microsoft Office PowerPoint</Application>
  <PresentationFormat>Custom</PresentationFormat>
  <Paragraphs>58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Open Sans</vt:lpstr>
      <vt:lpstr>Office Theme</vt:lpstr>
      <vt:lpstr>3-Phase Planning Timeline PowerPoint Template</vt:lpstr>
      <vt:lpstr>3-Phase Planning Timeline PowerPoint Template</vt:lpstr>
      <vt:lpstr>3-Phase Planning Timeline PowerPoint Template</vt:lpstr>
      <vt:lpstr>3-Phase Planning Timeline PowerPoint Template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 60 90 Day Planning PowerPoint Template</dc:title>
  <dc:creator>Julian</dc:creator>
  <cp:lastModifiedBy>J</cp:lastModifiedBy>
  <cp:revision>104</cp:revision>
  <dcterms:created xsi:type="dcterms:W3CDTF">2013-09-12T13:05:01Z</dcterms:created>
  <dcterms:modified xsi:type="dcterms:W3CDTF">2020-02-04T20:55:04Z</dcterms:modified>
</cp:coreProperties>
</file>