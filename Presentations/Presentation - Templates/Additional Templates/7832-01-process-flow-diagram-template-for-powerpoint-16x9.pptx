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6" r:id="rId2"/>
    <p:sldId id="277" r:id="rId3"/>
    <p:sldId id="278" r:id="rId4"/>
    <p:sldId id="268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24"/>
  </p:normalViewPr>
  <p:slideViewPr>
    <p:cSldViewPr>
      <p:cViewPr>
        <p:scale>
          <a:sx n="86" d="100"/>
          <a:sy n="86" d="100"/>
        </p:scale>
        <p:origin x="341" y="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36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Process Flow Diagram Template for PowerPoint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ACE207C4-45F7-4590-8306-A0DA893637AB}"/>
              </a:ext>
            </a:extLst>
          </p:cNvPr>
          <p:cNvSpPr/>
          <p:nvPr/>
        </p:nvSpPr>
        <p:spPr>
          <a:xfrm>
            <a:off x="730167" y="1106700"/>
            <a:ext cx="3180841" cy="1362816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20C82AA0-F070-4B4F-8290-E2FCFA5EB7DC}"/>
              </a:ext>
            </a:extLst>
          </p:cNvPr>
          <p:cNvSpPr/>
          <p:nvPr/>
        </p:nvSpPr>
        <p:spPr>
          <a:xfrm>
            <a:off x="3304623" y="1106700"/>
            <a:ext cx="3180840" cy="1362816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11B70D4-01E9-40C6-BDB0-32E9086F1C72}"/>
              </a:ext>
            </a:extLst>
          </p:cNvPr>
          <p:cNvSpPr/>
          <p:nvPr/>
        </p:nvSpPr>
        <p:spPr>
          <a:xfrm>
            <a:off x="5879077" y="1106700"/>
            <a:ext cx="3180840" cy="136281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BE733E8-76B2-46E7-824E-ECFE462B9999}"/>
              </a:ext>
            </a:extLst>
          </p:cNvPr>
          <p:cNvSpPr/>
          <p:nvPr/>
        </p:nvSpPr>
        <p:spPr>
          <a:xfrm>
            <a:off x="8453531" y="1106700"/>
            <a:ext cx="3180840" cy="1362816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AC3CF9-85B7-429E-8E83-C2D586782150}"/>
              </a:ext>
            </a:extLst>
          </p:cNvPr>
          <p:cNvSpPr/>
          <p:nvPr/>
        </p:nvSpPr>
        <p:spPr>
          <a:xfrm>
            <a:off x="730168" y="2551041"/>
            <a:ext cx="2483925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A531BB-A5F6-4398-8A31-28844D28E570}"/>
              </a:ext>
            </a:extLst>
          </p:cNvPr>
          <p:cNvSpPr/>
          <p:nvPr/>
        </p:nvSpPr>
        <p:spPr>
          <a:xfrm>
            <a:off x="730168" y="3189139"/>
            <a:ext cx="2483925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3E02C5-1E48-460E-A5E7-70FF887E8628}"/>
              </a:ext>
            </a:extLst>
          </p:cNvPr>
          <p:cNvSpPr/>
          <p:nvPr/>
        </p:nvSpPr>
        <p:spPr>
          <a:xfrm>
            <a:off x="730168" y="3827238"/>
            <a:ext cx="2483925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CA7162-E3A1-4F06-9C1A-B3F26D268879}"/>
              </a:ext>
            </a:extLst>
          </p:cNvPr>
          <p:cNvSpPr/>
          <p:nvPr/>
        </p:nvSpPr>
        <p:spPr>
          <a:xfrm>
            <a:off x="730168" y="4465336"/>
            <a:ext cx="2483925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6223C9-3466-4790-9ABF-0CBE8C1B4996}"/>
              </a:ext>
            </a:extLst>
          </p:cNvPr>
          <p:cNvSpPr/>
          <p:nvPr/>
        </p:nvSpPr>
        <p:spPr>
          <a:xfrm>
            <a:off x="730168" y="5103435"/>
            <a:ext cx="2483925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73F764-6671-49C7-8E68-F12CD01BA33C}"/>
              </a:ext>
            </a:extLst>
          </p:cNvPr>
          <p:cNvSpPr/>
          <p:nvPr/>
        </p:nvSpPr>
        <p:spPr>
          <a:xfrm>
            <a:off x="730168" y="5741533"/>
            <a:ext cx="2483925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26715B-BC30-46C6-A327-5A840E867B30}"/>
              </a:ext>
            </a:extLst>
          </p:cNvPr>
          <p:cNvSpPr/>
          <p:nvPr/>
        </p:nvSpPr>
        <p:spPr>
          <a:xfrm>
            <a:off x="3305203" y="2551041"/>
            <a:ext cx="2483925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981AD9-0D68-46BE-95C9-A6405B69F81E}"/>
              </a:ext>
            </a:extLst>
          </p:cNvPr>
          <p:cNvSpPr/>
          <p:nvPr/>
        </p:nvSpPr>
        <p:spPr>
          <a:xfrm>
            <a:off x="3305203" y="3189139"/>
            <a:ext cx="2483925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957A86-37CC-49D1-B021-C4E52E53D5A4}"/>
              </a:ext>
            </a:extLst>
          </p:cNvPr>
          <p:cNvSpPr/>
          <p:nvPr/>
        </p:nvSpPr>
        <p:spPr>
          <a:xfrm>
            <a:off x="3305203" y="3827238"/>
            <a:ext cx="2483925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5AE6FB-9EA1-4755-B429-BB530F56304F}"/>
              </a:ext>
            </a:extLst>
          </p:cNvPr>
          <p:cNvSpPr/>
          <p:nvPr/>
        </p:nvSpPr>
        <p:spPr>
          <a:xfrm>
            <a:off x="3305203" y="4465336"/>
            <a:ext cx="2483925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95A6D7-9333-4423-AA1D-17798C072408}"/>
              </a:ext>
            </a:extLst>
          </p:cNvPr>
          <p:cNvSpPr/>
          <p:nvPr/>
        </p:nvSpPr>
        <p:spPr>
          <a:xfrm>
            <a:off x="3305203" y="5103435"/>
            <a:ext cx="2483925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17782-C257-41A0-AE54-BA85FEDBFA8B}"/>
              </a:ext>
            </a:extLst>
          </p:cNvPr>
          <p:cNvSpPr/>
          <p:nvPr/>
        </p:nvSpPr>
        <p:spPr>
          <a:xfrm>
            <a:off x="3305203" y="5741533"/>
            <a:ext cx="2483925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35F994-407F-4B7B-A285-6AAF6AD96B75}"/>
              </a:ext>
            </a:extLst>
          </p:cNvPr>
          <p:cNvSpPr/>
          <p:nvPr/>
        </p:nvSpPr>
        <p:spPr>
          <a:xfrm>
            <a:off x="5890748" y="2551041"/>
            <a:ext cx="2483925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CEFEB6-ACF4-4C72-B9D7-30CF76E666F0}"/>
              </a:ext>
            </a:extLst>
          </p:cNvPr>
          <p:cNvSpPr/>
          <p:nvPr/>
        </p:nvSpPr>
        <p:spPr>
          <a:xfrm>
            <a:off x="5890748" y="3189139"/>
            <a:ext cx="2483925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0A9038-C361-4F3A-AF9F-B320AAB3939E}"/>
              </a:ext>
            </a:extLst>
          </p:cNvPr>
          <p:cNvSpPr/>
          <p:nvPr/>
        </p:nvSpPr>
        <p:spPr>
          <a:xfrm>
            <a:off x="5890748" y="3827238"/>
            <a:ext cx="2483925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45ED18-4945-450F-BBF6-E7C3D36C73AE}"/>
              </a:ext>
            </a:extLst>
          </p:cNvPr>
          <p:cNvSpPr/>
          <p:nvPr/>
        </p:nvSpPr>
        <p:spPr>
          <a:xfrm>
            <a:off x="5890748" y="4465336"/>
            <a:ext cx="2483925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3FA652-3075-4A99-924C-720BC25C5126}"/>
              </a:ext>
            </a:extLst>
          </p:cNvPr>
          <p:cNvSpPr/>
          <p:nvPr/>
        </p:nvSpPr>
        <p:spPr>
          <a:xfrm>
            <a:off x="5890748" y="5103435"/>
            <a:ext cx="2483925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515A37-5305-4939-9571-09EFBD36D880}"/>
              </a:ext>
            </a:extLst>
          </p:cNvPr>
          <p:cNvSpPr/>
          <p:nvPr/>
        </p:nvSpPr>
        <p:spPr>
          <a:xfrm>
            <a:off x="5890748" y="5741533"/>
            <a:ext cx="2483925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215316-049F-42E5-83E5-E8D3CDE014A2}"/>
              </a:ext>
            </a:extLst>
          </p:cNvPr>
          <p:cNvSpPr/>
          <p:nvPr/>
        </p:nvSpPr>
        <p:spPr>
          <a:xfrm>
            <a:off x="8465783" y="2551041"/>
            <a:ext cx="2483925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E83D10-F9AE-4567-BC5D-8E29F2A5C03C}"/>
              </a:ext>
            </a:extLst>
          </p:cNvPr>
          <p:cNvSpPr/>
          <p:nvPr/>
        </p:nvSpPr>
        <p:spPr>
          <a:xfrm>
            <a:off x="8465783" y="3189139"/>
            <a:ext cx="2483925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619DB4-AADD-4F39-AA1C-0F456F3BF34C}"/>
              </a:ext>
            </a:extLst>
          </p:cNvPr>
          <p:cNvSpPr/>
          <p:nvPr/>
        </p:nvSpPr>
        <p:spPr>
          <a:xfrm>
            <a:off x="8465783" y="3827238"/>
            <a:ext cx="2483925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68B893-B24C-4C1A-A12D-179B700ABFFB}"/>
              </a:ext>
            </a:extLst>
          </p:cNvPr>
          <p:cNvSpPr/>
          <p:nvPr/>
        </p:nvSpPr>
        <p:spPr>
          <a:xfrm>
            <a:off x="8465783" y="4465336"/>
            <a:ext cx="2483925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84DDE8-C81C-48C5-96E9-272900697255}"/>
              </a:ext>
            </a:extLst>
          </p:cNvPr>
          <p:cNvSpPr/>
          <p:nvPr/>
        </p:nvSpPr>
        <p:spPr>
          <a:xfrm>
            <a:off x="8465783" y="5103435"/>
            <a:ext cx="2483925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2E282F-531E-4169-AE63-369D6FF8B428}"/>
              </a:ext>
            </a:extLst>
          </p:cNvPr>
          <p:cNvSpPr/>
          <p:nvPr/>
        </p:nvSpPr>
        <p:spPr>
          <a:xfrm>
            <a:off x="8465783" y="5741533"/>
            <a:ext cx="2483925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E7C761-5C93-4A55-9CC9-1A3E4ECFBB1B}"/>
              </a:ext>
            </a:extLst>
          </p:cNvPr>
          <p:cNvSpPr txBox="1"/>
          <p:nvPr/>
        </p:nvSpPr>
        <p:spPr>
          <a:xfrm>
            <a:off x="866117" y="1378826"/>
            <a:ext cx="2347975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4795FF-B089-4DAF-99A4-5D18D7709720}"/>
              </a:ext>
            </a:extLst>
          </p:cNvPr>
          <p:cNvSpPr txBox="1"/>
          <p:nvPr/>
        </p:nvSpPr>
        <p:spPr>
          <a:xfrm>
            <a:off x="4063793" y="1378826"/>
            <a:ext cx="2174635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15932-E905-4729-AF74-E17E608B56C3}"/>
              </a:ext>
            </a:extLst>
          </p:cNvPr>
          <p:cNvSpPr txBox="1"/>
          <p:nvPr/>
        </p:nvSpPr>
        <p:spPr>
          <a:xfrm>
            <a:off x="6617807" y="1378826"/>
            <a:ext cx="2140901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4BFA41-E5CC-4B69-A302-899D050F9870}"/>
              </a:ext>
            </a:extLst>
          </p:cNvPr>
          <p:cNvSpPr txBox="1"/>
          <p:nvPr/>
        </p:nvSpPr>
        <p:spPr>
          <a:xfrm>
            <a:off x="9192842" y="1378826"/>
            <a:ext cx="215606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93607A-F29D-43F4-9AF2-49FD6E09AE45}"/>
              </a:ext>
            </a:extLst>
          </p:cNvPr>
          <p:cNvSpPr/>
          <p:nvPr/>
        </p:nvSpPr>
        <p:spPr>
          <a:xfrm>
            <a:off x="839915" y="1834027"/>
            <a:ext cx="23741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3CA85B-C0E3-4F4A-8EBE-AC4303560A4F}"/>
              </a:ext>
            </a:extLst>
          </p:cNvPr>
          <p:cNvSpPr/>
          <p:nvPr/>
        </p:nvSpPr>
        <p:spPr>
          <a:xfrm>
            <a:off x="4063792" y="1834027"/>
            <a:ext cx="21746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A59906C-BB6B-4AA8-8340-70C8770190CB}"/>
              </a:ext>
            </a:extLst>
          </p:cNvPr>
          <p:cNvSpPr/>
          <p:nvPr/>
        </p:nvSpPr>
        <p:spPr>
          <a:xfrm>
            <a:off x="6617807" y="1834027"/>
            <a:ext cx="21409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172804-A278-4959-945E-00B5C0B643F4}"/>
              </a:ext>
            </a:extLst>
          </p:cNvPr>
          <p:cNvSpPr/>
          <p:nvPr/>
        </p:nvSpPr>
        <p:spPr>
          <a:xfrm>
            <a:off x="9192842" y="1834027"/>
            <a:ext cx="21560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DC6FF2-DD75-41BF-AF08-843770662E5D}"/>
              </a:ext>
            </a:extLst>
          </p:cNvPr>
          <p:cNvSpPr txBox="1"/>
          <p:nvPr/>
        </p:nvSpPr>
        <p:spPr>
          <a:xfrm rot="16200000">
            <a:off x="10588413" y="4195722"/>
            <a:ext cx="1520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ACTIVITIES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Process Flow Diagram Template for PowerPoint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ACE207C4-45F7-4590-8306-A0DA893637AB}"/>
              </a:ext>
            </a:extLst>
          </p:cNvPr>
          <p:cNvSpPr/>
          <p:nvPr/>
        </p:nvSpPr>
        <p:spPr>
          <a:xfrm>
            <a:off x="730167" y="1106700"/>
            <a:ext cx="2686650" cy="1362816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20C82AA0-F070-4B4F-8290-E2FCFA5EB7DC}"/>
              </a:ext>
            </a:extLst>
          </p:cNvPr>
          <p:cNvSpPr/>
          <p:nvPr/>
        </p:nvSpPr>
        <p:spPr>
          <a:xfrm>
            <a:off x="2802263" y="1106700"/>
            <a:ext cx="2686649" cy="1362816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11B70D4-01E9-40C6-BDB0-32E9086F1C72}"/>
              </a:ext>
            </a:extLst>
          </p:cNvPr>
          <p:cNvSpPr/>
          <p:nvPr/>
        </p:nvSpPr>
        <p:spPr>
          <a:xfrm>
            <a:off x="4874358" y="1106700"/>
            <a:ext cx="2686649" cy="136281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BE733E8-76B2-46E7-824E-ECFE462B9999}"/>
              </a:ext>
            </a:extLst>
          </p:cNvPr>
          <p:cNvSpPr/>
          <p:nvPr/>
        </p:nvSpPr>
        <p:spPr>
          <a:xfrm>
            <a:off x="6946452" y="1106700"/>
            <a:ext cx="2686649" cy="1362816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AC3CF9-85B7-429E-8E83-C2D586782150}"/>
              </a:ext>
            </a:extLst>
          </p:cNvPr>
          <p:cNvSpPr/>
          <p:nvPr/>
        </p:nvSpPr>
        <p:spPr>
          <a:xfrm>
            <a:off x="730168" y="2551041"/>
            <a:ext cx="1999231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A531BB-A5F6-4398-8A31-28844D28E570}"/>
              </a:ext>
            </a:extLst>
          </p:cNvPr>
          <p:cNvSpPr/>
          <p:nvPr/>
        </p:nvSpPr>
        <p:spPr>
          <a:xfrm>
            <a:off x="730168" y="3189139"/>
            <a:ext cx="1999231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3E02C5-1E48-460E-A5E7-70FF887E8628}"/>
              </a:ext>
            </a:extLst>
          </p:cNvPr>
          <p:cNvSpPr/>
          <p:nvPr/>
        </p:nvSpPr>
        <p:spPr>
          <a:xfrm>
            <a:off x="730168" y="3827238"/>
            <a:ext cx="1999231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CA7162-E3A1-4F06-9C1A-B3F26D268879}"/>
              </a:ext>
            </a:extLst>
          </p:cNvPr>
          <p:cNvSpPr/>
          <p:nvPr/>
        </p:nvSpPr>
        <p:spPr>
          <a:xfrm>
            <a:off x="730168" y="4465336"/>
            <a:ext cx="1999231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6223C9-3466-4790-9ABF-0CBE8C1B4996}"/>
              </a:ext>
            </a:extLst>
          </p:cNvPr>
          <p:cNvSpPr/>
          <p:nvPr/>
        </p:nvSpPr>
        <p:spPr>
          <a:xfrm>
            <a:off x="730168" y="5103435"/>
            <a:ext cx="1999231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73F764-6671-49C7-8E68-F12CD01BA33C}"/>
              </a:ext>
            </a:extLst>
          </p:cNvPr>
          <p:cNvSpPr/>
          <p:nvPr/>
        </p:nvSpPr>
        <p:spPr>
          <a:xfrm>
            <a:off x="730168" y="5741533"/>
            <a:ext cx="1999231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26715B-BC30-46C6-A327-5A840E867B30}"/>
              </a:ext>
            </a:extLst>
          </p:cNvPr>
          <p:cNvSpPr/>
          <p:nvPr/>
        </p:nvSpPr>
        <p:spPr>
          <a:xfrm>
            <a:off x="2802730" y="2551041"/>
            <a:ext cx="1999231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981AD9-0D68-46BE-95C9-A6405B69F81E}"/>
              </a:ext>
            </a:extLst>
          </p:cNvPr>
          <p:cNvSpPr/>
          <p:nvPr/>
        </p:nvSpPr>
        <p:spPr>
          <a:xfrm>
            <a:off x="2802730" y="3189139"/>
            <a:ext cx="1999231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957A86-37CC-49D1-B021-C4E52E53D5A4}"/>
              </a:ext>
            </a:extLst>
          </p:cNvPr>
          <p:cNvSpPr/>
          <p:nvPr/>
        </p:nvSpPr>
        <p:spPr>
          <a:xfrm>
            <a:off x="2802730" y="3827238"/>
            <a:ext cx="1999231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5AE6FB-9EA1-4755-B429-BB530F56304F}"/>
              </a:ext>
            </a:extLst>
          </p:cNvPr>
          <p:cNvSpPr/>
          <p:nvPr/>
        </p:nvSpPr>
        <p:spPr>
          <a:xfrm>
            <a:off x="2802730" y="4465336"/>
            <a:ext cx="1999231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95A6D7-9333-4423-AA1D-17798C072408}"/>
              </a:ext>
            </a:extLst>
          </p:cNvPr>
          <p:cNvSpPr/>
          <p:nvPr/>
        </p:nvSpPr>
        <p:spPr>
          <a:xfrm>
            <a:off x="2802730" y="5103435"/>
            <a:ext cx="1999231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17782-C257-41A0-AE54-BA85FEDBFA8B}"/>
              </a:ext>
            </a:extLst>
          </p:cNvPr>
          <p:cNvSpPr/>
          <p:nvPr/>
        </p:nvSpPr>
        <p:spPr>
          <a:xfrm>
            <a:off x="2802730" y="5741533"/>
            <a:ext cx="1999231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35F994-407F-4B7B-A285-6AAF6AD96B75}"/>
              </a:ext>
            </a:extLst>
          </p:cNvPr>
          <p:cNvSpPr/>
          <p:nvPr/>
        </p:nvSpPr>
        <p:spPr>
          <a:xfrm>
            <a:off x="4883751" y="2551041"/>
            <a:ext cx="1999231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CEFEB6-ACF4-4C72-B9D7-30CF76E666F0}"/>
              </a:ext>
            </a:extLst>
          </p:cNvPr>
          <p:cNvSpPr/>
          <p:nvPr/>
        </p:nvSpPr>
        <p:spPr>
          <a:xfrm>
            <a:off x="4883751" y="3189139"/>
            <a:ext cx="1999231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0A9038-C361-4F3A-AF9F-B320AAB3939E}"/>
              </a:ext>
            </a:extLst>
          </p:cNvPr>
          <p:cNvSpPr/>
          <p:nvPr/>
        </p:nvSpPr>
        <p:spPr>
          <a:xfrm>
            <a:off x="4883751" y="3827238"/>
            <a:ext cx="1999231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45ED18-4945-450F-BBF6-E7C3D36C73AE}"/>
              </a:ext>
            </a:extLst>
          </p:cNvPr>
          <p:cNvSpPr/>
          <p:nvPr/>
        </p:nvSpPr>
        <p:spPr>
          <a:xfrm>
            <a:off x="4883751" y="4465336"/>
            <a:ext cx="1999231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3FA652-3075-4A99-924C-720BC25C5126}"/>
              </a:ext>
            </a:extLst>
          </p:cNvPr>
          <p:cNvSpPr/>
          <p:nvPr/>
        </p:nvSpPr>
        <p:spPr>
          <a:xfrm>
            <a:off x="4883751" y="5103435"/>
            <a:ext cx="1999231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515A37-5305-4939-9571-09EFBD36D880}"/>
              </a:ext>
            </a:extLst>
          </p:cNvPr>
          <p:cNvSpPr/>
          <p:nvPr/>
        </p:nvSpPr>
        <p:spPr>
          <a:xfrm>
            <a:off x="4883751" y="5741533"/>
            <a:ext cx="1999231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215316-049F-42E5-83E5-E8D3CDE014A2}"/>
              </a:ext>
            </a:extLst>
          </p:cNvPr>
          <p:cNvSpPr/>
          <p:nvPr/>
        </p:nvSpPr>
        <p:spPr>
          <a:xfrm>
            <a:off x="6956313" y="2551041"/>
            <a:ext cx="1999231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E83D10-F9AE-4567-BC5D-8E29F2A5C03C}"/>
              </a:ext>
            </a:extLst>
          </p:cNvPr>
          <p:cNvSpPr/>
          <p:nvPr/>
        </p:nvSpPr>
        <p:spPr>
          <a:xfrm>
            <a:off x="6956313" y="3189139"/>
            <a:ext cx="1999231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619DB4-AADD-4F39-AA1C-0F456F3BF34C}"/>
              </a:ext>
            </a:extLst>
          </p:cNvPr>
          <p:cNvSpPr/>
          <p:nvPr/>
        </p:nvSpPr>
        <p:spPr>
          <a:xfrm>
            <a:off x="6956313" y="3827238"/>
            <a:ext cx="1999231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68B893-B24C-4C1A-A12D-179B700ABFFB}"/>
              </a:ext>
            </a:extLst>
          </p:cNvPr>
          <p:cNvSpPr/>
          <p:nvPr/>
        </p:nvSpPr>
        <p:spPr>
          <a:xfrm>
            <a:off x="6956313" y="4465336"/>
            <a:ext cx="1999231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84DDE8-C81C-48C5-96E9-272900697255}"/>
              </a:ext>
            </a:extLst>
          </p:cNvPr>
          <p:cNvSpPr/>
          <p:nvPr/>
        </p:nvSpPr>
        <p:spPr>
          <a:xfrm>
            <a:off x="6956313" y="5103435"/>
            <a:ext cx="1999231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2E282F-531E-4169-AE63-369D6FF8B428}"/>
              </a:ext>
            </a:extLst>
          </p:cNvPr>
          <p:cNvSpPr/>
          <p:nvPr/>
        </p:nvSpPr>
        <p:spPr>
          <a:xfrm>
            <a:off x="6956313" y="5741533"/>
            <a:ext cx="1999231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E7C761-5C93-4A55-9CC9-1A3E4ECFBB1B}"/>
              </a:ext>
            </a:extLst>
          </p:cNvPr>
          <p:cNvSpPr txBox="1"/>
          <p:nvPr/>
        </p:nvSpPr>
        <p:spPr>
          <a:xfrm>
            <a:off x="839590" y="1302626"/>
            <a:ext cx="167364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4795FF-B089-4DAF-99A4-5D18D7709720}"/>
              </a:ext>
            </a:extLst>
          </p:cNvPr>
          <p:cNvSpPr txBox="1"/>
          <p:nvPr/>
        </p:nvSpPr>
        <p:spPr>
          <a:xfrm>
            <a:off x="3493196" y="1302626"/>
            <a:ext cx="1750293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15932-E905-4729-AF74-E17E608B56C3}"/>
              </a:ext>
            </a:extLst>
          </p:cNvPr>
          <p:cNvSpPr txBox="1"/>
          <p:nvPr/>
        </p:nvSpPr>
        <p:spPr>
          <a:xfrm>
            <a:off x="5548839" y="1302626"/>
            <a:ext cx="1723142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4BFA41-E5CC-4B69-A302-899D050F9870}"/>
              </a:ext>
            </a:extLst>
          </p:cNvPr>
          <p:cNvSpPr txBox="1"/>
          <p:nvPr/>
        </p:nvSpPr>
        <p:spPr>
          <a:xfrm>
            <a:off x="7621402" y="1302626"/>
            <a:ext cx="1735349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93607A-F29D-43F4-9AF2-49FD6E09AE45}"/>
              </a:ext>
            </a:extLst>
          </p:cNvPr>
          <p:cNvSpPr/>
          <p:nvPr/>
        </p:nvSpPr>
        <p:spPr>
          <a:xfrm>
            <a:off x="818500" y="1757827"/>
            <a:ext cx="1694737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3CA85B-C0E3-4F4A-8EBE-AC4303560A4F}"/>
              </a:ext>
            </a:extLst>
          </p:cNvPr>
          <p:cNvSpPr/>
          <p:nvPr/>
        </p:nvSpPr>
        <p:spPr>
          <a:xfrm>
            <a:off x="3493196" y="1757827"/>
            <a:ext cx="1750293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A59906C-BB6B-4AA8-8340-70C8770190CB}"/>
              </a:ext>
            </a:extLst>
          </p:cNvPr>
          <p:cNvSpPr/>
          <p:nvPr/>
        </p:nvSpPr>
        <p:spPr>
          <a:xfrm>
            <a:off x="5548839" y="1757827"/>
            <a:ext cx="1723142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172804-A278-4959-945E-00B5C0B643F4}"/>
              </a:ext>
            </a:extLst>
          </p:cNvPr>
          <p:cNvSpPr/>
          <p:nvPr/>
        </p:nvSpPr>
        <p:spPr>
          <a:xfrm>
            <a:off x="7621402" y="1757827"/>
            <a:ext cx="1735349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D2BD4384-98AF-4594-B000-9F895FB22A2A}"/>
              </a:ext>
            </a:extLst>
          </p:cNvPr>
          <p:cNvSpPr/>
          <p:nvPr/>
        </p:nvSpPr>
        <p:spPr>
          <a:xfrm>
            <a:off x="9019229" y="1106700"/>
            <a:ext cx="2686649" cy="1362816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FC086D-A010-4C97-85B8-16E793D5D05C}"/>
              </a:ext>
            </a:extLst>
          </p:cNvPr>
          <p:cNvSpPr/>
          <p:nvPr/>
        </p:nvSpPr>
        <p:spPr>
          <a:xfrm>
            <a:off x="9029090" y="2551041"/>
            <a:ext cx="1999231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70CB21F-CF71-49CB-8677-593E81B95F5F}"/>
              </a:ext>
            </a:extLst>
          </p:cNvPr>
          <p:cNvSpPr/>
          <p:nvPr/>
        </p:nvSpPr>
        <p:spPr>
          <a:xfrm>
            <a:off x="9029090" y="3189139"/>
            <a:ext cx="1999231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38E444-0973-4ABA-B63F-CB7CF3F0EBAD}"/>
              </a:ext>
            </a:extLst>
          </p:cNvPr>
          <p:cNvSpPr/>
          <p:nvPr/>
        </p:nvSpPr>
        <p:spPr>
          <a:xfrm>
            <a:off x="9029090" y="3827238"/>
            <a:ext cx="1999231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B45873-AD34-462E-9B73-5E016233F9DA}"/>
              </a:ext>
            </a:extLst>
          </p:cNvPr>
          <p:cNvSpPr/>
          <p:nvPr/>
        </p:nvSpPr>
        <p:spPr>
          <a:xfrm>
            <a:off x="9029090" y="4465336"/>
            <a:ext cx="1999231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609644F-660D-46CE-AD11-CD1204672540}"/>
              </a:ext>
            </a:extLst>
          </p:cNvPr>
          <p:cNvSpPr/>
          <p:nvPr/>
        </p:nvSpPr>
        <p:spPr>
          <a:xfrm>
            <a:off x="9029090" y="5103435"/>
            <a:ext cx="1999231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320966-246D-4C86-8C3D-EA40A3FA4D9F}"/>
              </a:ext>
            </a:extLst>
          </p:cNvPr>
          <p:cNvSpPr/>
          <p:nvPr/>
        </p:nvSpPr>
        <p:spPr>
          <a:xfrm>
            <a:off x="9029090" y="5741533"/>
            <a:ext cx="1999231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D1C011-7294-4F2E-A18E-C20F398F8303}"/>
              </a:ext>
            </a:extLst>
          </p:cNvPr>
          <p:cNvSpPr txBox="1"/>
          <p:nvPr/>
        </p:nvSpPr>
        <p:spPr>
          <a:xfrm>
            <a:off x="9694179" y="1302626"/>
            <a:ext cx="1735349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C2FDC1-612A-415B-BFA1-9CEA6C0218ED}"/>
              </a:ext>
            </a:extLst>
          </p:cNvPr>
          <p:cNvSpPr/>
          <p:nvPr/>
        </p:nvSpPr>
        <p:spPr>
          <a:xfrm>
            <a:off x="9694179" y="1757827"/>
            <a:ext cx="1735349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700F57-A1D4-458B-9751-F9418B844FB0}"/>
              </a:ext>
            </a:extLst>
          </p:cNvPr>
          <p:cNvSpPr txBox="1"/>
          <p:nvPr/>
        </p:nvSpPr>
        <p:spPr>
          <a:xfrm rot="16200000">
            <a:off x="10589129" y="4240765"/>
            <a:ext cx="1520994" cy="3715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ACTIVITIES</a:t>
            </a:r>
          </a:p>
        </p:txBody>
      </p:sp>
    </p:spTree>
    <p:extLst>
      <p:ext uri="{BB962C8B-B14F-4D97-AF65-F5344CB8AC3E}">
        <p14:creationId xmlns:p14="http://schemas.microsoft.com/office/powerpoint/2010/main" val="44985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Process Flow Diagram Template for PowerPoint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ACE207C4-45F7-4590-8306-A0DA893637AB}"/>
              </a:ext>
            </a:extLst>
          </p:cNvPr>
          <p:cNvSpPr/>
          <p:nvPr/>
        </p:nvSpPr>
        <p:spPr>
          <a:xfrm>
            <a:off x="720739" y="1106700"/>
            <a:ext cx="2401419" cy="1362816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20C82AA0-F070-4B4F-8290-E2FCFA5EB7DC}"/>
              </a:ext>
            </a:extLst>
          </p:cNvPr>
          <p:cNvSpPr/>
          <p:nvPr/>
        </p:nvSpPr>
        <p:spPr>
          <a:xfrm>
            <a:off x="2486112" y="1106700"/>
            <a:ext cx="2401418" cy="1362816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11B70D4-01E9-40C6-BDB0-32E9086F1C72}"/>
              </a:ext>
            </a:extLst>
          </p:cNvPr>
          <p:cNvSpPr/>
          <p:nvPr/>
        </p:nvSpPr>
        <p:spPr>
          <a:xfrm>
            <a:off x="4251483" y="1106700"/>
            <a:ext cx="2401418" cy="136281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BE733E8-76B2-46E7-824E-ECFE462B9999}"/>
              </a:ext>
            </a:extLst>
          </p:cNvPr>
          <p:cNvSpPr/>
          <p:nvPr/>
        </p:nvSpPr>
        <p:spPr>
          <a:xfrm>
            <a:off x="6016854" y="1106700"/>
            <a:ext cx="2401418" cy="1362816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AC3CF9-85B7-429E-8E83-C2D586782150}"/>
              </a:ext>
            </a:extLst>
          </p:cNvPr>
          <p:cNvSpPr/>
          <p:nvPr/>
        </p:nvSpPr>
        <p:spPr>
          <a:xfrm>
            <a:off x="720741" y="2551041"/>
            <a:ext cx="1703294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A531BB-A5F6-4398-8A31-28844D28E570}"/>
              </a:ext>
            </a:extLst>
          </p:cNvPr>
          <p:cNvSpPr/>
          <p:nvPr/>
        </p:nvSpPr>
        <p:spPr>
          <a:xfrm>
            <a:off x="720741" y="3189139"/>
            <a:ext cx="1703294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3E02C5-1E48-460E-A5E7-70FF887E8628}"/>
              </a:ext>
            </a:extLst>
          </p:cNvPr>
          <p:cNvSpPr/>
          <p:nvPr/>
        </p:nvSpPr>
        <p:spPr>
          <a:xfrm>
            <a:off x="720741" y="3827238"/>
            <a:ext cx="1703294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CA7162-E3A1-4F06-9C1A-B3F26D268879}"/>
              </a:ext>
            </a:extLst>
          </p:cNvPr>
          <p:cNvSpPr/>
          <p:nvPr/>
        </p:nvSpPr>
        <p:spPr>
          <a:xfrm>
            <a:off x="720741" y="4465336"/>
            <a:ext cx="1703294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6223C9-3466-4790-9ABF-0CBE8C1B4996}"/>
              </a:ext>
            </a:extLst>
          </p:cNvPr>
          <p:cNvSpPr/>
          <p:nvPr/>
        </p:nvSpPr>
        <p:spPr>
          <a:xfrm>
            <a:off x="720741" y="5103435"/>
            <a:ext cx="1703294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73F764-6671-49C7-8E68-F12CD01BA33C}"/>
              </a:ext>
            </a:extLst>
          </p:cNvPr>
          <p:cNvSpPr/>
          <p:nvPr/>
        </p:nvSpPr>
        <p:spPr>
          <a:xfrm>
            <a:off x="720741" y="5741533"/>
            <a:ext cx="1703294" cy="557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26715B-BC30-46C6-A327-5A840E867B30}"/>
              </a:ext>
            </a:extLst>
          </p:cNvPr>
          <p:cNvSpPr/>
          <p:nvPr/>
        </p:nvSpPr>
        <p:spPr>
          <a:xfrm>
            <a:off x="2486510" y="2551041"/>
            <a:ext cx="1703294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981AD9-0D68-46BE-95C9-A6405B69F81E}"/>
              </a:ext>
            </a:extLst>
          </p:cNvPr>
          <p:cNvSpPr/>
          <p:nvPr/>
        </p:nvSpPr>
        <p:spPr>
          <a:xfrm>
            <a:off x="2486510" y="3189139"/>
            <a:ext cx="1703294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957A86-37CC-49D1-B021-C4E52E53D5A4}"/>
              </a:ext>
            </a:extLst>
          </p:cNvPr>
          <p:cNvSpPr/>
          <p:nvPr/>
        </p:nvSpPr>
        <p:spPr>
          <a:xfrm>
            <a:off x="2486510" y="3827238"/>
            <a:ext cx="1703294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5AE6FB-9EA1-4755-B429-BB530F56304F}"/>
              </a:ext>
            </a:extLst>
          </p:cNvPr>
          <p:cNvSpPr/>
          <p:nvPr/>
        </p:nvSpPr>
        <p:spPr>
          <a:xfrm>
            <a:off x="2486510" y="4465336"/>
            <a:ext cx="1703294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95A6D7-9333-4423-AA1D-17798C072408}"/>
              </a:ext>
            </a:extLst>
          </p:cNvPr>
          <p:cNvSpPr/>
          <p:nvPr/>
        </p:nvSpPr>
        <p:spPr>
          <a:xfrm>
            <a:off x="2486510" y="5103435"/>
            <a:ext cx="1703294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17782-C257-41A0-AE54-BA85FEDBFA8B}"/>
              </a:ext>
            </a:extLst>
          </p:cNvPr>
          <p:cNvSpPr/>
          <p:nvPr/>
        </p:nvSpPr>
        <p:spPr>
          <a:xfrm>
            <a:off x="2486510" y="5741533"/>
            <a:ext cx="1703294" cy="5572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35F994-407F-4B7B-A285-6AAF6AD96B75}"/>
              </a:ext>
            </a:extLst>
          </p:cNvPr>
          <p:cNvSpPr/>
          <p:nvPr/>
        </p:nvSpPr>
        <p:spPr>
          <a:xfrm>
            <a:off x="4259487" y="2551041"/>
            <a:ext cx="1703294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CEFEB6-ACF4-4C72-B9D7-30CF76E666F0}"/>
              </a:ext>
            </a:extLst>
          </p:cNvPr>
          <p:cNvSpPr/>
          <p:nvPr/>
        </p:nvSpPr>
        <p:spPr>
          <a:xfrm>
            <a:off x="4259487" y="3189139"/>
            <a:ext cx="1703294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0A9038-C361-4F3A-AF9F-B320AAB3939E}"/>
              </a:ext>
            </a:extLst>
          </p:cNvPr>
          <p:cNvSpPr/>
          <p:nvPr/>
        </p:nvSpPr>
        <p:spPr>
          <a:xfrm>
            <a:off x="4259487" y="3827238"/>
            <a:ext cx="1703294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45ED18-4945-450F-BBF6-E7C3D36C73AE}"/>
              </a:ext>
            </a:extLst>
          </p:cNvPr>
          <p:cNvSpPr/>
          <p:nvPr/>
        </p:nvSpPr>
        <p:spPr>
          <a:xfrm>
            <a:off x="4259487" y="4465336"/>
            <a:ext cx="1703294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3FA652-3075-4A99-924C-720BC25C5126}"/>
              </a:ext>
            </a:extLst>
          </p:cNvPr>
          <p:cNvSpPr/>
          <p:nvPr/>
        </p:nvSpPr>
        <p:spPr>
          <a:xfrm>
            <a:off x="4259487" y="5103435"/>
            <a:ext cx="1703294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515A37-5305-4939-9571-09EFBD36D880}"/>
              </a:ext>
            </a:extLst>
          </p:cNvPr>
          <p:cNvSpPr/>
          <p:nvPr/>
        </p:nvSpPr>
        <p:spPr>
          <a:xfrm>
            <a:off x="4259487" y="5741533"/>
            <a:ext cx="1703294" cy="557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215316-049F-42E5-83E5-E8D3CDE014A2}"/>
              </a:ext>
            </a:extLst>
          </p:cNvPr>
          <p:cNvSpPr/>
          <p:nvPr/>
        </p:nvSpPr>
        <p:spPr>
          <a:xfrm>
            <a:off x="6025257" y="2551041"/>
            <a:ext cx="1703294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E83D10-F9AE-4567-BC5D-8E29F2A5C03C}"/>
              </a:ext>
            </a:extLst>
          </p:cNvPr>
          <p:cNvSpPr/>
          <p:nvPr/>
        </p:nvSpPr>
        <p:spPr>
          <a:xfrm>
            <a:off x="6025257" y="3189139"/>
            <a:ext cx="1703294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619DB4-AADD-4F39-AA1C-0F456F3BF34C}"/>
              </a:ext>
            </a:extLst>
          </p:cNvPr>
          <p:cNvSpPr/>
          <p:nvPr/>
        </p:nvSpPr>
        <p:spPr>
          <a:xfrm>
            <a:off x="6025257" y="3827238"/>
            <a:ext cx="1703294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68B893-B24C-4C1A-A12D-179B700ABFFB}"/>
              </a:ext>
            </a:extLst>
          </p:cNvPr>
          <p:cNvSpPr/>
          <p:nvPr/>
        </p:nvSpPr>
        <p:spPr>
          <a:xfrm>
            <a:off x="6025257" y="4465336"/>
            <a:ext cx="1703294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84DDE8-C81C-48C5-96E9-272900697255}"/>
              </a:ext>
            </a:extLst>
          </p:cNvPr>
          <p:cNvSpPr/>
          <p:nvPr/>
        </p:nvSpPr>
        <p:spPr>
          <a:xfrm>
            <a:off x="6025257" y="5103435"/>
            <a:ext cx="1703294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2E282F-531E-4169-AE63-369D6FF8B428}"/>
              </a:ext>
            </a:extLst>
          </p:cNvPr>
          <p:cNvSpPr/>
          <p:nvPr/>
        </p:nvSpPr>
        <p:spPr>
          <a:xfrm>
            <a:off x="6025257" y="5741533"/>
            <a:ext cx="1703294" cy="5572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E7C761-5C93-4A55-9CC9-1A3E4ECFBB1B}"/>
              </a:ext>
            </a:extLst>
          </p:cNvPr>
          <p:cNvSpPr txBox="1"/>
          <p:nvPr/>
        </p:nvSpPr>
        <p:spPr>
          <a:xfrm>
            <a:off x="813966" y="1302626"/>
            <a:ext cx="1610070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4795FF-B089-4DAF-99A4-5D18D7709720}"/>
              </a:ext>
            </a:extLst>
          </p:cNvPr>
          <p:cNvSpPr txBox="1"/>
          <p:nvPr/>
        </p:nvSpPr>
        <p:spPr>
          <a:xfrm>
            <a:off x="3145794" y="1302626"/>
            <a:ext cx="1491205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15932-E905-4729-AF74-E17E608B56C3}"/>
              </a:ext>
            </a:extLst>
          </p:cNvPr>
          <p:cNvSpPr txBox="1"/>
          <p:nvPr/>
        </p:nvSpPr>
        <p:spPr>
          <a:xfrm>
            <a:off x="4897149" y="1302626"/>
            <a:ext cx="1468073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4BFA41-E5CC-4B69-A302-899D050F9870}"/>
              </a:ext>
            </a:extLst>
          </p:cNvPr>
          <p:cNvSpPr txBox="1"/>
          <p:nvPr/>
        </p:nvSpPr>
        <p:spPr>
          <a:xfrm>
            <a:off x="6662920" y="1302626"/>
            <a:ext cx="1478473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93607A-F29D-43F4-9AF2-49FD6E09AE45}"/>
              </a:ext>
            </a:extLst>
          </p:cNvPr>
          <p:cNvSpPr/>
          <p:nvPr/>
        </p:nvSpPr>
        <p:spPr>
          <a:xfrm>
            <a:off x="795997" y="1757827"/>
            <a:ext cx="1628038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3CA85B-C0E3-4F4A-8EBE-AC4303560A4F}"/>
              </a:ext>
            </a:extLst>
          </p:cNvPr>
          <p:cNvSpPr/>
          <p:nvPr/>
        </p:nvSpPr>
        <p:spPr>
          <a:xfrm>
            <a:off x="3145794" y="1757827"/>
            <a:ext cx="1491205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A59906C-BB6B-4AA8-8340-70C8770190CB}"/>
              </a:ext>
            </a:extLst>
          </p:cNvPr>
          <p:cNvSpPr/>
          <p:nvPr/>
        </p:nvSpPr>
        <p:spPr>
          <a:xfrm>
            <a:off x="4897149" y="1757827"/>
            <a:ext cx="1468073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172804-A278-4959-945E-00B5C0B643F4}"/>
              </a:ext>
            </a:extLst>
          </p:cNvPr>
          <p:cNvSpPr/>
          <p:nvPr/>
        </p:nvSpPr>
        <p:spPr>
          <a:xfrm>
            <a:off x="6662920" y="1757827"/>
            <a:ext cx="1478473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D2BD4384-98AF-4594-B000-9F895FB22A2A}"/>
              </a:ext>
            </a:extLst>
          </p:cNvPr>
          <p:cNvSpPr/>
          <p:nvPr/>
        </p:nvSpPr>
        <p:spPr>
          <a:xfrm>
            <a:off x="7782807" y="1106700"/>
            <a:ext cx="2401418" cy="1362816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FC086D-A010-4C97-85B8-16E793D5D05C}"/>
              </a:ext>
            </a:extLst>
          </p:cNvPr>
          <p:cNvSpPr/>
          <p:nvPr/>
        </p:nvSpPr>
        <p:spPr>
          <a:xfrm>
            <a:off x="7791210" y="2551041"/>
            <a:ext cx="1703294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70CB21F-CF71-49CB-8677-593E81B95F5F}"/>
              </a:ext>
            </a:extLst>
          </p:cNvPr>
          <p:cNvSpPr/>
          <p:nvPr/>
        </p:nvSpPr>
        <p:spPr>
          <a:xfrm>
            <a:off x="7791210" y="3189139"/>
            <a:ext cx="1703294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38E444-0973-4ABA-B63F-CB7CF3F0EBAD}"/>
              </a:ext>
            </a:extLst>
          </p:cNvPr>
          <p:cNvSpPr/>
          <p:nvPr/>
        </p:nvSpPr>
        <p:spPr>
          <a:xfrm>
            <a:off x="7791210" y="3827238"/>
            <a:ext cx="1703294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B45873-AD34-462E-9B73-5E016233F9DA}"/>
              </a:ext>
            </a:extLst>
          </p:cNvPr>
          <p:cNvSpPr/>
          <p:nvPr/>
        </p:nvSpPr>
        <p:spPr>
          <a:xfrm>
            <a:off x="7791210" y="4465336"/>
            <a:ext cx="1703294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609644F-660D-46CE-AD11-CD1204672540}"/>
              </a:ext>
            </a:extLst>
          </p:cNvPr>
          <p:cNvSpPr/>
          <p:nvPr/>
        </p:nvSpPr>
        <p:spPr>
          <a:xfrm>
            <a:off x="7791210" y="5103435"/>
            <a:ext cx="1703294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320966-246D-4C86-8C3D-EA40A3FA4D9F}"/>
              </a:ext>
            </a:extLst>
          </p:cNvPr>
          <p:cNvSpPr/>
          <p:nvPr/>
        </p:nvSpPr>
        <p:spPr>
          <a:xfrm>
            <a:off x="7791210" y="5741533"/>
            <a:ext cx="1703294" cy="557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D1C011-7294-4F2E-A18E-C20F398F8303}"/>
              </a:ext>
            </a:extLst>
          </p:cNvPr>
          <p:cNvSpPr txBox="1"/>
          <p:nvPr/>
        </p:nvSpPr>
        <p:spPr>
          <a:xfrm>
            <a:off x="8428873" y="1302626"/>
            <a:ext cx="1478473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C2FDC1-612A-415B-BFA1-9CEA6C0218ED}"/>
              </a:ext>
            </a:extLst>
          </p:cNvPr>
          <p:cNvSpPr/>
          <p:nvPr/>
        </p:nvSpPr>
        <p:spPr>
          <a:xfrm>
            <a:off x="8428873" y="1757827"/>
            <a:ext cx="1478473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6AD97B63-0625-4477-8689-A4476F732DCA}"/>
              </a:ext>
            </a:extLst>
          </p:cNvPr>
          <p:cNvSpPr/>
          <p:nvPr/>
        </p:nvSpPr>
        <p:spPr>
          <a:xfrm>
            <a:off x="9541682" y="1106700"/>
            <a:ext cx="2401418" cy="1362816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C9F0F4-3F48-4390-945B-EB9BB5A97732}"/>
              </a:ext>
            </a:extLst>
          </p:cNvPr>
          <p:cNvSpPr/>
          <p:nvPr/>
        </p:nvSpPr>
        <p:spPr>
          <a:xfrm>
            <a:off x="9550085" y="2551041"/>
            <a:ext cx="1703294" cy="5572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88E69E8-FB3E-4E37-996C-D2A1F177EB9A}"/>
              </a:ext>
            </a:extLst>
          </p:cNvPr>
          <p:cNvSpPr/>
          <p:nvPr/>
        </p:nvSpPr>
        <p:spPr>
          <a:xfrm>
            <a:off x="9550085" y="3189139"/>
            <a:ext cx="1703294" cy="5572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49C9FE4-F910-4B44-94E0-FCCCD5CA4A85}"/>
              </a:ext>
            </a:extLst>
          </p:cNvPr>
          <p:cNvSpPr/>
          <p:nvPr/>
        </p:nvSpPr>
        <p:spPr>
          <a:xfrm>
            <a:off x="9550085" y="3827238"/>
            <a:ext cx="1703294" cy="5572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780D72-DCF6-4E3F-9065-972016A154FD}"/>
              </a:ext>
            </a:extLst>
          </p:cNvPr>
          <p:cNvSpPr/>
          <p:nvPr/>
        </p:nvSpPr>
        <p:spPr>
          <a:xfrm>
            <a:off x="9550085" y="4465336"/>
            <a:ext cx="1703294" cy="5572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EA8030E-140F-4753-8ADC-E4FAB9AC26CD}"/>
              </a:ext>
            </a:extLst>
          </p:cNvPr>
          <p:cNvSpPr/>
          <p:nvPr/>
        </p:nvSpPr>
        <p:spPr>
          <a:xfrm>
            <a:off x="9550085" y="5103435"/>
            <a:ext cx="1703294" cy="5572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FD65F46-82F2-49BA-B672-FBF174E425DE}"/>
              </a:ext>
            </a:extLst>
          </p:cNvPr>
          <p:cNvSpPr/>
          <p:nvPr/>
        </p:nvSpPr>
        <p:spPr>
          <a:xfrm>
            <a:off x="9550085" y="5741533"/>
            <a:ext cx="1703294" cy="5572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13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E50999-EC5A-4B05-B4F0-E5A995771C6D}"/>
              </a:ext>
            </a:extLst>
          </p:cNvPr>
          <p:cNvSpPr txBox="1"/>
          <p:nvPr/>
        </p:nvSpPr>
        <p:spPr>
          <a:xfrm>
            <a:off x="10187747" y="1302626"/>
            <a:ext cx="1478473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6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8167E18-C1F3-4AAE-8D26-E9F38DDD3DA5}"/>
              </a:ext>
            </a:extLst>
          </p:cNvPr>
          <p:cNvSpPr/>
          <p:nvPr/>
        </p:nvSpPr>
        <p:spPr>
          <a:xfrm>
            <a:off x="10187747" y="1757827"/>
            <a:ext cx="1478473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1400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CAD999-0798-438F-977C-029CAD98D14D}"/>
              </a:ext>
            </a:extLst>
          </p:cNvPr>
          <p:cNvSpPr txBox="1"/>
          <p:nvPr/>
        </p:nvSpPr>
        <p:spPr>
          <a:xfrm rot="16200000">
            <a:off x="10719934" y="4240765"/>
            <a:ext cx="1520994" cy="3715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ACTIVITIES</a:t>
            </a:r>
          </a:p>
        </p:txBody>
      </p:sp>
    </p:spTree>
    <p:extLst>
      <p:ext uri="{BB962C8B-B14F-4D97-AF65-F5344CB8AC3E}">
        <p14:creationId xmlns:p14="http://schemas.microsoft.com/office/powerpoint/2010/main" val="181912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dustry Analys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771</Words>
  <Application>Microsoft Office PowerPoint</Application>
  <PresentationFormat>Custom</PresentationFormat>
  <Paragraphs>129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Open Sans</vt:lpstr>
      <vt:lpstr>Office Theme</vt:lpstr>
      <vt:lpstr>Process Flow Diagram Template for PowerPoint</vt:lpstr>
      <vt:lpstr>Process Flow Diagram Template for PowerPoint</vt:lpstr>
      <vt:lpstr>Process Flow Diagram Template for PowerPoint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Jithin Shashidharan</cp:lastModifiedBy>
  <cp:revision>104</cp:revision>
  <dcterms:created xsi:type="dcterms:W3CDTF">2013-09-12T13:05:01Z</dcterms:created>
  <dcterms:modified xsi:type="dcterms:W3CDTF">2018-08-15T15:16:20Z</dcterms:modified>
</cp:coreProperties>
</file>