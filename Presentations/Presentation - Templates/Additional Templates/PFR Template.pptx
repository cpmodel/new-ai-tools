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8" r:id="rId4"/>
    <p:sldId id="259" r:id="rId5"/>
    <p:sldId id="260" r:id="rId6"/>
    <p:sldId id="257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BDB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32"/>
    <p:restoredTop sz="94675"/>
  </p:normalViewPr>
  <p:slideViewPr>
    <p:cSldViewPr snapToGrid="0">
      <p:cViewPr>
        <p:scale>
          <a:sx n="120" d="100"/>
          <a:sy n="120" d="100"/>
        </p:scale>
        <p:origin x="2072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10966127462867"/>
          <c:y val="5.162648123097005E-2"/>
          <c:w val="0.84363608931255196"/>
          <c:h val="0.715705467392605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54-0F42-99B4-9CAB2EEEF0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54-0F42-99B4-9CAB2EEEF09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54-0F42-99B4-9CAB2EEEF0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axId val="1016240015"/>
        <c:axId val="351581120"/>
      </c:barChart>
      <c:catAx>
        <c:axId val="101624001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1581120"/>
        <c:crosses val="autoZero"/>
        <c:auto val="1"/>
        <c:lblAlgn val="ctr"/>
        <c:lblOffset val="100"/>
        <c:noMultiLvlLbl val="0"/>
      </c:catAx>
      <c:valAx>
        <c:axId val="351581120"/>
        <c:scaling>
          <c:orientation val="minMax"/>
        </c:scaling>
        <c:delete val="0"/>
        <c:axPos val="l"/>
        <c:title>
          <c:layout>
            <c:manualLayout>
              <c:xMode val="edge"/>
              <c:yMode val="edge"/>
              <c:x val="2.0548545027504916E-2"/>
              <c:y val="0.30040297640742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>
            <a:solidFill>
              <a:schemeClr val="tx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6240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604152302741558"/>
          <c:y val="0.91420592157431091"/>
          <c:w val="0.50791675169571004"/>
          <c:h val="8.57940784256891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10966127462867"/>
          <c:y val="5.162648123097005E-2"/>
          <c:w val="0.84363608931255196"/>
          <c:h val="0.715705467392605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tx>
          <c:spPr>
            <a:ln w="508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Sheet1!$B$1:$D$1</c:f>
              <c:strCache>
                <c:ptCount val="3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4.3</c:v>
                </c:pt>
                <c:pt idx="1">
                  <c:v>2.4</c:v>
                </c:pt>
                <c:pt idx="2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654-0F42-99B4-9CAB2EEEF09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Category 2</c:v>
                </c:pt>
              </c:strCache>
            </c:strRef>
          </c:tx>
          <c:spPr>
            <a:ln w="508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Sheet1!$B$1:$D$1</c:f>
              <c:strCache>
                <c:ptCount val="3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2.5</c:v>
                </c:pt>
                <c:pt idx="1">
                  <c:v>4.4000000000000004</c:v>
                </c:pt>
                <c:pt idx="2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654-0F42-99B4-9CAB2EEEF09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Category 3</c:v>
                </c:pt>
              </c:strCache>
            </c:strRef>
          </c:tx>
          <c:spPr>
            <a:ln w="508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Sheet1!$B$1:$D$1</c:f>
              <c:strCache>
                <c:ptCount val="3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</c:strCache>
            </c:strRef>
          </c:cat>
          <c:val>
            <c:numRef>
              <c:f>Sheet1!$B$4:$D$4</c:f>
              <c:numCache>
                <c:formatCode>General</c:formatCode>
                <c:ptCount val="3"/>
                <c:pt idx="0">
                  <c:v>3.5</c:v>
                </c:pt>
                <c:pt idx="1">
                  <c:v>1.8</c:v>
                </c:pt>
                <c:pt idx="2">
                  <c:v>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654-0F42-99B4-9CAB2EEEF092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Category 4</c:v>
                </c:pt>
              </c:strCache>
            </c:strRef>
          </c:tx>
          <c:spPr>
            <a:ln w="50800" cap="sq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Sheet1!$B$1:$D$1</c:f>
              <c:strCache>
                <c:ptCount val="3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</c:strCache>
            </c:strRef>
          </c:cat>
          <c:val>
            <c:numRef>
              <c:f>Sheet1!$B$5:$D$5</c:f>
              <c:numCache>
                <c:formatCode>General</c:formatCode>
                <c:ptCount val="3"/>
                <c:pt idx="0">
                  <c:v>4.5</c:v>
                </c:pt>
                <c:pt idx="1">
                  <c:v>2.8</c:v>
                </c:pt>
                <c:pt idx="2">
                  <c:v>5.5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730-3945-83D6-D5E0A7D73E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6240015"/>
        <c:axId val="351581120"/>
      </c:lineChart>
      <c:catAx>
        <c:axId val="101624001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1581120"/>
        <c:crosses val="autoZero"/>
        <c:auto val="1"/>
        <c:lblAlgn val="ctr"/>
        <c:lblOffset val="100"/>
        <c:noMultiLvlLbl val="0"/>
      </c:catAx>
      <c:valAx>
        <c:axId val="351581120"/>
        <c:scaling>
          <c:orientation val="minMax"/>
        </c:scaling>
        <c:delete val="0"/>
        <c:axPos val="l"/>
        <c:title>
          <c:layout>
            <c:manualLayout>
              <c:xMode val="edge"/>
              <c:yMode val="edge"/>
              <c:x val="1.0274272513752458E-2"/>
              <c:y val="0.30040297640742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>
            <a:solidFill>
              <a:schemeClr val="tx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6240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604152302741558"/>
          <c:y val="0.91420592157431091"/>
          <c:w val="0.75395847697258445"/>
          <c:h val="8.57940784256891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3C6D81E2-F789-5C46-88C4-D6C0DE1132AC}"/>
              </a:ext>
            </a:extLst>
          </p:cNvPr>
          <p:cNvSpPr>
            <a:spLocks noChangeAspect="1"/>
          </p:cNvSpPr>
          <p:nvPr userDrawn="1"/>
        </p:nvSpPr>
        <p:spPr>
          <a:xfrm>
            <a:off x="-387589" y="4694968"/>
            <a:ext cx="489600" cy="489600"/>
          </a:xfrm>
          <a:prstGeom prst="ellipse">
            <a:avLst/>
          </a:prstGeom>
          <a:noFill/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B5BD76ED-B267-B0CA-F777-12962421D824}"/>
              </a:ext>
            </a:extLst>
          </p:cNvPr>
          <p:cNvSpPr>
            <a:spLocks noChangeAspect="1"/>
          </p:cNvSpPr>
          <p:nvPr userDrawn="1"/>
        </p:nvSpPr>
        <p:spPr>
          <a:xfrm>
            <a:off x="668811" y="4470423"/>
            <a:ext cx="489600" cy="489600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8C424D15-9B05-6369-67E2-F46C78883945}"/>
              </a:ext>
            </a:extLst>
          </p:cNvPr>
          <p:cNvSpPr>
            <a:spLocks noChangeAspect="1"/>
          </p:cNvSpPr>
          <p:nvPr userDrawn="1"/>
        </p:nvSpPr>
        <p:spPr>
          <a:xfrm>
            <a:off x="1949754" y="5302277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8EE6CE77-36AF-F0D2-4FD5-75C6C810F097}"/>
              </a:ext>
            </a:extLst>
          </p:cNvPr>
          <p:cNvSpPr>
            <a:spLocks noChangeAspect="1"/>
          </p:cNvSpPr>
          <p:nvPr userDrawn="1"/>
        </p:nvSpPr>
        <p:spPr>
          <a:xfrm>
            <a:off x="1421554" y="5414549"/>
            <a:ext cx="489600" cy="489600"/>
          </a:xfrm>
          <a:prstGeom prst="ellipse">
            <a:avLst/>
          </a:prstGeom>
          <a:noFill/>
          <a:ln w="508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A877A359-E197-01AE-EAC6-CF126FC7CA35}"/>
              </a:ext>
            </a:extLst>
          </p:cNvPr>
          <p:cNvSpPr>
            <a:spLocks noChangeAspect="1"/>
          </p:cNvSpPr>
          <p:nvPr userDrawn="1"/>
        </p:nvSpPr>
        <p:spPr>
          <a:xfrm>
            <a:off x="2365682" y="4661806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3C219919-7322-F13D-69F4-05AD19059B2E}"/>
              </a:ext>
            </a:extLst>
          </p:cNvPr>
          <p:cNvSpPr>
            <a:spLocks noChangeAspect="1"/>
          </p:cNvSpPr>
          <p:nvPr userDrawn="1"/>
        </p:nvSpPr>
        <p:spPr>
          <a:xfrm>
            <a:off x="2893881" y="4549533"/>
            <a:ext cx="489600" cy="489600"/>
          </a:xfrm>
          <a:prstGeom prst="ellipse">
            <a:avLst/>
          </a:prstGeom>
          <a:noFill/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BAD5EC1C-0082-560C-B98B-685E6C5D8A93}"/>
              </a:ext>
            </a:extLst>
          </p:cNvPr>
          <p:cNvSpPr>
            <a:spLocks noChangeAspect="1"/>
          </p:cNvSpPr>
          <p:nvPr userDrawn="1"/>
        </p:nvSpPr>
        <p:spPr>
          <a:xfrm>
            <a:off x="4478483" y="4212716"/>
            <a:ext cx="489600" cy="489600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9403D0A1-F5F1-F432-8156-D7E6D21FF2A2}"/>
              </a:ext>
            </a:extLst>
          </p:cNvPr>
          <p:cNvSpPr>
            <a:spLocks noChangeAspect="1"/>
          </p:cNvSpPr>
          <p:nvPr userDrawn="1"/>
        </p:nvSpPr>
        <p:spPr>
          <a:xfrm>
            <a:off x="4894409" y="3572245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9EE88D70-8AC5-8C47-17DB-6A7A2F8AC1F4}"/>
              </a:ext>
            </a:extLst>
          </p:cNvPr>
          <p:cNvSpPr>
            <a:spLocks noChangeAspect="1"/>
          </p:cNvSpPr>
          <p:nvPr userDrawn="1"/>
        </p:nvSpPr>
        <p:spPr>
          <a:xfrm>
            <a:off x="6175353" y="4404097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1CCDD0E1-6C85-4732-980D-5F1D967270DA}"/>
              </a:ext>
            </a:extLst>
          </p:cNvPr>
          <p:cNvSpPr>
            <a:spLocks noChangeAspect="1"/>
          </p:cNvSpPr>
          <p:nvPr userDrawn="1"/>
        </p:nvSpPr>
        <p:spPr>
          <a:xfrm>
            <a:off x="6703551" y="4291826"/>
            <a:ext cx="489600" cy="489600"/>
          </a:xfrm>
          <a:prstGeom prst="ellipse">
            <a:avLst/>
          </a:prstGeom>
          <a:noFill/>
          <a:ln w="508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49F8707C-ED5E-7813-EADE-A900327F2D32}"/>
              </a:ext>
            </a:extLst>
          </p:cNvPr>
          <p:cNvSpPr>
            <a:spLocks noChangeAspect="1"/>
          </p:cNvSpPr>
          <p:nvPr userDrawn="1"/>
        </p:nvSpPr>
        <p:spPr>
          <a:xfrm>
            <a:off x="7647678" y="3539083"/>
            <a:ext cx="489600" cy="489600"/>
          </a:xfrm>
          <a:prstGeom prst="ellipse">
            <a:avLst/>
          </a:prstGeom>
          <a:noFill/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F8D0F1F4-5938-1651-2515-2527168305DF}"/>
              </a:ext>
            </a:extLst>
          </p:cNvPr>
          <p:cNvSpPr>
            <a:spLocks noChangeAspect="1"/>
          </p:cNvSpPr>
          <p:nvPr userDrawn="1"/>
        </p:nvSpPr>
        <p:spPr>
          <a:xfrm>
            <a:off x="8175878" y="3426810"/>
            <a:ext cx="489600" cy="489600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3D097D87-BE88-5F2F-B598-65C31D929E47}"/>
              </a:ext>
            </a:extLst>
          </p:cNvPr>
          <p:cNvSpPr>
            <a:spLocks noChangeAspect="1"/>
          </p:cNvSpPr>
          <p:nvPr userDrawn="1"/>
        </p:nvSpPr>
        <p:spPr>
          <a:xfrm>
            <a:off x="8704076" y="3314538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98333A1A-0CB6-3F7C-1FC9-84A25134C928}"/>
              </a:ext>
            </a:extLst>
          </p:cNvPr>
          <p:cNvSpPr>
            <a:spLocks noChangeAspect="1"/>
          </p:cNvSpPr>
          <p:nvPr userDrawn="1"/>
        </p:nvSpPr>
        <p:spPr>
          <a:xfrm>
            <a:off x="9120004" y="2674067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804AFE90-CB69-01E9-E7F5-C693E12830A7}"/>
              </a:ext>
            </a:extLst>
          </p:cNvPr>
          <p:cNvSpPr>
            <a:spLocks noChangeAspect="1"/>
          </p:cNvSpPr>
          <p:nvPr userDrawn="1"/>
        </p:nvSpPr>
        <p:spPr>
          <a:xfrm>
            <a:off x="10176402" y="2449522"/>
            <a:ext cx="489600" cy="489600"/>
          </a:xfrm>
          <a:prstGeom prst="ellipse">
            <a:avLst/>
          </a:prstGeom>
          <a:noFill/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33721645-3F54-B9F7-0E06-03AEF18952F5}"/>
              </a:ext>
            </a:extLst>
          </p:cNvPr>
          <p:cNvSpPr>
            <a:spLocks noChangeAspect="1"/>
          </p:cNvSpPr>
          <p:nvPr userDrawn="1"/>
        </p:nvSpPr>
        <p:spPr>
          <a:xfrm>
            <a:off x="10704602" y="2337250"/>
            <a:ext cx="489600" cy="489600"/>
          </a:xfrm>
          <a:prstGeom prst="ellipse">
            <a:avLst/>
          </a:prstGeom>
          <a:noFill/>
          <a:ln w="508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E11A1499-0F60-5EAB-9258-9C6750516994}"/>
              </a:ext>
            </a:extLst>
          </p:cNvPr>
          <p:cNvSpPr>
            <a:spLocks noChangeAspect="1"/>
          </p:cNvSpPr>
          <p:nvPr userDrawn="1"/>
        </p:nvSpPr>
        <p:spPr>
          <a:xfrm>
            <a:off x="10816874" y="2865449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07221626-0FC7-E2DF-247F-CF5444BB8256}"/>
              </a:ext>
            </a:extLst>
          </p:cNvPr>
          <p:cNvSpPr>
            <a:spLocks noChangeAspect="1"/>
          </p:cNvSpPr>
          <p:nvPr userDrawn="1"/>
        </p:nvSpPr>
        <p:spPr>
          <a:xfrm>
            <a:off x="11457345" y="3281376"/>
            <a:ext cx="489600" cy="489600"/>
          </a:xfrm>
          <a:prstGeom prst="ellipse">
            <a:avLst/>
          </a:prstGeom>
          <a:noFill/>
          <a:ln w="508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0CA6014F-0005-46BC-7F27-2164B68686FB}"/>
              </a:ext>
            </a:extLst>
          </p:cNvPr>
          <p:cNvSpPr>
            <a:spLocks noChangeAspect="1"/>
          </p:cNvSpPr>
          <p:nvPr userDrawn="1"/>
        </p:nvSpPr>
        <p:spPr>
          <a:xfrm>
            <a:off x="11985545" y="3169104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12B70-30DD-669B-4BDA-CB4787123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-720000">
            <a:off x="579390" y="1797720"/>
            <a:ext cx="7861304" cy="150502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indent="144000" algn="l">
              <a:lnSpc>
                <a:spcPct val="85000"/>
              </a:lnSpc>
              <a:defRPr sz="5400" b="1" i="1">
                <a:solidFill>
                  <a:schemeClr val="accent5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BC4A1-0BBB-E3B1-A345-BFD5E37DC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8894" y="5763333"/>
            <a:ext cx="5448112" cy="424732"/>
          </a:xfrm>
        </p:spPr>
        <p:txBody>
          <a:bodyPr anchor="b" anchorCtr="0"/>
          <a:lstStyle>
            <a:lvl1pPr marL="0" indent="0" algn="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11B05C-5C56-CF15-AAD4-F19EC34865F6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700010" y="4220679"/>
            <a:ext cx="540000" cy="54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0FA261A-B7A9-ABDA-D59C-C926E6B18F2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6453807" y="3210228"/>
            <a:ext cx="540000" cy="54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870B19-EF33-5566-B162-ECEBBF999FCE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8038406" y="2873411"/>
            <a:ext cx="540000" cy="54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891BFE4-23ED-49BB-47B9-31C8C684FAE6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1735801" y="2087506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32AA96-BCCD-7EAA-0BA9-2B25D6B4A2B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2756409" y="3996134"/>
            <a:ext cx="540000" cy="54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B04EF8-2828-F4AD-C543-A86308477F3A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3284609" y="3883862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25D94B6-7EF6-EE27-9A92-8AB28271332A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3812810" y="3771589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B362820-15D7-BBD1-5E1D-0758A1A551E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812282" y="4748878"/>
            <a:ext cx="540000" cy="54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C0B4CDD-8B46-7364-DBA6-AA8C2719DAC7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6566079" y="3738427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F916B66-3EC6-5EDE-25B9-6C1F0A1EBA8F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1848073" y="2615705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98FE7D1-A82C-9775-DA32-E32ECE9625E3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-300517" y="519796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740EBC0-2CD0-CDAF-0C29-CB9B86218FCD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5509681" y="3962971"/>
            <a:ext cx="540000" cy="54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2287B16-CDED-9BC8-74C1-249FE091B1C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9735276" y="3064794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51CF2787-82AF-8A0F-CEB0-64DE0FE5B088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4565555" y="4715715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FBBF2E72-A396-0D55-8E71-8AFE4DF6AFD0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8262950" y="3929809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DF5D0093-E73D-F253-5266-AE76552E062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9319348" y="3705265"/>
            <a:ext cx="540000" cy="54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736ABDAE-6404-9997-FA03-230756B43746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-188245" y="5726166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EC7D9D13-4AD1-135F-90C3-23AC59FE5C80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3509153" y="4940260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3ACDCD0D-57CB-FB84-EC3E-9201C981784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8791148" y="3817537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BC6FAD99-25DC-63F9-63B7-E20D3F8E171D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0375746" y="3480720"/>
            <a:ext cx="540000" cy="54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0433878F-D8DC-A2D7-9196-CABFF6BA1724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339955" y="5613894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56EC1FF3-6A03-FF1B-CE73-64AD71637765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4037354" y="4827987"/>
            <a:ext cx="540000" cy="54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40DB1632-FD1B-58CE-C526-7E2C73EC6D90}"/>
              </a:ext>
            </a:extLst>
          </p:cNvPr>
          <p:cNvGrpSpPr/>
          <p:nvPr userDrawn="1"/>
        </p:nvGrpSpPr>
        <p:grpSpPr>
          <a:xfrm rot="4680000">
            <a:off x="1010943" y="5121630"/>
            <a:ext cx="1080000" cy="0"/>
            <a:chOff x="1578130" y="3167312"/>
            <a:chExt cx="1680290" cy="0"/>
          </a:xfrm>
        </p:grpSpPr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AC3CB5BA-A7BE-8F51-5837-51DE62AE0902}"/>
                </a:ext>
              </a:extLst>
            </p:cNvPr>
            <p:cNvCxnSpPr/>
            <p:nvPr userDrawn="1"/>
          </p:nvCxnSpPr>
          <p:spPr>
            <a:xfrm>
              <a:off x="1578132" y="3167312"/>
              <a:ext cx="1680288" cy="0"/>
            </a:xfrm>
            <a:prstGeom prst="line">
              <a:avLst/>
            </a:prstGeom>
            <a:ln w="152400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3FED2A57-6267-C79D-D5BC-9D2AE4E0E635}"/>
                </a:ext>
              </a:extLst>
            </p:cNvPr>
            <p:cNvCxnSpPr/>
            <p:nvPr userDrawn="1"/>
          </p:nvCxnSpPr>
          <p:spPr>
            <a:xfrm>
              <a:off x="1578130" y="3167312"/>
              <a:ext cx="168029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6092CD22-FDD9-FFBE-03E7-B513030B8F41}"/>
              </a:ext>
            </a:extLst>
          </p:cNvPr>
          <p:cNvGrpSpPr/>
          <p:nvPr userDrawn="1"/>
        </p:nvGrpSpPr>
        <p:grpSpPr>
          <a:xfrm rot="4680000">
            <a:off x="2380023" y="5168702"/>
            <a:ext cx="576000" cy="0"/>
            <a:chOff x="1578130" y="3167312"/>
            <a:chExt cx="1680290" cy="0"/>
          </a:xfrm>
        </p:grpSpPr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26FFDCE3-77B2-7E93-7F48-F84AA3267BAB}"/>
                </a:ext>
              </a:extLst>
            </p:cNvPr>
            <p:cNvCxnSpPr/>
            <p:nvPr userDrawn="1"/>
          </p:nvCxnSpPr>
          <p:spPr>
            <a:xfrm>
              <a:off x="1578132" y="3167312"/>
              <a:ext cx="1680288" cy="0"/>
            </a:xfrm>
            <a:prstGeom prst="line">
              <a:avLst/>
            </a:prstGeom>
            <a:ln w="152400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B8516021-778A-C395-CE4F-CF0B2C9FA3FE}"/>
                </a:ext>
              </a:extLst>
            </p:cNvPr>
            <p:cNvCxnSpPr/>
            <p:nvPr userDrawn="1"/>
          </p:nvCxnSpPr>
          <p:spPr>
            <a:xfrm>
              <a:off x="1578130" y="3167312"/>
              <a:ext cx="168029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F4918594-7B6C-9E0B-1FAB-41C9C2E3EE2D}"/>
              </a:ext>
            </a:extLst>
          </p:cNvPr>
          <p:cNvGrpSpPr/>
          <p:nvPr userDrawn="1"/>
        </p:nvGrpSpPr>
        <p:grpSpPr>
          <a:xfrm rot="4680000">
            <a:off x="4382078" y="4196551"/>
            <a:ext cx="576000" cy="0"/>
            <a:chOff x="1578130" y="3167312"/>
            <a:chExt cx="1680290" cy="0"/>
          </a:xfrm>
        </p:grpSpPr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4139C374-BB15-298F-831D-66832A1C5C00}"/>
                </a:ext>
              </a:extLst>
            </p:cNvPr>
            <p:cNvCxnSpPr/>
            <p:nvPr userDrawn="1"/>
          </p:nvCxnSpPr>
          <p:spPr>
            <a:xfrm>
              <a:off x="1578132" y="3167312"/>
              <a:ext cx="1680288" cy="0"/>
            </a:xfrm>
            <a:prstGeom prst="line">
              <a:avLst/>
            </a:prstGeom>
            <a:ln w="152400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FB6449B8-C733-637A-1EB2-08E6158B63E9}"/>
                </a:ext>
              </a:extLst>
            </p:cNvPr>
            <p:cNvCxnSpPr/>
            <p:nvPr userDrawn="1"/>
          </p:nvCxnSpPr>
          <p:spPr>
            <a:xfrm>
              <a:off x="1578130" y="3167312"/>
              <a:ext cx="168029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5AD7D724-880F-1B57-BEF1-E22DA9732F51}"/>
              </a:ext>
            </a:extLst>
          </p:cNvPr>
          <p:cNvGrpSpPr/>
          <p:nvPr userDrawn="1"/>
        </p:nvGrpSpPr>
        <p:grpSpPr>
          <a:xfrm rot="4680000">
            <a:off x="5765823" y="4110977"/>
            <a:ext cx="1080000" cy="0"/>
            <a:chOff x="1578130" y="3167312"/>
            <a:chExt cx="1680290" cy="0"/>
          </a:xfrm>
        </p:grpSpPr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47234D57-77AD-6FED-92E6-C9A8E21CB377}"/>
                </a:ext>
              </a:extLst>
            </p:cNvPr>
            <p:cNvCxnSpPr/>
            <p:nvPr userDrawn="1"/>
          </p:nvCxnSpPr>
          <p:spPr>
            <a:xfrm>
              <a:off x="1578132" y="3167312"/>
              <a:ext cx="1680288" cy="0"/>
            </a:xfrm>
            <a:prstGeom prst="line">
              <a:avLst/>
            </a:prstGeom>
            <a:ln w="152400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A237FF0D-4FE7-93EF-64A6-662AA68FFC98}"/>
                </a:ext>
              </a:extLst>
            </p:cNvPr>
            <p:cNvCxnSpPr/>
            <p:nvPr userDrawn="1"/>
          </p:nvCxnSpPr>
          <p:spPr>
            <a:xfrm>
              <a:off x="1578130" y="3167312"/>
              <a:ext cx="168029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226A2DE1-8C58-38E2-B5D4-270F5950F927}"/>
              </a:ext>
            </a:extLst>
          </p:cNvPr>
          <p:cNvGrpSpPr/>
          <p:nvPr userDrawn="1"/>
        </p:nvGrpSpPr>
        <p:grpSpPr>
          <a:xfrm rot="4680000">
            <a:off x="7134902" y="4162863"/>
            <a:ext cx="576000" cy="0"/>
            <a:chOff x="1578130" y="3167312"/>
            <a:chExt cx="1680290" cy="0"/>
          </a:xfrm>
        </p:grpSpPr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D97489E1-1998-1185-D0FE-6DA74879693D}"/>
                </a:ext>
              </a:extLst>
            </p:cNvPr>
            <p:cNvCxnSpPr/>
            <p:nvPr userDrawn="1"/>
          </p:nvCxnSpPr>
          <p:spPr>
            <a:xfrm>
              <a:off x="1578132" y="3167312"/>
              <a:ext cx="1680288" cy="0"/>
            </a:xfrm>
            <a:prstGeom prst="line">
              <a:avLst/>
            </a:prstGeom>
            <a:ln w="152400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1D33ACCF-22B4-4D55-7BBB-298EA131BB74}"/>
                </a:ext>
              </a:extLst>
            </p:cNvPr>
            <p:cNvCxnSpPr/>
            <p:nvPr userDrawn="1"/>
          </p:nvCxnSpPr>
          <p:spPr>
            <a:xfrm>
              <a:off x="1578130" y="3167312"/>
              <a:ext cx="168029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42DAEF98-F658-14FD-6B75-12FAF9A4DD75}"/>
              </a:ext>
            </a:extLst>
          </p:cNvPr>
          <p:cNvGrpSpPr/>
          <p:nvPr userDrawn="1"/>
        </p:nvGrpSpPr>
        <p:grpSpPr>
          <a:xfrm rot="4680000">
            <a:off x="9136957" y="3185898"/>
            <a:ext cx="576000" cy="0"/>
            <a:chOff x="1578130" y="3167312"/>
            <a:chExt cx="1680290" cy="0"/>
          </a:xfrm>
        </p:grpSpPr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04923436-E96F-1C5D-18D0-6529863098EE}"/>
                </a:ext>
              </a:extLst>
            </p:cNvPr>
            <p:cNvCxnSpPr/>
            <p:nvPr userDrawn="1"/>
          </p:nvCxnSpPr>
          <p:spPr>
            <a:xfrm>
              <a:off x="1578132" y="3167312"/>
              <a:ext cx="1680288" cy="0"/>
            </a:xfrm>
            <a:prstGeom prst="line">
              <a:avLst/>
            </a:prstGeom>
            <a:ln w="152400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C374D3AF-9207-D3BD-E762-1CA864C1F9F8}"/>
                </a:ext>
              </a:extLst>
            </p:cNvPr>
            <p:cNvCxnSpPr/>
            <p:nvPr userDrawn="1"/>
          </p:nvCxnSpPr>
          <p:spPr>
            <a:xfrm>
              <a:off x="1578130" y="3167312"/>
              <a:ext cx="168029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F0FAECE5-F5ED-ACEE-5100-753265104853}"/>
              </a:ext>
            </a:extLst>
          </p:cNvPr>
          <p:cNvGrpSpPr/>
          <p:nvPr userDrawn="1"/>
        </p:nvGrpSpPr>
        <p:grpSpPr>
          <a:xfrm rot="4680000">
            <a:off x="10520703" y="3109951"/>
            <a:ext cx="1080000" cy="0"/>
            <a:chOff x="1578130" y="3167312"/>
            <a:chExt cx="1680290" cy="0"/>
          </a:xfrm>
        </p:grpSpPr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2B86A431-3470-FA97-B9ED-9FC373DDB99A}"/>
                </a:ext>
              </a:extLst>
            </p:cNvPr>
            <p:cNvCxnSpPr/>
            <p:nvPr userDrawn="1"/>
          </p:nvCxnSpPr>
          <p:spPr>
            <a:xfrm>
              <a:off x="1578132" y="3167312"/>
              <a:ext cx="1680288" cy="0"/>
            </a:xfrm>
            <a:prstGeom prst="line">
              <a:avLst/>
            </a:prstGeom>
            <a:ln w="152400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D89EDB70-D80E-EF53-C171-76BC87EDF70D}"/>
                </a:ext>
              </a:extLst>
            </p:cNvPr>
            <p:cNvCxnSpPr/>
            <p:nvPr userDrawn="1"/>
          </p:nvCxnSpPr>
          <p:spPr>
            <a:xfrm>
              <a:off x="1578130" y="3167312"/>
              <a:ext cx="168029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9A620F3-0EE9-B680-E029-FEE664507147}"/>
              </a:ext>
            </a:extLst>
          </p:cNvPr>
          <p:cNvGrpSpPr/>
          <p:nvPr userDrawn="1"/>
        </p:nvGrpSpPr>
        <p:grpSpPr>
          <a:xfrm rot="20880000">
            <a:off x="-392716" y="4798507"/>
            <a:ext cx="1872000" cy="0"/>
            <a:chOff x="1341189" y="3720230"/>
            <a:chExt cx="1680289" cy="0"/>
          </a:xfrm>
        </p:grpSpPr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A10D63AD-03FB-8CB4-0A6A-7928B9FA2670}"/>
                </a:ext>
              </a:extLst>
            </p:cNvPr>
            <p:cNvCxnSpPr/>
            <p:nvPr userDrawn="1"/>
          </p:nvCxnSpPr>
          <p:spPr>
            <a:xfrm>
              <a:off x="1341189" y="3720230"/>
              <a:ext cx="1680288" cy="0"/>
            </a:xfrm>
            <a:prstGeom prst="line">
              <a:avLst/>
            </a:prstGeom>
            <a:ln w="152400">
              <a:solidFill>
                <a:srgbClr val="E6E6E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055D3DC2-3994-26B5-0786-D5CC94E85953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54ACC0A3-2E9A-4626-778F-20F0EE754051}"/>
              </a:ext>
            </a:extLst>
          </p:cNvPr>
          <p:cNvGrpSpPr/>
          <p:nvPr userDrawn="1"/>
        </p:nvGrpSpPr>
        <p:grpSpPr>
          <a:xfrm rot="20880000">
            <a:off x="1641655" y="5546045"/>
            <a:ext cx="1116000" cy="0"/>
            <a:chOff x="1341189" y="3720230"/>
            <a:chExt cx="1680289" cy="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AA19EE89-B6CC-9942-A2B0-8776371D4324}"/>
                </a:ext>
              </a:extLst>
            </p:cNvPr>
            <p:cNvCxnSpPr/>
            <p:nvPr userDrawn="1"/>
          </p:nvCxnSpPr>
          <p:spPr>
            <a:xfrm>
              <a:off x="1341189" y="3720230"/>
              <a:ext cx="1680288" cy="0"/>
            </a:xfrm>
            <a:prstGeom prst="line">
              <a:avLst/>
            </a:prstGeom>
            <a:ln w="152400">
              <a:solidFill>
                <a:srgbClr val="E6E6E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215CA456-7383-1975-3B11-1BF9337C0EF1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408CDE60-6351-3E43-783B-5E7F4ACC6BEF}"/>
              </a:ext>
            </a:extLst>
          </p:cNvPr>
          <p:cNvGrpSpPr/>
          <p:nvPr userDrawn="1"/>
        </p:nvGrpSpPr>
        <p:grpSpPr>
          <a:xfrm rot="20880000">
            <a:off x="2578347" y="4686756"/>
            <a:ext cx="2160000" cy="0"/>
            <a:chOff x="1341189" y="3720230"/>
            <a:chExt cx="1680289" cy="0"/>
          </a:xfrm>
        </p:grpSpPr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F65ACB71-C27F-B2CA-4D00-FAD80CC6A515}"/>
                </a:ext>
              </a:extLst>
            </p:cNvPr>
            <p:cNvCxnSpPr/>
            <p:nvPr userDrawn="1"/>
          </p:nvCxnSpPr>
          <p:spPr>
            <a:xfrm>
              <a:off x="1341189" y="3720230"/>
              <a:ext cx="1680288" cy="0"/>
            </a:xfrm>
            <a:prstGeom prst="line">
              <a:avLst/>
            </a:prstGeom>
            <a:ln w="152400">
              <a:solidFill>
                <a:srgbClr val="E6E6E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92DE0DCF-CE88-D626-2FD3-186486EBD2AC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2947190F-70B3-8C90-5CB1-DAF3F5EED2E1}"/>
              </a:ext>
            </a:extLst>
          </p:cNvPr>
          <p:cNvGrpSpPr/>
          <p:nvPr userDrawn="1"/>
        </p:nvGrpSpPr>
        <p:grpSpPr>
          <a:xfrm rot="20880000">
            <a:off x="4576280" y="3762179"/>
            <a:ext cx="1656000" cy="0"/>
            <a:chOff x="1341189" y="3720230"/>
            <a:chExt cx="1680289" cy="0"/>
          </a:xfrm>
        </p:grpSpPr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B3FC6876-72DC-E52F-2A42-123C469F5645}"/>
                </a:ext>
              </a:extLst>
            </p:cNvPr>
            <p:cNvCxnSpPr/>
            <p:nvPr userDrawn="1"/>
          </p:nvCxnSpPr>
          <p:spPr>
            <a:xfrm>
              <a:off x="1341189" y="3720230"/>
              <a:ext cx="1680288" cy="0"/>
            </a:xfrm>
            <a:prstGeom prst="line">
              <a:avLst/>
            </a:prstGeom>
            <a:ln w="152400">
              <a:solidFill>
                <a:srgbClr val="E6E6E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A5BF994C-9038-41B5-99F9-8C139E207504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8C018D6-5BF8-AE3B-AE72-09698210B0AA}"/>
              </a:ext>
            </a:extLst>
          </p:cNvPr>
          <p:cNvGrpSpPr/>
          <p:nvPr userDrawn="1"/>
        </p:nvGrpSpPr>
        <p:grpSpPr>
          <a:xfrm rot="20880000">
            <a:off x="6396930" y="4539133"/>
            <a:ext cx="1080000" cy="0"/>
            <a:chOff x="1341189" y="3720230"/>
            <a:chExt cx="1680289" cy="0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93CA8E31-775E-E664-394D-41AB395ABD6D}"/>
                </a:ext>
              </a:extLst>
            </p:cNvPr>
            <p:cNvCxnSpPr/>
            <p:nvPr userDrawn="1"/>
          </p:nvCxnSpPr>
          <p:spPr>
            <a:xfrm>
              <a:off x="1341189" y="3720230"/>
              <a:ext cx="1680288" cy="0"/>
            </a:xfrm>
            <a:prstGeom prst="line">
              <a:avLst/>
            </a:prstGeom>
            <a:ln w="152400">
              <a:solidFill>
                <a:srgbClr val="E6E6E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883D5496-FFE9-6965-CBCE-963E0EB19EE7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3E59E76F-244A-9BBA-B11F-F2B9485DA4E2}"/>
              </a:ext>
            </a:extLst>
          </p:cNvPr>
          <p:cNvGrpSpPr/>
          <p:nvPr userDrawn="1"/>
        </p:nvGrpSpPr>
        <p:grpSpPr>
          <a:xfrm rot="20880000">
            <a:off x="7328808" y="3679845"/>
            <a:ext cx="2124000" cy="0"/>
            <a:chOff x="1341189" y="3720230"/>
            <a:chExt cx="1680289" cy="0"/>
          </a:xfrm>
        </p:grpSpPr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276D882B-E6C2-9459-5D84-C716B803870A}"/>
                </a:ext>
              </a:extLst>
            </p:cNvPr>
            <p:cNvCxnSpPr/>
            <p:nvPr userDrawn="1"/>
          </p:nvCxnSpPr>
          <p:spPr>
            <a:xfrm>
              <a:off x="1341189" y="3720230"/>
              <a:ext cx="1680288" cy="0"/>
            </a:xfrm>
            <a:prstGeom prst="line">
              <a:avLst/>
            </a:prstGeom>
            <a:ln w="152400">
              <a:solidFill>
                <a:srgbClr val="E6E6E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1722E69C-6030-A248-CB1C-2E3D15222D27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4F87A30A-12AA-46B9-B186-7B62E2A34194}"/>
              </a:ext>
            </a:extLst>
          </p:cNvPr>
          <p:cNvGrpSpPr/>
          <p:nvPr userDrawn="1"/>
        </p:nvGrpSpPr>
        <p:grpSpPr>
          <a:xfrm rot="20880000">
            <a:off x="9335973" y="2751527"/>
            <a:ext cx="1656000" cy="0"/>
            <a:chOff x="1341189" y="3720230"/>
            <a:chExt cx="1680289" cy="0"/>
          </a:xfrm>
        </p:grpSpPr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6D8EAF21-9C27-7CC6-FAC2-33D0BFD7DED6}"/>
                </a:ext>
              </a:extLst>
            </p:cNvPr>
            <p:cNvCxnSpPr/>
            <p:nvPr userDrawn="1"/>
          </p:nvCxnSpPr>
          <p:spPr>
            <a:xfrm>
              <a:off x="1341189" y="3720230"/>
              <a:ext cx="1680288" cy="0"/>
            </a:xfrm>
            <a:prstGeom prst="line">
              <a:avLst/>
            </a:prstGeom>
            <a:ln w="152400">
              <a:solidFill>
                <a:srgbClr val="E6E6E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15278F18-B018-D767-282F-077DB80C01D3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A1C9394F-5EFE-A8CD-3578-8AD9480C3BE5}"/>
              </a:ext>
            </a:extLst>
          </p:cNvPr>
          <p:cNvGrpSpPr/>
          <p:nvPr userDrawn="1"/>
        </p:nvGrpSpPr>
        <p:grpSpPr>
          <a:xfrm rot="20880000">
            <a:off x="11140710" y="3468608"/>
            <a:ext cx="1656000" cy="0"/>
            <a:chOff x="1341189" y="3720230"/>
            <a:chExt cx="1680289" cy="0"/>
          </a:xfrm>
        </p:grpSpPr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109491FC-A0ED-D433-72FB-276C932C395F}"/>
                </a:ext>
              </a:extLst>
            </p:cNvPr>
            <p:cNvCxnSpPr/>
            <p:nvPr userDrawn="1"/>
          </p:nvCxnSpPr>
          <p:spPr>
            <a:xfrm>
              <a:off x="1341189" y="3720230"/>
              <a:ext cx="1680288" cy="0"/>
            </a:xfrm>
            <a:prstGeom prst="line">
              <a:avLst/>
            </a:prstGeom>
            <a:ln w="152400">
              <a:solidFill>
                <a:srgbClr val="E6E6E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891D3587-2223-A676-955D-2D8120A7398B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8" name="Oval 257">
            <a:extLst>
              <a:ext uri="{FF2B5EF4-FFF2-40B4-BE49-F238E27FC236}">
                <a16:creationId xmlns:a16="http://schemas.microsoft.com/office/drawing/2014/main" id="{D3AEB6EC-25EA-B2CD-7372-38A8B3F460B7}"/>
              </a:ext>
            </a:extLst>
          </p:cNvPr>
          <p:cNvSpPr>
            <a:spLocks noChangeAspect="1"/>
          </p:cNvSpPr>
          <p:nvPr userDrawn="1"/>
        </p:nvSpPr>
        <p:spPr>
          <a:xfrm>
            <a:off x="1326610" y="4487751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5798428C-9A2B-01D5-F9E4-B2A165897F42}"/>
              </a:ext>
            </a:extLst>
          </p:cNvPr>
          <p:cNvSpPr>
            <a:spLocks noChangeAspect="1"/>
          </p:cNvSpPr>
          <p:nvPr userDrawn="1"/>
        </p:nvSpPr>
        <p:spPr>
          <a:xfrm>
            <a:off x="1551154" y="5544149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0836A677-2797-C25A-217A-D561D25DC866}"/>
              </a:ext>
            </a:extLst>
          </p:cNvPr>
          <p:cNvSpPr>
            <a:spLocks noChangeAspect="1"/>
          </p:cNvSpPr>
          <p:nvPr userDrawn="1"/>
        </p:nvSpPr>
        <p:spPr>
          <a:xfrm>
            <a:off x="2495282" y="4791406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E90F48FF-CA55-9158-8E50-9F2D86AE9FE2}"/>
              </a:ext>
            </a:extLst>
          </p:cNvPr>
          <p:cNvSpPr>
            <a:spLocks noChangeAspect="1"/>
          </p:cNvSpPr>
          <p:nvPr userDrawn="1"/>
        </p:nvSpPr>
        <p:spPr>
          <a:xfrm>
            <a:off x="4608083" y="4342316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1A376F3A-B7F1-818E-5D03-7FA2C763291B}"/>
              </a:ext>
            </a:extLst>
          </p:cNvPr>
          <p:cNvSpPr>
            <a:spLocks noChangeAspect="1"/>
          </p:cNvSpPr>
          <p:nvPr userDrawn="1"/>
        </p:nvSpPr>
        <p:spPr>
          <a:xfrm>
            <a:off x="4495811" y="3814117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0A77CE77-C0E8-1B0F-2D8B-6048CB5A84F9}"/>
              </a:ext>
            </a:extLst>
          </p:cNvPr>
          <p:cNvSpPr>
            <a:spLocks noChangeAspect="1"/>
          </p:cNvSpPr>
          <p:nvPr userDrawn="1"/>
        </p:nvSpPr>
        <p:spPr>
          <a:xfrm>
            <a:off x="2607554" y="5319605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54FDCED0-F13B-2997-DD1C-D69C10A8362A}"/>
              </a:ext>
            </a:extLst>
          </p:cNvPr>
          <p:cNvSpPr>
            <a:spLocks noChangeAspect="1"/>
          </p:cNvSpPr>
          <p:nvPr userDrawn="1"/>
        </p:nvSpPr>
        <p:spPr>
          <a:xfrm>
            <a:off x="6080408" y="3477300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2F02B4C7-C7F4-287E-1EEA-9884DEAADE09}"/>
              </a:ext>
            </a:extLst>
          </p:cNvPr>
          <p:cNvSpPr>
            <a:spLocks noChangeAspect="1"/>
          </p:cNvSpPr>
          <p:nvPr userDrawn="1"/>
        </p:nvSpPr>
        <p:spPr>
          <a:xfrm>
            <a:off x="6304952" y="4533698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5C25E337-70AE-8AC4-DC87-D4D7EF8E4CEC}"/>
              </a:ext>
            </a:extLst>
          </p:cNvPr>
          <p:cNvSpPr>
            <a:spLocks noChangeAspect="1"/>
          </p:cNvSpPr>
          <p:nvPr userDrawn="1"/>
        </p:nvSpPr>
        <p:spPr>
          <a:xfrm>
            <a:off x="7361351" y="4309154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2088191C-52CD-B8ED-D2A0-B8C89E072EE9}"/>
              </a:ext>
            </a:extLst>
          </p:cNvPr>
          <p:cNvSpPr>
            <a:spLocks noChangeAspect="1"/>
          </p:cNvSpPr>
          <p:nvPr userDrawn="1"/>
        </p:nvSpPr>
        <p:spPr>
          <a:xfrm>
            <a:off x="7249079" y="3780955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4C8595B6-F849-6B86-DFA6-84AE22E0CC4E}"/>
              </a:ext>
            </a:extLst>
          </p:cNvPr>
          <p:cNvSpPr>
            <a:spLocks noChangeAspect="1"/>
          </p:cNvSpPr>
          <p:nvPr userDrawn="1"/>
        </p:nvSpPr>
        <p:spPr>
          <a:xfrm>
            <a:off x="9361876" y="3331866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8EBBCC4D-B0F2-4F40-DF95-22618BB5F4EB}"/>
              </a:ext>
            </a:extLst>
          </p:cNvPr>
          <p:cNvSpPr>
            <a:spLocks noChangeAspect="1"/>
          </p:cNvSpPr>
          <p:nvPr userDrawn="1"/>
        </p:nvSpPr>
        <p:spPr>
          <a:xfrm>
            <a:off x="9249604" y="2803667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BBB6C8B7-CC78-0015-F4B7-E7D16264B7BB}"/>
              </a:ext>
            </a:extLst>
          </p:cNvPr>
          <p:cNvSpPr>
            <a:spLocks noChangeAspect="1"/>
          </p:cNvSpPr>
          <p:nvPr userDrawn="1"/>
        </p:nvSpPr>
        <p:spPr>
          <a:xfrm>
            <a:off x="10834201" y="2466850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4F85D0A0-E64B-421B-7E64-282F54745CBC}"/>
              </a:ext>
            </a:extLst>
          </p:cNvPr>
          <p:cNvSpPr>
            <a:spLocks noChangeAspect="1"/>
          </p:cNvSpPr>
          <p:nvPr userDrawn="1"/>
        </p:nvSpPr>
        <p:spPr>
          <a:xfrm>
            <a:off x="11058746" y="3523248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7" name="Picture 336">
            <a:extLst>
              <a:ext uri="{FF2B5EF4-FFF2-40B4-BE49-F238E27FC236}">
                <a16:creationId xmlns:a16="http://schemas.microsoft.com/office/drawing/2014/main" id="{40E0F8C8-58C5-BF77-7C1B-0674264D6E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9501" y="770233"/>
            <a:ext cx="2565561" cy="50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624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F235E9A-166B-B9FC-B2B3-BFD54D7A17D4}"/>
              </a:ext>
            </a:extLst>
          </p:cNvPr>
          <p:cNvGrpSpPr/>
          <p:nvPr userDrawn="1"/>
        </p:nvGrpSpPr>
        <p:grpSpPr>
          <a:xfrm>
            <a:off x="-833555" y="-315919"/>
            <a:ext cx="7846006" cy="2078649"/>
            <a:chOff x="-833555" y="-315919"/>
            <a:chExt cx="7846006" cy="2078649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E30FC-B583-45C3-E569-6EB83E6A3E1E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-394139" y="1222730"/>
              <a:ext cx="540000" cy="54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1D64EA3-709D-B122-BF4A-F816F7AE4F92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-90485" y="54059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C470626-5120-240B-0C86-3ACFB76436C1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662259" y="998186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D9FF6B8-8304-4B16-9BF0-520C76D0BE1A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37714" y="-58213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381FBEF-9BFE-0386-6932-B4F2EFA8E588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2662784" y="20898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8B52600-1DAB-1797-DEE3-E43B706E85D8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3190983" y="-91375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36057A2-843D-A5E1-351A-258A3868C578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887854" y="100008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59D30B2-02CC-15FB-6815-B276EE69BC31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247382" y="-315919"/>
              <a:ext cx="540000" cy="54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EFD39AE-2ED6-539F-7D42-27751360E837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5416052" y="-12264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F987BFE-0AFB-26CD-BCF8-9E59D339148E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6472451" y="-236808"/>
              <a:ext cx="540000" cy="54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3EABA3D-4692-9F86-0C5C-0F045A8824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69452" y="-99336"/>
              <a:ext cx="489600" cy="489600"/>
            </a:xfrm>
            <a:prstGeom prst="ellipse">
              <a:avLst/>
            </a:prstGeom>
            <a:noFill/>
            <a:ln w="508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2819069-EC28-FBE2-B687-8C234E22D4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215658" y="911114"/>
              <a:ext cx="489600" cy="489600"/>
            </a:xfrm>
            <a:prstGeom prst="ellipse">
              <a:avLst/>
            </a:prstGeom>
            <a:noFill/>
            <a:ln w="508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40F06B7-B111-6716-8936-81B9B28BF8B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744382" y="-178447"/>
              <a:ext cx="489600" cy="489600"/>
            </a:xfrm>
            <a:prstGeom prst="ellipse">
              <a:avLst/>
            </a:prstGeom>
            <a:noFill/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DE12BD-761C-859A-A846-85667B05E8D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46987" y="607459"/>
              <a:ext cx="489600" cy="489600"/>
            </a:xfrm>
            <a:prstGeom prst="ellipse">
              <a:avLst/>
            </a:prstGeom>
            <a:noFill/>
            <a:ln w="508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21E7F2D-0F61-D534-B9BC-BE6FB9AE2072}"/>
                </a:ext>
              </a:extLst>
            </p:cNvPr>
            <p:cNvGrpSpPr/>
            <p:nvPr userDrawn="1"/>
          </p:nvGrpSpPr>
          <p:grpSpPr>
            <a:xfrm rot="-720000">
              <a:off x="-833555" y="914570"/>
              <a:ext cx="1680288" cy="0"/>
              <a:chOff x="1341190" y="3720230"/>
              <a:chExt cx="1680288" cy="0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5A075368-969F-9DFD-EAC7-874783A5384B}"/>
                  </a:ext>
                </a:extLst>
              </p:cNvPr>
              <p:cNvCxnSpPr/>
              <p:nvPr userDrawn="1"/>
            </p:nvCxnSpPr>
            <p:spPr>
              <a:xfrm>
                <a:off x="1341190" y="3720230"/>
                <a:ext cx="1680288" cy="0"/>
              </a:xfrm>
              <a:prstGeom prst="line">
                <a:avLst/>
              </a:prstGeom>
              <a:ln w="152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0EA0EB5-26AE-A85C-FB80-C809891D93CC}"/>
                  </a:ext>
                </a:extLst>
              </p:cNvPr>
              <p:cNvCxnSpPr/>
              <p:nvPr userDrawn="1"/>
            </p:nvCxnSpPr>
            <p:spPr>
              <a:xfrm>
                <a:off x="1341190" y="3720230"/>
                <a:ext cx="1680288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D8EC4F0-B931-85B1-1732-75C75F9B470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04787" y="624786"/>
              <a:ext cx="230400" cy="230400"/>
            </a:xfrm>
            <a:prstGeom prst="ellipse">
              <a:avLst/>
            </a:prstGeom>
            <a:solidFill>
              <a:schemeClr val="accent2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7F1D85F-616F-8F8F-CB01-245DC43C7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600" y="493200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39EF5-A385-CF1D-9D04-2D3A71DB5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186" y="1444656"/>
            <a:ext cx="10538014" cy="1650708"/>
          </a:xfrm>
        </p:spPr>
        <p:txBody>
          <a:bodyPr/>
          <a:lstStyle>
            <a:lvl1pPr>
              <a:buClr>
                <a:schemeClr val="accent1"/>
              </a:buClr>
              <a:defRPr sz="2400"/>
            </a:lvl1pPr>
            <a:lvl2pPr>
              <a:buClr>
                <a:schemeClr val="accent1"/>
              </a:buClr>
              <a:defRPr sz="2000"/>
            </a:lvl2pPr>
            <a:lvl3pPr>
              <a:buClr>
                <a:schemeClr val="accent1"/>
              </a:buClr>
              <a:defRPr sz="1800"/>
            </a:lvl3pPr>
            <a:lvl4pPr>
              <a:buClr>
                <a:schemeClr val="accent1"/>
              </a:buClr>
              <a:defRPr sz="1600"/>
            </a:lvl4pPr>
            <a:lvl5pPr>
              <a:buClr>
                <a:schemeClr val="accent1"/>
              </a:buCl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642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Oval 410">
            <a:extLst>
              <a:ext uri="{FF2B5EF4-FFF2-40B4-BE49-F238E27FC236}">
                <a16:creationId xmlns:a16="http://schemas.microsoft.com/office/drawing/2014/main" id="{C56EDEC2-53F0-403B-5320-9FCE20B3A552}"/>
              </a:ext>
            </a:extLst>
          </p:cNvPr>
          <p:cNvSpPr>
            <a:spLocks noChangeAspect="1"/>
          </p:cNvSpPr>
          <p:nvPr userDrawn="1"/>
        </p:nvSpPr>
        <p:spPr>
          <a:xfrm>
            <a:off x="9872625" y="2551641"/>
            <a:ext cx="489600" cy="489600"/>
          </a:xfrm>
          <a:prstGeom prst="ellipse">
            <a:avLst/>
          </a:prstGeom>
          <a:noFill/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21B2687C-4314-7CEA-B837-5D662B77BE08}"/>
              </a:ext>
            </a:extLst>
          </p:cNvPr>
          <p:cNvSpPr>
            <a:spLocks noChangeAspect="1"/>
          </p:cNvSpPr>
          <p:nvPr userDrawn="1"/>
        </p:nvSpPr>
        <p:spPr>
          <a:xfrm>
            <a:off x="10400823" y="2439369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75000"/>
                <a:alpha val="3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Oval 413">
            <a:extLst>
              <a:ext uri="{FF2B5EF4-FFF2-40B4-BE49-F238E27FC236}">
                <a16:creationId xmlns:a16="http://schemas.microsoft.com/office/drawing/2014/main" id="{EE566F69-E3A0-A2AC-E5A7-8B550BFB1E72}"/>
              </a:ext>
            </a:extLst>
          </p:cNvPr>
          <p:cNvSpPr>
            <a:spLocks noChangeAspect="1"/>
          </p:cNvSpPr>
          <p:nvPr userDrawn="1"/>
        </p:nvSpPr>
        <p:spPr>
          <a:xfrm>
            <a:off x="11457223" y="2214824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65000"/>
                <a:alpha val="6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5" name="Oval 414">
            <a:extLst>
              <a:ext uri="{FF2B5EF4-FFF2-40B4-BE49-F238E27FC236}">
                <a16:creationId xmlns:a16="http://schemas.microsoft.com/office/drawing/2014/main" id="{93BF2664-1226-D7E3-5FA7-E086CE6F2B85}"/>
              </a:ext>
            </a:extLst>
          </p:cNvPr>
          <p:cNvSpPr>
            <a:spLocks noChangeAspect="1"/>
          </p:cNvSpPr>
          <p:nvPr userDrawn="1"/>
        </p:nvSpPr>
        <p:spPr>
          <a:xfrm>
            <a:off x="11985422" y="2102552"/>
            <a:ext cx="489600" cy="489600"/>
          </a:xfrm>
          <a:prstGeom prst="ellipse">
            <a:avLst/>
          </a:prstGeom>
          <a:noFill/>
          <a:ln w="50800">
            <a:solidFill>
              <a:schemeClr val="accent1">
                <a:alpha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55B36786-7D7B-29D5-2AA2-2E42A9EE6D1A}"/>
              </a:ext>
            </a:extLst>
          </p:cNvPr>
          <p:cNvSpPr>
            <a:spLocks noChangeAspect="1"/>
          </p:cNvSpPr>
          <p:nvPr userDrawn="1"/>
        </p:nvSpPr>
        <p:spPr>
          <a:xfrm>
            <a:off x="1500542" y="2122928"/>
            <a:ext cx="489600" cy="489600"/>
          </a:xfrm>
          <a:prstGeom prst="ellipse">
            <a:avLst/>
          </a:prstGeom>
          <a:noFill/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B463D96B-9EC9-BC28-E6F1-DF06FC258E32}"/>
              </a:ext>
            </a:extLst>
          </p:cNvPr>
          <p:cNvSpPr>
            <a:spLocks noChangeAspect="1"/>
          </p:cNvSpPr>
          <p:nvPr userDrawn="1"/>
        </p:nvSpPr>
        <p:spPr>
          <a:xfrm>
            <a:off x="1612814" y="2651127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4F7076CC-D91D-0C5A-C3CA-D56BE100F1BF}"/>
              </a:ext>
            </a:extLst>
          </p:cNvPr>
          <p:cNvSpPr>
            <a:spLocks noChangeAspect="1"/>
          </p:cNvSpPr>
          <p:nvPr userDrawn="1"/>
        </p:nvSpPr>
        <p:spPr>
          <a:xfrm>
            <a:off x="972342" y="2235201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85000"/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E7D45-CE5C-9A8D-5E42-F19A35294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6096" y="5892052"/>
            <a:ext cx="4593133" cy="424732"/>
          </a:xfrm>
        </p:spPr>
        <p:txBody>
          <a:bodyPr anchor="b" anchorCtr="0"/>
          <a:lstStyle>
            <a:lvl1pPr marL="0" indent="0" algn="r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F0E6B72-6708-84FE-4EC2-BFED7F11C0CE}"/>
              </a:ext>
            </a:extLst>
          </p:cNvPr>
          <p:cNvSpPr>
            <a:spLocks noChangeAspect="1"/>
          </p:cNvSpPr>
          <p:nvPr userDrawn="1"/>
        </p:nvSpPr>
        <p:spPr>
          <a:xfrm>
            <a:off x="444143" y="2347473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95000"/>
                <a:alpha val="3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E293EFA-A3F2-0777-9688-5CBCE3FFCBF3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3059941" y="1760912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000B1C8-F06E-2502-FA23-E793915541A1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4644538" y="1424095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0A6771-ED3E-513F-AF87-7C390F7240B9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9398336" y="413644"/>
            <a:ext cx="540000" cy="54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7CC6A60-3EE0-54FE-5937-2BE7694C995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6757337" y="975006"/>
            <a:ext cx="540000" cy="540000"/>
          </a:xfrm>
          <a:prstGeom prst="ellipse">
            <a:avLst/>
          </a:prstGeom>
          <a:solidFill>
            <a:schemeClr val="accent5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DC7BF56-BF2D-61FE-B8AD-9340A6E2B085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7285538" y="862733"/>
            <a:ext cx="540000" cy="54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66EE475-4939-947E-D9BE-4A43E26521ED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0454734" y="189100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FF0CFEF-10D8-1B97-655E-70E4C74CF184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3588140" y="1648639"/>
            <a:ext cx="540000" cy="540000"/>
          </a:xfrm>
          <a:prstGeom prst="ellipse">
            <a:avLst/>
          </a:prstGeom>
          <a:solidFill>
            <a:schemeClr val="accent5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F60C215-3A8F-C9F6-2C33-179860702237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4116340" y="1536367"/>
            <a:ext cx="540000" cy="540000"/>
          </a:xfrm>
          <a:prstGeom prst="ellipse">
            <a:avLst/>
          </a:prstGeom>
          <a:solidFill>
            <a:schemeClr val="accent5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FD8B369-0112-540A-ECEF-261FF8B9C75A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7813738" y="750461"/>
            <a:ext cx="540000" cy="540000"/>
          </a:xfrm>
          <a:prstGeom prst="ellipse">
            <a:avLst/>
          </a:prstGeom>
          <a:solidFill>
            <a:schemeClr val="accent5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F1124CA-72B2-ECEC-6F99-66FA7DF105B3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9926534" y="301372"/>
            <a:ext cx="540000" cy="540000"/>
          </a:xfrm>
          <a:prstGeom prst="ellipse">
            <a:avLst/>
          </a:prstGeom>
          <a:solidFill>
            <a:schemeClr val="accent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A2EC655F-67A2-5F14-3308-6B69A166559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3015" y="2962744"/>
            <a:ext cx="540000" cy="540000"/>
          </a:xfrm>
          <a:prstGeom prst="ellipse">
            <a:avLst/>
          </a:prstGeom>
          <a:solidFill>
            <a:schemeClr val="accent5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B4E57AF-AA15-CEB9-3105-49FA639D121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2115814" y="2513655"/>
            <a:ext cx="540000" cy="540000"/>
          </a:xfrm>
          <a:prstGeom prst="ellipse">
            <a:avLst/>
          </a:prstGeom>
          <a:solidFill>
            <a:schemeClr val="accent5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F2C9CF0-FC09-88D2-EF84-728B2BB5955A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9510608" y="941843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C0FF327-6001-300C-FBD9-4C0FDBD58064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7397810" y="1390932"/>
            <a:ext cx="540000" cy="540000"/>
          </a:xfrm>
          <a:prstGeom prst="ellipse">
            <a:avLst/>
          </a:prstGeom>
          <a:solidFill>
            <a:schemeClr val="bg1">
              <a:lumMod val="6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E40F2C7-91C7-3CBB-5A17-70B78EB84D79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1623405" y="492754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9E8A9E7-F379-2D60-8AB2-42D8D7483304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-525185" y="3075017"/>
            <a:ext cx="540000" cy="540000"/>
          </a:xfrm>
          <a:prstGeom prst="ellipse">
            <a:avLst/>
          </a:prstGeom>
          <a:solidFill>
            <a:schemeClr val="accent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12CBE6D-6C7F-0C7C-3867-3833DAABDF40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4228612" y="2064566"/>
            <a:ext cx="540000" cy="540000"/>
          </a:xfrm>
          <a:prstGeom prst="ellipse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552D770-08FA-CD21-2472-4E09E1B300F3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2644013" y="2401383"/>
            <a:ext cx="540000" cy="54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AC0FA978-02FB-1C61-B0F7-558822824FF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5813211" y="1727749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8E5C66EF-22EC-538B-E6E5-3240DFCA7F29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6341410" y="1615477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677E9BCB-704E-0E6C-EF92-A0E46E4EE736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2151604" y="380482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359ECFAE-88A7-5144-04E5-8ACC3AD22055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15288" y="3490943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1D037672-6512-AA04-DE73-8D685035093E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9622881" y="1470042"/>
            <a:ext cx="540000" cy="540000"/>
          </a:xfrm>
          <a:prstGeom prst="ellipse">
            <a:avLst/>
          </a:prstGeom>
          <a:solidFill>
            <a:schemeClr val="accent5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6233262-6AE0-381C-324F-77E56AB7BAE9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643488" y="3378671"/>
            <a:ext cx="540000" cy="540000"/>
          </a:xfrm>
          <a:prstGeom prst="ellipse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3F2165EC-E92C-F7CC-2C90-9C0E9317715E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0791551" y="1773698"/>
            <a:ext cx="540000" cy="540000"/>
          </a:xfrm>
          <a:prstGeom prst="ellipse">
            <a:avLst/>
          </a:prstGeom>
          <a:solidFill>
            <a:schemeClr val="bg1">
              <a:lumMod val="6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75097EAE-E79E-C71D-D2F8-EEE690AD90AA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-300640" y="4131416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9AB150B3-F429-94C1-F8F6-EF5D12C5893E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0263351" y="1885970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8B889A2A-35C0-B440-6025-B867C3F3FFA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3621303" y="4401908"/>
            <a:ext cx="540000" cy="540000"/>
          </a:xfrm>
          <a:prstGeom prst="ellipse">
            <a:avLst/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FE89E786-EE95-97A5-2F65-350C718FAFA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5205900" y="4065091"/>
            <a:ext cx="540000" cy="54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439C0182-89BF-8DD0-8D74-1D1E8201956A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9959698" y="3054640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44A3D8C8-D277-E6D4-1B8E-A7F67C7024F5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7318699" y="3616002"/>
            <a:ext cx="540000" cy="540000"/>
          </a:xfrm>
          <a:prstGeom prst="ellipse">
            <a:avLst/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1D0F271A-96BF-B6A1-360D-B7240AEF0D67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7846900" y="3503729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7EA2304C-8960-2A2D-0BA4-0842FCD5AE50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2072495" y="2605551"/>
            <a:ext cx="540000" cy="540000"/>
          </a:xfrm>
          <a:prstGeom prst="ellipse">
            <a:avLst/>
          </a:prstGeom>
          <a:solidFill>
            <a:schemeClr val="accent5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4CC039C7-C263-69A7-9734-CF8EC8E0B8F0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-76095" y="5187814"/>
            <a:ext cx="540000" cy="540000"/>
          </a:xfrm>
          <a:prstGeom prst="ellipse">
            <a:avLst/>
          </a:prstGeom>
          <a:solidFill>
            <a:schemeClr val="accent5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A0000179-BDFC-A185-49B4-6C85CB60759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980305" y="4963269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07312E98-37EA-1C19-F23A-A42446571A38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4149502" y="4289635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B1CF055E-BB01-D824-C163-E4A45772777F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8375100" y="3391457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FB22EC56-CE41-7A78-7B72-8837E8CF3DD3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0487896" y="2942368"/>
            <a:ext cx="540000" cy="540000"/>
          </a:xfrm>
          <a:prstGeom prst="ellipse">
            <a:avLst/>
          </a:prstGeom>
          <a:solidFill>
            <a:schemeClr val="bg1">
              <a:lumMod val="6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D020DCB2-5807-7D02-0B8F-32207529CF8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620776" y="5379196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66DC2B2E-1C1F-3CF5-4DA9-3C975FF6A9C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-492022" y="5828285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B77CD02D-2AA0-1038-17E6-768106F175E9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2677176" y="5154651"/>
            <a:ext cx="540000" cy="540000"/>
          </a:xfrm>
          <a:prstGeom prst="ellipse">
            <a:avLst/>
          </a:pr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F0DB6E1E-CBA0-6310-8095-0A6A641682D9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5318172" y="4593290"/>
            <a:ext cx="540000" cy="54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097B28D0-52E9-DD9C-A54C-7E7A91112433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5846373" y="4481017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3EFB91B4-1F51-9260-9188-8E7E4E63602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7430971" y="4144201"/>
            <a:ext cx="540000" cy="540000"/>
          </a:xfrm>
          <a:prstGeom prst="ellipse">
            <a:avLst/>
          </a:prstGeom>
          <a:solidFill>
            <a:schemeClr val="accent5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98BEF3C3-8A1B-187E-2B3D-FD71FDC938D7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7959172" y="4031928"/>
            <a:ext cx="540000" cy="540000"/>
          </a:xfrm>
          <a:prstGeom prst="ellipse">
            <a:avLst/>
          </a:prstGeom>
          <a:solidFill>
            <a:schemeClr val="accent5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6F23C3CC-6D42-0856-2988-16A86819172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1128368" y="3358295"/>
            <a:ext cx="540000" cy="540000"/>
          </a:xfrm>
          <a:prstGeom prst="ellipse">
            <a:avLst/>
          </a:prstGeom>
          <a:solidFill>
            <a:schemeClr val="accent5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DF9DFB15-E6FA-2F4D-D69A-0037B73D11D1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36177" y="5716013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2C631031-63AD-197F-1291-C5C013102C07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4789974" y="4705562"/>
            <a:ext cx="540000" cy="540000"/>
          </a:xfrm>
          <a:prstGeom prst="ellipse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8C6DED21-F080-B3E5-02C4-38521C32C83E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2148976" y="5266923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A2F234CC-2037-6308-B46D-0189EE55DDE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6902772" y="4256473"/>
            <a:ext cx="540000" cy="540000"/>
          </a:xfrm>
          <a:prstGeom prst="ellipse">
            <a:avLst/>
          </a:prstGeom>
          <a:solidFill>
            <a:schemeClr val="accent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D8FE0182-D0E8-D1EB-CEBB-47F17977C99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0600168" y="3470567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D0EA5D51-9756-D187-23A0-E60B7A336883}"/>
              </a:ext>
            </a:extLst>
          </p:cNvPr>
          <p:cNvSpPr>
            <a:spLocks noChangeAspect="1"/>
          </p:cNvSpPr>
          <p:nvPr userDrawn="1"/>
        </p:nvSpPr>
        <p:spPr>
          <a:xfrm>
            <a:off x="1295559" y="3165726"/>
            <a:ext cx="1573200" cy="1573200"/>
          </a:xfrm>
          <a:prstGeom prst="ellipse">
            <a:avLst/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CA1833-3B6E-894B-E236-AA3E10EACD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720000">
            <a:off x="1697692" y="2605744"/>
            <a:ext cx="7661970" cy="1200329"/>
          </a:xfrm>
          <a:prstGeom prst="rect">
            <a:avLst/>
          </a:prstGeom>
          <a:solidFill>
            <a:schemeClr val="tx2"/>
          </a:solidFill>
        </p:spPr>
        <p:txBody>
          <a:bodyPr anchor="b"/>
          <a:lstStyle>
            <a:lvl1pPr indent="108000">
              <a:defRPr sz="4000" b="1" i="1">
                <a:solidFill>
                  <a:schemeClr val="accent2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CED4DD7-B11A-AB70-9ABD-BD62901C0B16}"/>
              </a:ext>
            </a:extLst>
          </p:cNvPr>
          <p:cNvGrpSpPr/>
          <p:nvPr userDrawn="1"/>
        </p:nvGrpSpPr>
        <p:grpSpPr>
          <a:xfrm rot="20880000">
            <a:off x="-89532" y="2562671"/>
            <a:ext cx="1872000" cy="1"/>
            <a:chOff x="1341190" y="3720229"/>
            <a:chExt cx="1680289" cy="1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1C10E4A-FA1F-ECFA-B17C-0A3EB72714C7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1524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5C0AE78-3C61-757A-166F-4F6003E60689}"/>
                </a:ext>
              </a:extLst>
            </p:cNvPr>
            <p:cNvCxnSpPr/>
            <p:nvPr userDrawn="1"/>
          </p:nvCxnSpPr>
          <p:spPr>
            <a:xfrm>
              <a:off x="1341191" y="3720229"/>
              <a:ext cx="168028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20787724-BBCB-305A-9065-19BD8147873D}"/>
              </a:ext>
            </a:extLst>
          </p:cNvPr>
          <p:cNvGrpSpPr/>
          <p:nvPr userDrawn="1"/>
        </p:nvGrpSpPr>
        <p:grpSpPr>
          <a:xfrm rot="4680000">
            <a:off x="1586555" y="2645092"/>
            <a:ext cx="432000" cy="1"/>
            <a:chOff x="1341190" y="3720229"/>
            <a:chExt cx="1680289" cy="1"/>
          </a:xfrm>
        </p:grpSpPr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520319AC-BC7E-C668-29E2-422336C667E4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1524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0AE67F65-EB1D-1FAC-D1AB-ABCB844C8320}"/>
                </a:ext>
              </a:extLst>
            </p:cNvPr>
            <p:cNvCxnSpPr/>
            <p:nvPr userDrawn="1"/>
          </p:nvCxnSpPr>
          <p:spPr>
            <a:xfrm>
              <a:off x="1341191" y="3720229"/>
              <a:ext cx="168028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9D2FAAD0-F9F4-5F1E-556F-7A627238390C}"/>
              </a:ext>
            </a:extLst>
          </p:cNvPr>
          <p:cNvSpPr>
            <a:spLocks noChangeAspect="1"/>
          </p:cNvSpPr>
          <p:nvPr userDrawn="1"/>
        </p:nvSpPr>
        <p:spPr>
          <a:xfrm>
            <a:off x="1742414" y="2780727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4CD265A0-41DE-EC8E-82C8-FB57809C43EB}"/>
              </a:ext>
            </a:extLst>
          </p:cNvPr>
          <p:cNvSpPr>
            <a:spLocks noChangeAspect="1"/>
          </p:cNvSpPr>
          <p:nvPr userDrawn="1"/>
        </p:nvSpPr>
        <p:spPr>
          <a:xfrm>
            <a:off x="1630142" y="2252528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E5397912-301D-CE7A-37BA-09B3B2EE3335}"/>
              </a:ext>
            </a:extLst>
          </p:cNvPr>
          <p:cNvGrpSpPr/>
          <p:nvPr userDrawn="1"/>
        </p:nvGrpSpPr>
        <p:grpSpPr>
          <a:xfrm rot="20880000">
            <a:off x="10069376" y="2504110"/>
            <a:ext cx="2880000" cy="1"/>
            <a:chOff x="1341190" y="3720229"/>
            <a:chExt cx="1680289" cy="1"/>
          </a:xfrm>
        </p:grpSpPr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CBD933D0-0082-8B2A-682A-43830BE040EE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1524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B1338560-CEE9-C28F-D2BE-38300EA8FF7A}"/>
                </a:ext>
              </a:extLst>
            </p:cNvPr>
            <p:cNvCxnSpPr/>
            <p:nvPr userDrawn="1"/>
          </p:nvCxnSpPr>
          <p:spPr>
            <a:xfrm>
              <a:off x="1341191" y="3720229"/>
              <a:ext cx="1680288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1" name="Oval 400">
            <a:extLst>
              <a:ext uri="{FF2B5EF4-FFF2-40B4-BE49-F238E27FC236}">
                <a16:creationId xmlns:a16="http://schemas.microsoft.com/office/drawing/2014/main" id="{B6F34EC8-538B-B459-A3FA-D029C26534AE}"/>
              </a:ext>
            </a:extLst>
          </p:cNvPr>
          <p:cNvSpPr>
            <a:spLocks noChangeAspect="1"/>
          </p:cNvSpPr>
          <p:nvPr userDrawn="1"/>
        </p:nvSpPr>
        <p:spPr>
          <a:xfrm>
            <a:off x="10002225" y="2681241"/>
            <a:ext cx="230400" cy="230400"/>
          </a:xfrm>
          <a:prstGeom prst="ellipse">
            <a:avLst/>
          </a:prstGeom>
          <a:solidFill>
            <a:schemeClr val="accent2"/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9362EC33-AC32-B74F-4C58-429927589E80}"/>
              </a:ext>
            </a:extLst>
          </p:cNvPr>
          <p:cNvSpPr>
            <a:spLocks noChangeAspect="1"/>
          </p:cNvSpPr>
          <p:nvPr userDrawn="1"/>
        </p:nvSpPr>
        <p:spPr>
          <a:xfrm>
            <a:off x="4702902" y="4202562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85000"/>
                <a:alpha val="6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Oval 416">
            <a:extLst>
              <a:ext uri="{FF2B5EF4-FFF2-40B4-BE49-F238E27FC236}">
                <a16:creationId xmlns:a16="http://schemas.microsoft.com/office/drawing/2014/main" id="{D94A964F-98B1-446C-926D-A370E62FFE75}"/>
              </a:ext>
            </a:extLst>
          </p:cNvPr>
          <p:cNvSpPr>
            <a:spLocks noChangeAspect="1"/>
          </p:cNvSpPr>
          <p:nvPr userDrawn="1"/>
        </p:nvSpPr>
        <p:spPr>
          <a:xfrm>
            <a:off x="6894809" y="1528405"/>
            <a:ext cx="489600" cy="489600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5349AB52-CD2D-B264-AA9E-B655D1E9DD44}"/>
              </a:ext>
            </a:extLst>
          </p:cNvPr>
          <p:cNvSpPr>
            <a:spLocks noChangeAspect="1"/>
          </p:cNvSpPr>
          <p:nvPr userDrawn="1"/>
        </p:nvSpPr>
        <p:spPr>
          <a:xfrm>
            <a:off x="477305" y="5100741"/>
            <a:ext cx="489600" cy="489600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" name="Oval 418">
            <a:extLst>
              <a:ext uri="{FF2B5EF4-FFF2-40B4-BE49-F238E27FC236}">
                <a16:creationId xmlns:a16="http://schemas.microsoft.com/office/drawing/2014/main" id="{F709D4A6-42CD-2AA0-6539-6526C64A558F}"/>
              </a:ext>
            </a:extLst>
          </p:cNvPr>
          <p:cNvSpPr>
            <a:spLocks noChangeAspect="1"/>
          </p:cNvSpPr>
          <p:nvPr userDrawn="1"/>
        </p:nvSpPr>
        <p:spPr>
          <a:xfrm>
            <a:off x="10176279" y="1382970"/>
            <a:ext cx="489600" cy="489600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C3EFD364-566F-3758-46BF-7B41C7749F74}"/>
              </a:ext>
            </a:extLst>
          </p:cNvPr>
          <p:cNvSpPr>
            <a:spLocks noChangeAspect="1"/>
          </p:cNvSpPr>
          <p:nvPr userDrawn="1"/>
        </p:nvSpPr>
        <p:spPr>
          <a:xfrm>
            <a:off x="8928499" y="3304385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75000"/>
                <a:alpha val="3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193122C-D0BC-D960-BF66-110F4934A864}"/>
              </a:ext>
            </a:extLst>
          </p:cNvPr>
          <p:cNvSpPr>
            <a:spLocks noChangeAspect="1"/>
          </p:cNvSpPr>
          <p:nvPr userDrawn="1"/>
        </p:nvSpPr>
        <p:spPr>
          <a:xfrm>
            <a:off x="9007608" y="1079315"/>
            <a:ext cx="489600" cy="489600"/>
          </a:xfrm>
          <a:prstGeom prst="ellipse">
            <a:avLst/>
          </a:prstGeom>
          <a:noFill/>
          <a:ln w="50800">
            <a:solidFill>
              <a:schemeClr val="accent5">
                <a:alpha val="3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95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Oval 410">
            <a:extLst>
              <a:ext uri="{FF2B5EF4-FFF2-40B4-BE49-F238E27FC236}">
                <a16:creationId xmlns:a16="http://schemas.microsoft.com/office/drawing/2014/main" id="{C56EDEC2-53F0-403B-5320-9FCE20B3A552}"/>
              </a:ext>
            </a:extLst>
          </p:cNvPr>
          <p:cNvSpPr>
            <a:spLocks noChangeAspect="1"/>
          </p:cNvSpPr>
          <p:nvPr userDrawn="1"/>
        </p:nvSpPr>
        <p:spPr>
          <a:xfrm>
            <a:off x="9872625" y="2551641"/>
            <a:ext cx="489600" cy="489600"/>
          </a:xfrm>
          <a:prstGeom prst="ellipse">
            <a:avLst/>
          </a:prstGeom>
          <a:noFill/>
          <a:ln w="508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21B2687C-4314-7CEA-B837-5D662B77BE08}"/>
              </a:ext>
            </a:extLst>
          </p:cNvPr>
          <p:cNvSpPr>
            <a:spLocks noChangeAspect="1"/>
          </p:cNvSpPr>
          <p:nvPr userDrawn="1"/>
        </p:nvSpPr>
        <p:spPr>
          <a:xfrm>
            <a:off x="10400823" y="2439369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75000"/>
                <a:alpha val="3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Oval 413">
            <a:extLst>
              <a:ext uri="{FF2B5EF4-FFF2-40B4-BE49-F238E27FC236}">
                <a16:creationId xmlns:a16="http://schemas.microsoft.com/office/drawing/2014/main" id="{EE566F69-E3A0-A2AC-E5A7-8B550BFB1E72}"/>
              </a:ext>
            </a:extLst>
          </p:cNvPr>
          <p:cNvSpPr>
            <a:spLocks noChangeAspect="1"/>
          </p:cNvSpPr>
          <p:nvPr userDrawn="1"/>
        </p:nvSpPr>
        <p:spPr>
          <a:xfrm>
            <a:off x="11457223" y="2214824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65000"/>
                <a:alpha val="6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5" name="Oval 414">
            <a:extLst>
              <a:ext uri="{FF2B5EF4-FFF2-40B4-BE49-F238E27FC236}">
                <a16:creationId xmlns:a16="http://schemas.microsoft.com/office/drawing/2014/main" id="{93BF2664-1226-D7E3-5FA7-E086CE6F2B85}"/>
              </a:ext>
            </a:extLst>
          </p:cNvPr>
          <p:cNvSpPr>
            <a:spLocks noChangeAspect="1"/>
          </p:cNvSpPr>
          <p:nvPr userDrawn="1"/>
        </p:nvSpPr>
        <p:spPr>
          <a:xfrm>
            <a:off x="11985422" y="2102552"/>
            <a:ext cx="489600" cy="489600"/>
          </a:xfrm>
          <a:prstGeom prst="ellipse">
            <a:avLst/>
          </a:prstGeom>
          <a:noFill/>
          <a:ln w="50800">
            <a:solidFill>
              <a:schemeClr val="tx2">
                <a:alpha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55B36786-7D7B-29D5-2AA2-2E42A9EE6D1A}"/>
              </a:ext>
            </a:extLst>
          </p:cNvPr>
          <p:cNvSpPr>
            <a:spLocks noChangeAspect="1"/>
          </p:cNvSpPr>
          <p:nvPr userDrawn="1"/>
        </p:nvSpPr>
        <p:spPr>
          <a:xfrm>
            <a:off x="1500542" y="2122928"/>
            <a:ext cx="489600" cy="489600"/>
          </a:xfrm>
          <a:prstGeom prst="ellipse">
            <a:avLst/>
          </a:prstGeom>
          <a:noFill/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B463D96B-9EC9-BC28-E6F1-DF06FC258E32}"/>
              </a:ext>
            </a:extLst>
          </p:cNvPr>
          <p:cNvSpPr>
            <a:spLocks noChangeAspect="1"/>
          </p:cNvSpPr>
          <p:nvPr userDrawn="1"/>
        </p:nvSpPr>
        <p:spPr>
          <a:xfrm>
            <a:off x="1612814" y="2651127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4F7076CC-D91D-0C5A-C3CA-D56BE100F1BF}"/>
              </a:ext>
            </a:extLst>
          </p:cNvPr>
          <p:cNvSpPr>
            <a:spLocks noChangeAspect="1"/>
          </p:cNvSpPr>
          <p:nvPr userDrawn="1"/>
        </p:nvSpPr>
        <p:spPr>
          <a:xfrm>
            <a:off x="972342" y="2235201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85000"/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E7D45-CE5C-9A8D-5E42-F19A35294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6096" y="5892052"/>
            <a:ext cx="4593133" cy="424732"/>
          </a:xfrm>
        </p:spPr>
        <p:txBody>
          <a:bodyPr anchor="b" anchorCtr="0"/>
          <a:lstStyle>
            <a:lvl1pPr marL="0" indent="0" algn="r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F0E6B72-6708-84FE-4EC2-BFED7F11C0CE}"/>
              </a:ext>
            </a:extLst>
          </p:cNvPr>
          <p:cNvSpPr>
            <a:spLocks noChangeAspect="1"/>
          </p:cNvSpPr>
          <p:nvPr userDrawn="1"/>
        </p:nvSpPr>
        <p:spPr>
          <a:xfrm>
            <a:off x="444143" y="2347473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95000"/>
                <a:alpha val="3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E293EFA-A3F2-0777-9688-5CBCE3FFCBF3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3059941" y="1760912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000B1C8-F06E-2502-FA23-E793915541A1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4644538" y="1424095"/>
            <a:ext cx="540000" cy="540000"/>
          </a:xfrm>
          <a:prstGeom prst="ellipse">
            <a:avLst/>
          </a:prstGeom>
          <a:solidFill>
            <a:schemeClr val="accent5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0A6771-ED3E-513F-AF87-7C390F7240B9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9398336" y="413644"/>
            <a:ext cx="540000" cy="54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7CC6A60-3EE0-54FE-5937-2BE7694C995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6757337" y="975006"/>
            <a:ext cx="540000" cy="540000"/>
          </a:xfrm>
          <a:prstGeom prst="ellipse">
            <a:avLst/>
          </a:prstGeom>
          <a:solidFill>
            <a:schemeClr val="accent5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DC7BF56-BF2D-61FE-B8AD-9340A6E2B085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7285538" y="862733"/>
            <a:ext cx="540000" cy="54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66EE475-4939-947E-D9BE-4A43E26521ED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0454734" y="189100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FF0CFEF-10D8-1B97-655E-70E4C74CF184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3588140" y="1648639"/>
            <a:ext cx="540000" cy="540000"/>
          </a:xfrm>
          <a:prstGeom prst="ellipse">
            <a:avLst/>
          </a:prstGeom>
          <a:solidFill>
            <a:schemeClr val="accent5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F60C215-3A8F-C9F6-2C33-179860702237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4116340" y="1536367"/>
            <a:ext cx="540000" cy="540000"/>
          </a:xfrm>
          <a:prstGeom prst="ellipse">
            <a:avLst/>
          </a:prstGeom>
          <a:solidFill>
            <a:schemeClr val="accent4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FD8B369-0112-540A-ECEF-261FF8B9C75A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7813738" y="750461"/>
            <a:ext cx="540000" cy="540000"/>
          </a:xfrm>
          <a:prstGeom prst="ellipse">
            <a:avLst/>
          </a:prstGeom>
          <a:solidFill>
            <a:schemeClr val="accent5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F1124CA-72B2-ECEC-6F99-66FA7DF105B3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9926534" y="301372"/>
            <a:ext cx="540000" cy="540000"/>
          </a:xfrm>
          <a:prstGeom prst="ellipse">
            <a:avLst/>
          </a:prstGeom>
          <a:solidFill>
            <a:schemeClr val="tx2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A2EC655F-67A2-5F14-3308-6B69A166559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3015" y="2962744"/>
            <a:ext cx="540000" cy="540000"/>
          </a:xfrm>
          <a:prstGeom prst="ellipse">
            <a:avLst/>
          </a:prstGeom>
          <a:solidFill>
            <a:schemeClr val="accent5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B4E57AF-AA15-CEB9-3105-49FA639D121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2115814" y="2513655"/>
            <a:ext cx="540000" cy="540000"/>
          </a:xfrm>
          <a:prstGeom prst="ellipse">
            <a:avLst/>
          </a:prstGeom>
          <a:solidFill>
            <a:schemeClr val="tx2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F2C9CF0-FC09-88D2-EF84-728B2BB5955A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9510608" y="941843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C0FF327-6001-300C-FBD9-4C0FDBD58064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7397810" y="1390932"/>
            <a:ext cx="540000" cy="540000"/>
          </a:xfrm>
          <a:prstGeom prst="ellipse">
            <a:avLst/>
          </a:prstGeom>
          <a:solidFill>
            <a:schemeClr val="bg1">
              <a:lumMod val="6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E40F2C7-91C7-3CBB-5A17-70B78EB84D79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1623405" y="492754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9E8A9E7-F379-2D60-8AB2-42D8D7483304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-525185" y="3075017"/>
            <a:ext cx="540000" cy="540000"/>
          </a:xfrm>
          <a:prstGeom prst="ellipse">
            <a:avLst/>
          </a:prstGeom>
          <a:solidFill>
            <a:schemeClr val="accent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12CBE6D-6C7F-0C7C-3867-3833DAABDF40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4228612" y="2064566"/>
            <a:ext cx="540000" cy="540000"/>
          </a:xfrm>
          <a:prstGeom prst="ellipse">
            <a:avLst/>
          </a:prstGeom>
          <a:solidFill>
            <a:schemeClr val="accent4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552D770-08FA-CD21-2472-4E09E1B300F3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2644013" y="2401383"/>
            <a:ext cx="540000" cy="54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AC0FA978-02FB-1C61-B0F7-558822824FF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5813211" y="1727749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8E5C66EF-22EC-538B-E6E5-3240DFCA7F29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6341410" y="1615477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677E9BCB-704E-0E6C-EF92-A0E46E4EE736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2151604" y="380482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359ECFAE-88A7-5144-04E5-8ACC3AD22055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15288" y="3490943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1D037672-6512-AA04-DE73-8D685035093E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9622881" y="1470042"/>
            <a:ext cx="540000" cy="540000"/>
          </a:xfrm>
          <a:prstGeom prst="ellipse">
            <a:avLst/>
          </a:prstGeom>
          <a:solidFill>
            <a:schemeClr val="accent4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6233262-6AE0-381C-324F-77E56AB7BAE9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643488" y="3378671"/>
            <a:ext cx="540000" cy="540000"/>
          </a:xfrm>
          <a:prstGeom prst="ellipse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3F2165EC-E92C-F7CC-2C90-9C0E9317715E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0791551" y="1773698"/>
            <a:ext cx="540000" cy="540000"/>
          </a:xfrm>
          <a:prstGeom prst="ellipse">
            <a:avLst/>
          </a:prstGeom>
          <a:solidFill>
            <a:schemeClr val="bg1">
              <a:lumMod val="6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75097EAE-E79E-C71D-D2F8-EEE690AD90AA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-300640" y="4131416"/>
            <a:ext cx="540000" cy="54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9AB150B3-F429-94C1-F8F6-EF5D12C5893E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0263351" y="1885970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8B889A2A-35C0-B440-6025-B867C3F3FFA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3621303" y="4401908"/>
            <a:ext cx="540000" cy="540000"/>
          </a:xfrm>
          <a:prstGeom prst="ellipse">
            <a:avLst/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FE89E786-EE95-97A5-2F65-350C718FAFA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5205900" y="4065091"/>
            <a:ext cx="540000" cy="54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439C0182-89BF-8DD0-8D74-1D1E8201956A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9959698" y="3054640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44A3D8C8-D277-E6D4-1B8E-A7F67C7024F5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7318699" y="3616002"/>
            <a:ext cx="540000" cy="540000"/>
          </a:xfrm>
          <a:prstGeom prst="ellipse">
            <a:avLst/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1D0F271A-96BF-B6A1-360D-B7240AEF0D67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7846900" y="3503729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7EA2304C-8960-2A2D-0BA4-0842FCD5AE50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2072495" y="2605551"/>
            <a:ext cx="540000" cy="540000"/>
          </a:xfrm>
          <a:prstGeom prst="ellipse">
            <a:avLst/>
          </a:prstGeom>
          <a:solidFill>
            <a:schemeClr val="accent5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4CC039C7-C263-69A7-9734-CF8EC8E0B8F0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-76095" y="5187814"/>
            <a:ext cx="540000" cy="540000"/>
          </a:xfrm>
          <a:prstGeom prst="ellipse">
            <a:avLst/>
          </a:prstGeom>
          <a:solidFill>
            <a:schemeClr val="accent5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A0000179-BDFC-A185-49B4-6C85CB60759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980305" y="4963269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07312E98-37EA-1C19-F23A-A42446571A38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4149502" y="4289635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B1CF055E-BB01-D824-C163-E4A45772777F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8375100" y="3391457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FB22EC56-CE41-7A78-7B72-8837E8CF3DD3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0487896" y="2942368"/>
            <a:ext cx="540000" cy="540000"/>
          </a:xfrm>
          <a:prstGeom prst="ellipse">
            <a:avLst/>
          </a:prstGeom>
          <a:solidFill>
            <a:schemeClr val="bg1">
              <a:lumMod val="6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D020DCB2-5807-7D02-0B8F-32207529CF8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620776" y="5379196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66DC2B2E-1C1F-3CF5-4DA9-3C975FF6A9C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-492022" y="5828285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B77CD02D-2AA0-1038-17E6-768106F175E9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2677176" y="5154651"/>
            <a:ext cx="540000" cy="540000"/>
          </a:xfrm>
          <a:prstGeom prst="ellipse">
            <a:avLst/>
          </a:prstGeom>
          <a:solidFill>
            <a:schemeClr val="accent5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F0DB6E1E-CBA0-6310-8095-0A6A641682D9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5318172" y="4593290"/>
            <a:ext cx="540000" cy="54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097B28D0-52E9-DD9C-A54C-7E7A91112433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5846373" y="4481017"/>
            <a:ext cx="540000" cy="54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3EFB91B4-1F51-9260-9188-8E7E4E63602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7430971" y="4144201"/>
            <a:ext cx="540000" cy="540000"/>
          </a:xfrm>
          <a:prstGeom prst="ellipse">
            <a:avLst/>
          </a:prstGeom>
          <a:solidFill>
            <a:schemeClr val="accent5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98BEF3C3-8A1B-187E-2B3D-FD71FDC938D7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7959172" y="4031928"/>
            <a:ext cx="540000" cy="540000"/>
          </a:xfrm>
          <a:prstGeom prst="ellipse">
            <a:avLst/>
          </a:prstGeom>
          <a:solidFill>
            <a:schemeClr val="accent5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6F23C3CC-6D42-0856-2988-16A86819172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1128368" y="3358295"/>
            <a:ext cx="540000" cy="540000"/>
          </a:xfrm>
          <a:prstGeom prst="ellipse">
            <a:avLst/>
          </a:prstGeom>
          <a:solidFill>
            <a:schemeClr val="accent5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DF9DFB15-E6FA-2F4D-D69A-0037B73D11D1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36177" y="5716013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2C631031-63AD-197F-1291-C5C013102C07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4789974" y="4705562"/>
            <a:ext cx="540000" cy="540000"/>
          </a:xfrm>
          <a:prstGeom prst="ellipse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8C6DED21-F080-B3E5-02C4-38521C32C83E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2148976" y="5266923"/>
            <a:ext cx="540000" cy="540000"/>
          </a:xfrm>
          <a:prstGeom prst="ellipse">
            <a:avLst/>
          </a:prstGeom>
          <a:solidFill>
            <a:schemeClr val="bg1">
              <a:lumMod val="7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A2F234CC-2037-6308-B46D-0189EE55DDEC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6902772" y="4256473"/>
            <a:ext cx="540000" cy="540000"/>
          </a:xfrm>
          <a:prstGeom prst="ellipse">
            <a:avLst/>
          </a:prstGeom>
          <a:solidFill>
            <a:schemeClr val="accent4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D8FE0182-D0E8-D1EB-CEBB-47F17977C99B}"/>
              </a:ext>
            </a:extLst>
          </p:cNvPr>
          <p:cNvSpPr>
            <a:spLocks noChangeAspect="1"/>
          </p:cNvSpPr>
          <p:nvPr userDrawn="1"/>
        </p:nvSpPr>
        <p:spPr>
          <a:xfrm rot="20880000">
            <a:off x="10600168" y="3470567"/>
            <a:ext cx="540000" cy="540000"/>
          </a:xfrm>
          <a:prstGeom prst="ellipse">
            <a:avLst/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D0EA5D51-9756-D187-23A0-E60B7A336883}"/>
              </a:ext>
            </a:extLst>
          </p:cNvPr>
          <p:cNvSpPr>
            <a:spLocks noChangeAspect="1"/>
          </p:cNvSpPr>
          <p:nvPr userDrawn="1"/>
        </p:nvSpPr>
        <p:spPr>
          <a:xfrm>
            <a:off x="1295559" y="3165726"/>
            <a:ext cx="1573200" cy="1573200"/>
          </a:xfrm>
          <a:prstGeom prst="ellipse">
            <a:avLst/>
          </a:prstGeom>
          <a:noFill/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CA1833-3B6E-894B-E236-AA3E10EACD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720000">
            <a:off x="1697692" y="2605744"/>
            <a:ext cx="7661970" cy="1200329"/>
          </a:xfrm>
          <a:prstGeom prst="rect">
            <a:avLst/>
          </a:prstGeom>
          <a:solidFill>
            <a:schemeClr val="accent3"/>
          </a:solidFill>
        </p:spPr>
        <p:txBody>
          <a:bodyPr anchor="b"/>
          <a:lstStyle>
            <a:lvl1pPr indent="108000">
              <a:defRPr sz="4000" b="1" i="1">
                <a:solidFill>
                  <a:schemeClr val="tx2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CED4DD7-B11A-AB70-9ABD-BD62901C0B16}"/>
              </a:ext>
            </a:extLst>
          </p:cNvPr>
          <p:cNvGrpSpPr/>
          <p:nvPr userDrawn="1"/>
        </p:nvGrpSpPr>
        <p:grpSpPr>
          <a:xfrm rot="20880000">
            <a:off x="-89532" y="2562672"/>
            <a:ext cx="1872000" cy="0"/>
            <a:chOff x="1341190" y="3720230"/>
            <a:chExt cx="1680289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1C10E4A-FA1F-ECFA-B17C-0A3EB72714C7}"/>
                </a:ext>
              </a:extLst>
            </p:cNvPr>
            <p:cNvCxnSpPr/>
            <p:nvPr userDrawn="1"/>
          </p:nvCxnSpPr>
          <p:spPr>
            <a:xfrm>
              <a:off x="1341191" y="3720230"/>
              <a:ext cx="1680288" cy="0"/>
            </a:xfrm>
            <a:prstGeom prst="line">
              <a:avLst/>
            </a:prstGeom>
            <a:ln w="152400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5C0AE78-3C61-757A-166F-4F6003E60689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20787724-BBCB-305A-9065-19BD8147873D}"/>
              </a:ext>
            </a:extLst>
          </p:cNvPr>
          <p:cNvGrpSpPr/>
          <p:nvPr userDrawn="1"/>
        </p:nvGrpSpPr>
        <p:grpSpPr>
          <a:xfrm rot="4680000">
            <a:off x="1586556" y="2645092"/>
            <a:ext cx="432000" cy="0"/>
            <a:chOff x="1341190" y="3720230"/>
            <a:chExt cx="1680288" cy="0"/>
          </a:xfrm>
        </p:grpSpPr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520319AC-BC7E-C668-29E2-422336C667E4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152400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0AE67F65-EB1D-1FAC-D1AB-ABCB844C8320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9D2FAAD0-F9F4-5F1E-556F-7A627238390C}"/>
              </a:ext>
            </a:extLst>
          </p:cNvPr>
          <p:cNvSpPr>
            <a:spLocks noChangeAspect="1"/>
          </p:cNvSpPr>
          <p:nvPr userDrawn="1"/>
        </p:nvSpPr>
        <p:spPr>
          <a:xfrm>
            <a:off x="1742414" y="2780727"/>
            <a:ext cx="230400" cy="230400"/>
          </a:xfrm>
          <a:prstGeom prst="ellipse">
            <a:avLst/>
          </a:prstGeom>
          <a:solidFill>
            <a:schemeClr val="tx2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4CD265A0-41DE-EC8E-82C8-FB57809C43EB}"/>
              </a:ext>
            </a:extLst>
          </p:cNvPr>
          <p:cNvSpPr>
            <a:spLocks noChangeAspect="1"/>
          </p:cNvSpPr>
          <p:nvPr userDrawn="1"/>
        </p:nvSpPr>
        <p:spPr>
          <a:xfrm>
            <a:off x="1630142" y="2252528"/>
            <a:ext cx="230400" cy="230400"/>
          </a:xfrm>
          <a:prstGeom prst="ellipse">
            <a:avLst/>
          </a:prstGeom>
          <a:solidFill>
            <a:schemeClr val="tx2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E5397912-301D-CE7A-37BA-09B3B2EE3335}"/>
              </a:ext>
            </a:extLst>
          </p:cNvPr>
          <p:cNvGrpSpPr/>
          <p:nvPr userDrawn="1"/>
        </p:nvGrpSpPr>
        <p:grpSpPr>
          <a:xfrm rot="20880000">
            <a:off x="10069376" y="2504111"/>
            <a:ext cx="2879999" cy="0"/>
            <a:chOff x="1341190" y="3720230"/>
            <a:chExt cx="1680288" cy="0"/>
          </a:xfrm>
        </p:grpSpPr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CBD933D0-0082-8B2A-682A-43830BE040EE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152400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B1338560-CEE9-C28F-D2BE-38300EA8FF7A}"/>
                </a:ext>
              </a:extLst>
            </p:cNvPr>
            <p:cNvCxnSpPr/>
            <p:nvPr userDrawn="1"/>
          </p:nvCxnSpPr>
          <p:spPr>
            <a:xfrm>
              <a:off x="1341190" y="3720230"/>
              <a:ext cx="1680288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1" name="Oval 400">
            <a:extLst>
              <a:ext uri="{FF2B5EF4-FFF2-40B4-BE49-F238E27FC236}">
                <a16:creationId xmlns:a16="http://schemas.microsoft.com/office/drawing/2014/main" id="{B6F34EC8-538B-B459-A3FA-D029C26534AE}"/>
              </a:ext>
            </a:extLst>
          </p:cNvPr>
          <p:cNvSpPr>
            <a:spLocks noChangeAspect="1"/>
          </p:cNvSpPr>
          <p:nvPr userDrawn="1"/>
        </p:nvSpPr>
        <p:spPr>
          <a:xfrm>
            <a:off x="10002225" y="2681241"/>
            <a:ext cx="230400" cy="230400"/>
          </a:xfrm>
          <a:prstGeom prst="ellipse">
            <a:avLst/>
          </a:prstGeom>
          <a:solidFill>
            <a:schemeClr val="tx2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9362EC33-AC32-B74F-4C58-429927589E80}"/>
              </a:ext>
            </a:extLst>
          </p:cNvPr>
          <p:cNvSpPr>
            <a:spLocks noChangeAspect="1"/>
          </p:cNvSpPr>
          <p:nvPr userDrawn="1"/>
        </p:nvSpPr>
        <p:spPr>
          <a:xfrm>
            <a:off x="4702902" y="4202562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85000"/>
                <a:alpha val="6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Oval 416">
            <a:extLst>
              <a:ext uri="{FF2B5EF4-FFF2-40B4-BE49-F238E27FC236}">
                <a16:creationId xmlns:a16="http://schemas.microsoft.com/office/drawing/2014/main" id="{D94A964F-98B1-446C-926D-A370E62FFE75}"/>
              </a:ext>
            </a:extLst>
          </p:cNvPr>
          <p:cNvSpPr>
            <a:spLocks noChangeAspect="1"/>
          </p:cNvSpPr>
          <p:nvPr userDrawn="1"/>
        </p:nvSpPr>
        <p:spPr>
          <a:xfrm>
            <a:off x="6894809" y="1528405"/>
            <a:ext cx="489600" cy="489600"/>
          </a:xfrm>
          <a:prstGeom prst="ellipse">
            <a:avLst/>
          </a:prstGeom>
          <a:noFill/>
          <a:ln w="508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5349AB52-CD2D-B264-AA9E-B655D1E9DD44}"/>
              </a:ext>
            </a:extLst>
          </p:cNvPr>
          <p:cNvSpPr>
            <a:spLocks noChangeAspect="1"/>
          </p:cNvSpPr>
          <p:nvPr userDrawn="1"/>
        </p:nvSpPr>
        <p:spPr>
          <a:xfrm>
            <a:off x="477305" y="5100741"/>
            <a:ext cx="489600" cy="489600"/>
          </a:xfrm>
          <a:prstGeom prst="ellipse">
            <a:avLst/>
          </a:prstGeom>
          <a:noFill/>
          <a:ln w="508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" name="Oval 418">
            <a:extLst>
              <a:ext uri="{FF2B5EF4-FFF2-40B4-BE49-F238E27FC236}">
                <a16:creationId xmlns:a16="http://schemas.microsoft.com/office/drawing/2014/main" id="{F709D4A6-42CD-2AA0-6539-6526C64A558F}"/>
              </a:ext>
            </a:extLst>
          </p:cNvPr>
          <p:cNvSpPr>
            <a:spLocks noChangeAspect="1"/>
          </p:cNvSpPr>
          <p:nvPr userDrawn="1"/>
        </p:nvSpPr>
        <p:spPr>
          <a:xfrm>
            <a:off x="10176279" y="1382970"/>
            <a:ext cx="489600" cy="489600"/>
          </a:xfrm>
          <a:prstGeom prst="ellipse">
            <a:avLst/>
          </a:prstGeom>
          <a:noFill/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C3EFD364-566F-3758-46BF-7B41C7749F74}"/>
              </a:ext>
            </a:extLst>
          </p:cNvPr>
          <p:cNvSpPr>
            <a:spLocks noChangeAspect="1"/>
          </p:cNvSpPr>
          <p:nvPr userDrawn="1"/>
        </p:nvSpPr>
        <p:spPr>
          <a:xfrm>
            <a:off x="8928499" y="3304385"/>
            <a:ext cx="489600" cy="489600"/>
          </a:xfrm>
          <a:prstGeom prst="ellipse">
            <a:avLst/>
          </a:prstGeom>
          <a:noFill/>
          <a:ln w="50800">
            <a:solidFill>
              <a:schemeClr val="bg1">
                <a:lumMod val="75000"/>
                <a:alpha val="3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193122C-D0BC-D960-BF66-110F4934A864}"/>
              </a:ext>
            </a:extLst>
          </p:cNvPr>
          <p:cNvSpPr>
            <a:spLocks noChangeAspect="1"/>
          </p:cNvSpPr>
          <p:nvPr userDrawn="1"/>
        </p:nvSpPr>
        <p:spPr>
          <a:xfrm>
            <a:off x="9007608" y="1079315"/>
            <a:ext cx="489600" cy="489600"/>
          </a:xfrm>
          <a:prstGeom prst="ellipse">
            <a:avLst/>
          </a:prstGeom>
          <a:noFill/>
          <a:ln w="50800">
            <a:solidFill>
              <a:schemeClr val="accent5">
                <a:alpha val="3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6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9706CF6-F092-24E1-8D72-25E57BFC57B9}"/>
              </a:ext>
            </a:extLst>
          </p:cNvPr>
          <p:cNvGrpSpPr/>
          <p:nvPr userDrawn="1"/>
        </p:nvGrpSpPr>
        <p:grpSpPr>
          <a:xfrm>
            <a:off x="-833555" y="-315919"/>
            <a:ext cx="7846006" cy="2078649"/>
            <a:chOff x="-833555" y="-315919"/>
            <a:chExt cx="7846006" cy="2078649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7486B75-C5DB-B5D1-284B-3D7AA3D65FE7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-394139" y="1222730"/>
              <a:ext cx="540000" cy="54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84B833C-BCE3-2190-70FC-D37B45B2B13B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-90485" y="54059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292702-729E-DAA2-9CC4-B1B4FD95F04B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662259" y="998186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A34F1C9-0862-1441-A9B9-9B793C704938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37714" y="-58213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9113672-C90E-626A-A32A-599946929DC1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2662784" y="20898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03F7DD9-E120-C15F-8F02-851AF5AEA3F4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3190983" y="-91375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26C443A-D251-609F-8432-EB635F5F8590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887854" y="100008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6D63CE7-C8BE-A1E0-C2A8-15F16B42676D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247382" y="-315919"/>
              <a:ext cx="540000" cy="54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C9DAF66-CAC2-36F2-D538-58B856E8439B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5416052" y="-12264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093D704-8997-863D-590D-D378C804D946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6472451" y="-236808"/>
              <a:ext cx="540000" cy="54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E81E5AD-94F6-30E5-9B27-261BBB3399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69452" y="-99336"/>
              <a:ext cx="489600" cy="489600"/>
            </a:xfrm>
            <a:prstGeom prst="ellipse">
              <a:avLst/>
            </a:prstGeom>
            <a:noFill/>
            <a:ln w="508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B59CDE3-F470-2017-FAFC-52124A0752A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215658" y="911114"/>
              <a:ext cx="489600" cy="489600"/>
            </a:xfrm>
            <a:prstGeom prst="ellipse">
              <a:avLst/>
            </a:prstGeom>
            <a:noFill/>
            <a:ln w="508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80B4C2F-C0B3-142A-6081-0C7C017CCD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744382" y="-178447"/>
              <a:ext cx="489600" cy="489600"/>
            </a:xfrm>
            <a:prstGeom prst="ellipse">
              <a:avLst/>
            </a:prstGeom>
            <a:noFill/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08DDFFB-41C6-0FDE-4220-FC58C93935B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46987" y="607459"/>
              <a:ext cx="489600" cy="489600"/>
            </a:xfrm>
            <a:prstGeom prst="ellipse">
              <a:avLst/>
            </a:prstGeom>
            <a:noFill/>
            <a:ln w="508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75C92F0-CA66-6F14-1B89-7BFBBF0272C7}"/>
                </a:ext>
              </a:extLst>
            </p:cNvPr>
            <p:cNvGrpSpPr/>
            <p:nvPr userDrawn="1"/>
          </p:nvGrpSpPr>
          <p:grpSpPr>
            <a:xfrm rot="-720000">
              <a:off x="-833555" y="914570"/>
              <a:ext cx="1680288" cy="0"/>
              <a:chOff x="1341190" y="3720230"/>
              <a:chExt cx="1680288" cy="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DDF3BB94-30A2-BA92-C88D-D3BC190984B9}"/>
                  </a:ext>
                </a:extLst>
              </p:cNvPr>
              <p:cNvCxnSpPr/>
              <p:nvPr userDrawn="1"/>
            </p:nvCxnSpPr>
            <p:spPr>
              <a:xfrm>
                <a:off x="1341190" y="3720230"/>
                <a:ext cx="1680288" cy="0"/>
              </a:xfrm>
              <a:prstGeom prst="line">
                <a:avLst/>
              </a:prstGeom>
              <a:ln w="152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19BDE6D-49E7-C36B-B43C-20A69FCA72B3}"/>
                  </a:ext>
                </a:extLst>
              </p:cNvPr>
              <p:cNvCxnSpPr/>
              <p:nvPr userDrawn="1"/>
            </p:nvCxnSpPr>
            <p:spPr>
              <a:xfrm>
                <a:off x="1341190" y="3720230"/>
                <a:ext cx="1680288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38D71B7-E43F-918B-66FF-F5E42E4ED4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04787" y="624786"/>
              <a:ext cx="230400" cy="230400"/>
            </a:xfrm>
            <a:prstGeom prst="ellipse">
              <a:avLst/>
            </a:prstGeom>
            <a:solidFill>
              <a:schemeClr val="accent2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BC977F-02AA-A9F8-78DD-847B1DA9E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600" y="493200"/>
            <a:ext cx="10515600" cy="535531"/>
          </a:xfrm>
          <a:prstGeom prst="rect">
            <a:avLst/>
          </a:prstGeom>
        </p:spPr>
        <p:txBody>
          <a:bodyPr lIns="9000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42DC3-5909-6179-D5A1-415717D3F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5186" y="1825625"/>
            <a:ext cx="5084613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FCBFE-C2DB-38F7-1BFA-3E1C38227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3010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02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0424716-ABAE-9CED-D05F-FD1CFA123DF6}"/>
              </a:ext>
            </a:extLst>
          </p:cNvPr>
          <p:cNvGrpSpPr/>
          <p:nvPr userDrawn="1"/>
        </p:nvGrpSpPr>
        <p:grpSpPr>
          <a:xfrm>
            <a:off x="-833555" y="-315919"/>
            <a:ext cx="7846006" cy="2078649"/>
            <a:chOff x="-833555" y="-315919"/>
            <a:chExt cx="7846006" cy="207864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F66CE1B-9EB9-A0B4-E8B3-1BF9BF0465CB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-394139" y="1222730"/>
              <a:ext cx="540000" cy="54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A5C8BDE-E514-832E-431D-0AD9F436287F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-90485" y="54059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C7D1EF9-98CC-BB0A-B830-382AFB34F495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662259" y="998186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9A594E2-F527-BE9D-A8A5-EF0C06718254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37714" y="-58213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DB44878-45A0-8DE9-CABE-A5F777EF42FC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2662784" y="20898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60FE04D-3105-E946-66E7-1F33CE56673E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3190983" y="-91375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7AC0A10-5895-ACBC-5456-69FA3C75A086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887854" y="100008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00634F8-9B06-F619-4FEB-E198B86FF2C0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247382" y="-315919"/>
              <a:ext cx="540000" cy="54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2E2B7F3-9012-D180-13CF-3F6761F802B2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5416052" y="-12264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5A61B1F-7E7A-4E82-EB69-A5C611F091C2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6472451" y="-236808"/>
              <a:ext cx="540000" cy="54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A7FF7CA-7AF7-5A30-07E6-4FB4622FB0D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69452" y="-99336"/>
              <a:ext cx="489600" cy="489600"/>
            </a:xfrm>
            <a:prstGeom prst="ellipse">
              <a:avLst/>
            </a:prstGeom>
            <a:noFill/>
            <a:ln w="508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AE468C4-DBF9-06F5-0FD2-B1DE18BB369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215658" y="911114"/>
              <a:ext cx="489600" cy="489600"/>
            </a:xfrm>
            <a:prstGeom prst="ellipse">
              <a:avLst/>
            </a:prstGeom>
            <a:noFill/>
            <a:ln w="508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20A1D2D-B775-116C-0CA4-A2C53A5A504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744382" y="-178447"/>
              <a:ext cx="489600" cy="489600"/>
            </a:xfrm>
            <a:prstGeom prst="ellipse">
              <a:avLst/>
            </a:prstGeom>
            <a:noFill/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416C78A-659D-D7A2-0AF9-C1CE44C09B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46987" y="607459"/>
              <a:ext cx="489600" cy="489600"/>
            </a:xfrm>
            <a:prstGeom prst="ellipse">
              <a:avLst/>
            </a:prstGeom>
            <a:noFill/>
            <a:ln w="508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B890D91-3D09-7EBB-7942-68B5DBDA7CFA}"/>
                </a:ext>
              </a:extLst>
            </p:cNvPr>
            <p:cNvGrpSpPr/>
            <p:nvPr userDrawn="1"/>
          </p:nvGrpSpPr>
          <p:grpSpPr>
            <a:xfrm rot="-720000">
              <a:off x="-833555" y="914570"/>
              <a:ext cx="1680288" cy="0"/>
              <a:chOff x="1341190" y="3720230"/>
              <a:chExt cx="1680288" cy="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DD709410-C141-3381-056C-FB52CDBE488C}"/>
                  </a:ext>
                </a:extLst>
              </p:cNvPr>
              <p:cNvCxnSpPr/>
              <p:nvPr userDrawn="1"/>
            </p:nvCxnSpPr>
            <p:spPr>
              <a:xfrm>
                <a:off x="1341190" y="3720230"/>
                <a:ext cx="1680288" cy="0"/>
              </a:xfrm>
              <a:prstGeom prst="line">
                <a:avLst/>
              </a:prstGeom>
              <a:ln w="152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5C689E9-D373-5EBF-6DF2-08C798B59D7D}"/>
                  </a:ext>
                </a:extLst>
              </p:cNvPr>
              <p:cNvCxnSpPr/>
              <p:nvPr userDrawn="1"/>
            </p:nvCxnSpPr>
            <p:spPr>
              <a:xfrm>
                <a:off x="1341190" y="3720230"/>
                <a:ext cx="1680288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B3B4CAE-AB80-D1FA-B027-E9AAFBBAAD8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04787" y="624786"/>
              <a:ext cx="230400" cy="230400"/>
            </a:xfrm>
            <a:prstGeom prst="ellipse">
              <a:avLst/>
            </a:prstGeom>
            <a:solidFill>
              <a:schemeClr val="accent2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76514A2-9332-9543-A984-2175A719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600" y="493200"/>
            <a:ext cx="10515600" cy="5355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9D6C5-14AA-B6A6-B1C0-815CAA1F7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600" y="1681163"/>
            <a:ext cx="5157787" cy="42473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1" i="0">
                <a:solidFill>
                  <a:schemeClr val="accent1"/>
                </a:solidFill>
                <a:latin typeface="Arial Nova" panose="020B05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A4BB1-7319-CFBB-9D67-129058528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7600" y="2505075"/>
            <a:ext cx="5157787" cy="156350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F4710-001A-929E-7538-0685555915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0012" y="1681163"/>
            <a:ext cx="5183188" cy="42473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1" i="0">
                <a:solidFill>
                  <a:schemeClr val="accent1"/>
                </a:solidFill>
                <a:latin typeface="Arial Nova" panose="020B05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0AAC7B-4A03-D728-5107-F67986B4A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0012" y="2505075"/>
            <a:ext cx="5183188" cy="156350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224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4602FBF-ADEB-7C99-BA1F-A9FC046F8E97}"/>
              </a:ext>
            </a:extLst>
          </p:cNvPr>
          <p:cNvGrpSpPr/>
          <p:nvPr userDrawn="1"/>
        </p:nvGrpSpPr>
        <p:grpSpPr>
          <a:xfrm>
            <a:off x="-833555" y="-315919"/>
            <a:ext cx="7846006" cy="2078649"/>
            <a:chOff x="-833555" y="-315919"/>
            <a:chExt cx="7846006" cy="2078649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FE62E59-127D-A244-EF9D-7BB5FB33FC72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-394139" y="1222730"/>
              <a:ext cx="540000" cy="54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D1B559C-BACF-9471-4797-53E1C35A30B8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-90485" y="54059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67467A6-8F59-D5F0-67AE-2678A4741EC1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662259" y="998186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12B06EC-6CB9-8721-6FD1-B75912F163E3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37714" y="-58213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4F0BB5E-D146-7C33-E99A-0687F0920897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2662784" y="20898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0D85089-18E4-9094-6D92-84678569EA87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3190983" y="-91375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E6B6A6F-4A28-5B3A-7D38-9F2FD0DC6E1D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887854" y="100008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3741DDD-B568-9B67-E07F-BF319432C51D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247382" y="-315919"/>
              <a:ext cx="540000" cy="54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D38B53B-F93E-0A31-B382-C4AC9CE9AF47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5416052" y="-12264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C6A6690-A9CD-6FEE-D62A-732BFD18AA76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6472451" y="-236808"/>
              <a:ext cx="540000" cy="54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A5503F2-23DA-9448-0B54-6E319B33BED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69452" y="-99336"/>
              <a:ext cx="489600" cy="489600"/>
            </a:xfrm>
            <a:prstGeom prst="ellipse">
              <a:avLst/>
            </a:prstGeom>
            <a:noFill/>
            <a:ln w="508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76A5AF24-72B3-C35C-1317-0B62BFFD11E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215658" y="911114"/>
              <a:ext cx="489600" cy="489600"/>
            </a:xfrm>
            <a:prstGeom prst="ellipse">
              <a:avLst/>
            </a:prstGeom>
            <a:noFill/>
            <a:ln w="508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0333518-9487-1720-7E68-239868EE9C0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744382" y="-178447"/>
              <a:ext cx="489600" cy="489600"/>
            </a:xfrm>
            <a:prstGeom prst="ellipse">
              <a:avLst/>
            </a:prstGeom>
            <a:noFill/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73BCF1C-E710-25B4-F3B5-35FA9E7C224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46987" y="607459"/>
              <a:ext cx="489600" cy="489600"/>
            </a:xfrm>
            <a:prstGeom prst="ellipse">
              <a:avLst/>
            </a:prstGeom>
            <a:noFill/>
            <a:ln w="508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84A35BA-7193-51C6-D317-BC4572FA7BB1}"/>
                </a:ext>
              </a:extLst>
            </p:cNvPr>
            <p:cNvGrpSpPr/>
            <p:nvPr userDrawn="1"/>
          </p:nvGrpSpPr>
          <p:grpSpPr>
            <a:xfrm rot="-720000">
              <a:off x="-833555" y="914570"/>
              <a:ext cx="1680288" cy="0"/>
              <a:chOff x="1341190" y="3720230"/>
              <a:chExt cx="1680288" cy="0"/>
            </a:xfrm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3411A5BD-2BE3-F33E-5F2F-5910454FCD40}"/>
                  </a:ext>
                </a:extLst>
              </p:cNvPr>
              <p:cNvCxnSpPr/>
              <p:nvPr userDrawn="1"/>
            </p:nvCxnSpPr>
            <p:spPr>
              <a:xfrm>
                <a:off x="1341190" y="3720230"/>
                <a:ext cx="1680288" cy="0"/>
              </a:xfrm>
              <a:prstGeom prst="line">
                <a:avLst/>
              </a:prstGeom>
              <a:ln w="152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1A93FE77-533D-A126-24BA-6E0C7E742994}"/>
                  </a:ext>
                </a:extLst>
              </p:cNvPr>
              <p:cNvCxnSpPr/>
              <p:nvPr userDrawn="1"/>
            </p:nvCxnSpPr>
            <p:spPr>
              <a:xfrm>
                <a:off x="1341190" y="3720230"/>
                <a:ext cx="1680288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CEBC12E-D96E-1178-2919-405528A5683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04787" y="624786"/>
              <a:ext cx="230400" cy="230400"/>
            </a:xfrm>
            <a:prstGeom prst="ellipse">
              <a:avLst/>
            </a:prstGeom>
            <a:solidFill>
              <a:schemeClr val="accent2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3667D6-5AA8-5A12-859D-40B81AB49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600" y="494332"/>
            <a:ext cx="10515600" cy="7017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86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646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4EA54A0-6F33-9F6F-F80E-93B0B34CB701}"/>
              </a:ext>
            </a:extLst>
          </p:cNvPr>
          <p:cNvGrpSpPr/>
          <p:nvPr userDrawn="1"/>
        </p:nvGrpSpPr>
        <p:grpSpPr>
          <a:xfrm>
            <a:off x="-833555" y="-315919"/>
            <a:ext cx="7846006" cy="2078649"/>
            <a:chOff x="-833555" y="-315919"/>
            <a:chExt cx="7846006" cy="2078649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39B780-2A95-CD29-62B2-312696E5FC82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-394139" y="1222730"/>
              <a:ext cx="540000" cy="54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C2F432-11C1-BEE4-DEDB-A910F5D1AE71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-90485" y="54059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22E5130-9BBD-811C-E657-98CDA0A60FB6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662259" y="998186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2EBAF5B-271D-FD5F-32D5-45DB950DB988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37714" y="-58213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8C29C07-CE2C-FD01-D92A-57638FCE02CD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2662784" y="20898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1ECBE4C-DED5-684F-563B-09880E97FA05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3190983" y="-91375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7D7ACC1-1D94-69AD-7F3B-15179452CB85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887854" y="100008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32B157D-621D-BE17-EAB3-6F3D0E45A145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4247382" y="-315919"/>
              <a:ext cx="540000" cy="54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8615192-A64B-858E-97D6-75B040771AB3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5416052" y="-12264"/>
              <a:ext cx="540000" cy="54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0088C49-22FE-D76D-AE88-B52B93F08C09}"/>
                </a:ext>
              </a:extLst>
            </p:cNvPr>
            <p:cNvSpPr>
              <a:spLocks noChangeAspect="1"/>
            </p:cNvSpPr>
            <p:nvPr userDrawn="1"/>
          </p:nvSpPr>
          <p:spPr>
            <a:xfrm rot="20880000">
              <a:off x="6472451" y="-236808"/>
              <a:ext cx="540000" cy="54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E0B4EC-9728-92C4-4F16-3F0C8BB17B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69452" y="-99336"/>
              <a:ext cx="489600" cy="489600"/>
            </a:xfrm>
            <a:prstGeom prst="ellipse">
              <a:avLst/>
            </a:prstGeom>
            <a:noFill/>
            <a:ln w="508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57BB898-8182-B2BA-5E9C-18C32CA54E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215658" y="911114"/>
              <a:ext cx="489600" cy="489600"/>
            </a:xfrm>
            <a:prstGeom prst="ellipse">
              <a:avLst/>
            </a:prstGeom>
            <a:noFill/>
            <a:ln w="508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5D1E9DA-5553-F2D2-AD8E-871287E8DC0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744382" y="-178447"/>
              <a:ext cx="489600" cy="489600"/>
            </a:xfrm>
            <a:prstGeom prst="ellipse">
              <a:avLst/>
            </a:prstGeom>
            <a:noFill/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70334C8-DF1A-7AB2-D42D-D1F94B5CC37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46987" y="607459"/>
              <a:ext cx="489600" cy="489600"/>
            </a:xfrm>
            <a:prstGeom prst="ellipse">
              <a:avLst/>
            </a:prstGeom>
            <a:noFill/>
            <a:ln w="508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2833638-97FB-C5AD-6645-09EAB74F2877}"/>
                </a:ext>
              </a:extLst>
            </p:cNvPr>
            <p:cNvGrpSpPr/>
            <p:nvPr userDrawn="1"/>
          </p:nvGrpSpPr>
          <p:grpSpPr>
            <a:xfrm rot="-720000">
              <a:off x="-833555" y="914570"/>
              <a:ext cx="1680288" cy="0"/>
              <a:chOff x="1341190" y="3720230"/>
              <a:chExt cx="1680288" cy="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8AAB67C-5069-6C87-FE4B-42AC7A3F9ACD}"/>
                  </a:ext>
                </a:extLst>
              </p:cNvPr>
              <p:cNvCxnSpPr/>
              <p:nvPr userDrawn="1"/>
            </p:nvCxnSpPr>
            <p:spPr>
              <a:xfrm>
                <a:off x="1341190" y="3720230"/>
                <a:ext cx="1680288" cy="0"/>
              </a:xfrm>
              <a:prstGeom prst="line">
                <a:avLst/>
              </a:prstGeom>
              <a:ln w="152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E8BF971A-7C64-FDFB-B591-CC4AA2E3A28E}"/>
                  </a:ext>
                </a:extLst>
              </p:cNvPr>
              <p:cNvCxnSpPr/>
              <p:nvPr userDrawn="1"/>
            </p:nvCxnSpPr>
            <p:spPr>
              <a:xfrm>
                <a:off x="1341190" y="3720230"/>
                <a:ext cx="1680288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9BB569D-EE80-FB09-2BB9-43D120051D7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04787" y="624786"/>
              <a:ext cx="230400" cy="230400"/>
            </a:xfrm>
            <a:prstGeom prst="ellipse">
              <a:avLst/>
            </a:prstGeom>
            <a:solidFill>
              <a:schemeClr val="accent2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A3C8A41-F2F2-1A0F-5F66-1D429858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600" y="493200"/>
            <a:ext cx="3932237" cy="1421928"/>
          </a:xfrm>
          <a:prstGeom prst="rect">
            <a:avLst/>
          </a:prstGeom>
        </p:spPr>
        <p:txBody>
          <a:bodyPr wrap="square" lIns="90000" anchor="t" anchorCtr="0">
            <a:sp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7257D-996A-AE1A-C394-E08CEB602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3002" y="493201"/>
            <a:ext cx="6237785" cy="19513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FE0F8-5B21-3E7C-D564-96D052F4D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187" y="2057399"/>
            <a:ext cx="3932237" cy="430364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080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D67D2-60DC-BE3F-28E9-C33FF0DEB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702004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4A386E5-06F5-F055-D29D-C2EB0BEB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041"/>
            <a:ext cx="10515600" cy="53553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20C438-9857-52AC-0641-BC409D85920E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-2555022" y="-1840376"/>
            <a:ext cx="1250666" cy="93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848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7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spc="-50" baseline="0">
          <a:solidFill>
            <a:schemeClr val="tx2"/>
          </a:solidFill>
          <a:latin typeface="Arial Nova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ADC2B-71C1-FB58-9624-17C8ED5C8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-720000">
            <a:off x="579390" y="1797720"/>
            <a:ext cx="7861304" cy="1505027"/>
          </a:xfrm>
        </p:spPr>
        <p:txBody>
          <a:bodyPr/>
          <a:lstStyle/>
          <a:p>
            <a:r>
              <a:rPr lang="en-US" dirty="0"/>
              <a:t>SAMPLE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A54E5-5DBB-37AD-E8DA-507608D3F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8663" y="5098546"/>
            <a:ext cx="5448300" cy="1089529"/>
          </a:xfrm>
        </p:spPr>
        <p:txBody>
          <a:bodyPr/>
          <a:lstStyle/>
          <a:p>
            <a:r>
              <a:rPr lang="en-US" dirty="0"/>
              <a:t>Additional info </a:t>
            </a:r>
            <a:br>
              <a:rPr lang="en-US" dirty="0"/>
            </a:br>
            <a:r>
              <a:rPr lang="en-US" dirty="0"/>
              <a:t>like date, author </a:t>
            </a:r>
            <a:br>
              <a:rPr lang="en-US" dirty="0"/>
            </a:br>
            <a:r>
              <a:rPr lang="en-US" dirty="0"/>
              <a:t>so on so on</a:t>
            </a:r>
          </a:p>
        </p:txBody>
      </p:sp>
    </p:spTree>
    <p:extLst>
      <p:ext uri="{BB962C8B-B14F-4D97-AF65-F5344CB8AC3E}">
        <p14:creationId xmlns:p14="http://schemas.microsoft.com/office/powerpoint/2010/main" val="308486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ADC2B-71C1-FB58-9624-17C8ED5C8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-720000">
            <a:off x="491657" y="1597292"/>
            <a:ext cx="9078967" cy="1505027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Guidance </a:t>
            </a:r>
            <a:r>
              <a:rPr lang="en-US" cap="none" dirty="0">
                <a:solidFill>
                  <a:schemeClr val="accent2"/>
                </a:solidFill>
              </a:rPr>
              <a:t>for</a:t>
            </a:r>
            <a:br>
              <a:rPr lang="en-US" dirty="0"/>
            </a:br>
            <a:r>
              <a:rPr lang="en-US" dirty="0"/>
              <a:t>Public Finance Reviews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A54E5-5DBB-37AD-E8DA-507608D3F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8663" y="5098546"/>
            <a:ext cx="5448300" cy="1089529"/>
          </a:xfrm>
        </p:spPr>
        <p:txBody>
          <a:bodyPr/>
          <a:lstStyle/>
          <a:p>
            <a:r>
              <a:rPr lang="en-US" dirty="0"/>
              <a:t>Additional info </a:t>
            </a:r>
            <a:br>
              <a:rPr lang="en-US" dirty="0"/>
            </a:br>
            <a:r>
              <a:rPr lang="en-US" dirty="0"/>
              <a:t>like date, author </a:t>
            </a:r>
            <a:br>
              <a:rPr lang="en-US" dirty="0"/>
            </a:br>
            <a:r>
              <a:rPr lang="en-US" dirty="0"/>
              <a:t>so on so on</a:t>
            </a:r>
          </a:p>
        </p:txBody>
      </p:sp>
    </p:spTree>
    <p:extLst>
      <p:ext uri="{BB962C8B-B14F-4D97-AF65-F5344CB8AC3E}">
        <p14:creationId xmlns:p14="http://schemas.microsoft.com/office/powerpoint/2010/main" val="161452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5D542-F882-F9C6-5CD7-C684A6AD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263" y="493713"/>
            <a:ext cx="10515600" cy="535531"/>
          </a:xfrm>
        </p:spPr>
        <p:txBody>
          <a:bodyPr/>
          <a:lstStyle/>
          <a:p>
            <a:r>
              <a:rPr lang="en-US" dirty="0"/>
              <a:t>Sample slide title – Title + content layout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10422D-3531-4EEE-A365-A3C250381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444625"/>
            <a:ext cx="3974892" cy="507831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sz="1800" dirty="0"/>
              <a:t>In sit </a:t>
            </a:r>
            <a:r>
              <a:rPr lang="en-GB" sz="1800" dirty="0" err="1"/>
              <a:t>amet</a:t>
            </a:r>
            <a:r>
              <a:rPr lang="en-GB" sz="1800" dirty="0"/>
              <a:t> </a:t>
            </a:r>
            <a:r>
              <a:rPr lang="en-GB" sz="1800" dirty="0" err="1"/>
              <a:t>nulla</a:t>
            </a:r>
            <a:r>
              <a:rPr lang="en-GB" sz="1800" dirty="0"/>
              <a:t> </a:t>
            </a:r>
            <a:r>
              <a:rPr lang="en-GB" sz="1800" dirty="0" err="1"/>
              <a:t>malesuada</a:t>
            </a:r>
            <a:r>
              <a:rPr lang="en-GB" sz="1800" dirty="0"/>
              <a:t> nisi </a:t>
            </a:r>
            <a:r>
              <a:rPr lang="en-GB" sz="1800" dirty="0" err="1"/>
              <a:t>aliquet</a:t>
            </a:r>
            <a:r>
              <a:rPr lang="en-GB" sz="1800" dirty="0"/>
              <a:t> </a:t>
            </a:r>
            <a:r>
              <a:rPr lang="en-GB" sz="1800" dirty="0" err="1"/>
              <a:t>luctus</a:t>
            </a:r>
            <a:r>
              <a:rPr lang="en-GB" sz="1800" dirty="0"/>
              <a:t>. </a:t>
            </a:r>
            <a:r>
              <a:rPr lang="en-GB" sz="1800" dirty="0" err="1"/>
              <a:t>Fusce</a:t>
            </a:r>
            <a:r>
              <a:rPr lang="en-GB" sz="1800" dirty="0"/>
              <a:t> non </a:t>
            </a:r>
            <a:r>
              <a:rPr lang="en-GB" sz="1800" dirty="0" err="1"/>
              <a:t>enim</a:t>
            </a:r>
            <a:r>
              <a:rPr lang="en-GB" sz="1800" dirty="0"/>
              <a:t> </a:t>
            </a:r>
            <a:r>
              <a:rPr lang="en-GB" sz="1800" dirty="0" err="1"/>
              <a:t>justo</a:t>
            </a:r>
            <a:r>
              <a:rPr lang="en-GB" sz="1800" dirty="0"/>
              <a:t>. </a:t>
            </a:r>
            <a:r>
              <a:rPr lang="en-GB" sz="1800" dirty="0" err="1"/>
              <a:t>Sed</a:t>
            </a:r>
            <a:r>
              <a:rPr lang="en-GB" sz="1800" dirty="0"/>
              <a:t> </a:t>
            </a:r>
            <a:r>
              <a:rPr lang="en-GB" sz="1800" dirty="0" err="1"/>
              <a:t>imperdiet</a:t>
            </a:r>
            <a:r>
              <a:rPr lang="en-GB" sz="1800" dirty="0"/>
              <a:t>, </a:t>
            </a:r>
            <a:r>
              <a:rPr lang="en-GB" sz="1800" dirty="0" err="1"/>
              <a:t>dolor</a:t>
            </a:r>
            <a:r>
              <a:rPr lang="en-GB" sz="1800" dirty="0"/>
              <a:t> </a:t>
            </a:r>
            <a:r>
              <a:rPr lang="en-GB" sz="1800" dirty="0" err="1"/>
              <a:t>quis</a:t>
            </a:r>
            <a:r>
              <a:rPr lang="en-GB" sz="1800" dirty="0"/>
              <a:t> lacinia </a:t>
            </a:r>
            <a:r>
              <a:rPr lang="en-GB" sz="1800" dirty="0" err="1"/>
              <a:t>pretium</a:t>
            </a:r>
            <a:r>
              <a:rPr lang="en-GB" sz="1800" dirty="0"/>
              <a:t>, </a:t>
            </a:r>
            <a:r>
              <a:rPr lang="en-GB" sz="1800" dirty="0" err="1"/>
              <a:t>urna</a:t>
            </a:r>
            <a:r>
              <a:rPr lang="en-GB" sz="1800" dirty="0"/>
              <a:t> </a:t>
            </a:r>
            <a:r>
              <a:rPr lang="en-GB" sz="1800" dirty="0" err="1"/>
              <a:t>nunc</a:t>
            </a:r>
            <a:r>
              <a:rPr lang="en-GB" sz="1800" dirty="0"/>
              <a:t> </a:t>
            </a:r>
            <a:r>
              <a:rPr lang="en-GB" sz="1800" dirty="0" err="1"/>
              <a:t>consequat</a:t>
            </a:r>
            <a:r>
              <a:rPr lang="en-GB" sz="1800" dirty="0"/>
              <a:t> </a:t>
            </a:r>
            <a:r>
              <a:rPr lang="en-GB" sz="1800" dirty="0" err="1"/>
              <a:t>mauris</a:t>
            </a:r>
            <a:r>
              <a:rPr lang="en-GB" sz="1800" dirty="0"/>
              <a:t>, </a:t>
            </a:r>
            <a:r>
              <a:rPr lang="en-GB" sz="1800" dirty="0" err="1"/>
              <a:t>eu</a:t>
            </a:r>
            <a:r>
              <a:rPr lang="en-GB" sz="1800" dirty="0"/>
              <a:t> porta ligula </a:t>
            </a:r>
            <a:r>
              <a:rPr lang="en-GB" sz="1800" dirty="0" err="1"/>
              <a:t>tellus</a:t>
            </a:r>
            <a:r>
              <a:rPr lang="en-GB" sz="1800" dirty="0"/>
              <a:t> </a:t>
            </a:r>
            <a:r>
              <a:rPr lang="en-GB" sz="1800" dirty="0" err="1"/>
              <a:t>nec</a:t>
            </a:r>
            <a:r>
              <a:rPr lang="en-GB" sz="1800" dirty="0"/>
              <a:t> </a:t>
            </a:r>
            <a:r>
              <a:rPr lang="en-GB" sz="1800" dirty="0" err="1"/>
              <a:t>nisl</a:t>
            </a:r>
            <a:r>
              <a:rPr lang="en-GB" sz="1800" dirty="0"/>
              <a:t>. Integer id </a:t>
            </a:r>
            <a:r>
              <a:rPr lang="en-GB" sz="1800" dirty="0" err="1"/>
              <a:t>faucibus</a:t>
            </a:r>
            <a:r>
              <a:rPr lang="en-GB" sz="1800" dirty="0"/>
              <a:t> </a:t>
            </a:r>
            <a:r>
              <a:rPr lang="en-GB" sz="1800" dirty="0" err="1"/>
              <a:t>sem</a:t>
            </a:r>
            <a:r>
              <a:rPr lang="en-GB" sz="1800" dirty="0"/>
              <a:t>, </a:t>
            </a:r>
            <a:r>
              <a:rPr lang="en-GB" sz="1800" dirty="0" err="1"/>
              <a:t>eget</a:t>
            </a:r>
            <a:r>
              <a:rPr lang="en-GB" sz="1800" dirty="0"/>
              <a:t> </a:t>
            </a:r>
            <a:r>
              <a:rPr lang="en-GB" sz="1800" dirty="0" err="1"/>
              <a:t>consequat</a:t>
            </a:r>
            <a:r>
              <a:rPr lang="en-GB" sz="1800" dirty="0"/>
              <a:t> ex. In hac </a:t>
            </a:r>
            <a:r>
              <a:rPr lang="en-GB" sz="1800" dirty="0" err="1"/>
              <a:t>habitasse</a:t>
            </a:r>
            <a:r>
              <a:rPr lang="en-GB" sz="1800" dirty="0"/>
              <a:t> </a:t>
            </a:r>
            <a:r>
              <a:rPr lang="en-GB" sz="1800" dirty="0" err="1"/>
              <a:t>platea</a:t>
            </a:r>
            <a:r>
              <a:rPr lang="en-GB" sz="1800" dirty="0"/>
              <a:t> </a:t>
            </a:r>
            <a:r>
              <a:rPr lang="en-GB" sz="1800" dirty="0" err="1"/>
              <a:t>dictumst</a:t>
            </a:r>
            <a:r>
              <a:rPr lang="en-GB" sz="1800" dirty="0"/>
              <a:t>. </a:t>
            </a:r>
            <a:r>
              <a:rPr lang="en-GB" sz="1800" dirty="0" err="1"/>
              <a:t>Nulla</a:t>
            </a:r>
            <a:r>
              <a:rPr lang="en-GB" sz="1800" dirty="0"/>
              <a:t> </a:t>
            </a:r>
            <a:r>
              <a:rPr lang="en-GB" sz="1800" dirty="0" err="1"/>
              <a:t>elementum</a:t>
            </a:r>
            <a:r>
              <a:rPr lang="en-GB" sz="1800" dirty="0"/>
              <a:t> </a:t>
            </a:r>
            <a:r>
              <a:rPr lang="en-GB" sz="1800" dirty="0" err="1"/>
              <a:t>est</a:t>
            </a:r>
            <a:r>
              <a:rPr lang="en-GB" sz="1800" dirty="0"/>
              <a:t> id vestibulum </a:t>
            </a:r>
            <a:r>
              <a:rPr lang="en-GB" sz="1800" dirty="0" err="1"/>
              <a:t>tempor</a:t>
            </a:r>
            <a:r>
              <a:rPr lang="en-GB" sz="1800" dirty="0"/>
              <a:t>. </a:t>
            </a:r>
            <a:r>
              <a:rPr lang="en-GB" sz="1800" dirty="0" err="1"/>
              <a:t>Nullam</a:t>
            </a:r>
            <a:r>
              <a:rPr lang="en-GB" sz="1800" dirty="0"/>
              <a:t> </a:t>
            </a:r>
            <a:r>
              <a:rPr lang="en-GB" sz="1800" dirty="0" err="1"/>
              <a:t>commodo</a:t>
            </a:r>
            <a:r>
              <a:rPr lang="en-GB" sz="1800" dirty="0"/>
              <a:t> </a:t>
            </a:r>
            <a:r>
              <a:rPr lang="en-GB" sz="1800" dirty="0" err="1"/>
              <a:t>velit</a:t>
            </a:r>
            <a:r>
              <a:rPr lang="en-GB" sz="1800" dirty="0"/>
              <a:t> </a:t>
            </a:r>
            <a:r>
              <a:rPr lang="en-GB" sz="1800" dirty="0" err="1"/>
              <a:t>dapibus</a:t>
            </a:r>
            <a:r>
              <a:rPr lang="en-GB" sz="1800" dirty="0"/>
              <a:t> </a:t>
            </a:r>
            <a:r>
              <a:rPr lang="en-GB" sz="1800" dirty="0" err="1"/>
              <a:t>felis</a:t>
            </a:r>
            <a:r>
              <a:rPr lang="en-GB" sz="1800" dirty="0"/>
              <a:t> tempus </a:t>
            </a:r>
            <a:r>
              <a:rPr lang="en-GB" sz="1800" dirty="0" err="1"/>
              <a:t>blandit</a:t>
            </a:r>
            <a:r>
              <a:rPr lang="en-GB" sz="1800" dirty="0"/>
              <a:t>. Nunc </a:t>
            </a:r>
            <a:r>
              <a:rPr lang="en-GB" sz="1800" dirty="0" err="1"/>
              <a:t>hendrerit</a:t>
            </a:r>
            <a:r>
              <a:rPr lang="en-GB" sz="1800" dirty="0"/>
              <a:t> </a:t>
            </a:r>
            <a:r>
              <a:rPr lang="en-GB" sz="1800" dirty="0" err="1"/>
              <a:t>tellus</a:t>
            </a:r>
            <a:r>
              <a:rPr lang="en-GB" sz="1800" dirty="0"/>
              <a:t> </a:t>
            </a:r>
            <a:r>
              <a:rPr lang="en-GB" sz="1800" dirty="0" err="1"/>
              <a:t>purus</a:t>
            </a:r>
            <a:r>
              <a:rPr lang="en-GB" sz="1800" dirty="0"/>
              <a:t>. Donec id nisi </a:t>
            </a:r>
            <a:r>
              <a:rPr lang="en-GB" sz="1800" dirty="0" err="1"/>
              <a:t>finibus</a:t>
            </a:r>
            <a:r>
              <a:rPr lang="en-GB" sz="1800" dirty="0"/>
              <a:t>, </a:t>
            </a:r>
            <a:r>
              <a:rPr lang="en-GB" sz="1800" dirty="0" err="1"/>
              <a:t>finibus</a:t>
            </a:r>
            <a:r>
              <a:rPr lang="en-GB" sz="1800" dirty="0"/>
              <a:t> eros at, </a:t>
            </a:r>
            <a:r>
              <a:rPr lang="en-GB" sz="1800" dirty="0" err="1"/>
              <a:t>finibus</a:t>
            </a:r>
            <a:r>
              <a:rPr lang="en-GB" sz="1800" dirty="0"/>
              <a:t> </a:t>
            </a:r>
            <a:r>
              <a:rPr lang="en-GB" sz="1800" dirty="0" err="1"/>
              <a:t>tellus</a:t>
            </a:r>
            <a:r>
              <a:rPr lang="en-GB" sz="1800" dirty="0"/>
              <a:t>. </a:t>
            </a:r>
            <a:r>
              <a:rPr lang="en-GB" sz="1800" dirty="0" err="1"/>
              <a:t>Curabitur</a:t>
            </a:r>
            <a:r>
              <a:rPr lang="en-GB" sz="1800" dirty="0"/>
              <a:t> </a:t>
            </a:r>
            <a:r>
              <a:rPr lang="en-GB" sz="1800" dirty="0" err="1"/>
              <a:t>sed</a:t>
            </a:r>
            <a:r>
              <a:rPr lang="en-GB" sz="1800" dirty="0"/>
              <a:t> </a:t>
            </a:r>
            <a:r>
              <a:rPr lang="en-GB" sz="1800" dirty="0" err="1"/>
              <a:t>ornare</a:t>
            </a:r>
            <a:r>
              <a:rPr lang="en-GB" sz="1800" dirty="0"/>
              <a:t> </a:t>
            </a:r>
            <a:r>
              <a:rPr lang="en-GB" sz="1800" dirty="0" err="1"/>
              <a:t>nulla</a:t>
            </a:r>
            <a:r>
              <a:rPr lang="en-GB" sz="1800" dirty="0"/>
              <a:t>. </a:t>
            </a:r>
            <a:r>
              <a:rPr lang="en-GB" sz="1800" dirty="0" err="1"/>
              <a:t>Quisque</a:t>
            </a:r>
            <a:r>
              <a:rPr lang="en-GB" sz="1800" dirty="0"/>
              <a:t> </a:t>
            </a:r>
            <a:r>
              <a:rPr lang="en-GB" sz="1800" dirty="0" err="1"/>
              <a:t>sapien</a:t>
            </a:r>
            <a:r>
              <a:rPr lang="en-GB" sz="1800" dirty="0"/>
              <a:t> </a:t>
            </a:r>
            <a:r>
              <a:rPr lang="en-GB" sz="1800" dirty="0" err="1"/>
              <a:t>tellus</a:t>
            </a:r>
            <a:r>
              <a:rPr lang="en-GB" sz="1800" dirty="0"/>
              <a:t>, </a:t>
            </a:r>
            <a:r>
              <a:rPr lang="en-GB" sz="1800" dirty="0" err="1"/>
              <a:t>sodales</a:t>
            </a:r>
            <a:r>
              <a:rPr lang="en-GB" sz="1800" dirty="0"/>
              <a:t> </a:t>
            </a:r>
            <a:r>
              <a:rPr lang="en-GB" sz="1800" dirty="0" err="1"/>
              <a:t>quis</a:t>
            </a:r>
            <a:r>
              <a:rPr lang="en-GB" sz="1800" dirty="0"/>
              <a:t> </a:t>
            </a:r>
            <a:r>
              <a:rPr lang="en-GB" sz="1800" dirty="0" err="1"/>
              <a:t>rhoncus</a:t>
            </a:r>
            <a:r>
              <a:rPr lang="en-GB" sz="1800" dirty="0"/>
              <a:t> </a:t>
            </a:r>
            <a:r>
              <a:rPr lang="en-GB" sz="1800" dirty="0" err="1"/>
              <a:t>vel</a:t>
            </a:r>
            <a:r>
              <a:rPr lang="en-GB" sz="1800" dirty="0"/>
              <a:t>, auctor ac </a:t>
            </a:r>
            <a:r>
              <a:rPr lang="en-GB" sz="1800" dirty="0" err="1"/>
              <a:t>lacus</a:t>
            </a:r>
            <a:r>
              <a:rPr lang="en-GB" sz="1800" dirty="0"/>
              <a:t>. </a:t>
            </a:r>
            <a:r>
              <a:rPr lang="en-GB" sz="1800" dirty="0" err="1"/>
              <a:t>Nullam</a:t>
            </a:r>
            <a:r>
              <a:rPr lang="en-GB" sz="1800" dirty="0"/>
              <a:t> id </a:t>
            </a:r>
            <a:r>
              <a:rPr lang="en-GB" sz="1800" dirty="0" err="1"/>
              <a:t>tristique</a:t>
            </a:r>
            <a:r>
              <a:rPr lang="en-GB" sz="1800" dirty="0"/>
              <a:t> diam. Cras in </a:t>
            </a:r>
            <a:r>
              <a:rPr lang="en-GB" sz="1800" dirty="0" err="1"/>
              <a:t>massa</a:t>
            </a:r>
            <a:r>
              <a:rPr lang="en-GB" sz="1800" dirty="0"/>
              <a:t> ac </a:t>
            </a:r>
            <a:r>
              <a:rPr lang="en-GB" sz="1800" dirty="0" err="1"/>
              <a:t>velit</a:t>
            </a:r>
            <a:r>
              <a:rPr lang="en-GB" sz="1800" dirty="0"/>
              <a:t> </a:t>
            </a:r>
            <a:r>
              <a:rPr lang="en-GB" sz="1800" dirty="0" err="1"/>
              <a:t>sollicitudin</a:t>
            </a:r>
            <a:r>
              <a:rPr lang="en-GB" sz="1800" dirty="0"/>
              <a:t> </a:t>
            </a:r>
            <a:r>
              <a:rPr lang="en-GB" sz="1800" dirty="0" err="1"/>
              <a:t>aliquam</a:t>
            </a:r>
            <a:r>
              <a:rPr lang="en-GB" sz="1800" dirty="0"/>
              <a:t> dictum non diam.</a:t>
            </a:r>
            <a:endParaRPr lang="en-US" sz="180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9473290-7635-4AB8-E364-7B8DFD090769}"/>
              </a:ext>
            </a:extLst>
          </p:cNvPr>
          <p:cNvSpPr txBox="1">
            <a:spLocks/>
          </p:cNvSpPr>
          <p:nvPr/>
        </p:nvSpPr>
        <p:spPr>
          <a:xfrm>
            <a:off x="5546943" y="1444625"/>
            <a:ext cx="5853240" cy="478284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accent1"/>
                </a:solidFill>
                <a:latin typeface="Arial Nova" panose="020B0504020202020204" pitchFamily="34" charset="0"/>
              </a:rPr>
              <a:t>Lorem ipsum </a:t>
            </a:r>
            <a:r>
              <a:rPr lang="en-GB" b="1" dirty="0" err="1">
                <a:solidFill>
                  <a:schemeClr val="accent1"/>
                </a:solidFill>
                <a:latin typeface="Arial Nova" panose="020B0504020202020204" pitchFamily="34" charset="0"/>
              </a:rPr>
              <a:t>dolor</a:t>
            </a:r>
            <a:r>
              <a:rPr lang="en-GB" b="1" dirty="0">
                <a:solidFill>
                  <a:schemeClr val="accent1"/>
                </a:solidFill>
                <a:latin typeface="Arial Nova" panose="020B0504020202020204" pitchFamily="34" charset="0"/>
              </a:rPr>
              <a:t> sit </a:t>
            </a:r>
            <a:r>
              <a:rPr lang="en-GB" b="1" dirty="0" err="1">
                <a:solidFill>
                  <a:schemeClr val="accent1"/>
                </a:solidFill>
                <a:latin typeface="Arial Nova" panose="020B0504020202020204" pitchFamily="34" charset="0"/>
              </a:rPr>
              <a:t>amet</a:t>
            </a:r>
            <a:r>
              <a:rPr lang="en-GB" b="1" dirty="0">
                <a:solidFill>
                  <a:schemeClr val="accent1"/>
                </a:solidFill>
                <a:latin typeface="Arial Nova" panose="020B0504020202020204" pitchFamily="34" charset="0"/>
              </a:rPr>
              <a:t>, </a:t>
            </a:r>
            <a:r>
              <a:rPr lang="en-GB" b="1" dirty="0" err="1">
                <a:solidFill>
                  <a:schemeClr val="accent1"/>
                </a:solidFill>
                <a:latin typeface="Arial Nova" panose="020B0504020202020204" pitchFamily="34" charset="0"/>
              </a:rPr>
              <a:t>consectetur</a:t>
            </a:r>
            <a:r>
              <a:rPr lang="en-GB" b="1" dirty="0">
                <a:solidFill>
                  <a:schemeClr val="accent1"/>
                </a:solidFill>
                <a:latin typeface="Arial Nova" panose="020B0504020202020204" pitchFamily="34" charset="0"/>
              </a:rPr>
              <a:t> </a:t>
            </a:r>
            <a:br>
              <a:rPr lang="en-GB" b="1" dirty="0">
                <a:solidFill>
                  <a:schemeClr val="accent1"/>
                </a:solidFill>
                <a:latin typeface="Arial Nova" panose="020B0504020202020204" pitchFamily="34" charset="0"/>
              </a:rPr>
            </a:br>
            <a:r>
              <a:rPr lang="en-GB" b="1" dirty="0" err="1">
                <a:solidFill>
                  <a:schemeClr val="accent1"/>
                </a:solidFill>
                <a:latin typeface="Arial Nova" panose="020B0504020202020204" pitchFamily="34" charset="0"/>
              </a:rPr>
              <a:t>adipiscing</a:t>
            </a:r>
            <a:r>
              <a:rPr lang="en-GB" b="1" dirty="0">
                <a:solidFill>
                  <a:schemeClr val="accent1"/>
                </a:solidFill>
                <a:latin typeface="Arial Nova" panose="020B0504020202020204" pitchFamily="34" charset="0"/>
              </a:rPr>
              <a:t> </a:t>
            </a:r>
            <a:r>
              <a:rPr lang="en-GB" b="1" dirty="0" err="1">
                <a:solidFill>
                  <a:schemeClr val="accent1"/>
                </a:solidFill>
                <a:latin typeface="Arial Nova" panose="020B0504020202020204" pitchFamily="34" charset="0"/>
              </a:rPr>
              <a:t>elit</a:t>
            </a:r>
            <a:endParaRPr lang="en-GB" b="1" dirty="0">
              <a:solidFill>
                <a:schemeClr val="accent1"/>
              </a:solidFill>
              <a:latin typeface="Arial Nova" panose="020B0504020202020204" pitchFamily="34" charset="0"/>
            </a:endParaRPr>
          </a:p>
          <a:p>
            <a:pPr marL="213750" indent="-213750">
              <a:buFont typeface="Arial" panose="020B0604020202020204" pitchFamily="34" charset="0"/>
              <a:buChar char="•"/>
            </a:pPr>
            <a:r>
              <a:rPr lang="en-GB" dirty="0" err="1"/>
              <a:t>Suspendisse</a:t>
            </a:r>
            <a:r>
              <a:rPr lang="en-GB" dirty="0"/>
              <a:t> vitae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placerat</a:t>
            </a:r>
            <a:r>
              <a:rPr lang="en-GB" dirty="0"/>
              <a:t> nisi </a:t>
            </a:r>
            <a:r>
              <a:rPr lang="en-GB" dirty="0" err="1"/>
              <a:t>vehicula</a:t>
            </a:r>
            <a:r>
              <a:rPr lang="en-GB" dirty="0"/>
              <a:t> </a:t>
            </a:r>
            <a:r>
              <a:rPr lang="en-GB" dirty="0" err="1"/>
              <a:t>venenatis</a:t>
            </a:r>
            <a:r>
              <a:rPr lang="en-GB" dirty="0"/>
              <a:t>.</a:t>
            </a:r>
          </a:p>
          <a:p>
            <a:pPr marL="213750" indent="-213750">
              <a:buFont typeface="Arial" panose="020B0604020202020204" pitchFamily="34" charset="0"/>
              <a:buChar char="•"/>
            </a:pPr>
            <a:r>
              <a:rPr lang="en-GB" dirty="0" err="1"/>
              <a:t>Praesent</a:t>
            </a:r>
            <a:r>
              <a:rPr lang="en-GB" dirty="0"/>
              <a:t> </a:t>
            </a:r>
            <a:r>
              <a:rPr lang="en-GB" dirty="0" err="1"/>
              <a:t>lobortis</a:t>
            </a:r>
            <a:r>
              <a:rPr lang="en-GB" dirty="0"/>
              <a:t> ante </a:t>
            </a:r>
            <a:r>
              <a:rPr lang="en-GB" dirty="0" err="1"/>
              <a:t>vel</a:t>
            </a:r>
            <a:r>
              <a:rPr lang="en-GB" dirty="0"/>
              <a:t> semper </a:t>
            </a:r>
            <a:r>
              <a:rPr lang="en-GB" dirty="0" err="1"/>
              <a:t>bibendum</a:t>
            </a:r>
            <a:r>
              <a:rPr lang="en-GB" dirty="0"/>
              <a:t>.</a:t>
            </a:r>
          </a:p>
          <a:p>
            <a:pPr marL="213750" indent="-213750">
              <a:buFont typeface="Arial" panose="020B0604020202020204" pitchFamily="34" charset="0"/>
              <a:buChar char="•"/>
            </a:pPr>
            <a:r>
              <a:rPr lang="en-GB" dirty="0" err="1"/>
              <a:t>Sed</a:t>
            </a:r>
            <a:r>
              <a:rPr lang="en-GB" dirty="0"/>
              <a:t> non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lorem maximus maximus at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.</a:t>
            </a:r>
          </a:p>
          <a:p>
            <a:pPr>
              <a:lnSpc>
                <a:spcPct val="90000"/>
              </a:lnSpc>
              <a:spcBef>
                <a:spcPts val="2400"/>
              </a:spcBef>
            </a:pPr>
            <a:r>
              <a:rPr lang="en-GB" b="1" dirty="0" err="1">
                <a:solidFill>
                  <a:schemeClr val="accent3"/>
                </a:solidFill>
                <a:latin typeface="Arial Nova" panose="020B0504020202020204" pitchFamily="34" charset="0"/>
              </a:rPr>
              <a:t>Pellentesque</a:t>
            </a:r>
            <a:r>
              <a:rPr lang="en-GB" b="1" dirty="0">
                <a:solidFill>
                  <a:schemeClr val="accent3"/>
                </a:solidFill>
                <a:latin typeface="Arial Nova" panose="020B0504020202020204" pitchFamily="34" charset="0"/>
              </a:rPr>
              <a:t> </a:t>
            </a:r>
            <a:r>
              <a:rPr lang="en-GB" b="1" dirty="0" err="1">
                <a:solidFill>
                  <a:schemeClr val="accent3"/>
                </a:solidFill>
                <a:latin typeface="Arial Nova" panose="020B0504020202020204" pitchFamily="34" charset="0"/>
              </a:rPr>
              <a:t>tincidunt</a:t>
            </a:r>
            <a:r>
              <a:rPr lang="en-GB" b="1" dirty="0">
                <a:solidFill>
                  <a:schemeClr val="accent3"/>
                </a:solidFill>
                <a:latin typeface="Arial Nova" panose="020B0504020202020204" pitchFamily="34" charset="0"/>
              </a:rPr>
              <a:t> </a:t>
            </a:r>
            <a:r>
              <a:rPr lang="en-GB" b="1" dirty="0" err="1">
                <a:solidFill>
                  <a:schemeClr val="accent3"/>
                </a:solidFill>
                <a:latin typeface="Arial Nova" panose="020B0504020202020204" pitchFamily="34" charset="0"/>
              </a:rPr>
              <a:t>elit</a:t>
            </a:r>
            <a:r>
              <a:rPr lang="en-GB" b="1" dirty="0">
                <a:solidFill>
                  <a:schemeClr val="accent3"/>
                </a:solidFill>
                <a:latin typeface="Arial Nova" panose="020B0504020202020204" pitchFamily="34" charset="0"/>
              </a:rPr>
              <a:t> </a:t>
            </a:r>
            <a:r>
              <a:rPr lang="en-GB" b="1" dirty="0" err="1">
                <a:solidFill>
                  <a:schemeClr val="accent3"/>
                </a:solidFill>
                <a:latin typeface="Arial Nova" panose="020B0504020202020204" pitchFamily="34" charset="0"/>
              </a:rPr>
              <a:t>eget</a:t>
            </a:r>
            <a:r>
              <a:rPr lang="en-GB" b="1" dirty="0">
                <a:solidFill>
                  <a:schemeClr val="accent3"/>
                </a:solidFill>
                <a:latin typeface="Arial Nova" panose="020B0504020202020204" pitchFamily="34" charset="0"/>
              </a:rPr>
              <a:t> </a:t>
            </a:r>
            <a:r>
              <a:rPr lang="en-GB" b="1" dirty="0" err="1">
                <a:solidFill>
                  <a:schemeClr val="accent3"/>
                </a:solidFill>
                <a:latin typeface="Arial Nova" panose="020B0504020202020204" pitchFamily="34" charset="0"/>
              </a:rPr>
              <a:t>risus</a:t>
            </a:r>
            <a:r>
              <a:rPr lang="en-GB" b="1" dirty="0">
                <a:solidFill>
                  <a:schemeClr val="accent3"/>
                </a:solidFill>
                <a:latin typeface="Arial Nova" panose="020B0504020202020204" pitchFamily="34" charset="0"/>
              </a:rPr>
              <a:t> auctor, vitae vestibulum ipsum </a:t>
            </a:r>
            <a:r>
              <a:rPr lang="en-GB" b="1" dirty="0" err="1">
                <a:solidFill>
                  <a:schemeClr val="accent3"/>
                </a:solidFill>
                <a:latin typeface="Arial Nova" panose="020B0504020202020204" pitchFamily="34" charset="0"/>
              </a:rPr>
              <a:t>posuere</a:t>
            </a:r>
            <a:endParaRPr lang="en-GB" b="1" dirty="0">
              <a:solidFill>
                <a:schemeClr val="accent3"/>
              </a:solidFill>
              <a:latin typeface="Arial Nova" panose="020B0504020202020204" pitchFamily="34" charset="0"/>
            </a:endParaRPr>
          </a:p>
          <a:p>
            <a:pPr marL="213750" indent="-2137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GB" dirty="0"/>
              <a:t>Integer in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suscipit</a:t>
            </a:r>
            <a:r>
              <a:rPr lang="en-GB" dirty="0"/>
              <a:t>,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orci</a:t>
            </a:r>
            <a:r>
              <a:rPr lang="en-GB" dirty="0"/>
              <a:t> </a:t>
            </a:r>
            <a:r>
              <a:rPr lang="en-GB" dirty="0" err="1"/>
              <a:t>quis</a:t>
            </a:r>
            <a:r>
              <a:rPr lang="en-GB" dirty="0"/>
              <a:t>, </a:t>
            </a:r>
            <a:r>
              <a:rPr lang="en-GB" dirty="0" err="1"/>
              <a:t>ornare</a:t>
            </a:r>
            <a:r>
              <a:rPr lang="en-GB" dirty="0"/>
              <a:t> est.</a:t>
            </a:r>
          </a:p>
          <a:p>
            <a:pPr marL="213750" indent="-2137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GB" dirty="0" err="1"/>
              <a:t>Aliquam</a:t>
            </a:r>
            <a:r>
              <a:rPr lang="en-GB" dirty="0"/>
              <a:t> </a:t>
            </a:r>
            <a:r>
              <a:rPr lang="en-GB" dirty="0" err="1"/>
              <a:t>pretium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orci</a:t>
            </a:r>
            <a:r>
              <a:rPr lang="en-GB" dirty="0"/>
              <a:t>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eget</a:t>
            </a:r>
            <a:r>
              <a:rPr lang="en-GB" dirty="0"/>
              <a:t> </a:t>
            </a:r>
            <a:r>
              <a:rPr lang="en-GB" dirty="0" err="1"/>
              <a:t>hendrerit</a:t>
            </a:r>
            <a:r>
              <a:rPr lang="en-GB" dirty="0"/>
              <a:t> </a:t>
            </a:r>
            <a:r>
              <a:rPr lang="en-GB" dirty="0" err="1"/>
              <a:t>leo</a:t>
            </a:r>
            <a:r>
              <a:rPr lang="en-GB" dirty="0"/>
              <a:t> auctor.</a:t>
            </a:r>
          </a:p>
          <a:p>
            <a:pPr marL="213750" indent="-2137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GB" dirty="0" err="1"/>
              <a:t>Vivamus</a:t>
            </a:r>
            <a:r>
              <a:rPr lang="en-GB" dirty="0"/>
              <a:t> </a:t>
            </a:r>
            <a:r>
              <a:rPr lang="en-GB" dirty="0" err="1"/>
              <a:t>scelerisque</a:t>
            </a:r>
            <a:r>
              <a:rPr lang="en-GB" dirty="0"/>
              <a:t> </a:t>
            </a:r>
            <a:r>
              <a:rPr lang="en-GB" dirty="0" err="1"/>
              <a:t>orci</a:t>
            </a:r>
            <a:r>
              <a:rPr lang="en-GB" dirty="0"/>
              <a:t> non </a:t>
            </a:r>
            <a:r>
              <a:rPr lang="en-GB" dirty="0" err="1"/>
              <a:t>erat</a:t>
            </a:r>
            <a:r>
              <a:rPr lang="en-GB" dirty="0"/>
              <a:t> fermentum </a:t>
            </a:r>
            <a:r>
              <a:rPr lang="en-GB" dirty="0" err="1"/>
              <a:t>pellentesque</a:t>
            </a:r>
            <a:r>
              <a:rPr lang="en-GB" dirty="0"/>
              <a:t>.</a:t>
            </a:r>
          </a:p>
          <a:p>
            <a:pPr marL="213750" indent="-2137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GB" dirty="0"/>
              <a:t>Vestibulum </a:t>
            </a:r>
            <a:r>
              <a:rPr lang="en-GB" dirty="0" err="1"/>
              <a:t>viverra</a:t>
            </a:r>
            <a:r>
              <a:rPr lang="en-GB" dirty="0"/>
              <a:t> lorem ac </a:t>
            </a:r>
            <a:r>
              <a:rPr lang="en-GB" dirty="0" err="1"/>
              <a:t>eleifend</a:t>
            </a:r>
            <a:r>
              <a:rPr lang="en-GB" dirty="0"/>
              <a:t> </a:t>
            </a:r>
            <a:r>
              <a:rPr lang="en-GB" dirty="0" err="1"/>
              <a:t>tristique</a:t>
            </a:r>
            <a:r>
              <a:rPr lang="en-GB" dirty="0"/>
              <a:t>.</a:t>
            </a:r>
          </a:p>
          <a:p>
            <a:pPr marL="213750" indent="-2137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GB" dirty="0" err="1"/>
              <a:t>Pellentesque</a:t>
            </a:r>
            <a:r>
              <a:rPr lang="en-GB" dirty="0"/>
              <a:t> </a:t>
            </a:r>
            <a:r>
              <a:rPr lang="en-GB" dirty="0" err="1"/>
              <a:t>aliquet</a:t>
            </a:r>
            <a:r>
              <a:rPr lang="en-GB" dirty="0"/>
              <a:t> </a:t>
            </a:r>
            <a:r>
              <a:rPr lang="en-GB" dirty="0" err="1"/>
              <a:t>metus</a:t>
            </a:r>
            <a:r>
              <a:rPr lang="en-GB" dirty="0"/>
              <a:t> non </a:t>
            </a:r>
            <a:r>
              <a:rPr lang="en-GB" dirty="0" err="1"/>
              <a:t>orci</a:t>
            </a:r>
            <a:r>
              <a:rPr lang="en-GB" dirty="0"/>
              <a:t> </a:t>
            </a:r>
            <a:r>
              <a:rPr lang="en-GB" dirty="0" err="1"/>
              <a:t>facilisis</a:t>
            </a:r>
            <a:r>
              <a:rPr lang="en-GB" dirty="0"/>
              <a:t> auctor.</a:t>
            </a:r>
          </a:p>
        </p:txBody>
      </p:sp>
    </p:spTree>
    <p:extLst>
      <p:ext uri="{BB962C8B-B14F-4D97-AF65-F5344CB8AC3E}">
        <p14:creationId xmlns:p14="http://schemas.microsoft.com/office/powerpoint/2010/main" val="597061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 descr="A book with text on it&#10;&#10;Description automatically generated">
            <a:extLst>
              <a:ext uri="{FF2B5EF4-FFF2-40B4-BE49-F238E27FC236}">
                <a16:creationId xmlns:a16="http://schemas.microsoft.com/office/drawing/2014/main" id="{0DC631B2-C455-FB95-A689-EF072EE568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114295" y="1103243"/>
            <a:ext cx="8634297" cy="5754757"/>
          </a:xfrm>
          <a:effectLst>
            <a:softEdge rad="272912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564D35-8C75-ABE6-1C46-06301059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600" y="493200"/>
            <a:ext cx="10515600" cy="535531"/>
          </a:xfrm>
        </p:spPr>
        <p:txBody>
          <a:bodyPr/>
          <a:lstStyle/>
          <a:p>
            <a:r>
              <a:rPr lang="en-US" dirty="0"/>
              <a:t>Sample slide title Lorem ipsum dolor sit </a:t>
            </a:r>
            <a:r>
              <a:rPr lang="en-US" dirty="0" err="1"/>
              <a:t>amet</a:t>
            </a:r>
            <a:br>
              <a:rPr lang="en-US" dirty="0"/>
            </a:br>
            <a:r>
              <a:rPr lang="en-US" dirty="0"/>
              <a:t>with two lines of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97821B-988A-084C-B7D7-12520A20F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5187" y="2292764"/>
            <a:ext cx="4233162" cy="271766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Arial Nova" panose="020B0504020202020204" pitchFamily="34" charset="0"/>
              </a:rPr>
              <a:t>PHOTO EXAMPLE</a:t>
            </a:r>
          </a:p>
          <a:p>
            <a:pPr marL="0" indent="0">
              <a:buNone/>
            </a:pPr>
            <a:r>
              <a:rPr lang="en-US" sz="2000" dirty="0"/>
              <a:t>Lorem ipsum dolor sit </a:t>
            </a:r>
            <a:r>
              <a:rPr lang="en-US" sz="2000" dirty="0" err="1"/>
              <a:t>amet</a:t>
            </a:r>
            <a:r>
              <a:rPr lang="en-US" sz="2000" dirty="0"/>
              <a:t>, </a:t>
            </a:r>
            <a:r>
              <a:rPr lang="en-US" sz="2000" dirty="0" err="1"/>
              <a:t>consectetur</a:t>
            </a:r>
            <a:r>
              <a:rPr lang="en-US" sz="2000" dirty="0"/>
              <a:t> </a:t>
            </a:r>
            <a:r>
              <a:rPr lang="en-US" sz="2000" dirty="0" err="1"/>
              <a:t>adipiscing</a:t>
            </a:r>
            <a:r>
              <a:rPr lang="en-US" sz="2000" dirty="0"/>
              <a:t> </a:t>
            </a:r>
            <a:r>
              <a:rPr lang="en-US" sz="2000" dirty="0" err="1"/>
              <a:t>elit</a:t>
            </a:r>
            <a:r>
              <a:rPr lang="en-US" sz="2000" dirty="0"/>
              <a:t>. Nam convallis </a:t>
            </a:r>
            <a:r>
              <a:rPr lang="en-US" sz="2000" dirty="0" err="1"/>
              <a:t>lacus</a:t>
            </a:r>
            <a:r>
              <a:rPr lang="en-US" sz="2000" dirty="0"/>
              <a:t> in </a:t>
            </a:r>
            <a:r>
              <a:rPr lang="en-US" sz="2000" dirty="0" err="1"/>
              <a:t>eleifend</a:t>
            </a:r>
            <a:r>
              <a:rPr lang="en-US" sz="2000" dirty="0"/>
              <a:t> </a:t>
            </a:r>
            <a:r>
              <a:rPr lang="en-US" sz="2000" dirty="0" err="1"/>
              <a:t>placerat</a:t>
            </a:r>
            <a:r>
              <a:rPr lang="en-US" sz="2000" dirty="0"/>
              <a:t>. </a:t>
            </a:r>
            <a:r>
              <a:rPr lang="en-US" sz="2000" dirty="0" err="1"/>
              <a:t>Praesent</a:t>
            </a:r>
            <a:r>
              <a:rPr lang="en-US" sz="2000" dirty="0"/>
              <a:t> sed </a:t>
            </a:r>
            <a:r>
              <a:rPr lang="en-US" sz="2000" dirty="0" err="1"/>
              <a:t>vehicula</a:t>
            </a:r>
            <a:r>
              <a:rPr lang="en-US" sz="2000" dirty="0"/>
              <a:t> est. Donec </a:t>
            </a:r>
            <a:r>
              <a:rPr lang="en-US" sz="2000" dirty="0" err="1"/>
              <a:t>luctus</a:t>
            </a:r>
            <a:r>
              <a:rPr lang="en-US" sz="2000" dirty="0"/>
              <a:t> dolor tempus, pharetra </a:t>
            </a:r>
            <a:r>
              <a:rPr lang="en-US" sz="2000" dirty="0" err="1"/>
              <a:t>leo</a:t>
            </a:r>
            <a:r>
              <a:rPr lang="en-US" sz="2000" dirty="0"/>
              <a:t> sed, gravida lorem. </a:t>
            </a:r>
            <a:r>
              <a:rPr lang="en-US" sz="2000" dirty="0" err="1"/>
              <a:t>Nulla</a:t>
            </a:r>
            <a:r>
              <a:rPr lang="en-US" sz="2000" dirty="0"/>
              <a:t> pulvinar </a:t>
            </a:r>
            <a:r>
              <a:rPr lang="en-US" sz="2000" dirty="0" err="1"/>
              <a:t>risus</a:t>
            </a:r>
            <a:r>
              <a:rPr lang="en-US" sz="2000" dirty="0"/>
              <a:t> id </a:t>
            </a:r>
            <a:r>
              <a:rPr lang="en-US" sz="2000" dirty="0" err="1"/>
              <a:t>nisl</a:t>
            </a:r>
            <a:r>
              <a:rPr lang="en-US" sz="2000" dirty="0"/>
              <a:t> </a:t>
            </a:r>
            <a:r>
              <a:rPr lang="en-US" sz="2000" dirty="0" err="1"/>
              <a:t>facilisis</a:t>
            </a:r>
            <a:r>
              <a:rPr lang="en-US" sz="2000" dirty="0"/>
              <a:t>, vel </a:t>
            </a:r>
            <a:r>
              <a:rPr lang="en-US" sz="2000" dirty="0" err="1"/>
              <a:t>fringilla</a:t>
            </a:r>
            <a:r>
              <a:rPr lang="en-US" sz="2000" dirty="0"/>
              <a:t> </a:t>
            </a:r>
            <a:r>
              <a:rPr lang="en-US" sz="2000" dirty="0" err="1"/>
              <a:t>nulla</a:t>
            </a:r>
            <a:r>
              <a:rPr lang="en-US" sz="2000" dirty="0"/>
              <a:t> </a:t>
            </a:r>
            <a:r>
              <a:rPr lang="en-US" sz="2000" dirty="0" err="1"/>
              <a:t>accumsan</a:t>
            </a:r>
            <a:r>
              <a:rPr lang="en-US" sz="2000" dirty="0"/>
              <a:t>. </a:t>
            </a:r>
            <a:r>
              <a:rPr lang="en-US" sz="2000" dirty="0" err="1"/>
              <a:t>Praesent</a:t>
            </a:r>
            <a:r>
              <a:rPr lang="en-US" sz="2000" dirty="0"/>
              <a:t> </a:t>
            </a:r>
            <a:r>
              <a:rPr lang="en-US" sz="2000" dirty="0" err="1"/>
              <a:t>feugiat</a:t>
            </a:r>
            <a:r>
              <a:rPr lang="en-US" sz="2000" dirty="0"/>
              <a:t> </a:t>
            </a:r>
            <a:r>
              <a:rPr lang="en-US" sz="2000" dirty="0" err="1"/>
              <a:t>rhoncus</a:t>
            </a:r>
            <a:r>
              <a:rPr lang="en-US" sz="2000" dirty="0"/>
              <a:t> mi id </a:t>
            </a:r>
            <a:r>
              <a:rPr lang="en-US" sz="2000" dirty="0" err="1"/>
              <a:t>placerat</a:t>
            </a:r>
            <a:r>
              <a:rPr lang="en-US" sz="2000" dirty="0"/>
              <a:t>. In hac </a:t>
            </a:r>
            <a:r>
              <a:rPr lang="en-US" sz="2000" dirty="0" err="1"/>
              <a:t>habitasse</a:t>
            </a:r>
            <a:r>
              <a:rPr lang="en-US" sz="2000" dirty="0"/>
              <a:t> </a:t>
            </a:r>
            <a:r>
              <a:rPr lang="en-US" sz="2000" dirty="0" err="1"/>
              <a:t>platea</a:t>
            </a:r>
            <a:r>
              <a:rPr lang="en-US" sz="2000" dirty="0"/>
              <a:t> </a:t>
            </a:r>
            <a:r>
              <a:rPr lang="en-US" sz="2000" dirty="0" err="1"/>
              <a:t>dictumst</a:t>
            </a:r>
            <a:r>
              <a:rPr lang="en-US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04600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B83D5-F5DF-3701-2F4C-3EFA5FD2C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slide title – Comparison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63A36-952D-38EF-558E-15630541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600" y="1800432"/>
            <a:ext cx="5157787" cy="424732"/>
          </a:xfrm>
        </p:spPr>
        <p:txBody>
          <a:bodyPr/>
          <a:lstStyle/>
          <a:p>
            <a:r>
              <a:rPr lang="en-US" dirty="0"/>
              <a:t>Left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C846C-EF74-0F74-6172-BB4245AF2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7600" y="2277431"/>
            <a:ext cx="5157787" cy="92333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vel, auctor ac </a:t>
            </a:r>
            <a:r>
              <a:rPr lang="en-US" dirty="0" err="1"/>
              <a:t>lacus</a:t>
            </a:r>
            <a:r>
              <a:rPr lang="en-US" dirty="0"/>
              <a:t>. Cras in </a:t>
            </a:r>
            <a:r>
              <a:rPr lang="en-US" dirty="0" err="1"/>
              <a:t>massa</a:t>
            </a:r>
            <a:r>
              <a:rPr lang="en-US" dirty="0"/>
              <a:t> ac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dictum non diam.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D28483-3729-3870-2EA4-1139E57806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0012" y="1800432"/>
            <a:ext cx="5183188" cy="424732"/>
          </a:xfrm>
        </p:spPr>
        <p:txBody>
          <a:bodyPr/>
          <a:lstStyle/>
          <a:p>
            <a:r>
              <a:rPr lang="en-US" dirty="0"/>
              <a:t>Right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F45FA0-EF09-F539-AC1C-32585B41B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0012" y="2277431"/>
            <a:ext cx="5183188" cy="92333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Donec </a:t>
            </a:r>
            <a:r>
              <a:rPr lang="en-US" dirty="0" err="1"/>
              <a:t>elementum</a:t>
            </a:r>
            <a:r>
              <a:rPr lang="en-US" dirty="0"/>
              <a:t> lacinia </a:t>
            </a:r>
            <a:r>
              <a:rPr lang="en-US" dirty="0" err="1"/>
              <a:t>vulputate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non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BD02D23-4020-818B-ACA4-5A188A095E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6458141"/>
              </p:ext>
            </p:extLst>
          </p:nvPr>
        </p:nvGraphicFramePr>
        <p:xfrm>
          <a:off x="957600" y="3349487"/>
          <a:ext cx="4944389" cy="3015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6EA911D-1800-73DA-C47E-3ED22EA93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6969789"/>
              </p:ext>
            </p:extLst>
          </p:nvPr>
        </p:nvGraphicFramePr>
        <p:xfrm>
          <a:off x="6394304" y="3349487"/>
          <a:ext cx="4944389" cy="3015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41694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A99176-D122-3A0B-E666-0027EB0DFA66}"/>
              </a:ext>
            </a:extLst>
          </p:cNvPr>
          <p:cNvCxnSpPr>
            <a:cxnSpLocks/>
          </p:cNvCxnSpPr>
          <p:nvPr/>
        </p:nvCxnSpPr>
        <p:spPr>
          <a:xfrm rot="-720000">
            <a:off x="-1652155" y="3772166"/>
            <a:ext cx="1560804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C50B56-C2FA-8D8A-5D1A-3C761658339C}"/>
              </a:ext>
            </a:extLst>
          </p:cNvPr>
          <p:cNvCxnSpPr>
            <a:cxnSpLocks/>
          </p:cNvCxnSpPr>
          <p:nvPr/>
        </p:nvCxnSpPr>
        <p:spPr>
          <a:xfrm rot="-720000">
            <a:off x="-1653567" y="2542950"/>
            <a:ext cx="1573725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8C86C7-6306-36A2-E840-58E891CD2456}"/>
              </a:ext>
            </a:extLst>
          </p:cNvPr>
          <p:cNvCxnSpPr>
            <a:cxnSpLocks/>
          </p:cNvCxnSpPr>
          <p:nvPr/>
        </p:nvCxnSpPr>
        <p:spPr>
          <a:xfrm flipV="1">
            <a:off x="3693208" y="3887335"/>
            <a:ext cx="1906208" cy="405177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2EB130-203C-F9D5-5FB4-7B8220A5EC83}"/>
              </a:ext>
            </a:extLst>
          </p:cNvPr>
          <p:cNvCxnSpPr>
            <a:cxnSpLocks/>
          </p:cNvCxnSpPr>
          <p:nvPr/>
        </p:nvCxnSpPr>
        <p:spPr>
          <a:xfrm flipV="1">
            <a:off x="1338421" y="3208670"/>
            <a:ext cx="1737160" cy="369245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B576EC22-66C1-DC5D-E92B-264C5CD5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263" y="493713"/>
            <a:ext cx="10515600" cy="535531"/>
          </a:xfrm>
        </p:spPr>
        <p:txBody>
          <a:bodyPr/>
          <a:lstStyle/>
          <a:p>
            <a:r>
              <a:rPr lang="en-US" dirty="0"/>
              <a:t>Sample slide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40D6BC-7816-65AC-0C63-37177DAFAFB9}"/>
              </a:ext>
            </a:extLst>
          </p:cNvPr>
          <p:cNvSpPr txBox="1"/>
          <p:nvPr/>
        </p:nvSpPr>
        <p:spPr>
          <a:xfrm rot="-720000">
            <a:off x="1010719" y="2610266"/>
            <a:ext cx="592331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i="1" dirty="0">
                <a:solidFill>
                  <a:schemeClr val="tx2"/>
                </a:solidFill>
                <a:latin typeface="Arial Nova" panose="020B0504020202020204" pitchFamily="34" charset="0"/>
              </a:rPr>
              <a:t>    </a:t>
            </a:r>
            <a:r>
              <a:rPr lang="en-US" sz="2600" b="1" i="1" dirty="0">
                <a:solidFill>
                  <a:schemeClr val="accent2"/>
                </a:solidFill>
                <a:latin typeface="Arial Nova" panose="020B0504020202020204" pitchFamily="34" charset="0"/>
              </a:rPr>
              <a:t>MOUNTING</a:t>
            </a:r>
            <a:r>
              <a:rPr lang="en-US" sz="2600" b="1" i="1" dirty="0">
                <a:solidFill>
                  <a:schemeClr val="tx2"/>
                </a:solidFill>
                <a:latin typeface="Arial Nova" panose="020B0504020202020204" pitchFamily="34" charset="0"/>
              </a:rPr>
              <a:t> FISCAL AND DEBT </a:t>
            </a:r>
            <a:br>
              <a:rPr lang="en-US" sz="2600" b="1" i="1" dirty="0">
                <a:solidFill>
                  <a:schemeClr val="tx2"/>
                </a:solidFill>
                <a:latin typeface="Arial Nova" panose="020B0504020202020204" pitchFamily="34" charset="0"/>
              </a:rPr>
            </a:br>
            <a:r>
              <a:rPr lang="en-US" sz="2600" b="1" i="1" dirty="0">
                <a:solidFill>
                  <a:schemeClr val="tx2"/>
                </a:solidFill>
                <a:latin typeface="Arial Nova" panose="020B0504020202020204" pitchFamily="34" charset="0"/>
              </a:rPr>
              <a:t>   CHALLENGES HAVE LED THE </a:t>
            </a:r>
            <a:br>
              <a:rPr lang="en-US" sz="2600" b="1" i="1" dirty="0">
                <a:solidFill>
                  <a:schemeClr val="tx2"/>
                </a:solidFill>
                <a:latin typeface="Arial Nova" panose="020B0504020202020204" pitchFamily="34" charset="0"/>
              </a:rPr>
            </a:br>
            <a:r>
              <a:rPr lang="en-US" sz="2600" b="1" i="1" dirty="0">
                <a:solidFill>
                  <a:schemeClr val="tx2"/>
                </a:solidFill>
                <a:latin typeface="Arial Nova" panose="020B0504020202020204" pitchFamily="34" charset="0"/>
              </a:rPr>
              <a:t>  WORLD BANK TO ELEVATE PFRs </a:t>
            </a:r>
            <a:br>
              <a:rPr lang="en-US" sz="2600" b="1" i="1" dirty="0">
                <a:solidFill>
                  <a:schemeClr val="tx2"/>
                </a:solidFill>
                <a:latin typeface="Arial Nova" panose="020B0504020202020204" pitchFamily="34" charset="0"/>
              </a:rPr>
            </a:br>
            <a:r>
              <a:rPr lang="en-US" sz="2600" b="1" i="1" dirty="0">
                <a:solidFill>
                  <a:schemeClr val="tx2"/>
                </a:solidFill>
                <a:latin typeface="Arial Nova" panose="020B0504020202020204" pitchFamily="34" charset="0"/>
              </a:rPr>
              <a:t> TO ONE OF ITS </a:t>
            </a:r>
            <a:r>
              <a:rPr lang="en-US" sz="2600" b="1" i="1" dirty="0">
                <a:solidFill>
                  <a:schemeClr val="accent2"/>
                </a:solidFill>
                <a:latin typeface="Arial Nova" panose="020B0504020202020204" pitchFamily="34" charset="0"/>
              </a:rPr>
              <a:t>FOUR CORE </a:t>
            </a:r>
            <a:br>
              <a:rPr lang="en-US" sz="2600" b="1" i="1" dirty="0">
                <a:solidFill>
                  <a:schemeClr val="tx2"/>
                </a:solidFill>
                <a:latin typeface="Arial Nova" panose="020B0504020202020204" pitchFamily="34" charset="0"/>
              </a:rPr>
            </a:br>
            <a:r>
              <a:rPr lang="en-US" sz="2600" b="1" i="1" dirty="0">
                <a:solidFill>
                  <a:schemeClr val="tx2"/>
                </a:solidFill>
                <a:latin typeface="Arial Nova" panose="020B0504020202020204" pitchFamily="34" charset="0"/>
              </a:rPr>
              <a:t>MANDATORY DIAGNOSTICS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005BE-9BF0-40E2-53DA-E1D82615AAC2}"/>
              </a:ext>
            </a:extLst>
          </p:cNvPr>
          <p:cNvSpPr txBox="1"/>
          <p:nvPr/>
        </p:nvSpPr>
        <p:spPr>
          <a:xfrm>
            <a:off x="7384716" y="1540538"/>
            <a:ext cx="3730120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700" dirty="0">
                <a:solidFill>
                  <a:schemeClr val="tx2"/>
                </a:solidFill>
              </a:rPr>
              <a:t>Country teams are expected to produce one at least once each Country Partnership Framework cycle. </a:t>
            </a:r>
          </a:p>
          <a:p>
            <a:pPr>
              <a:spcBef>
                <a:spcPts val="1200"/>
              </a:spcBef>
            </a:pPr>
            <a:r>
              <a:rPr lang="en-US" sz="1700" dirty="0">
                <a:solidFill>
                  <a:schemeClr val="tx2"/>
                </a:solidFill>
              </a:rPr>
              <a:t>The newly revamped PFR requirements integrate analysis to provide specific policy recommendations on how fiscal space can be generated through a combination of expenditure and revenue reforms and an optimized mix of financing sources. A revenue chapter/section is now required alongside chapters/sections on macroeconomic trends and expenditure, distinguishing the PFR from its Public Expenditure Review (PER) predecessor. </a:t>
            </a:r>
          </a:p>
        </p:txBody>
      </p:sp>
    </p:spTree>
    <p:extLst>
      <p:ext uri="{BB962C8B-B14F-4D97-AF65-F5344CB8AC3E}">
        <p14:creationId xmlns:p14="http://schemas.microsoft.com/office/powerpoint/2010/main" val="2340002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158763-0657-1E6F-B101-9140D7C82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6096" y="5559654"/>
            <a:ext cx="4593133" cy="757130"/>
          </a:xfrm>
        </p:spPr>
        <p:txBody>
          <a:bodyPr/>
          <a:lstStyle/>
          <a:p>
            <a:r>
              <a:rPr lang="en-US" dirty="0"/>
              <a:t>Subtitle area</a:t>
            </a:r>
            <a:br>
              <a:rPr lang="en-US" dirty="0"/>
            </a:br>
            <a:r>
              <a:rPr lang="en-US" dirty="0"/>
              <a:t>if needed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634491-127D-C369-90F7-E0835D707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720000">
            <a:off x="1697692" y="2605744"/>
            <a:ext cx="7661970" cy="1200329"/>
          </a:xfrm>
        </p:spPr>
        <p:txBody>
          <a:bodyPr/>
          <a:lstStyle/>
          <a:p>
            <a:r>
              <a:rPr lang="en-US" dirty="0"/>
              <a:t>SECTION HEADER</a:t>
            </a:r>
            <a:br>
              <a:rPr lang="en-US" dirty="0"/>
            </a:br>
            <a:r>
              <a:rPr lang="en-US" dirty="0"/>
              <a:t>Style 1</a:t>
            </a:r>
          </a:p>
        </p:txBody>
      </p:sp>
    </p:spTree>
    <p:extLst>
      <p:ext uri="{BB962C8B-B14F-4D97-AF65-F5344CB8AC3E}">
        <p14:creationId xmlns:p14="http://schemas.microsoft.com/office/powerpoint/2010/main" val="295185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158763-0657-1E6F-B101-9140D7C82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Subtitle area</a:t>
            </a:r>
            <a:br>
              <a:rPr lang="en-US" dirty="0"/>
            </a:br>
            <a:r>
              <a:rPr lang="en-US" dirty="0"/>
              <a:t>if needed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634491-127D-C369-90F7-E0835D70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  <a:br>
              <a:rPr lang="en-US" dirty="0"/>
            </a:br>
            <a:r>
              <a:rPr lang="en-US" dirty="0"/>
              <a:t>Style 2</a:t>
            </a:r>
          </a:p>
        </p:txBody>
      </p:sp>
    </p:spTree>
    <p:extLst>
      <p:ext uri="{BB962C8B-B14F-4D97-AF65-F5344CB8AC3E}">
        <p14:creationId xmlns:p14="http://schemas.microsoft.com/office/powerpoint/2010/main" val="330784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fPFR01">
      <a:dk1>
        <a:srgbClr val="000000"/>
      </a:dk1>
      <a:lt1>
        <a:srgbClr val="FFFFFF"/>
      </a:lt1>
      <a:dk2>
        <a:srgbClr val="013854"/>
      </a:dk2>
      <a:lt2>
        <a:srgbClr val="E8E8E8"/>
      </a:lt2>
      <a:accent1>
        <a:srgbClr val="00A0E2"/>
      </a:accent1>
      <a:accent2>
        <a:srgbClr val="E64624"/>
      </a:accent2>
      <a:accent3>
        <a:srgbClr val="029A8E"/>
      </a:accent3>
      <a:accent4>
        <a:srgbClr val="0091A1"/>
      </a:accent4>
      <a:accent5>
        <a:srgbClr val="006A9B"/>
      </a:accent5>
      <a:accent6>
        <a:srgbClr val="4D4D4D"/>
      </a:accent6>
      <a:hlink>
        <a:srgbClr val="00A0E2"/>
      </a:hlink>
      <a:folHlink>
        <a:srgbClr val="00A0E2"/>
      </a:folHlink>
    </a:clrScheme>
    <a:fontScheme name="MGA1">
      <a:majorFont>
        <a:latin typeface="Arial Nova Bol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520</Words>
  <Application>Microsoft Macintosh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Nova</vt:lpstr>
      <vt:lpstr>Arial Nova Light</vt:lpstr>
      <vt:lpstr>Office Theme</vt:lpstr>
      <vt:lpstr>SAMPLE TITLE SLIDE</vt:lpstr>
      <vt:lpstr>Guidance for Public Finance Reviews</vt:lpstr>
      <vt:lpstr>Sample slide title – Title + content layout</vt:lpstr>
      <vt:lpstr>Sample slide title Lorem ipsum dolor sit amet with two lines of text</vt:lpstr>
      <vt:lpstr>Sample slide title – Comparison layout</vt:lpstr>
      <vt:lpstr>Sample slide title</vt:lpstr>
      <vt:lpstr>SECTION HEADER Style 1</vt:lpstr>
      <vt:lpstr>SECTION HEADER Style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Piotr Ruczyński</dc:creator>
  <cp:lastModifiedBy>Piotr Ruczyński</cp:lastModifiedBy>
  <cp:revision>6</cp:revision>
  <dcterms:created xsi:type="dcterms:W3CDTF">2024-04-05T13:54:06Z</dcterms:created>
  <dcterms:modified xsi:type="dcterms:W3CDTF">2024-04-05T16:50:55Z</dcterms:modified>
</cp:coreProperties>
</file>