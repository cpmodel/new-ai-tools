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718" r:id="rId5"/>
  </p:sldMasterIdLst>
  <p:notesMasterIdLst>
    <p:notesMasterId r:id="rId13"/>
  </p:notesMasterIdLst>
  <p:sldIdLst>
    <p:sldId id="2134806185" r:id="rId6"/>
    <p:sldId id="2134806182" r:id="rId7"/>
    <p:sldId id="2134806190" r:id="rId8"/>
    <p:sldId id="2134806186" r:id="rId9"/>
    <p:sldId id="2134806189" r:id="rId10"/>
    <p:sldId id="2134806188" r:id="rId11"/>
    <p:sldId id="2134806191" r:id="rId12"/>
  </p:sldIdLst>
  <p:sldSz cx="20104100" cy="11309350"/>
  <p:notesSz cx="20104100" cy="11309350"/>
  <p:defaultTextStyle>
    <a:defPPr>
      <a:defRPr lang="en-US"/>
    </a:defPPr>
    <a:lvl1pPr marL="0" algn="l" defTabSz="9141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088" algn="l" defTabSz="9141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177" algn="l" defTabSz="9141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265" algn="l" defTabSz="9141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354" algn="l" defTabSz="9141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442" algn="l" defTabSz="9141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531" algn="l" defTabSz="9141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199619" algn="l" defTabSz="9141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6708" algn="l" defTabSz="9141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79" userDrawn="1">
          <p15:clr>
            <a:srgbClr val="A4A3A4"/>
          </p15:clr>
        </p15:guide>
        <p15:guide id="2" pos="2159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endy E. Hughes" initials="WEH" lastIdx="18" clrIdx="0">
    <p:extLst>
      <p:ext uri="{19B8F6BF-5375-455C-9EA6-DF929625EA0E}">
        <p15:presenceInfo xmlns:p15="http://schemas.microsoft.com/office/powerpoint/2012/main" userId="S::whughes@worldbank.org::ccb323fb-528a-4594-9603-47d8cab397fc" providerId="AD"/>
      </p:ext>
    </p:extLst>
  </p:cmAuthor>
  <p:cmAuthor id="2" name="Ana Ferran Torres" initials="AFT" lastIdx="12" clrIdx="1">
    <p:extLst>
      <p:ext uri="{19B8F6BF-5375-455C-9EA6-DF929625EA0E}">
        <p15:presenceInfo xmlns:p15="http://schemas.microsoft.com/office/powerpoint/2012/main" userId="S::aferrantorres@worldbank.org::1b5c7c5f-f6d6-40f3-9fd7-fa68caa6b11d" providerId="AD"/>
      </p:ext>
    </p:extLst>
  </p:cmAuthor>
  <p:cmAuthor id="3" name="Stephanie Rogers" initials="SR" lastIdx="3" clrIdx="2">
    <p:extLst>
      <p:ext uri="{19B8F6BF-5375-455C-9EA6-DF929625EA0E}">
        <p15:presenceInfo xmlns:p15="http://schemas.microsoft.com/office/powerpoint/2012/main" userId="S::srogers@worldbank.org::95b7fd45-651d-479b-b065-4b5f6b9f7cf8" providerId="AD"/>
      </p:ext>
    </p:extLst>
  </p:cmAuthor>
  <p:cmAuthor id="4" name="Izzati Zabidin" initials="IZ" lastIdx="1" clrIdx="3">
    <p:extLst>
      <p:ext uri="{19B8F6BF-5375-455C-9EA6-DF929625EA0E}">
        <p15:presenceInfo xmlns:p15="http://schemas.microsoft.com/office/powerpoint/2012/main" userId="S::izabidin@ifc.org::fa90ca0f-efb8-46e6-b0c0-8060e44ca6ce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FC7D2"/>
    <a:srgbClr val="8CE23E"/>
    <a:srgbClr val="000000"/>
    <a:srgbClr val="F0F0F0"/>
    <a:srgbClr val="EEEEEE"/>
    <a:srgbClr val="144E76"/>
    <a:srgbClr val="004689"/>
    <a:srgbClr val="004B87"/>
    <a:srgbClr val="0098DB"/>
    <a:srgbClr val="18315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EFC1234-78D5-4962-A263-CF6C26146416}" v="1" dt="2024-02-02T00:40:02.458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Estilo medio 2 - Énfasis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1FECB4D8-DB02-4DC6-A0A2-4F2EBAE1DC90}" styleName="Estilo medio 1 - Énfasis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21E4AEA4-8DFA-4A89-87EB-49C32662AFE0}" styleName="Estilo medio 2 - Énfasis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5BE263C-DBD7-4A20-BB59-AAB30ACAA65A}" styleName="Estilo medio 3 - Énfasis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DA37D80-6434-44D0-A028-1B22A696006F}" styleName="Estilo claro 3 - Acento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5" d="100"/>
          <a:sy n="35" d="100"/>
        </p:scale>
        <p:origin x="912" y="60"/>
      </p:cViewPr>
      <p:guideLst>
        <p:guide orient="horz" pos="2879"/>
        <p:guide pos="215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presProps" Target="presProps.xml"/><Relationship Id="rId10" Type="http://schemas.openxmlformats.org/officeDocument/2006/relationships/slide" Target="slides/slide5.xml"/><Relationship Id="rId19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commentAuthors" Target="comment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tephen John Stretton" userId="da8c780b-1aa2-4e36-94fb-871dc8111504" providerId="ADAL" clId="{4FC66071-B8E4-4B84-8C6A-AE4B3772FA0D}"/>
    <pc:docChg chg="undo custSel addSld modSld sldOrd">
      <pc:chgData name="Stephen John Stretton" userId="da8c780b-1aa2-4e36-94fb-871dc8111504" providerId="ADAL" clId="{4FC66071-B8E4-4B84-8C6A-AE4B3772FA0D}" dt="2022-10-14T16:35:34.184" v="95" actId="255"/>
      <pc:docMkLst>
        <pc:docMk/>
      </pc:docMkLst>
      <pc:sldChg chg="modSp new mod ord">
        <pc:chgData name="Stephen John Stretton" userId="da8c780b-1aa2-4e36-94fb-871dc8111504" providerId="ADAL" clId="{4FC66071-B8E4-4B84-8C6A-AE4B3772FA0D}" dt="2022-10-14T16:35:34.184" v="95" actId="255"/>
        <pc:sldMkLst>
          <pc:docMk/>
          <pc:sldMk cId="1579614546" sldId="2134806191"/>
        </pc:sldMkLst>
        <pc:spChg chg="mod">
          <ac:chgData name="Stephen John Stretton" userId="da8c780b-1aa2-4e36-94fb-871dc8111504" providerId="ADAL" clId="{4FC66071-B8E4-4B84-8C6A-AE4B3772FA0D}" dt="2022-10-14T16:35:34.184" v="95" actId="255"/>
          <ac:spMkLst>
            <pc:docMk/>
            <pc:sldMk cId="1579614546" sldId="2134806191"/>
            <ac:spMk id="2" creationId="{796D48A3-96DE-4DC8-8000-770E646F7F46}"/>
          </ac:spMkLst>
        </pc:spChg>
      </pc:sldChg>
    </pc:docChg>
  </pc:docChgLst>
  <pc:docChgLst>
    <pc:chgData name="Paulina Estela Schulz Antipa" userId="672bef46-05b5-4016-a73d-e650f28a8b1e" providerId="ADAL" clId="{AF493D3C-BB14-4122-B1F0-B005BE0838FA}"/>
    <pc:docChg chg="modMainMaster">
      <pc:chgData name="Paulina Estela Schulz Antipa" userId="672bef46-05b5-4016-a73d-e650f28a8b1e" providerId="ADAL" clId="{AF493D3C-BB14-4122-B1F0-B005BE0838FA}" dt="2023-04-14T15:00:08.385" v="3" actId="207"/>
      <pc:docMkLst>
        <pc:docMk/>
      </pc:docMkLst>
      <pc:sldMasterChg chg="modSldLayout">
        <pc:chgData name="Paulina Estela Schulz Antipa" userId="672bef46-05b5-4016-a73d-e650f28a8b1e" providerId="ADAL" clId="{AF493D3C-BB14-4122-B1F0-B005BE0838FA}" dt="2023-04-14T15:00:00.258" v="2" actId="207"/>
        <pc:sldMasterMkLst>
          <pc:docMk/>
          <pc:sldMasterMk cId="0" sldId="2147483648"/>
        </pc:sldMasterMkLst>
        <pc:sldLayoutChg chg="addSp modSp">
          <pc:chgData name="Paulina Estela Schulz Antipa" userId="672bef46-05b5-4016-a73d-e650f28a8b1e" providerId="ADAL" clId="{AF493D3C-BB14-4122-B1F0-B005BE0838FA}" dt="2023-04-14T15:00:00.258" v="2" actId="207"/>
          <pc:sldLayoutMkLst>
            <pc:docMk/>
            <pc:sldMasterMk cId="0" sldId="2147483648"/>
            <pc:sldLayoutMk cId="2026715997" sldId="2147483683"/>
          </pc:sldLayoutMkLst>
          <pc:spChg chg="add mod">
            <ac:chgData name="Paulina Estela Schulz Antipa" userId="672bef46-05b5-4016-a73d-e650f28a8b1e" providerId="ADAL" clId="{AF493D3C-BB14-4122-B1F0-B005BE0838FA}" dt="2023-04-14T15:00:00.258" v="2" actId="207"/>
            <ac:spMkLst>
              <pc:docMk/>
              <pc:sldMasterMk cId="0" sldId="2147483648"/>
              <pc:sldLayoutMk cId="2026715997" sldId="2147483683"/>
              <ac:spMk id="3" creationId="{7B6004C7-F0EB-8A6A-0B83-53301AA3D9E9}"/>
            </ac:spMkLst>
          </pc:spChg>
        </pc:sldLayoutChg>
      </pc:sldMasterChg>
      <pc:sldMasterChg chg="modSldLayout">
        <pc:chgData name="Paulina Estela Schulz Antipa" userId="672bef46-05b5-4016-a73d-e650f28a8b1e" providerId="ADAL" clId="{AF493D3C-BB14-4122-B1F0-B005BE0838FA}" dt="2023-04-14T15:00:08.385" v="3" actId="207"/>
        <pc:sldMasterMkLst>
          <pc:docMk/>
          <pc:sldMasterMk cId="4096350832" sldId="2147483718"/>
        </pc:sldMasterMkLst>
        <pc:sldLayoutChg chg="addSp modSp">
          <pc:chgData name="Paulina Estela Schulz Antipa" userId="672bef46-05b5-4016-a73d-e650f28a8b1e" providerId="ADAL" clId="{AF493D3C-BB14-4122-B1F0-B005BE0838FA}" dt="2023-04-14T15:00:08.385" v="3" actId="207"/>
          <pc:sldLayoutMkLst>
            <pc:docMk/>
            <pc:sldMasterMk cId="4096350832" sldId="2147483718"/>
            <pc:sldLayoutMk cId="3609932056" sldId="2147483721"/>
          </pc:sldLayoutMkLst>
          <pc:spChg chg="add mod">
            <ac:chgData name="Paulina Estela Schulz Antipa" userId="672bef46-05b5-4016-a73d-e650f28a8b1e" providerId="ADAL" clId="{AF493D3C-BB14-4122-B1F0-B005BE0838FA}" dt="2023-04-14T15:00:08.385" v="3" actId="207"/>
            <ac:spMkLst>
              <pc:docMk/>
              <pc:sldMasterMk cId="4096350832" sldId="2147483718"/>
              <pc:sldLayoutMk cId="3609932056" sldId="2147483721"/>
              <ac:spMk id="2" creationId="{788D1FA0-89C7-F8EB-93E6-0A56AC7A3C4B}"/>
            </ac:spMkLst>
          </pc:spChg>
        </pc:sldLayoutChg>
      </pc:sldMasterChg>
    </pc:docChg>
  </pc:docChgLst>
  <pc:docChgLst>
    <pc:chgData name="Stephen John Stretton" userId="da8c780b-1aa2-4e36-94fb-871dc8111504" providerId="ADAL" clId="{2CEBB1CA-A439-41AC-AA04-1D05CF295378}"/>
    <pc:docChg chg="custSel modMainMaster">
      <pc:chgData name="Stephen John Stretton" userId="da8c780b-1aa2-4e36-94fb-871dc8111504" providerId="ADAL" clId="{2CEBB1CA-A439-41AC-AA04-1D05CF295378}" dt="2022-11-09T11:55:16.820" v="18"/>
      <pc:docMkLst>
        <pc:docMk/>
      </pc:docMkLst>
      <pc:sldMasterChg chg="modSldLayout">
        <pc:chgData name="Stephen John Stretton" userId="da8c780b-1aa2-4e36-94fb-871dc8111504" providerId="ADAL" clId="{2CEBB1CA-A439-41AC-AA04-1D05CF295378}" dt="2022-11-09T11:54:54.300" v="15" actId="1076"/>
        <pc:sldMasterMkLst>
          <pc:docMk/>
          <pc:sldMasterMk cId="0" sldId="2147483648"/>
        </pc:sldMasterMkLst>
        <pc:sldLayoutChg chg="addSp delSp modSp mod">
          <pc:chgData name="Stephen John Stretton" userId="da8c780b-1aa2-4e36-94fb-871dc8111504" providerId="ADAL" clId="{2CEBB1CA-A439-41AC-AA04-1D05CF295378}" dt="2022-11-09T11:54:54.300" v="15" actId="1076"/>
          <pc:sldLayoutMkLst>
            <pc:docMk/>
            <pc:sldMasterMk cId="0" sldId="2147483648"/>
            <pc:sldLayoutMk cId="326829105" sldId="2147483672"/>
          </pc:sldLayoutMkLst>
          <pc:spChg chg="add del mod">
            <ac:chgData name="Stephen John Stretton" userId="da8c780b-1aa2-4e36-94fb-871dc8111504" providerId="ADAL" clId="{2CEBB1CA-A439-41AC-AA04-1D05CF295378}" dt="2022-11-09T11:53:38.502" v="2" actId="478"/>
            <ac:spMkLst>
              <pc:docMk/>
              <pc:sldMasterMk cId="0" sldId="2147483648"/>
              <pc:sldLayoutMk cId="326829105" sldId="2147483672"/>
              <ac:spMk id="14" creationId="{A6DEBBC8-C6F7-4C18-978D-E597529219FA}"/>
            </ac:spMkLst>
          </pc:spChg>
          <pc:picChg chg="add mod">
            <ac:chgData name="Stephen John Stretton" userId="da8c780b-1aa2-4e36-94fb-871dc8111504" providerId="ADAL" clId="{2CEBB1CA-A439-41AC-AA04-1D05CF295378}" dt="2022-11-09T11:54:54.300" v="15" actId="1076"/>
            <ac:picMkLst>
              <pc:docMk/>
              <pc:sldMasterMk cId="0" sldId="2147483648"/>
              <pc:sldLayoutMk cId="326829105" sldId="2147483672"/>
              <ac:picMk id="4" creationId="{4F7186D9-3C12-49D1-A6A0-555FA86B12D6}"/>
            </ac:picMkLst>
          </pc:picChg>
          <pc:picChg chg="mod">
            <ac:chgData name="Stephen John Stretton" userId="da8c780b-1aa2-4e36-94fb-871dc8111504" providerId="ADAL" clId="{2CEBB1CA-A439-41AC-AA04-1D05CF295378}" dt="2022-11-09T11:54:48.372" v="13" actId="14100"/>
            <ac:picMkLst>
              <pc:docMk/>
              <pc:sldMasterMk cId="0" sldId="2147483648"/>
              <pc:sldLayoutMk cId="326829105" sldId="2147483672"/>
              <ac:picMk id="5" creationId="{DD221274-2C8F-40BF-8CA4-C99C2D530ABB}"/>
            </ac:picMkLst>
          </pc:picChg>
          <pc:picChg chg="del">
            <ac:chgData name="Stephen John Stretton" userId="da8c780b-1aa2-4e36-94fb-871dc8111504" providerId="ADAL" clId="{2CEBB1CA-A439-41AC-AA04-1D05CF295378}" dt="2022-11-09T11:54:31.451" v="11" actId="478"/>
            <ac:picMkLst>
              <pc:docMk/>
              <pc:sldMasterMk cId="0" sldId="2147483648"/>
              <pc:sldLayoutMk cId="326829105" sldId="2147483672"/>
              <ac:picMk id="12" creationId="{1337EEC8-8211-43CD-A3B4-09AC6860E124}"/>
            </ac:picMkLst>
          </pc:picChg>
        </pc:sldLayoutChg>
      </pc:sldMasterChg>
      <pc:sldMasterChg chg="modSldLayout">
        <pc:chgData name="Stephen John Stretton" userId="da8c780b-1aa2-4e36-94fb-871dc8111504" providerId="ADAL" clId="{2CEBB1CA-A439-41AC-AA04-1D05CF295378}" dt="2022-11-09T11:55:16.820" v="18"/>
        <pc:sldMasterMkLst>
          <pc:docMk/>
          <pc:sldMasterMk cId="4096350832" sldId="2147483718"/>
        </pc:sldMasterMkLst>
        <pc:sldLayoutChg chg="addSp delSp modSp mod">
          <pc:chgData name="Stephen John Stretton" userId="da8c780b-1aa2-4e36-94fb-871dc8111504" providerId="ADAL" clId="{2CEBB1CA-A439-41AC-AA04-1D05CF295378}" dt="2022-11-09T11:55:16.820" v="18"/>
          <pc:sldLayoutMkLst>
            <pc:docMk/>
            <pc:sldMasterMk cId="4096350832" sldId="2147483718"/>
            <pc:sldLayoutMk cId="3543857127" sldId="2147483719"/>
          </pc:sldLayoutMkLst>
          <pc:picChg chg="mod">
            <ac:chgData name="Stephen John Stretton" userId="da8c780b-1aa2-4e36-94fb-871dc8111504" providerId="ADAL" clId="{2CEBB1CA-A439-41AC-AA04-1D05CF295378}" dt="2022-11-09T11:55:07.820" v="16" actId="1076"/>
            <ac:picMkLst>
              <pc:docMk/>
              <pc:sldMasterMk cId="4096350832" sldId="2147483718"/>
              <pc:sldLayoutMk cId="3543857127" sldId="2147483719"/>
              <ac:picMk id="5" creationId="{DD221274-2C8F-40BF-8CA4-C99C2D530ABB}"/>
            </ac:picMkLst>
          </pc:picChg>
          <pc:picChg chg="add mod">
            <ac:chgData name="Stephen John Stretton" userId="da8c780b-1aa2-4e36-94fb-871dc8111504" providerId="ADAL" clId="{2CEBB1CA-A439-41AC-AA04-1D05CF295378}" dt="2022-11-09T11:55:16.820" v="18"/>
            <ac:picMkLst>
              <pc:docMk/>
              <pc:sldMasterMk cId="4096350832" sldId="2147483718"/>
              <pc:sldLayoutMk cId="3543857127" sldId="2147483719"/>
              <ac:picMk id="11" creationId="{BBA1495A-FB5C-414D-B093-95083506AEC4}"/>
            </ac:picMkLst>
          </pc:picChg>
          <pc:picChg chg="del">
            <ac:chgData name="Stephen John Stretton" userId="da8c780b-1aa2-4e36-94fb-871dc8111504" providerId="ADAL" clId="{2CEBB1CA-A439-41AC-AA04-1D05CF295378}" dt="2022-11-09T11:55:16.197" v="17" actId="478"/>
            <ac:picMkLst>
              <pc:docMk/>
              <pc:sldMasterMk cId="4096350832" sldId="2147483718"/>
              <pc:sldLayoutMk cId="3543857127" sldId="2147483719"/>
              <ac:picMk id="12" creationId="{1337EEC8-8211-43CD-A3B4-09AC6860E124}"/>
            </ac:picMkLst>
          </pc:picChg>
        </pc:sldLayoutChg>
      </pc:sldMasterChg>
    </pc:docChg>
  </pc:docChgLst>
  <pc:docChgLst>
    <pc:chgData name="Stephen John Stretton" userId="da8c780b-1aa2-4e36-94fb-871dc8111504" providerId="ADAL" clId="{CD3DB680-7C21-42F9-A3B4-E85466FCA377}"/>
    <pc:docChg chg="undo custSel addSld delSld modSld sldOrd addMainMaster delMainMaster modMainMaster">
      <pc:chgData name="Stephen John Stretton" userId="da8c780b-1aa2-4e36-94fb-871dc8111504" providerId="ADAL" clId="{CD3DB680-7C21-42F9-A3B4-E85466FCA377}" dt="2022-09-30T14:29:21.030" v="85" actId="47"/>
      <pc:docMkLst>
        <pc:docMk/>
      </pc:docMkLst>
      <pc:sldChg chg="new del">
        <pc:chgData name="Stephen John Stretton" userId="da8c780b-1aa2-4e36-94fb-871dc8111504" providerId="ADAL" clId="{CD3DB680-7C21-42F9-A3B4-E85466FCA377}" dt="2022-09-30T14:26:07.168" v="69" actId="680"/>
        <pc:sldMkLst>
          <pc:docMk/>
          <pc:sldMk cId="21836386" sldId="256"/>
        </pc:sldMkLst>
      </pc:sldChg>
      <pc:sldChg chg="new del">
        <pc:chgData name="Stephen John Stretton" userId="da8c780b-1aa2-4e36-94fb-871dc8111504" providerId="ADAL" clId="{CD3DB680-7C21-42F9-A3B4-E85466FCA377}" dt="2022-09-30T14:24:07.001" v="48" actId="680"/>
        <pc:sldMkLst>
          <pc:docMk/>
          <pc:sldMk cId="1571090046" sldId="256"/>
        </pc:sldMkLst>
      </pc:sldChg>
      <pc:sldChg chg="modSp add del mod">
        <pc:chgData name="Stephen John Stretton" userId="da8c780b-1aa2-4e36-94fb-871dc8111504" providerId="ADAL" clId="{CD3DB680-7C21-42F9-A3B4-E85466FCA377}" dt="2022-09-30T14:26:08.058" v="70" actId="47"/>
        <pc:sldMkLst>
          <pc:docMk/>
          <pc:sldMk cId="541064884" sldId="2134806182"/>
        </pc:sldMkLst>
        <pc:spChg chg="mod">
          <ac:chgData name="Stephen John Stretton" userId="da8c780b-1aa2-4e36-94fb-871dc8111504" providerId="ADAL" clId="{CD3DB680-7C21-42F9-A3B4-E85466FCA377}" dt="2022-09-30T00:10:16.634" v="10" actId="6549"/>
          <ac:spMkLst>
            <pc:docMk/>
            <pc:sldMk cId="541064884" sldId="2134806182"/>
            <ac:spMk id="2" creationId="{9746954C-9C0F-42A9-8D88-9F8D0DD023A1}"/>
          </ac:spMkLst>
        </pc:spChg>
      </pc:sldChg>
      <pc:sldChg chg="modSp add del mod ord">
        <pc:chgData name="Stephen John Stretton" userId="da8c780b-1aa2-4e36-94fb-871dc8111504" providerId="ADAL" clId="{CD3DB680-7C21-42F9-A3B4-E85466FCA377}" dt="2022-09-30T14:29:21.030" v="85" actId="47"/>
        <pc:sldMkLst>
          <pc:docMk/>
          <pc:sldMk cId="169271357" sldId="2134806184"/>
        </pc:sldMkLst>
        <pc:spChg chg="mod">
          <ac:chgData name="Stephen John Stretton" userId="da8c780b-1aa2-4e36-94fb-871dc8111504" providerId="ADAL" clId="{CD3DB680-7C21-42F9-A3B4-E85466FCA377}" dt="2022-09-30T14:22:08.812" v="34" actId="6549"/>
          <ac:spMkLst>
            <pc:docMk/>
            <pc:sldMk cId="169271357" sldId="2134806184"/>
            <ac:spMk id="2" creationId="{2EFDD1D2-55EA-43C3-BE75-0BEB3F963ADA}"/>
          </ac:spMkLst>
        </pc:spChg>
        <pc:spChg chg="mod">
          <ac:chgData name="Stephen John Stretton" userId="da8c780b-1aa2-4e36-94fb-871dc8111504" providerId="ADAL" clId="{CD3DB680-7C21-42F9-A3B4-E85466FCA377}" dt="2022-09-30T14:22:11.868" v="35" actId="6549"/>
          <ac:spMkLst>
            <pc:docMk/>
            <pc:sldMk cId="169271357" sldId="2134806184"/>
            <ac:spMk id="3" creationId="{BF9CD15D-F5F1-485A-A54C-19827A186963}"/>
          </ac:spMkLst>
        </pc:spChg>
        <pc:spChg chg="mod">
          <ac:chgData name="Stephen John Stretton" userId="da8c780b-1aa2-4e36-94fb-871dc8111504" providerId="ADAL" clId="{CD3DB680-7C21-42F9-A3B4-E85466FCA377}" dt="2022-09-30T14:23:52.750" v="45"/>
          <ac:spMkLst>
            <pc:docMk/>
            <pc:sldMk cId="169271357" sldId="2134806184"/>
            <ac:spMk id="4" creationId="{14F55A5D-DBE2-4181-92C9-0518418DEEFB}"/>
          </ac:spMkLst>
        </pc:spChg>
      </pc:sldChg>
      <pc:sldChg chg="modSp add del mod">
        <pc:chgData name="Stephen John Stretton" userId="da8c780b-1aa2-4e36-94fb-871dc8111504" providerId="ADAL" clId="{CD3DB680-7C21-42F9-A3B4-E85466FCA377}" dt="2022-09-30T14:26:08.058" v="70" actId="47"/>
        <pc:sldMkLst>
          <pc:docMk/>
          <pc:sldMk cId="3388883518" sldId="2134806185"/>
        </pc:sldMkLst>
        <pc:spChg chg="mod">
          <ac:chgData name="Stephen John Stretton" userId="da8c780b-1aa2-4e36-94fb-871dc8111504" providerId="ADAL" clId="{CD3DB680-7C21-42F9-A3B4-E85466FCA377}" dt="2022-09-30T00:10:04.303" v="6" actId="6549"/>
          <ac:spMkLst>
            <pc:docMk/>
            <pc:sldMk cId="3388883518" sldId="2134806185"/>
            <ac:spMk id="2" creationId="{300DC7E5-EB67-4F49-856F-386A9F1BD09F}"/>
          </ac:spMkLst>
        </pc:spChg>
        <pc:spChg chg="mod">
          <ac:chgData name="Stephen John Stretton" userId="da8c780b-1aa2-4e36-94fb-871dc8111504" providerId="ADAL" clId="{CD3DB680-7C21-42F9-A3B4-E85466FCA377}" dt="2022-09-30T00:09:51.233" v="4" actId="6549"/>
          <ac:spMkLst>
            <pc:docMk/>
            <pc:sldMk cId="3388883518" sldId="2134806185"/>
            <ac:spMk id="3" creationId="{8372766D-F1BC-448C-B171-E20C3A2BE8E2}"/>
          </ac:spMkLst>
        </pc:spChg>
        <pc:spChg chg="mod">
          <ac:chgData name="Stephen John Stretton" userId="da8c780b-1aa2-4e36-94fb-871dc8111504" providerId="ADAL" clId="{CD3DB680-7C21-42F9-A3B4-E85466FCA377}" dt="2022-09-30T00:09:56.006" v="5" actId="6549"/>
          <ac:spMkLst>
            <pc:docMk/>
            <pc:sldMk cId="3388883518" sldId="2134806185"/>
            <ac:spMk id="4" creationId="{E0DBCCD9-4BA0-460D-91AD-09E7B17ED55D}"/>
          </ac:spMkLst>
        </pc:spChg>
      </pc:sldChg>
      <pc:sldChg chg="new add del">
        <pc:chgData name="Stephen John Stretton" userId="da8c780b-1aa2-4e36-94fb-871dc8111504" providerId="ADAL" clId="{CD3DB680-7C21-42F9-A3B4-E85466FCA377}" dt="2022-09-30T14:26:08.058" v="70" actId="47"/>
        <pc:sldMkLst>
          <pc:docMk/>
          <pc:sldMk cId="4052526168" sldId="2134806186"/>
        </pc:sldMkLst>
      </pc:sldChg>
      <pc:sldChg chg="new del">
        <pc:chgData name="Stephen John Stretton" userId="da8c780b-1aa2-4e36-94fb-871dc8111504" providerId="ADAL" clId="{CD3DB680-7C21-42F9-A3B4-E85466FCA377}" dt="2022-09-30T00:09:35.356" v="3" actId="47"/>
        <pc:sldMkLst>
          <pc:docMk/>
          <pc:sldMk cId="1530623859" sldId="2134806187"/>
        </pc:sldMkLst>
      </pc:sldChg>
      <pc:sldChg chg="new add del">
        <pc:chgData name="Stephen John Stretton" userId="da8c780b-1aa2-4e36-94fb-871dc8111504" providerId="ADAL" clId="{CD3DB680-7C21-42F9-A3B4-E85466FCA377}" dt="2022-09-30T14:26:08.058" v="70" actId="47"/>
        <pc:sldMkLst>
          <pc:docMk/>
          <pc:sldMk cId="886042550" sldId="2134806188"/>
        </pc:sldMkLst>
      </pc:sldChg>
      <pc:sldChg chg="new add del ord">
        <pc:chgData name="Stephen John Stretton" userId="da8c780b-1aa2-4e36-94fb-871dc8111504" providerId="ADAL" clId="{CD3DB680-7C21-42F9-A3B4-E85466FCA377}" dt="2022-09-30T14:26:08.058" v="70" actId="47"/>
        <pc:sldMkLst>
          <pc:docMk/>
          <pc:sldMk cId="640740208" sldId="2134806189"/>
        </pc:sldMkLst>
      </pc:sldChg>
      <pc:sldChg chg="new add del">
        <pc:chgData name="Stephen John Stretton" userId="da8c780b-1aa2-4e36-94fb-871dc8111504" providerId="ADAL" clId="{CD3DB680-7C21-42F9-A3B4-E85466FCA377}" dt="2022-09-30T14:24:33.202" v="51" actId="47"/>
        <pc:sldMkLst>
          <pc:docMk/>
          <pc:sldMk cId="275095356" sldId="2134806190"/>
        </pc:sldMkLst>
      </pc:sldChg>
      <pc:sldChg chg="new del">
        <pc:chgData name="Stephen John Stretton" userId="da8c780b-1aa2-4e36-94fb-871dc8111504" providerId="ADAL" clId="{CD3DB680-7C21-42F9-A3B4-E85466FCA377}" dt="2022-09-30T14:26:13.098" v="74" actId="680"/>
        <pc:sldMkLst>
          <pc:docMk/>
          <pc:sldMk cId="1009908382" sldId="2134806190"/>
        </pc:sldMkLst>
      </pc:sldChg>
      <pc:sldChg chg="new del">
        <pc:chgData name="Stephen John Stretton" userId="da8c780b-1aa2-4e36-94fb-871dc8111504" providerId="ADAL" clId="{CD3DB680-7C21-42F9-A3B4-E85466FCA377}" dt="2022-09-30T14:24:38.129" v="53" actId="680"/>
        <pc:sldMkLst>
          <pc:docMk/>
          <pc:sldMk cId="1195784210" sldId="2134806190"/>
        </pc:sldMkLst>
      </pc:sldChg>
      <pc:sldChg chg="new del">
        <pc:chgData name="Stephen John Stretton" userId="da8c780b-1aa2-4e36-94fb-871dc8111504" providerId="ADAL" clId="{CD3DB680-7C21-42F9-A3B4-E85466FCA377}" dt="2022-09-30T14:24:52.930" v="59" actId="680"/>
        <pc:sldMkLst>
          <pc:docMk/>
          <pc:sldMk cId="1280375052" sldId="2134806190"/>
        </pc:sldMkLst>
      </pc:sldChg>
      <pc:sldChg chg="new ord">
        <pc:chgData name="Stephen John Stretton" userId="da8c780b-1aa2-4e36-94fb-871dc8111504" providerId="ADAL" clId="{CD3DB680-7C21-42F9-A3B4-E85466FCA377}" dt="2022-09-30T14:29:16.256" v="83"/>
        <pc:sldMkLst>
          <pc:docMk/>
          <pc:sldMk cId="3026172384" sldId="2134806190"/>
        </pc:sldMkLst>
      </pc:sldChg>
      <pc:sldChg chg="new del">
        <pc:chgData name="Stephen John Stretton" userId="da8c780b-1aa2-4e36-94fb-871dc8111504" providerId="ADAL" clId="{CD3DB680-7C21-42F9-A3B4-E85466FCA377}" dt="2022-09-30T14:24:42.803" v="55" actId="47"/>
        <pc:sldMkLst>
          <pc:docMk/>
          <pc:sldMk cId="3722672493" sldId="2134806190"/>
        </pc:sldMkLst>
      </pc:sldChg>
      <pc:sldChg chg="new del">
        <pc:chgData name="Stephen John Stretton" userId="da8c780b-1aa2-4e36-94fb-871dc8111504" providerId="ADAL" clId="{CD3DB680-7C21-42F9-A3B4-E85466FCA377}" dt="2022-09-30T14:26:30.074" v="77" actId="680"/>
        <pc:sldMkLst>
          <pc:docMk/>
          <pc:sldMk cId="1016629945" sldId="2134806191"/>
        </pc:sldMkLst>
      </pc:sldChg>
      <pc:sldChg chg="new del">
        <pc:chgData name="Stephen John Stretton" userId="da8c780b-1aa2-4e36-94fb-871dc8111504" providerId="ADAL" clId="{CD3DB680-7C21-42F9-A3B4-E85466FCA377}" dt="2022-09-30T14:29:21.030" v="85" actId="47"/>
        <pc:sldMkLst>
          <pc:docMk/>
          <pc:sldMk cId="2791362758" sldId="2134806191"/>
        </pc:sldMkLst>
      </pc:sldChg>
      <pc:sldChg chg="new del">
        <pc:chgData name="Stephen John Stretton" userId="da8c780b-1aa2-4e36-94fb-871dc8111504" providerId="ADAL" clId="{CD3DB680-7C21-42F9-A3B4-E85466FCA377}" dt="2022-09-30T14:24:52.621" v="58" actId="680"/>
        <pc:sldMkLst>
          <pc:docMk/>
          <pc:sldMk cId="3720106326" sldId="2134806191"/>
        </pc:sldMkLst>
      </pc:sldChg>
      <pc:sldChg chg="new del ord">
        <pc:chgData name="Stephen John Stretton" userId="da8c780b-1aa2-4e36-94fb-871dc8111504" providerId="ADAL" clId="{CD3DB680-7C21-42F9-A3B4-E85466FCA377}" dt="2022-09-30T14:29:18.201" v="84" actId="47"/>
        <pc:sldMkLst>
          <pc:docMk/>
          <pc:sldMk cId="2866230691" sldId="2134806192"/>
        </pc:sldMkLst>
      </pc:sldChg>
      <pc:sldMasterChg chg="delSp modSp mod modSldLayout sldLayoutOrd">
        <pc:chgData name="Stephen John Stretton" userId="da8c780b-1aa2-4e36-94fb-871dc8111504" providerId="ADAL" clId="{CD3DB680-7C21-42F9-A3B4-E85466FCA377}" dt="2022-09-30T14:27:09.043" v="78" actId="20578"/>
        <pc:sldMasterMkLst>
          <pc:docMk/>
          <pc:sldMasterMk cId="0" sldId="2147483648"/>
        </pc:sldMasterMkLst>
        <pc:spChg chg="del">
          <ac:chgData name="Stephen John Stretton" userId="da8c780b-1aa2-4e36-94fb-871dc8111504" providerId="ADAL" clId="{CD3DB680-7C21-42F9-A3B4-E85466FCA377}" dt="2022-09-30T14:23:52.750" v="45"/>
          <ac:spMkLst>
            <pc:docMk/>
            <pc:sldMasterMk cId="0" sldId="2147483648"/>
            <ac:spMk id="2" creationId="{76AD0F9E-5355-4253-9FF6-E708C447C7C2}"/>
          </ac:spMkLst>
        </pc:spChg>
        <pc:spChg chg="del">
          <ac:chgData name="Stephen John Stretton" userId="da8c780b-1aa2-4e36-94fb-871dc8111504" providerId="ADAL" clId="{CD3DB680-7C21-42F9-A3B4-E85466FCA377}" dt="2022-09-30T14:23:52.750" v="45"/>
          <ac:spMkLst>
            <pc:docMk/>
            <pc:sldMasterMk cId="0" sldId="2147483648"/>
            <ac:spMk id="3" creationId="{99485771-3F25-4F1A-9C09-EFFCB0EED095}"/>
          </ac:spMkLst>
        </pc:spChg>
        <pc:spChg chg="del">
          <ac:chgData name="Stephen John Stretton" userId="da8c780b-1aa2-4e36-94fb-871dc8111504" providerId="ADAL" clId="{CD3DB680-7C21-42F9-A3B4-E85466FCA377}" dt="2022-09-30T14:23:52.750" v="45"/>
          <ac:spMkLst>
            <pc:docMk/>
            <pc:sldMasterMk cId="0" sldId="2147483648"/>
            <ac:spMk id="4" creationId="{43E8AE84-1A1A-4810-A7D8-5FEA6D31CEEB}"/>
          </ac:spMkLst>
        </pc:spChg>
        <pc:spChg chg="del">
          <ac:chgData name="Stephen John Stretton" userId="da8c780b-1aa2-4e36-94fb-871dc8111504" providerId="ADAL" clId="{CD3DB680-7C21-42F9-A3B4-E85466FCA377}" dt="2022-09-30T14:23:52.750" v="45"/>
          <ac:spMkLst>
            <pc:docMk/>
            <pc:sldMasterMk cId="0" sldId="2147483648"/>
            <ac:spMk id="5" creationId="{BBA646A4-E9B8-4ABF-B8E1-06E2D0E9E4F4}"/>
          </ac:spMkLst>
        </pc:spChg>
        <pc:spChg chg="del">
          <ac:chgData name="Stephen John Stretton" userId="da8c780b-1aa2-4e36-94fb-871dc8111504" providerId="ADAL" clId="{CD3DB680-7C21-42F9-A3B4-E85466FCA377}" dt="2022-09-30T14:23:52.750" v="45"/>
          <ac:spMkLst>
            <pc:docMk/>
            <pc:sldMasterMk cId="0" sldId="2147483648"/>
            <ac:spMk id="8" creationId="{3705538B-0A71-4F4D-985F-03D22763D593}"/>
          </ac:spMkLst>
        </pc:spChg>
        <pc:spChg chg="del mod">
          <ac:chgData name="Stephen John Stretton" userId="da8c780b-1aa2-4e36-94fb-871dc8111504" providerId="ADAL" clId="{CD3DB680-7C21-42F9-A3B4-E85466FCA377}" dt="2022-09-30T00:24:32.157" v="14" actId="478"/>
          <ac:spMkLst>
            <pc:docMk/>
            <pc:sldMasterMk cId="0" sldId="2147483648"/>
            <ac:spMk id="8" creationId="{51C34A55-5178-4AC4-83F2-69F82045CCBD}"/>
          </ac:spMkLst>
        </pc:spChg>
        <pc:spChg chg="del">
          <ac:chgData name="Stephen John Stretton" userId="da8c780b-1aa2-4e36-94fb-871dc8111504" providerId="ADAL" clId="{CD3DB680-7C21-42F9-A3B4-E85466FCA377}" dt="2022-09-30T00:24:34.805" v="15" actId="478"/>
          <ac:spMkLst>
            <pc:docMk/>
            <pc:sldMasterMk cId="0" sldId="2147483648"/>
            <ac:spMk id="9" creationId="{58C836E9-14A6-40FB-8B11-1341506815B0}"/>
          </ac:spMkLst>
        </pc:spChg>
        <pc:picChg chg="mod">
          <ac:chgData name="Stephen John Stretton" userId="da8c780b-1aa2-4e36-94fb-871dc8111504" providerId="ADAL" clId="{CD3DB680-7C21-42F9-A3B4-E85466FCA377}" dt="2022-09-30T00:25:04.598" v="21" actId="1076"/>
          <ac:picMkLst>
            <pc:docMk/>
            <pc:sldMasterMk cId="0" sldId="2147483648"/>
            <ac:picMk id="7" creationId="{96FA3872-6554-4C47-96D8-9CF4E4F4AF45}"/>
          </ac:picMkLst>
        </pc:picChg>
        <pc:sldLayoutChg chg="mod">
          <pc:chgData name="Stephen John Stretton" userId="da8c780b-1aa2-4e36-94fb-871dc8111504" providerId="ADAL" clId="{CD3DB680-7C21-42F9-A3B4-E85466FCA377}" dt="2022-09-30T14:25:32.957" v="62" actId="6014"/>
          <pc:sldLayoutMkLst>
            <pc:docMk/>
            <pc:sldMasterMk cId="0" sldId="2147483648"/>
            <pc:sldLayoutMk cId="326829105" sldId="2147483672"/>
          </pc:sldLayoutMkLst>
        </pc:sldLayoutChg>
        <pc:sldLayoutChg chg="modSp mod ord">
          <pc:chgData name="Stephen John Stretton" userId="da8c780b-1aa2-4e36-94fb-871dc8111504" providerId="ADAL" clId="{CD3DB680-7C21-42F9-A3B4-E85466FCA377}" dt="2022-09-30T14:27:09.043" v="78" actId="20578"/>
          <pc:sldLayoutMkLst>
            <pc:docMk/>
            <pc:sldMasterMk cId="0" sldId="2147483648"/>
            <pc:sldLayoutMk cId="2026715997" sldId="2147483683"/>
          </pc:sldLayoutMkLst>
          <pc:spChg chg="mod">
            <ac:chgData name="Stephen John Stretton" userId="da8c780b-1aa2-4e36-94fb-871dc8111504" providerId="ADAL" clId="{CD3DB680-7C21-42F9-A3B4-E85466FCA377}" dt="2022-09-30T00:25:04.061" v="19" actId="1076"/>
            <ac:spMkLst>
              <pc:docMk/>
              <pc:sldMasterMk cId="0" sldId="2147483648"/>
              <pc:sldLayoutMk cId="2026715997" sldId="2147483683"/>
              <ac:spMk id="29" creationId="{00000000-0000-0000-0000-000000000000}"/>
            </ac:spMkLst>
          </pc:spChg>
          <pc:picChg chg="mod">
            <ac:chgData name="Stephen John Stretton" userId="da8c780b-1aa2-4e36-94fb-871dc8111504" providerId="ADAL" clId="{CD3DB680-7C21-42F9-A3B4-E85466FCA377}" dt="2022-09-30T00:25:04.327" v="20" actId="1076"/>
            <ac:picMkLst>
              <pc:docMk/>
              <pc:sldMasterMk cId="0" sldId="2147483648"/>
              <pc:sldLayoutMk cId="2026715997" sldId="2147483683"/>
              <ac:picMk id="15" creationId="{8B4679BF-ED40-4F5C-B0C9-FFE58F6B803A}"/>
            </ac:picMkLst>
          </pc:picChg>
        </pc:sldLayoutChg>
        <pc:sldLayoutChg chg="mod">
          <pc:chgData name="Stephen John Stretton" userId="da8c780b-1aa2-4e36-94fb-871dc8111504" providerId="ADAL" clId="{CD3DB680-7C21-42F9-A3B4-E85466FCA377}" dt="2022-09-30T14:25:38.224" v="63" actId="6014"/>
          <pc:sldLayoutMkLst>
            <pc:docMk/>
            <pc:sldMasterMk cId="0" sldId="2147483648"/>
            <pc:sldLayoutMk cId="3118521209" sldId="2147483717"/>
          </pc:sldLayoutMkLst>
        </pc:sldLayoutChg>
      </pc:sldMasterChg>
      <pc:sldMasterChg chg="delSp modSp add del mod addSldLayout delSldLayout modSldLayout sldLayoutOrd">
        <pc:chgData name="Stephen John Stretton" userId="da8c780b-1aa2-4e36-94fb-871dc8111504" providerId="ADAL" clId="{CD3DB680-7C21-42F9-A3B4-E85466FCA377}" dt="2022-09-30T14:27:12.916" v="79" actId="20578"/>
        <pc:sldMasterMkLst>
          <pc:docMk/>
          <pc:sldMasterMk cId="4096350832" sldId="2147483718"/>
        </pc:sldMasterMkLst>
        <pc:spChg chg="del mod">
          <ac:chgData name="Stephen John Stretton" userId="da8c780b-1aa2-4e36-94fb-871dc8111504" providerId="ADAL" clId="{CD3DB680-7C21-42F9-A3B4-E85466FCA377}" dt="2022-09-30T14:20:33.190" v="27" actId="478"/>
          <ac:spMkLst>
            <pc:docMk/>
            <pc:sldMasterMk cId="4096350832" sldId="2147483718"/>
            <ac:spMk id="8" creationId="{51C34A55-5178-4AC4-83F2-69F82045CCBD}"/>
          </ac:spMkLst>
        </pc:spChg>
        <pc:spChg chg="del">
          <ac:chgData name="Stephen John Stretton" userId="da8c780b-1aa2-4e36-94fb-871dc8111504" providerId="ADAL" clId="{CD3DB680-7C21-42F9-A3B4-E85466FCA377}" dt="2022-09-30T14:20:30.687" v="25" actId="478"/>
          <ac:spMkLst>
            <pc:docMk/>
            <pc:sldMasterMk cId="4096350832" sldId="2147483718"/>
            <ac:spMk id="9" creationId="{58C836E9-14A6-40FB-8B11-1341506815B0}"/>
          </ac:spMkLst>
        </pc:spChg>
        <pc:sldLayoutChg chg="add del mod">
          <pc:chgData name="Stephen John Stretton" userId="da8c780b-1aa2-4e36-94fb-871dc8111504" providerId="ADAL" clId="{CD3DB680-7C21-42F9-A3B4-E85466FCA377}" dt="2022-09-30T14:25:51.103" v="65" actId="6014"/>
          <pc:sldLayoutMkLst>
            <pc:docMk/>
            <pc:sldMasterMk cId="4096350832" sldId="2147483718"/>
            <pc:sldLayoutMk cId="3543857127" sldId="2147483719"/>
          </pc:sldLayoutMkLst>
        </pc:sldLayoutChg>
        <pc:sldLayoutChg chg="add del mod">
          <pc:chgData name="Stephen John Stretton" userId="da8c780b-1aa2-4e36-94fb-871dc8111504" providerId="ADAL" clId="{CD3DB680-7C21-42F9-A3B4-E85466FCA377}" dt="2022-09-30T14:25:58.232" v="66" actId="6014"/>
          <pc:sldLayoutMkLst>
            <pc:docMk/>
            <pc:sldMasterMk cId="4096350832" sldId="2147483718"/>
            <pc:sldLayoutMk cId="1521324357" sldId="2147483720"/>
          </pc:sldLayoutMkLst>
        </pc:sldLayoutChg>
        <pc:sldLayoutChg chg="add del mod ord">
          <pc:chgData name="Stephen John Stretton" userId="da8c780b-1aa2-4e36-94fb-871dc8111504" providerId="ADAL" clId="{CD3DB680-7C21-42F9-A3B4-E85466FCA377}" dt="2022-09-30T14:27:12.916" v="79" actId="20578"/>
          <pc:sldLayoutMkLst>
            <pc:docMk/>
            <pc:sldMasterMk cId="4096350832" sldId="2147483718"/>
            <pc:sldLayoutMk cId="3609932056" sldId="2147483721"/>
          </pc:sldLayoutMkLst>
        </pc:sldLayoutChg>
      </pc:sldMasterChg>
    </pc:docChg>
  </pc:docChgLst>
  <pc:docChgLst>
    <pc:chgData name="Stephen John Stretton" userId="da8c780b-1aa2-4e36-94fb-871dc8111504" providerId="ADAL" clId="{9EFC1234-78D5-4962-A263-CF6C26146416}"/>
    <pc:docChg chg="modSld">
      <pc:chgData name="Stephen John Stretton" userId="da8c780b-1aa2-4e36-94fb-871dc8111504" providerId="ADAL" clId="{9EFC1234-78D5-4962-A263-CF6C26146416}" dt="2024-02-02T00:40:07.783" v="21" actId="20577"/>
      <pc:docMkLst>
        <pc:docMk/>
      </pc:docMkLst>
      <pc:sldChg chg="modSp mod">
        <pc:chgData name="Stephen John Stretton" userId="da8c780b-1aa2-4e36-94fb-871dc8111504" providerId="ADAL" clId="{9EFC1234-78D5-4962-A263-CF6C26146416}" dt="2024-02-02T00:40:07.783" v="21" actId="20577"/>
        <pc:sldMkLst>
          <pc:docMk/>
          <pc:sldMk cId="1579614546" sldId="2134806191"/>
        </pc:sldMkLst>
        <pc:spChg chg="mod">
          <ac:chgData name="Stephen John Stretton" userId="da8c780b-1aa2-4e36-94fb-871dc8111504" providerId="ADAL" clId="{9EFC1234-78D5-4962-A263-CF6C26146416}" dt="2024-02-02T00:40:07.783" v="21" actId="20577"/>
          <ac:spMkLst>
            <pc:docMk/>
            <pc:sldMk cId="1579614546" sldId="2134806191"/>
            <ac:spMk id="2" creationId="{796D48A3-96DE-4DC8-8000-770E646F7F46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11387138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40C5CC-B822-4E8A-B1B6-07581C7D158B}" type="datetimeFigureOut">
              <a:rPr lang="en-US" smtClean="0"/>
              <a:t>2/1/2024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659563" y="1414463"/>
            <a:ext cx="6784975" cy="38163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74261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1387138" y="1074261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BD2ABE-0F47-4599-BD2A-7C23DCC59E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55708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177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1pPr>
    <a:lvl2pPr marL="457088" algn="l" defTabSz="914177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2pPr>
    <a:lvl3pPr marL="914177" algn="l" defTabSz="914177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3pPr>
    <a:lvl4pPr marL="1371265" algn="l" defTabSz="914177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4pPr>
    <a:lvl5pPr marL="1828354" algn="l" defTabSz="914177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5pPr>
    <a:lvl6pPr marL="2285442" algn="l" defTabSz="914177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6pPr>
    <a:lvl7pPr marL="2742531" algn="l" defTabSz="914177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7pPr>
    <a:lvl8pPr marL="3199619" algn="l" defTabSz="914177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8pPr>
    <a:lvl9pPr marL="3656708" algn="l" defTabSz="914177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 Green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posición de imagen 15" descr="Imagen que contiene exterior, montaña, molino de viento, objeto&#10;&#10;Descripción generada automáticamente">
            <a:extLst>
              <a:ext uri="{FF2B5EF4-FFF2-40B4-BE49-F238E27FC236}">
                <a16:creationId xmlns:a16="http://schemas.microsoft.com/office/drawing/2014/main" id="{DD221274-2C8F-40BF-8CA4-C99C2D530AB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5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149" r="-217" b="6672"/>
          <a:stretch/>
        </p:blipFill>
        <p:spPr>
          <a:xfrm>
            <a:off x="-142454" y="-402849"/>
            <a:ext cx="20246554" cy="10629521"/>
          </a:xfrm>
          <a:prstGeom prst="rect">
            <a:avLst/>
          </a:prstGeom>
        </p:spPr>
      </p:pic>
      <p:sp>
        <p:nvSpPr>
          <p:cNvPr id="6" name="Triángulo rectángulo 18">
            <a:extLst>
              <a:ext uri="{FF2B5EF4-FFF2-40B4-BE49-F238E27FC236}">
                <a16:creationId xmlns:a16="http://schemas.microsoft.com/office/drawing/2014/main" id="{955F555B-82BF-4E9F-9775-EEDC22B7EBE0}"/>
              </a:ext>
            </a:extLst>
          </p:cNvPr>
          <p:cNvSpPr/>
          <p:nvPr userDrawn="1"/>
        </p:nvSpPr>
        <p:spPr>
          <a:xfrm rot="10800000">
            <a:off x="0" y="6350"/>
            <a:ext cx="20104100" cy="113030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1" kern="0">
              <a:solidFill>
                <a:schemeClr val="bg1"/>
              </a:solidFill>
              <a:latin typeface="Heiti TC Medium" pitchFamily="2" charset="-128"/>
              <a:ea typeface="Heiti TC Medium" pitchFamily="2" charset="-128"/>
              <a:cs typeface="Biome" panose="020B0604020202020204" pitchFamily="34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F158F87E-F9E4-492A-8975-B5F332AFFFB9}"/>
              </a:ext>
            </a:extLst>
          </p:cNvPr>
          <p:cNvSpPr txBox="1">
            <a:spLocks/>
          </p:cNvSpPr>
          <p:nvPr userDrawn="1"/>
        </p:nvSpPr>
        <p:spPr>
          <a:xfrm>
            <a:off x="1055523" y="5087938"/>
            <a:ext cx="7543729" cy="3107651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sz="7200" b="1" kern="0" dirty="0">
              <a:solidFill>
                <a:srgbClr val="183153"/>
              </a:solidFill>
              <a:latin typeface="Heiti TC Medium" pitchFamily="2" charset="-128"/>
              <a:ea typeface="Heiti TC Medium" pitchFamily="2" charset="-128"/>
              <a:cs typeface="Biome" panose="020B0604020202020204" pitchFamily="34" charset="0"/>
            </a:endParaRPr>
          </a:p>
          <a:p>
            <a:pPr algn="ctr"/>
            <a:endParaRPr lang="en-US" sz="4399" kern="0" dirty="0">
              <a:solidFill>
                <a:srgbClr val="183153"/>
              </a:solidFill>
              <a:latin typeface="Heiti TC Medium" pitchFamily="2" charset="-128"/>
              <a:ea typeface="Heiti TC Medium" pitchFamily="2" charset="-128"/>
              <a:cs typeface="Biome" panose="020B0604020202020204" pitchFamily="34" charset="0"/>
            </a:endParaRPr>
          </a:p>
        </p:txBody>
      </p:sp>
      <p:cxnSp>
        <p:nvCxnSpPr>
          <p:cNvPr id="9" name="Conector recto 21">
            <a:extLst>
              <a:ext uri="{FF2B5EF4-FFF2-40B4-BE49-F238E27FC236}">
                <a16:creationId xmlns:a16="http://schemas.microsoft.com/office/drawing/2014/main" id="{F0F15FF9-6014-4CE9-B6D3-81F225B40E81}"/>
              </a:ext>
            </a:extLst>
          </p:cNvPr>
          <p:cNvCxnSpPr>
            <a:cxnSpLocks/>
          </p:cNvCxnSpPr>
          <p:nvPr userDrawn="1"/>
        </p:nvCxnSpPr>
        <p:spPr>
          <a:xfrm>
            <a:off x="5714710" y="2130089"/>
            <a:ext cx="7903156" cy="4505326"/>
          </a:xfrm>
          <a:prstGeom prst="line">
            <a:avLst/>
          </a:prstGeom>
          <a:ln w="444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cto 24">
            <a:extLst>
              <a:ext uri="{FF2B5EF4-FFF2-40B4-BE49-F238E27FC236}">
                <a16:creationId xmlns:a16="http://schemas.microsoft.com/office/drawing/2014/main" id="{0B400D1A-8B81-4C51-994A-6AC381AC5651}"/>
              </a:ext>
            </a:extLst>
          </p:cNvPr>
          <p:cNvCxnSpPr>
            <a:cxnSpLocks/>
          </p:cNvCxnSpPr>
          <p:nvPr userDrawn="1"/>
        </p:nvCxnSpPr>
        <p:spPr>
          <a:xfrm>
            <a:off x="19196049" y="1082677"/>
            <a:ext cx="0" cy="6953251"/>
          </a:xfrm>
          <a:prstGeom prst="line">
            <a:avLst/>
          </a:prstGeom>
          <a:ln w="44450">
            <a:solidFill>
              <a:srgbClr val="DAF4F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2C348C0-4A4E-4985-94D1-1DF93A92C90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780963" y="2130425"/>
            <a:ext cx="5321300" cy="2322513"/>
          </a:xfrm>
          <a:prstGeom prst="rect">
            <a:avLst/>
          </a:prstGeom>
        </p:spPr>
        <p:txBody>
          <a:bodyPr/>
          <a:lstStyle>
            <a:lvl1pPr>
              <a:defRPr sz="4800">
                <a:solidFill>
                  <a:schemeClr val="bg1"/>
                </a:solidFill>
                <a:latin typeface="Helvetica Neue"/>
              </a:defRPr>
            </a:lvl1pPr>
            <a:lvl2pPr>
              <a:defRPr sz="4800">
                <a:solidFill>
                  <a:schemeClr val="bg1"/>
                </a:solidFill>
              </a:defRPr>
            </a:lvl2pPr>
            <a:lvl3pPr>
              <a:defRPr sz="4800">
                <a:solidFill>
                  <a:schemeClr val="bg1"/>
                </a:solidFill>
              </a:defRPr>
            </a:lvl3pPr>
            <a:lvl4pPr>
              <a:defRPr sz="4800">
                <a:solidFill>
                  <a:schemeClr val="bg1"/>
                </a:solidFill>
              </a:defRPr>
            </a:lvl4pPr>
            <a:lvl5pPr>
              <a:defRPr sz="4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F75473FC-553B-4424-AA61-160C16EE07D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022475" y="4281488"/>
            <a:ext cx="5180305" cy="2360277"/>
          </a:xfrm>
          <a:prstGeom prst="rect">
            <a:avLst/>
          </a:prstGeom>
        </p:spPr>
        <p:txBody>
          <a:bodyPr/>
          <a:lstStyle>
            <a:lvl1pPr>
              <a:defRPr sz="4800" b="1">
                <a:latin typeface="Helvetica Neue"/>
              </a:defRPr>
            </a:lvl1pPr>
            <a:lvl2pPr>
              <a:defRPr sz="3600" b="0">
                <a:latin typeface="Helvetica Neue"/>
              </a:defRPr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B9540376-333D-4EC9-9EB4-D87AFC076DF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2001838" y="6831013"/>
            <a:ext cx="5230812" cy="1928812"/>
          </a:xfrm>
          <a:prstGeom prst="rect">
            <a:avLst/>
          </a:prstGeom>
        </p:spPr>
        <p:txBody>
          <a:bodyPr/>
          <a:lstStyle>
            <a:lvl1pPr>
              <a:defRPr sz="3600">
                <a:latin typeface="Helvetica Neue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4" name="Picture 3" descr="Logo&#10;&#10;Description automatically generated">
            <a:extLst>
              <a:ext uri="{FF2B5EF4-FFF2-40B4-BE49-F238E27FC236}">
                <a16:creationId xmlns:a16="http://schemas.microsoft.com/office/drawing/2014/main" id="{4F7186D9-3C12-49D1-A6A0-555FA86B12D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42" y="10284222"/>
            <a:ext cx="870135" cy="1378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8291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 Green 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Holder 2"/>
          <p:cNvSpPr>
            <a:spLocks noGrp="1"/>
          </p:cNvSpPr>
          <p:nvPr>
            <p:ph type="title" hasCustomPrompt="1"/>
          </p:nvPr>
        </p:nvSpPr>
        <p:spPr>
          <a:xfrm>
            <a:off x="1028039" y="727520"/>
            <a:ext cx="17232252" cy="1469123"/>
          </a:xfrm>
          <a:prstGeom prst="rect">
            <a:avLst/>
          </a:prstGeom>
        </p:spPr>
        <p:txBody>
          <a:bodyPr lIns="0" tIns="0" rIns="0" bIns="0"/>
          <a:lstStyle>
            <a:lvl1pPr>
              <a:defRPr sz="6000" b="1" i="0" baseline="0">
                <a:solidFill>
                  <a:schemeClr val="accent4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r>
              <a:rPr lang="en-US" sz="5200" baseline="0" dirty="0"/>
              <a:t>Title</a:t>
            </a:r>
            <a:endParaRPr dirty="0"/>
          </a:p>
        </p:txBody>
      </p:sp>
      <p:sp>
        <p:nvSpPr>
          <p:cNvPr id="27" name="Content Placeholder 3"/>
          <p:cNvSpPr>
            <a:spLocks noGrp="1"/>
          </p:cNvSpPr>
          <p:nvPr>
            <p:ph sz="half" idx="17"/>
          </p:nvPr>
        </p:nvSpPr>
        <p:spPr>
          <a:xfrm>
            <a:off x="1028038" y="2454275"/>
            <a:ext cx="17232252" cy="7624011"/>
          </a:xfrm>
          <a:prstGeom prst="rect">
            <a:avLst/>
          </a:prstGeom>
        </p:spPr>
        <p:txBody>
          <a:bodyPr/>
          <a:lstStyle>
            <a:lvl1pPr marL="457166" indent="-457166">
              <a:spcAft>
                <a:spcPts val="600"/>
              </a:spcAft>
              <a:buSzPct val="120000"/>
              <a:buFont typeface="Arial" panose="020B0604020202020204" pitchFamily="34" charset="0"/>
              <a:buChar char="•"/>
              <a:defRPr sz="4600" baseline="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lvl1pPr>
            <a:lvl2pPr marL="914330" indent="-457166">
              <a:spcAft>
                <a:spcPts val="600"/>
              </a:spcAft>
              <a:buSzPct val="120000"/>
              <a:buFont typeface="Arial" charset="0"/>
              <a:buChar char="•"/>
              <a:defRPr sz="3599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lvl2pPr>
            <a:lvl3pPr marL="1371495" indent="-457166">
              <a:spcAft>
                <a:spcPts val="600"/>
              </a:spcAft>
              <a:buSzPct val="120000"/>
              <a:buFont typeface="Courier New" charset="0"/>
              <a:buChar char="o"/>
              <a:defRPr sz="2799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lvl3pPr>
            <a:lvl4pPr marL="1828659" indent="-457166">
              <a:spcAft>
                <a:spcPts val="600"/>
              </a:spcAft>
              <a:buSzPct val="120000"/>
              <a:buFont typeface="Wingdings" charset="2"/>
              <a:buChar char="§"/>
              <a:defRPr sz="2799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lvl4pPr>
            <a:lvl5pPr marL="2285825" indent="-457166">
              <a:spcAft>
                <a:spcPts val="600"/>
              </a:spcAft>
              <a:buSzPct val="120000"/>
              <a:buFont typeface="AppleSymbols" charset="0"/>
              <a:buChar char="⎻"/>
              <a:defRPr sz="2799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E7C9225-4017-4B67-BEA6-908252EFD4B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0650588"/>
            <a:ext cx="20104100" cy="658761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FEA6AF5F-4E7B-48D3-BEA5-CCADF7077D4B}"/>
              </a:ext>
            </a:extLst>
          </p:cNvPr>
          <p:cNvGrpSpPr/>
          <p:nvPr userDrawn="1"/>
        </p:nvGrpSpPr>
        <p:grpSpPr>
          <a:xfrm>
            <a:off x="19069048" y="10226674"/>
            <a:ext cx="1035051" cy="1082675"/>
            <a:chOff x="19069048" y="10226674"/>
            <a:chExt cx="1035051" cy="1082675"/>
          </a:xfrm>
        </p:grpSpPr>
        <p:sp>
          <p:nvSpPr>
            <p:cNvPr id="29" name="Rectangle 28"/>
            <p:cNvSpPr/>
            <p:nvPr userDrawn="1"/>
          </p:nvSpPr>
          <p:spPr>
            <a:xfrm>
              <a:off x="19069048" y="10226674"/>
              <a:ext cx="1035051" cy="108267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17"/>
            </a:p>
          </p:txBody>
        </p:sp>
        <p:pic>
          <p:nvPicPr>
            <p:cNvPr id="15" name="Picture 14" descr="Company name&#10;&#10;Description automatically generated with low confidence">
              <a:extLst>
                <a:ext uri="{FF2B5EF4-FFF2-40B4-BE49-F238E27FC236}">
                  <a16:creationId xmlns:a16="http://schemas.microsoft.com/office/drawing/2014/main" id="{8B4679BF-ED40-4F5C-B0C9-FFE58F6B803A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/>
            <a:srcRect b="29348"/>
            <a:stretch/>
          </p:blipFill>
          <p:spPr>
            <a:xfrm>
              <a:off x="19215932" y="10650588"/>
              <a:ext cx="741281" cy="586817"/>
            </a:xfrm>
            <a:prstGeom prst="rect">
              <a:avLst/>
            </a:prstGeom>
          </p:spPr>
        </p:pic>
      </p:grpSp>
      <p:sp>
        <p:nvSpPr>
          <p:cNvPr id="30" name="Text Placeholder 7"/>
          <p:cNvSpPr>
            <a:spLocks noGrp="1"/>
          </p:cNvSpPr>
          <p:nvPr>
            <p:ph type="body" sz="quarter" idx="12" hasCustomPrompt="1"/>
          </p:nvPr>
        </p:nvSpPr>
        <p:spPr>
          <a:xfrm>
            <a:off x="1035051" y="10836276"/>
            <a:ext cx="8635999" cy="215443"/>
          </a:xfrm>
          <a:prstGeom prst="rect">
            <a:avLst/>
          </a:prstGeom>
        </p:spPr>
        <p:txBody>
          <a:bodyPr/>
          <a:lstStyle>
            <a:lvl1pPr>
              <a:defRPr sz="1401" b="0" baseline="0">
                <a:solidFill>
                  <a:schemeClr val="bg1"/>
                </a:solidFill>
                <a:latin typeface="Helvetica Neue" charset="0"/>
                <a:ea typeface="Helvetica Neue" charset="0"/>
                <a:cs typeface="Helvetica Neue" charset="0"/>
              </a:defRPr>
            </a:lvl1pPr>
            <a:lvl2pPr>
              <a:defRPr sz="2001">
                <a:solidFill>
                  <a:schemeClr val="accent5"/>
                </a:solidFill>
                <a:latin typeface="Proxima Nova" charset="0"/>
                <a:ea typeface="Proxima Nova" charset="0"/>
                <a:cs typeface="Proxima Nova" charset="0"/>
              </a:defRPr>
            </a:lvl2pPr>
            <a:lvl3pPr>
              <a:defRPr sz="2001">
                <a:solidFill>
                  <a:schemeClr val="accent5"/>
                </a:solidFill>
                <a:latin typeface="Proxima Nova" charset="0"/>
                <a:ea typeface="Proxima Nova" charset="0"/>
                <a:cs typeface="Proxima Nova" charset="0"/>
              </a:defRPr>
            </a:lvl3pPr>
            <a:lvl4pPr>
              <a:defRPr sz="2001">
                <a:solidFill>
                  <a:schemeClr val="accent5"/>
                </a:solidFill>
                <a:latin typeface="Proxima Nova" charset="0"/>
                <a:ea typeface="Proxima Nova" charset="0"/>
                <a:cs typeface="Proxima Nova" charset="0"/>
              </a:defRPr>
            </a:lvl4pPr>
            <a:lvl5pPr>
              <a:defRPr sz="2001">
                <a:solidFill>
                  <a:schemeClr val="accent5"/>
                </a:solidFill>
                <a:latin typeface="Proxima Nova" charset="0"/>
                <a:ea typeface="Proxima Nova" charset="0"/>
                <a:cs typeface="Proxima Nova" charset="0"/>
              </a:defRPr>
            </a:lvl5pPr>
          </a:lstStyle>
          <a:p>
            <a:pPr lvl="0"/>
            <a:r>
              <a:rPr lang="en-US"/>
              <a:t>Click to add presentation title/date/other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B6004C7-F0EB-8A6A-0B83-53301AA3D9E9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7EF3564-678D-4002-8B7D-13A542378F1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67159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 Green Sec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4353D74-5EA9-4912-8C8F-C15CACA4872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20104100" cy="1130935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969795" y="5146447"/>
            <a:ext cx="12164511" cy="10156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 sz="6600" b="1" i="0">
                <a:solidFill>
                  <a:schemeClr val="bg1"/>
                </a:solidFill>
                <a:latin typeface="Helvetica Neue" charset="0"/>
                <a:ea typeface="Helvetica Neue" charset="0"/>
                <a:cs typeface="Helvetica Neue" charset="0"/>
              </a:defRPr>
            </a:lvl1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185212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 Blu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posición de imagen 15" descr="Imagen que contiene exterior, montaña, molino de viento, objeto&#10;&#10;Descripción generada automáticamente">
            <a:extLst>
              <a:ext uri="{FF2B5EF4-FFF2-40B4-BE49-F238E27FC236}">
                <a16:creationId xmlns:a16="http://schemas.microsoft.com/office/drawing/2014/main" id="{DD221274-2C8F-40BF-8CA4-C99C2D530AB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5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149" r="-217" b="6672"/>
          <a:stretch/>
        </p:blipFill>
        <p:spPr>
          <a:xfrm>
            <a:off x="0" y="-328059"/>
            <a:ext cx="20104100" cy="10554732"/>
          </a:xfrm>
          <a:prstGeom prst="rect">
            <a:avLst/>
          </a:prstGeom>
        </p:spPr>
      </p:pic>
      <p:sp>
        <p:nvSpPr>
          <p:cNvPr id="6" name="Triángulo rectángulo 18">
            <a:extLst>
              <a:ext uri="{FF2B5EF4-FFF2-40B4-BE49-F238E27FC236}">
                <a16:creationId xmlns:a16="http://schemas.microsoft.com/office/drawing/2014/main" id="{955F555B-82BF-4E9F-9775-EEDC22B7EBE0}"/>
              </a:ext>
            </a:extLst>
          </p:cNvPr>
          <p:cNvSpPr/>
          <p:nvPr userDrawn="1"/>
        </p:nvSpPr>
        <p:spPr>
          <a:xfrm rot="10800000">
            <a:off x="0" y="6350"/>
            <a:ext cx="20104100" cy="1130300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1" kern="0">
              <a:solidFill>
                <a:schemeClr val="bg1"/>
              </a:solidFill>
              <a:latin typeface="Heiti TC Medium" pitchFamily="2" charset="-128"/>
              <a:ea typeface="Heiti TC Medium" pitchFamily="2" charset="-128"/>
              <a:cs typeface="Biome" panose="020B0604020202020204" pitchFamily="34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F158F87E-F9E4-492A-8975-B5F332AFFFB9}"/>
              </a:ext>
            </a:extLst>
          </p:cNvPr>
          <p:cNvSpPr txBox="1">
            <a:spLocks/>
          </p:cNvSpPr>
          <p:nvPr userDrawn="1"/>
        </p:nvSpPr>
        <p:spPr>
          <a:xfrm>
            <a:off x="1055523" y="5087938"/>
            <a:ext cx="7543729" cy="3107651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sz="7200" b="1" kern="0" dirty="0">
              <a:solidFill>
                <a:srgbClr val="183153"/>
              </a:solidFill>
              <a:latin typeface="Heiti TC Medium" pitchFamily="2" charset="-128"/>
              <a:ea typeface="Heiti TC Medium" pitchFamily="2" charset="-128"/>
              <a:cs typeface="Biome" panose="020B0604020202020204" pitchFamily="34" charset="0"/>
            </a:endParaRPr>
          </a:p>
          <a:p>
            <a:pPr algn="ctr"/>
            <a:endParaRPr lang="en-US" sz="4399" kern="0" dirty="0">
              <a:solidFill>
                <a:srgbClr val="183153"/>
              </a:solidFill>
              <a:latin typeface="Heiti TC Medium" pitchFamily="2" charset="-128"/>
              <a:ea typeface="Heiti TC Medium" pitchFamily="2" charset="-128"/>
              <a:cs typeface="Biome" panose="020B0604020202020204" pitchFamily="34" charset="0"/>
            </a:endParaRPr>
          </a:p>
        </p:txBody>
      </p:sp>
      <p:cxnSp>
        <p:nvCxnSpPr>
          <p:cNvPr id="9" name="Conector recto 21">
            <a:extLst>
              <a:ext uri="{FF2B5EF4-FFF2-40B4-BE49-F238E27FC236}">
                <a16:creationId xmlns:a16="http://schemas.microsoft.com/office/drawing/2014/main" id="{F0F15FF9-6014-4CE9-B6D3-81F225B40E81}"/>
              </a:ext>
            </a:extLst>
          </p:cNvPr>
          <p:cNvCxnSpPr>
            <a:cxnSpLocks/>
          </p:cNvCxnSpPr>
          <p:nvPr userDrawn="1"/>
        </p:nvCxnSpPr>
        <p:spPr>
          <a:xfrm>
            <a:off x="5714710" y="2130089"/>
            <a:ext cx="7903156" cy="4505326"/>
          </a:xfrm>
          <a:prstGeom prst="line">
            <a:avLst/>
          </a:prstGeom>
          <a:ln w="444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cto 24">
            <a:extLst>
              <a:ext uri="{FF2B5EF4-FFF2-40B4-BE49-F238E27FC236}">
                <a16:creationId xmlns:a16="http://schemas.microsoft.com/office/drawing/2014/main" id="{0B400D1A-8B81-4C51-994A-6AC381AC5651}"/>
              </a:ext>
            </a:extLst>
          </p:cNvPr>
          <p:cNvCxnSpPr>
            <a:cxnSpLocks/>
          </p:cNvCxnSpPr>
          <p:nvPr userDrawn="1"/>
        </p:nvCxnSpPr>
        <p:spPr>
          <a:xfrm>
            <a:off x="19196049" y="1082677"/>
            <a:ext cx="0" cy="6953251"/>
          </a:xfrm>
          <a:prstGeom prst="line">
            <a:avLst/>
          </a:prstGeom>
          <a:ln w="44450">
            <a:solidFill>
              <a:srgbClr val="DAF4F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2C348C0-4A4E-4985-94D1-1DF93A92C90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780963" y="2130425"/>
            <a:ext cx="5321300" cy="2322513"/>
          </a:xfrm>
          <a:prstGeom prst="rect">
            <a:avLst/>
          </a:prstGeom>
        </p:spPr>
        <p:txBody>
          <a:bodyPr/>
          <a:lstStyle>
            <a:lvl1pPr>
              <a:defRPr sz="4800">
                <a:solidFill>
                  <a:schemeClr val="bg1"/>
                </a:solidFill>
                <a:latin typeface="Helvetica Neue"/>
              </a:defRPr>
            </a:lvl1pPr>
            <a:lvl2pPr>
              <a:defRPr sz="4800">
                <a:solidFill>
                  <a:schemeClr val="bg1"/>
                </a:solidFill>
              </a:defRPr>
            </a:lvl2pPr>
            <a:lvl3pPr>
              <a:defRPr sz="4800">
                <a:solidFill>
                  <a:schemeClr val="bg1"/>
                </a:solidFill>
              </a:defRPr>
            </a:lvl3pPr>
            <a:lvl4pPr>
              <a:defRPr sz="4800">
                <a:solidFill>
                  <a:schemeClr val="bg1"/>
                </a:solidFill>
              </a:defRPr>
            </a:lvl4pPr>
            <a:lvl5pPr>
              <a:defRPr sz="4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F75473FC-553B-4424-AA61-160C16EE07D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022475" y="4281488"/>
            <a:ext cx="5180305" cy="2360277"/>
          </a:xfrm>
          <a:prstGeom prst="rect">
            <a:avLst/>
          </a:prstGeom>
        </p:spPr>
        <p:txBody>
          <a:bodyPr/>
          <a:lstStyle>
            <a:lvl1pPr>
              <a:defRPr sz="4800" b="1">
                <a:latin typeface="Helvetica Neue"/>
              </a:defRPr>
            </a:lvl1pPr>
            <a:lvl2pPr>
              <a:defRPr sz="3600" b="0">
                <a:latin typeface="Helvetica Neue"/>
              </a:defRPr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B9540376-333D-4EC9-9EB4-D87AFC076DF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2001838" y="6831013"/>
            <a:ext cx="5230812" cy="1928812"/>
          </a:xfrm>
          <a:prstGeom prst="rect">
            <a:avLst/>
          </a:prstGeom>
        </p:spPr>
        <p:txBody>
          <a:bodyPr/>
          <a:lstStyle>
            <a:lvl1pPr>
              <a:defRPr sz="3600">
                <a:latin typeface="Helvetica Neue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11" name="Picture 10" descr="Logo&#10;&#10;Description automatically generated">
            <a:extLst>
              <a:ext uri="{FF2B5EF4-FFF2-40B4-BE49-F238E27FC236}">
                <a16:creationId xmlns:a16="http://schemas.microsoft.com/office/drawing/2014/main" id="{BBA1495A-FB5C-414D-B093-95083506AEC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42" y="10284222"/>
            <a:ext cx="870135" cy="1378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38571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 Blue 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27">
            <a:extLst>
              <a:ext uri="{FF2B5EF4-FFF2-40B4-BE49-F238E27FC236}">
                <a16:creationId xmlns:a16="http://schemas.microsoft.com/office/drawing/2014/main" id="{64C72B4E-876A-4141-9CE3-5B2971486D5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0607675"/>
            <a:ext cx="20104100" cy="701676"/>
          </a:xfrm>
          <a:prstGeom prst="rect">
            <a:avLst/>
          </a:prstGeom>
        </p:spPr>
      </p:pic>
      <p:sp>
        <p:nvSpPr>
          <p:cNvPr id="25" name="Holder 2"/>
          <p:cNvSpPr>
            <a:spLocks noGrp="1"/>
          </p:cNvSpPr>
          <p:nvPr>
            <p:ph type="title" hasCustomPrompt="1"/>
          </p:nvPr>
        </p:nvSpPr>
        <p:spPr>
          <a:xfrm>
            <a:off x="1028039" y="727520"/>
            <a:ext cx="17232252" cy="1469123"/>
          </a:xfrm>
          <a:prstGeom prst="rect">
            <a:avLst/>
          </a:prstGeom>
        </p:spPr>
        <p:txBody>
          <a:bodyPr lIns="0" tIns="0" rIns="0" bIns="0"/>
          <a:lstStyle>
            <a:lvl1pPr>
              <a:defRPr sz="6000" b="1" i="0" baseline="0">
                <a:solidFill>
                  <a:schemeClr val="accent2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r>
              <a:rPr lang="en-US" sz="5200" baseline="0" dirty="0"/>
              <a:t>Title</a:t>
            </a:r>
            <a:endParaRPr dirty="0"/>
          </a:p>
        </p:txBody>
      </p:sp>
      <p:sp>
        <p:nvSpPr>
          <p:cNvPr id="27" name="Content Placeholder 3"/>
          <p:cNvSpPr>
            <a:spLocks noGrp="1"/>
          </p:cNvSpPr>
          <p:nvPr>
            <p:ph sz="half" idx="17"/>
          </p:nvPr>
        </p:nvSpPr>
        <p:spPr>
          <a:xfrm>
            <a:off x="1028038" y="2454275"/>
            <a:ext cx="17232252" cy="7624011"/>
          </a:xfrm>
          <a:prstGeom prst="rect">
            <a:avLst/>
          </a:prstGeom>
        </p:spPr>
        <p:txBody>
          <a:bodyPr/>
          <a:lstStyle>
            <a:lvl1pPr marL="457166" indent="-457166">
              <a:spcAft>
                <a:spcPts val="600"/>
              </a:spcAft>
              <a:buSzPct val="120000"/>
              <a:buFont typeface="Arial" panose="020B0604020202020204" pitchFamily="34" charset="0"/>
              <a:buChar char="•"/>
              <a:defRPr sz="4600" baseline="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lvl1pPr>
            <a:lvl2pPr marL="914330" indent="-457166">
              <a:spcAft>
                <a:spcPts val="600"/>
              </a:spcAft>
              <a:buSzPct val="120000"/>
              <a:buFont typeface="Arial" charset="0"/>
              <a:buChar char="•"/>
              <a:defRPr sz="3599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lvl2pPr>
            <a:lvl3pPr marL="1371495" indent="-457166">
              <a:spcAft>
                <a:spcPts val="600"/>
              </a:spcAft>
              <a:buSzPct val="120000"/>
              <a:buFont typeface="Courier New" charset="0"/>
              <a:buChar char="o"/>
              <a:defRPr sz="2799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lvl3pPr>
            <a:lvl4pPr marL="1828659" indent="-457166">
              <a:spcAft>
                <a:spcPts val="600"/>
              </a:spcAft>
              <a:buSzPct val="120000"/>
              <a:buFont typeface="Wingdings" charset="2"/>
              <a:buChar char="§"/>
              <a:defRPr sz="2799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lvl4pPr>
            <a:lvl5pPr marL="2285825" indent="-457166">
              <a:spcAft>
                <a:spcPts val="600"/>
              </a:spcAft>
              <a:buSzPct val="120000"/>
              <a:buFont typeface="AppleSymbols" charset="0"/>
              <a:buChar char="⎻"/>
              <a:defRPr sz="2799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0" name="Text Placeholder 7"/>
          <p:cNvSpPr>
            <a:spLocks noGrp="1"/>
          </p:cNvSpPr>
          <p:nvPr>
            <p:ph type="body" sz="quarter" idx="12" hasCustomPrompt="1"/>
          </p:nvPr>
        </p:nvSpPr>
        <p:spPr>
          <a:xfrm>
            <a:off x="1035051" y="10836276"/>
            <a:ext cx="8635999" cy="215443"/>
          </a:xfrm>
          <a:prstGeom prst="rect">
            <a:avLst/>
          </a:prstGeom>
        </p:spPr>
        <p:txBody>
          <a:bodyPr/>
          <a:lstStyle>
            <a:lvl1pPr>
              <a:defRPr sz="1401" b="0" baseline="0">
                <a:solidFill>
                  <a:schemeClr val="bg1"/>
                </a:solidFill>
                <a:latin typeface="Helvetica Neue" charset="0"/>
                <a:ea typeface="Helvetica Neue" charset="0"/>
                <a:cs typeface="Helvetica Neue" charset="0"/>
              </a:defRPr>
            </a:lvl1pPr>
            <a:lvl2pPr>
              <a:defRPr sz="2001">
                <a:solidFill>
                  <a:schemeClr val="accent5"/>
                </a:solidFill>
                <a:latin typeface="Proxima Nova" charset="0"/>
                <a:ea typeface="Proxima Nova" charset="0"/>
                <a:cs typeface="Proxima Nova" charset="0"/>
              </a:defRPr>
            </a:lvl2pPr>
            <a:lvl3pPr>
              <a:defRPr sz="2001">
                <a:solidFill>
                  <a:schemeClr val="accent5"/>
                </a:solidFill>
                <a:latin typeface="Proxima Nova" charset="0"/>
                <a:ea typeface="Proxima Nova" charset="0"/>
                <a:cs typeface="Proxima Nova" charset="0"/>
              </a:defRPr>
            </a:lvl3pPr>
            <a:lvl4pPr>
              <a:defRPr sz="2001">
                <a:solidFill>
                  <a:schemeClr val="accent5"/>
                </a:solidFill>
                <a:latin typeface="Proxima Nova" charset="0"/>
                <a:ea typeface="Proxima Nova" charset="0"/>
                <a:cs typeface="Proxima Nova" charset="0"/>
              </a:defRPr>
            </a:lvl4pPr>
            <a:lvl5pPr>
              <a:defRPr sz="2001">
                <a:solidFill>
                  <a:schemeClr val="accent5"/>
                </a:solidFill>
                <a:latin typeface="Proxima Nova" charset="0"/>
                <a:ea typeface="Proxima Nova" charset="0"/>
                <a:cs typeface="Proxima Nova" charset="0"/>
              </a:defRPr>
            </a:lvl5pPr>
          </a:lstStyle>
          <a:p>
            <a:pPr lvl="0"/>
            <a:r>
              <a:rPr lang="en-US"/>
              <a:t>Click to add presentation title/date/other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25FC2BD0-510E-4352-8CD3-BA4C96CE6C72}"/>
              </a:ext>
            </a:extLst>
          </p:cNvPr>
          <p:cNvGrpSpPr/>
          <p:nvPr userDrawn="1"/>
        </p:nvGrpSpPr>
        <p:grpSpPr>
          <a:xfrm>
            <a:off x="19069048" y="10226674"/>
            <a:ext cx="1035051" cy="1082675"/>
            <a:chOff x="19069048" y="10226674"/>
            <a:chExt cx="1035051" cy="1082675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8989CBD-7B76-4291-82FC-3F56EE3FA400}"/>
                </a:ext>
              </a:extLst>
            </p:cNvPr>
            <p:cNvSpPr/>
            <p:nvPr userDrawn="1"/>
          </p:nvSpPr>
          <p:spPr>
            <a:xfrm>
              <a:off x="19069048" y="10226674"/>
              <a:ext cx="1035051" cy="108267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17"/>
            </a:p>
          </p:txBody>
        </p:sp>
        <p:pic>
          <p:nvPicPr>
            <p:cNvPr id="12" name="Picture 11" descr="Company name&#10;&#10;Description automatically generated with low confidence">
              <a:extLst>
                <a:ext uri="{FF2B5EF4-FFF2-40B4-BE49-F238E27FC236}">
                  <a16:creationId xmlns:a16="http://schemas.microsoft.com/office/drawing/2014/main" id="{A4F80D76-B17C-4C52-B6A9-68211645AC92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/>
            <a:srcRect b="29348"/>
            <a:stretch/>
          </p:blipFill>
          <p:spPr>
            <a:xfrm>
              <a:off x="19215932" y="10650588"/>
              <a:ext cx="741281" cy="586817"/>
            </a:xfrm>
            <a:prstGeom prst="rect">
              <a:avLst/>
            </a:prstGeom>
          </p:spPr>
        </p:pic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88D1FA0-89C7-F8EB-93E6-0A56AC7A3C4B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E025B36-75AE-485D-88E5-776AAD739CE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99320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 Blue Sec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398"/>
            <a:ext cx="20104100" cy="1130855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969795" y="5146447"/>
            <a:ext cx="12164511" cy="10156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 sz="6600" b="1" i="0">
                <a:solidFill>
                  <a:schemeClr val="bg1"/>
                </a:solidFill>
                <a:latin typeface="Helvetica Neue" charset="0"/>
                <a:ea typeface="Helvetica Neue" charset="0"/>
                <a:cs typeface="Helvetica Neue" charset="0"/>
              </a:defRPr>
            </a:lvl1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213243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Logo&#10;&#10;Description automatically generated">
            <a:extLst>
              <a:ext uri="{FF2B5EF4-FFF2-40B4-BE49-F238E27FC236}">
                <a16:creationId xmlns:a16="http://schemas.microsoft.com/office/drawing/2014/main" id="{F88D9ED6-36BB-405C-9BCB-FDC4F628AA63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68607" y="10650588"/>
            <a:ext cx="3133725" cy="586817"/>
          </a:xfrm>
          <a:prstGeom prst="rect">
            <a:avLst/>
          </a:prstGeom>
        </p:spPr>
      </p:pic>
      <p:pic>
        <p:nvPicPr>
          <p:cNvPr id="7" name="Picture 6" descr="Company name&#10;&#10;Description automatically generated with low confidence">
            <a:extLst>
              <a:ext uri="{FF2B5EF4-FFF2-40B4-BE49-F238E27FC236}">
                <a16:creationId xmlns:a16="http://schemas.microsoft.com/office/drawing/2014/main" id="{96FA3872-6554-4C47-96D8-9CF4E4F4AF4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/>
          <a:srcRect b="29348"/>
          <a:stretch/>
        </p:blipFill>
        <p:spPr>
          <a:xfrm>
            <a:off x="13958391" y="10597074"/>
            <a:ext cx="741281" cy="586817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4327DFA-619E-2817-9B30-10986C5B5B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198600" y="10482263"/>
            <a:ext cx="4522788" cy="6016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EF3564-678D-4002-8B7D-13A542378F1E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83" r:id="rId2"/>
    <p:sldLayoutId id="2147483717" r:id="rId3"/>
  </p:sldLayoutIdLst>
  <p:hf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166">
        <a:defRPr>
          <a:latin typeface="+mn-lt"/>
          <a:ea typeface="+mn-ea"/>
          <a:cs typeface="+mn-cs"/>
        </a:defRPr>
      </a:lvl2pPr>
      <a:lvl3pPr marL="914330">
        <a:defRPr>
          <a:latin typeface="+mn-lt"/>
          <a:ea typeface="+mn-ea"/>
          <a:cs typeface="+mn-cs"/>
        </a:defRPr>
      </a:lvl3pPr>
      <a:lvl4pPr marL="1371495">
        <a:defRPr>
          <a:latin typeface="+mn-lt"/>
          <a:ea typeface="+mn-ea"/>
          <a:cs typeface="+mn-cs"/>
        </a:defRPr>
      </a:lvl4pPr>
      <a:lvl5pPr marL="1828659">
        <a:defRPr>
          <a:latin typeface="+mn-lt"/>
          <a:ea typeface="+mn-ea"/>
          <a:cs typeface="+mn-cs"/>
        </a:defRPr>
      </a:lvl5pPr>
      <a:lvl6pPr marL="2285825">
        <a:defRPr>
          <a:latin typeface="+mn-lt"/>
          <a:ea typeface="+mn-ea"/>
          <a:cs typeface="+mn-cs"/>
        </a:defRPr>
      </a:lvl6pPr>
      <a:lvl7pPr marL="2742989">
        <a:defRPr>
          <a:latin typeface="+mn-lt"/>
          <a:ea typeface="+mn-ea"/>
          <a:cs typeface="+mn-cs"/>
        </a:defRPr>
      </a:lvl7pPr>
      <a:lvl8pPr marL="3200155">
        <a:defRPr>
          <a:latin typeface="+mn-lt"/>
          <a:ea typeface="+mn-ea"/>
          <a:cs typeface="+mn-cs"/>
        </a:defRPr>
      </a:lvl8pPr>
      <a:lvl9pPr marL="3657318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166">
        <a:defRPr>
          <a:latin typeface="+mn-lt"/>
          <a:ea typeface="+mn-ea"/>
          <a:cs typeface="+mn-cs"/>
        </a:defRPr>
      </a:lvl2pPr>
      <a:lvl3pPr marL="914330">
        <a:defRPr>
          <a:latin typeface="+mn-lt"/>
          <a:ea typeface="+mn-ea"/>
          <a:cs typeface="+mn-cs"/>
        </a:defRPr>
      </a:lvl3pPr>
      <a:lvl4pPr marL="1371495">
        <a:defRPr>
          <a:latin typeface="+mn-lt"/>
          <a:ea typeface="+mn-ea"/>
          <a:cs typeface="+mn-cs"/>
        </a:defRPr>
      </a:lvl4pPr>
      <a:lvl5pPr marL="1828659">
        <a:defRPr>
          <a:latin typeface="+mn-lt"/>
          <a:ea typeface="+mn-ea"/>
          <a:cs typeface="+mn-cs"/>
        </a:defRPr>
      </a:lvl5pPr>
      <a:lvl6pPr marL="2285825">
        <a:defRPr>
          <a:latin typeface="+mn-lt"/>
          <a:ea typeface="+mn-ea"/>
          <a:cs typeface="+mn-cs"/>
        </a:defRPr>
      </a:lvl6pPr>
      <a:lvl7pPr marL="2742989">
        <a:defRPr>
          <a:latin typeface="+mn-lt"/>
          <a:ea typeface="+mn-ea"/>
          <a:cs typeface="+mn-cs"/>
        </a:defRPr>
      </a:lvl7pPr>
      <a:lvl8pPr marL="3200155">
        <a:defRPr>
          <a:latin typeface="+mn-lt"/>
          <a:ea typeface="+mn-ea"/>
          <a:cs typeface="+mn-cs"/>
        </a:defRPr>
      </a:lvl8pPr>
      <a:lvl9pPr marL="3657318">
        <a:defRPr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Logo&#10;&#10;Description automatically generated">
            <a:extLst>
              <a:ext uri="{FF2B5EF4-FFF2-40B4-BE49-F238E27FC236}">
                <a16:creationId xmlns:a16="http://schemas.microsoft.com/office/drawing/2014/main" id="{F88D9ED6-36BB-405C-9BCB-FDC4F628AA63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68607" y="10650588"/>
            <a:ext cx="3133725" cy="586817"/>
          </a:xfrm>
          <a:prstGeom prst="rect">
            <a:avLst/>
          </a:prstGeom>
        </p:spPr>
      </p:pic>
      <p:pic>
        <p:nvPicPr>
          <p:cNvPr id="7" name="Picture 6" descr="Company name&#10;&#10;Description automatically generated with low confidence">
            <a:extLst>
              <a:ext uri="{FF2B5EF4-FFF2-40B4-BE49-F238E27FC236}">
                <a16:creationId xmlns:a16="http://schemas.microsoft.com/office/drawing/2014/main" id="{96FA3872-6554-4C47-96D8-9CF4E4F4AF4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/>
          <a:srcRect b="29348"/>
          <a:stretch/>
        </p:blipFill>
        <p:spPr>
          <a:xfrm>
            <a:off x="13958391" y="10597074"/>
            <a:ext cx="741281" cy="586817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2033644-0515-6E56-5C09-20D8380270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198600" y="10482263"/>
            <a:ext cx="4522788" cy="6016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025B36-75AE-485D-88E5-776AAD739C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63508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21" r:id="rId2"/>
    <p:sldLayoutId id="2147483720" r:id="rId3"/>
  </p:sldLayoutIdLst>
  <p:hf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166">
        <a:defRPr>
          <a:latin typeface="+mn-lt"/>
          <a:ea typeface="+mn-ea"/>
          <a:cs typeface="+mn-cs"/>
        </a:defRPr>
      </a:lvl2pPr>
      <a:lvl3pPr marL="914330">
        <a:defRPr>
          <a:latin typeface="+mn-lt"/>
          <a:ea typeface="+mn-ea"/>
          <a:cs typeface="+mn-cs"/>
        </a:defRPr>
      </a:lvl3pPr>
      <a:lvl4pPr marL="1371495">
        <a:defRPr>
          <a:latin typeface="+mn-lt"/>
          <a:ea typeface="+mn-ea"/>
          <a:cs typeface="+mn-cs"/>
        </a:defRPr>
      </a:lvl4pPr>
      <a:lvl5pPr marL="1828659">
        <a:defRPr>
          <a:latin typeface="+mn-lt"/>
          <a:ea typeface="+mn-ea"/>
          <a:cs typeface="+mn-cs"/>
        </a:defRPr>
      </a:lvl5pPr>
      <a:lvl6pPr marL="2285825">
        <a:defRPr>
          <a:latin typeface="+mn-lt"/>
          <a:ea typeface="+mn-ea"/>
          <a:cs typeface="+mn-cs"/>
        </a:defRPr>
      </a:lvl6pPr>
      <a:lvl7pPr marL="2742989">
        <a:defRPr>
          <a:latin typeface="+mn-lt"/>
          <a:ea typeface="+mn-ea"/>
          <a:cs typeface="+mn-cs"/>
        </a:defRPr>
      </a:lvl7pPr>
      <a:lvl8pPr marL="3200155">
        <a:defRPr>
          <a:latin typeface="+mn-lt"/>
          <a:ea typeface="+mn-ea"/>
          <a:cs typeface="+mn-cs"/>
        </a:defRPr>
      </a:lvl8pPr>
      <a:lvl9pPr marL="3657318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166">
        <a:defRPr>
          <a:latin typeface="+mn-lt"/>
          <a:ea typeface="+mn-ea"/>
          <a:cs typeface="+mn-cs"/>
        </a:defRPr>
      </a:lvl2pPr>
      <a:lvl3pPr marL="914330">
        <a:defRPr>
          <a:latin typeface="+mn-lt"/>
          <a:ea typeface="+mn-ea"/>
          <a:cs typeface="+mn-cs"/>
        </a:defRPr>
      </a:lvl3pPr>
      <a:lvl4pPr marL="1371495">
        <a:defRPr>
          <a:latin typeface="+mn-lt"/>
          <a:ea typeface="+mn-ea"/>
          <a:cs typeface="+mn-cs"/>
        </a:defRPr>
      </a:lvl4pPr>
      <a:lvl5pPr marL="1828659">
        <a:defRPr>
          <a:latin typeface="+mn-lt"/>
          <a:ea typeface="+mn-ea"/>
          <a:cs typeface="+mn-cs"/>
        </a:defRPr>
      </a:lvl5pPr>
      <a:lvl6pPr marL="2285825">
        <a:defRPr>
          <a:latin typeface="+mn-lt"/>
          <a:ea typeface="+mn-ea"/>
          <a:cs typeface="+mn-cs"/>
        </a:defRPr>
      </a:lvl6pPr>
      <a:lvl7pPr marL="2742989">
        <a:defRPr>
          <a:latin typeface="+mn-lt"/>
          <a:ea typeface="+mn-ea"/>
          <a:cs typeface="+mn-cs"/>
        </a:defRPr>
      </a:lvl7pPr>
      <a:lvl8pPr marL="3200155">
        <a:defRPr>
          <a:latin typeface="+mn-lt"/>
          <a:ea typeface="+mn-ea"/>
          <a:cs typeface="+mn-cs"/>
        </a:defRPr>
      </a:lvl8pPr>
      <a:lvl9pPr marL="3657318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mailto:cpat@imf.org" TargetMode="External"/><Relationship Id="rId2" Type="http://schemas.openxmlformats.org/officeDocument/2006/relationships/hyperlink" Target="http://cpat/" TargetMode="External"/><Relationship Id="rId1" Type="http://schemas.openxmlformats.org/officeDocument/2006/relationships/slideLayout" Target="../slideLayouts/slideLayout3.xml"/><Relationship Id="rId4" Type="http://schemas.openxmlformats.org/officeDocument/2006/relationships/hyperlink" Target="mailto:cpat@worldbank.org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00DC7E5-EB67-4F49-856F-386A9F1BD09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72766D-F1BC-448C-B171-E20C3A2BE8E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DBCCD9-4BA0-460D-91AD-09E7B17ED55D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33888835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46954C-9C0F-42A9-8D88-9F8D0DD023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10648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EDA590-3CB9-44CC-8199-4EEF21F11F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067F30-72EE-417D-AA55-E91DCCEA9C4A}"/>
              </a:ext>
            </a:extLst>
          </p:cNvPr>
          <p:cNvSpPr>
            <a:spLocks noGrp="1"/>
          </p:cNvSpPr>
          <p:nvPr>
            <p:ph sz="half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5F9F2E-C2C2-46D1-A060-298D97E2395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61723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E10AA82-8AF1-434B-A77D-911263D3283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9D5EC9-8EE6-4E83-9A1C-C94F8EFC643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21B586-D678-452C-A211-1171E06DDC23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25261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163206-D4C9-4625-9F91-A55196C04BF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7402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212058-C63E-450A-876E-4E376BD824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89F461-734E-45B0-96D7-9E3F9609927F}"/>
              </a:ext>
            </a:extLst>
          </p:cNvPr>
          <p:cNvSpPr>
            <a:spLocks noGrp="1"/>
          </p:cNvSpPr>
          <p:nvPr>
            <p:ph sz="half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04D3B4-A161-4D31-B205-06359743F82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60425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D48A3-96DE-4DC8-8000-770E646F7F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69795" y="2757948"/>
            <a:ext cx="12164511" cy="4124206"/>
          </a:xfrm>
        </p:spPr>
        <p:txBody>
          <a:bodyPr/>
          <a:lstStyle/>
          <a:p>
            <a:r>
              <a:rPr lang="en-US" dirty="0"/>
              <a:t>Thank </a:t>
            </a:r>
            <a:r>
              <a:rPr lang="en-US"/>
              <a:t>you!</a:t>
            </a:r>
            <a:br>
              <a:rPr lang="en-US" dirty="0"/>
            </a:br>
            <a:br>
              <a:rPr lang="en-US" sz="3600" dirty="0"/>
            </a:br>
            <a:r>
              <a:rPr lang="en-US" sz="3600" dirty="0"/>
              <a:t>CPAT </a:t>
            </a:r>
            <a:r>
              <a:rPr lang="en-US" sz="3600" dirty="0">
                <a:hlinkClick r:id="rId2"/>
              </a:rPr>
              <a:t>http://cpat/</a:t>
            </a:r>
            <a:r>
              <a:rPr lang="en-US" sz="3600" dirty="0"/>
              <a:t> </a:t>
            </a:r>
            <a:br>
              <a:rPr lang="en-US" sz="3600" dirty="0"/>
            </a:br>
            <a:br>
              <a:rPr lang="en-US" sz="2600" dirty="0">
                <a:solidFill>
                  <a:schemeClr val="bg2"/>
                </a:solidFill>
              </a:rPr>
            </a:br>
            <a:br>
              <a:rPr lang="en-US" sz="2600" dirty="0">
                <a:solidFill>
                  <a:schemeClr val="bg2"/>
                </a:solidFill>
              </a:rPr>
            </a:br>
            <a:r>
              <a:rPr lang="en-US" sz="2600" dirty="0">
                <a:solidFill>
                  <a:schemeClr val="bg2"/>
                </a:solidFill>
              </a:rPr>
              <a:t>Outside WB, email:</a:t>
            </a:r>
            <a:br>
              <a:rPr lang="en-US" sz="2600" dirty="0">
                <a:solidFill>
                  <a:schemeClr val="bg2"/>
                </a:solidFill>
              </a:rPr>
            </a:br>
            <a:r>
              <a:rPr lang="en-US" sz="2600" dirty="0">
                <a:solidFill>
                  <a:schemeClr val="bg2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cpat@imf.org</a:t>
            </a:r>
            <a:r>
              <a:rPr lang="en-US" sz="2600" dirty="0">
                <a:solidFill>
                  <a:schemeClr val="bg2"/>
                </a:solidFill>
              </a:rPr>
              <a:t> &amp; </a:t>
            </a:r>
            <a:r>
              <a:rPr lang="en-US" sz="2600" dirty="0">
                <a:solidFill>
                  <a:schemeClr val="bg2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cpat@worldbank.org</a:t>
            </a:r>
            <a:br>
              <a:rPr lang="en-US" sz="2600" dirty="0">
                <a:solidFill>
                  <a:schemeClr val="bg2"/>
                </a:solidFill>
              </a:rPr>
            </a:br>
            <a:endParaRPr lang="en-US" sz="2600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9614546"/>
      </p:ext>
    </p:extLst>
  </p:cSld>
  <p:clrMapOvr>
    <a:masterClrMapping/>
  </p:clrMapOvr>
</p:sld>
</file>

<file path=ppt/theme/theme1.xml><?xml version="1.0" encoding="utf-8"?>
<a:theme xmlns:a="http://schemas.openxmlformats.org/drawingml/2006/main" name="1 Green Master">
  <a:themeElements>
    <a:clrScheme name="CLIMATE WAREHOUSE 2">
      <a:dk1>
        <a:srgbClr val="494949"/>
      </a:dk1>
      <a:lt1>
        <a:srgbClr val="FBFCFF"/>
      </a:lt1>
      <a:dk2>
        <a:srgbClr val="183153"/>
      </a:dk2>
      <a:lt2>
        <a:srgbClr val="F8F9F8"/>
      </a:lt2>
      <a:accent1>
        <a:srgbClr val="183153"/>
      </a:accent1>
      <a:accent2>
        <a:srgbClr val="004B87"/>
      </a:accent2>
      <a:accent3>
        <a:srgbClr val="049AD7"/>
      </a:accent3>
      <a:accent4>
        <a:srgbClr val="00955E"/>
      </a:accent4>
      <a:accent5>
        <a:srgbClr val="FCC402"/>
      </a:accent5>
      <a:accent6>
        <a:srgbClr val="E7485F"/>
      </a:accent6>
      <a:hlink>
        <a:srgbClr val="611F41"/>
      </a:hlink>
      <a:folHlink>
        <a:srgbClr val="00955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2 Blue Master">
  <a:themeElements>
    <a:clrScheme name="CLIMATE WAREHOUSE 2">
      <a:dk1>
        <a:srgbClr val="494949"/>
      </a:dk1>
      <a:lt1>
        <a:srgbClr val="FBFCFF"/>
      </a:lt1>
      <a:dk2>
        <a:srgbClr val="183153"/>
      </a:dk2>
      <a:lt2>
        <a:srgbClr val="F8F9F8"/>
      </a:lt2>
      <a:accent1>
        <a:srgbClr val="183153"/>
      </a:accent1>
      <a:accent2>
        <a:srgbClr val="004B87"/>
      </a:accent2>
      <a:accent3>
        <a:srgbClr val="049AD7"/>
      </a:accent3>
      <a:accent4>
        <a:srgbClr val="00955E"/>
      </a:accent4>
      <a:accent5>
        <a:srgbClr val="FCC402"/>
      </a:accent5>
      <a:accent6>
        <a:srgbClr val="E7485F"/>
      </a:accent6>
      <a:hlink>
        <a:srgbClr val="611F41"/>
      </a:hlink>
      <a:folHlink>
        <a:srgbClr val="00955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76cbe74e-7cd4-4bc0-a35c-d3ee6e5e8f9f">
      <UserInfo>
        <DisplayName>Chandra Shekhar Sinha</DisplayName>
        <AccountId>15</AccountId>
        <AccountType/>
      </UserInfo>
      <UserInfo>
        <DisplayName>Stephanie Rogers</DisplayName>
        <AccountId>24</AccountId>
        <AccountType/>
      </UserInfo>
      <UserInfo>
        <DisplayName>Ana Ferran Torres</DisplayName>
        <AccountId>14</AccountId>
        <AccountType/>
      </UserInfo>
      <UserInfo>
        <DisplayName>Jeanne Massé</DisplayName>
        <AccountId>16</AccountId>
        <AccountType/>
      </UserInfo>
      <UserInfo>
        <DisplayName>Sandhya Srinivasan</DisplayName>
        <AccountId>12</AccountId>
        <AccountType/>
      </UserInfo>
      <UserInfo>
        <DisplayName>Seoyi Kim</DisplayName>
        <AccountId>18</AccountId>
        <AccountType/>
      </UserInfo>
      <UserInfo>
        <DisplayName>Mitik Ayalew Zegeye</DisplayName>
        <AccountId>50</AccountId>
        <AccountType/>
      </UserInfo>
      <UserInfo>
        <DisplayName>Izzati Zabidin</DisplayName>
        <AccountId>33</AccountId>
        <AccountType/>
      </UserInfo>
      <UserInfo>
        <DisplayName>Marlen Goerner</DisplayName>
        <AccountId>45</AccountId>
        <AccountType/>
      </UserInfo>
    </SharedWithUsers>
    <lcf76f155ced4ddcb4097134ff3c332f xmlns="6da25918-1bbc-4f8d-86b2-1161a4d0f75d">
      <Terms xmlns="http://schemas.microsoft.com/office/infopath/2007/PartnerControls"/>
    </lcf76f155ced4ddcb4097134ff3c332f>
    <TaxCatchAll xmlns="76cbe74e-7cd4-4bc0-a35c-d3ee6e5e8f9f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78033965C425B4096B45C738AFDD784" ma:contentTypeVersion="13" ma:contentTypeDescription="Create a new document." ma:contentTypeScope="" ma:versionID="90d1f92ce4eff8999e791862c98f7113">
  <xsd:schema xmlns:xsd="http://www.w3.org/2001/XMLSchema" xmlns:xs="http://www.w3.org/2001/XMLSchema" xmlns:p="http://schemas.microsoft.com/office/2006/metadata/properties" xmlns:ns2="6da25918-1bbc-4f8d-86b2-1161a4d0f75d" xmlns:ns3="76cbe74e-7cd4-4bc0-a35c-d3ee6e5e8f9f" targetNamespace="http://schemas.microsoft.com/office/2006/metadata/properties" ma:root="true" ma:fieldsID="7667f0c0deded8fbc28aee9e33ff06aa" ns2:_="" ns3:_="">
    <xsd:import namespace="6da25918-1bbc-4f8d-86b2-1161a4d0f75d"/>
    <xsd:import namespace="76cbe74e-7cd4-4bc0-a35c-d3ee6e5e8f9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da25918-1bbc-4f8d-86b2-1161a4d0f75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8" nillable="true" ma:taxonomy="true" ma:internalName="lcf76f155ced4ddcb4097134ff3c332f" ma:taxonomyFieldName="MediaServiceImageTags" ma:displayName="Image Tags" ma:readOnly="false" ma:fieldId="{5cf76f15-5ced-4ddc-b409-7134ff3c332f}" ma:taxonomyMulti="true" ma:sspId="2a6c10d7-b926-4fc0-945e-3cbf5049f6b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6cbe74e-7cd4-4bc0-a35c-d3ee6e5e8f9f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9" nillable="true" ma:displayName="Taxonomy Catch All Column" ma:hidden="true" ma:list="{b4c923a6-c63f-40b5-92dd-7685153e33d5}" ma:internalName="TaxCatchAll" ma:showField="CatchAllData" ma:web="76cbe74e-7cd4-4bc0-a35c-d3ee6e5e8f9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412303A-E578-4C6C-A82E-E3AC0469086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DFB7066-147D-4A4A-8352-76508892562D}">
  <ds:schemaRefs>
    <ds:schemaRef ds:uri="9a6dd3e7-019c-4a28-8204-8078d78e3f11"/>
    <ds:schemaRef ds:uri="e50f1c82-6962-4400-83f1-5fbdd3702e6f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  <ds:schemaRef ds:uri="76cbe74e-7cd4-4bc0-a35c-d3ee6e5e8f9f"/>
    <ds:schemaRef ds:uri="6da25918-1bbc-4f8d-86b2-1161a4d0f75d"/>
  </ds:schemaRefs>
</ds:datastoreItem>
</file>

<file path=customXml/itemProps3.xml><?xml version="1.0" encoding="utf-8"?>
<ds:datastoreItem xmlns:ds="http://schemas.openxmlformats.org/officeDocument/2006/customXml" ds:itemID="{A87F8C7E-8E67-4E54-9C17-538D352E0D0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da25918-1bbc-4f8d-86b2-1161a4d0f75d"/>
    <ds:schemaRef ds:uri="76cbe74e-7cd4-4bc0-a35c-d3ee6e5e8f9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55</TotalTime>
  <Words>31</Words>
  <Application>Microsoft Office PowerPoint</Application>
  <PresentationFormat>Custom</PresentationFormat>
  <Paragraphs>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7</vt:i4>
      </vt:variant>
    </vt:vector>
  </HeadingPairs>
  <TitlesOfParts>
    <vt:vector size="17" baseType="lpstr">
      <vt:lpstr>AppleSymbols</vt:lpstr>
      <vt:lpstr>Arial</vt:lpstr>
      <vt:lpstr>Calibri</vt:lpstr>
      <vt:lpstr>Courier New</vt:lpstr>
      <vt:lpstr>Heiti TC Medium</vt:lpstr>
      <vt:lpstr>Helvetica Neue</vt:lpstr>
      <vt:lpstr>Proxima Nova</vt:lpstr>
      <vt:lpstr>Wingdings</vt:lpstr>
      <vt:lpstr>1 Green Master</vt:lpstr>
      <vt:lpstr>2 Blue Master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you!  CPAT http://cpat/    Outside WB, email: cpat@imf.org &amp; cpat@worldbank.org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Sandhya Srinivasan</dc:creator>
  <cp:lastModifiedBy>Stephen John Stretton</cp:lastModifiedBy>
  <cp:revision>7</cp:revision>
  <dcterms:created xsi:type="dcterms:W3CDTF">2019-05-21T10:29:25Z</dcterms:created>
  <dcterms:modified xsi:type="dcterms:W3CDTF">2024-02-02T00:40:08Z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2019-05-21T00:00:00Z</vt:filetime>
  </property>
  <property fmtid="{D5CDD505-2E9C-101B-9397-08002B2CF9AE}" pid="3" name="Creator">
    <vt:lpwstr>Adobe InDesign CC 14.0 (Macintosh)</vt:lpwstr>
  </property>
  <property fmtid="{D5CDD505-2E9C-101B-9397-08002B2CF9AE}" pid="4" name="LastSaved">
    <vt:filetime>2019-05-21T00:00:00Z</vt:filetime>
  </property>
  <property fmtid="{D5CDD505-2E9C-101B-9397-08002B2CF9AE}" pid="5" name="ContentTypeId">
    <vt:lpwstr>0x010100E78033965C425B4096B45C738AFDD784</vt:lpwstr>
  </property>
  <property fmtid="{D5CDD505-2E9C-101B-9397-08002B2CF9AE}" pid="6" name="Order">
    <vt:r8>60840500</vt:r8>
  </property>
  <property fmtid="{D5CDD505-2E9C-101B-9397-08002B2CF9AE}" pid="7" name="_ExtendedDescription">
    <vt:lpwstr/>
  </property>
</Properties>
</file>