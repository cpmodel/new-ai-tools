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68" r:id="rId2"/>
    <p:sldId id="570" r:id="rId3"/>
    <p:sldId id="569" r:id="rId4"/>
    <p:sldId id="336" r:id="rId5"/>
    <p:sldId id="571" r:id="rId6"/>
  </p:sldIdLst>
  <p:sldSz cx="12192000" cy="6858000"/>
  <p:notesSz cx="6858000" cy="1162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6EF344-6C4D-4E7B-9150-880A375687F4}" v="126" dt="2022-08-11T21:11:12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0" autoAdjust="0"/>
    <p:restoredTop sz="83275" autoAdjust="0"/>
  </p:normalViewPr>
  <p:slideViewPr>
    <p:cSldViewPr snapToGrid="0">
      <p:cViewPr varScale="1">
        <p:scale>
          <a:sx n="92" d="100"/>
          <a:sy n="92" d="100"/>
        </p:scale>
        <p:origin x="117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252" d="100"/>
          <a:sy n="252" d="100"/>
        </p:scale>
        <p:origin x="204" y="16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da8c780b-1aa2-4e36-94fb-871dc8111504" providerId="ADAL" clId="{226EF344-6C4D-4E7B-9150-880A375687F4}"/>
    <pc:docChg chg="undo redo custSel addSld delSld modSld sldOrd addMainMaster delMainMaster modMainMaster">
      <pc:chgData name="Stephen John Stretton" userId="da8c780b-1aa2-4e36-94fb-871dc8111504" providerId="ADAL" clId="{226EF344-6C4D-4E7B-9150-880A375687F4}" dt="2022-08-11T21:13:42.343" v="448" actId="20577"/>
      <pc:docMkLst>
        <pc:docMk/>
      </pc:docMkLst>
      <pc:sldChg chg="modSp mod modTransition modClrScheme chgLayout modNotesTx">
        <pc:chgData name="Stephen John Stretton" userId="da8c780b-1aa2-4e36-94fb-871dc8111504" providerId="ADAL" clId="{226EF344-6C4D-4E7B-9150-880A375687F4}" dt="2022-08-11T21:12:22.190" v="404" actId="20577"/>
        <pc:sldMkLst>
          <pc:docMk/>
          <pc:sldMk cId="3681589710" sldId="336"/>
        </pc:sldMkLst>
        <pc:spChg chg="mod ord">
          <ac:chgData name="Stephen John Stretton" userId="da8c780b-1aa2-4e36-94fb-871dc8111504" providerId="ADAL" clId="{226EF344-6C4D-4E7B-9150-880A375687F4}" dt="2022-08-11T21:05:28.588" v="190" actId="700"/>
          <ac:spMkLst>
            <pc:docMk/>
            <pc:sldMk cId="3681589710" sldId="336"/>
            <ac:spMk id="2" creationId="{00000000-0000-0000-0000-000000000000}"/>
          </ac:spMkLst>
        </pc:spChg>
        <pc:spChg chg="mod ord">
          <ac:chgData name="Stephen John Stretton" userId="da8c780b-1aa2-4e36-94fb-871dc8111504" providerId="ADAL" clId="{226EF344-6C4D-4E7B-9150-880A375687F4}" dt="2022-08-11T21:05:28.588" v="190" actId="700"/>
          <ac:spMkLst>
            <pc:docMk/>
            <pc:sldMk cId="3681589710" sldId="336"/>
            <ac:spMk id="4" creationId="{00000000-0000-0000-0000-000000000000}"/>
          </ac:spMkLst>
        </pc:spChg>
      </pc:sldChg>
      <pc:sldChg chg="modSp del mod modTransition">
        <pc:chgData name="Stephen John Stretton" userId="da8c780b-1aa2-4e36-94fb-871dc8111504" providerId="ADAL" clId="{226EF344-6C4D-4E7B-9150-880A375687F4}" dt="2022-08-11T20:58:57.839" v="152" actId="47"/>
        <pc:sldMkLst>
          <pc:docMk/>
          <pc:sldMk cId="882150917" sldId="386"/>
        </pc:sldMkLst>
        <pc:spChg chg="mod">
          <ac:chgData name="Stephen John Stretton" userId="da8c780b-1aa2-4e36-94fb-871dc8111504" providerId="ADAL" clId="{226EF344-6C4D-4E7B-9150-880A375687F4}" dt="2022-08-11T20:45:33.349" v="34" actId="20577"/>
          <ac:spMkLst>
            <pc:docMk/>
            <pc:sldMk cId="882150917" sldId="386"/>
            <ac:spMk id="3" creationId="{6DA449BA-0FF7-4153-80E2-47832A0B9DEE}"/>
          </ac:spMkLst>
        </pc:spChg>
      </pc:sldChg>
      <pc:sldChg chg="addSp delSp modSp mod modTransition modClrScheme chgLayout">
        <pc:chgData name="Stephen John Stretton" userId="da8c780b-1aa2-4e36-94fb-871dc8111504" providerId="ADAL" clId="{226EF344-6C4D-4E7B-9150-880A375687F4}" dt="2022-08-11T21:13:08.423" v="436" actId="20577"/>
        <pc:sldMkLst>
          <pc:docMk/>
          <pc:sldMk cId="2566805817" sldId="568"/>
        </pc:sldMkLst>
        <pc:spChg chg="mod ord">
          <ac:chgData name="Stephen John Stretton" userId="da8c780b-1aa2-4e36-94fb-871dc8111504" providerId="ADAL" clId="{226EF344-6C4D-4E7B-9150-880A375687F4}" dt="2022-08-11T21:11:04.585" v="324" actId="700"/>
          <ac:spMkLst>
            <pc:docMk/>
            <pc:sldMk cId="2566805817" sldId="568"/>
            <ac:spMk id="4" creationId="{00000000-0000-0000-0000-000000000000}"/>
          </ac:spMkLst>
        </pc:spChg>
        <pc:spChg chg="add del mod ord">
          <ac:chgData name="Stephen John Stretton" userId="da8c780b-1aa2-4e36-94fb-871dc8111504" providerId="ADAL" clId="{226EF344-6C4D-4E7B-9150-880A375687F4}" dt="2022-08-11T21:13:08.423" v="436" actId="20577"/>
          <ac:spMkLst>
            <pc:docMk/>
            <pc:sldMk cId="2566805817" sldId="568"/>
            <ac:spMk id="5" creationId="{00000000-0000-0000-0000-000000000000}"/>
          </ac:spMkLst>
        </pc:spChg>
        <pc:spChg chg="add del mod">
          <ac:chgData name="Stephen John Stretton" userId="da8c780b-1aa2-4e36-94fb-871dc8111504" providerId="ADAL" clId="{226EF344-6C4D-4E7B-9150-880A375687F4}" dt="2022-08-11T21:10:08.299" v="308" actId="22"/>
          <ac:spMkLst>
            <pc:docMk/>
            <pc:sldMk cId="2566805817" sldId="568"/>
            <ac:spMk id="6" creationId="{55D1788E-4572-45B9-B584-E0CEB1EBAD76}"/>
          </ac:spMkLst>
        </pc:spChg>
        <pc:spChg chg="add del mod">
          <ac:chgData name="Stephen John Stretton" userId="da8c780b-1aa2-4e36-94fb-871dc8111504" providerId="ADAL" clId="{226EF344-6C4D-4E7B-9150-880A375687F4}" dt="2022-08-11T21:10:07.627" v="306" actId="478"/>
          <ac:spMkLst>
            <pc:docMk/>
            <pc:sldMk cId="2566805817" sldId="568"/>
            <ac:spMk id="7" creationId="{AC4F62A6-9FCC-4296-8FA5-181C7CE11795}"/>
          </ac:spMkLst>
        </pc:spChg>
      </pc:sldChg>
      <pc:sldChg chg="modSp new del mod">
        <pc:chgData name="Stephen John Stretton" userId="da8c780b-1aa2-4e36-94fb-871dc8111504" providerId="ADAL" clId="{226EF344-6C4D-4E7B-9150-880A375687F4}" dt="2022-08-11T20:58:55.832" v="151" actId="47"/>
        <pc:sldMkLst>
          <pc:docMk/>
          <pc:sldMk cId="3559444856" sldId="569"/>
        </pc:sldMkLst>
        <pc:spChg chg="mod">
          <ac:chgData name="Stephen John Stretton" userId="da8c780b-1aa2-4e36-94fb-871dc8111504" providerId="ADAL" clId="{226EF344-6C4D-4E7B-9150-880A375687F4}" dt="2022-08-11T20:53:06.087" v="105" actId="20577"/>
          <ac:spMkLst>
            <pc:docMk/>
            <pc:sldMk cId="3559444856" sldId="569"/>
            <ac:spMk id="3" creationId="{3629E987-4BD6-4D1D-86F3-DFE8DA7EA962}"/>
          </ac:spMkLst>
        </pc:spChg>
      </pc:sldChg>
      <pc:sldChg chg="new del">
        <pc:chgData name="Stephen John Stretton" userId="da8c780b-1aa2-4e36-94fb-871dc8111504" providerId="ADAL" clId="{226EF344-6C4D-4E7B-9150-880A375687F4}" dt="2022-08-11T21:04:46.905" v="187" actId="47"/>
        <pc:sldMkLst>
          <pc:docMk/>
          <pc:sldMk cId="4067637369" sldId="569"/>
        </pc:sldMkLst>
      </pc:sldChg>
      <pc:sldChg chg="modSp new mod ord">
        <pc:chgData name="Stephen John Stretton" userId="da8c780b-1aa2-4e36-94fb-871dc8111504" providerId="ADAL" clId="{226EF344-6C4D-4E7B-9150-880A375687F4}" dt="2022-08-11T21:12:15.075" v="400"/>
        <pc:sldMkLst>
          <pc:docMk/>
          <pc:sldMk cId="4291343596" sldId="569"/>
        </pc:sldMkLst>
        <pc:spChg chg="mod">
          <ac:chgData name="Stephen John Stretton" userId="da8c780b-1aa2-4e36-94fb-871dc8111504" providerId="ADAL" clId="{226EF344-6C4D-4E7B-9150-880A375687F4}" dt="2022-08-11T21:12:12.641" v="398" actId="20577"/>
          <ac:spMkLst>
            <pc:docMk/>
            <pc:sldMk cId="4291343596" sldId="569"/>
            <ac:spMk id="2" creationId="{17D8B029-90F0-4B13-8D1B-1060FA8E233A}"/>
          </ac:spMkLst>
        </pc:spChg>
        <pc:spChg chg="mod">
          <ac:chgData name="Stephen John Stretton" userId="da8c780b-1aa2-4e36-94fb-871dc8111504" providerId="ADAL" clId="{226EF344-6C4D-4E7B-9150-880A375687F4}" dt="2022-08-11T21:12:05.726" v="390" actId="20577"/>
          <ac:spMkLst>
            <pc:docMk/>
            <pc:sldMk cId="4291343596" sldId="569"/>
            <ac:spMk id="3" creationId="{CD7D7D56-D908-486D-9604-B8D86E2ACDC6}"/>
          </ac:spMkLst>
        </pc:spChg>
      </pc:sldChg>
      <pc:sldChg chg="new del">
        <pc:chgData name="Stephen John Stretton" userId="da8c780b-1aa2-4e36-94fb-871dc8111504" providerId="ADAL" clId="{226EF344-6C4D-4E7B-9150-880A375687F4}" dt="2022-08-11T21:04:46.905" v="187" actId="47"/>
        <pc:sldMkLst>
          <pc:docMk/>
          <pc:sldMk cId="304991956" sldId="570"/>
        </pc:sldMkLst>
      </pc:sldChg>
      <pc:sldChg chg="addSp delSp modSp new del mod modClrScheme chgLayout">
        <pc:chgData name="Stephen John Stretton" userId="da8c780b-1aa2-4e36-94fb-871dc8111504" providerId="ADAL" clId="{226EF344-6C4D-4E7B-9150-880A375687F4}" dt="2022-08-11T21:00:59.159" v="164" actId="47"/>
        <pc:sldMkLst>
          <pc:docMk/>
          <pc:sldMk cId="3527343271" sldId="570"/>
        </pc:sldMkLst>
        <pc:spChg chg="del mod ord">
          <ac:chgData name="Stephen John Stretton" userId="da8c780b-1aa2-4e36-94fb-871dc8111504" providerId="ADAL" clId="{226EF344-6C4D-4E7B-9150-880A375687F4}" dt="2022-08-11T20:53:39.970" v="107" actId="700"/>
          <ac:spMkLst>
            <pc:docMk/>
            <pc:sldMk cId="3527343271" sldId="570"/>
            <ac:spMk id="2" creationId="{8029C1C5-4A21-4240-AE49-CCB57D9919AC}"/>
          </ac:spMkLst>
        </pc:spChg>
        <pc:spChg chg="del mod ord">
          <ac:chgData name="Stephen John Stretton" userId="da8c780b-1aa2-4e36-94fb-871dc8111504" providerId="ADAL" clId="{226EF344-6C4D-4E7B-9150-880A375687F4}" dt="2022-08-11T20:53:39.970" v="107" actId="700"/>
          <ac:spMkLst>
            <pc:docMk/>
            <pc:sldMk cId="3527343271" sldId="570"/>
            <ac:spMk id="3" creationId="{BBF7AE75-C22B-4DA5-A706-5B5E176B64C1}"/>
          </ac:spMkLst>
        </pc:spChg>
        <pc:spChg chg="add del mod ord">
          <ac:chgData name="Stephen John Stretton" userId="da8c780b-1aa2-4e36-94fb-871dc8111504" providerId="ADAL" clId="{226EF344-6C4D-4E7B-9150-880A375687F4}" dt="2022-08-11T20:53:45.320" v="108" actId="700"/>
          <ac:spMkLst>
            <pc:docMk/>
            <pc:sldMk cId="3527343271" sldId="570"/>
            <ac:spMk id="4" creationId="{E53F0A92-04C9-4165-8B2F-D3ACFFD28CDD}"/>
          </ac:spMkLst>
        </pc:spChg>
        <pc:spChg chg="add del mod ord">
          <ac:chgData name="Stephen John Stretton" userId="da8c780b-1aa2-4e36-94fb-871dc8111504" providerId="ADAL" clId="{226EF344-6C4D-4E7B-9150-880A375687F4}" dt="2022-08-11T20:53:45.320" v="108" actId="700"/>
          <ac:spMkLst>
            <pc:docMk/>
            <pc:sldMk cId="3527343271" sldId="570"/>
            <ac:spMk id="5" creationId="{D398E1FA-594E-488B-93BD-C526721166FA}"/>
          </ac:spMkLst>
        </pc:spChg>
        <pc:spChg chg="add del mod ord">
          <ac:chgData name="Stephen John Stretton" userId="da8c780b-1aa2-4e36-94fb-871dc8111504" providerId="ADAL" clId="{226EF344-6C4D-4E7B-9150-880A375687F4}" dt="2022-08-11T20:53:50.532" v="109" actId="700"/>
          <ac:spMkLst>
            <pc:docMk/>
            <pc:sldMk cId="3527343271" sldId="570"/>
            <ac:spMk id="6" creationId="{074154B1-2747-4E2F-8E36-BDF13F4917DF}"/>
          </ac:spMkLst>
        </pc:spChg>
        <pc:spChg chg="add del mod ord">
          <ac:chgData name="Stephen John Stretton" userId="da8c780b-1aa2-4e36-94fb-871dc8111504" providerId="ADAL" clId="{226EF344-6C4D-4E7B-9150-880A375687F4}" dt="2022-08-11T20:53:50.532" v="109" actId="700"/>
          <ac:spMkLst>
            <pc:docMk/>
            <pc:sldMk cId="3527343271" sldId="570"/>
            <ac:spMk id="7" creationId="{1B26B596-4B01-4F3C-9CCB-3014FAFFBE42}"/>
          </ac:spMkLst>
        </pc:spChg>
        <pc:spChg chg="add mod ord">
          <ac:chgData name="Stephen John Stretton" userId="da8c780b-1aa2-4e36-94fb-871dc8111504" providerId="ADAL" clId="{226EF344-6C4D-4E7B-9150-880A375687F4}" dt="2022-08-11T20:53:50.532" v="109" actId="700"/>
          <ac:spMkLst>
            <pc:docMk/>
            <pc:sldMk cId="3527343271" sldId="570"/>
            <ac:spMk id="8" creationId="{0365968E-5400-4BC0-B983-CB3E68DEAC7A}"/>
          </ac:spMkLst>
        </pc:spChg>
        <pc:spChg chg="add mod ord">
          <ac:chgData name="Stephen John Stretton" userId="da8c780b-1aa2-4e36-94fb-871dc8111504" providerId="ADAL" clId="{226EF344-6C4D-4E7B-9150-880A375687F4}" dt="2022-08-11T20:53:50.532" v="109" actId="700"/>
          <ac:spMkLst>
            <pc:docMk/>
            <pc:sldMk cId="3527343271" sldId="570"/>
            <ac:spMk id="9" creationId="{3D6FF671-2BE7-47D5-BD0D-EB209B07734B}"/>
          </ac:spMkLst>
        </pc:spChg>
      </pc:sldChg>
      <pc:sldChg chg="modSp new mod">
        <pc:chgData name="Stephen John Stretton" userId="da8c780b-1aa2-4e36-94fb-871dc8111504" providerId="ADAL" clId="{226EF344-6C4D-4E7B-9150-880A375687F4}" dt="2022-08-11T21:12:57.808" v="423" actId="20577"/>
        <pc:sldMkLst>
          <pc:docMk/>
          <pc:sldMk cId="3849242860" sldId="570"/>
        </pc:sldMkLst>
        <pc:spChg chg="mod">
          <ac:chgData name="Stephen John Stretton" userId="da8c780b-1aa2-4e36-94fb-871dc8111504" providerId="ADAL" clId="{226EF344-6C4D-4E7B-9150-880A375687F4}" dt="2022-08-11T21:12:57.808" v="423" actId="20577"/>
          <ac:spMkLst>
            <pc:docMk/>
            <pc:sldMk cId="3849242860" sldId="570"/>
            <ac:spMk id="2" creationId="{8E41AA50-0115-4ACE-8EA6-903B06854EFF}"/>
          </ac:spMkLst>
        </pc:spChg>
      </pc:sldChg>
      <pc:sldChg chg="modSp new mod">
        <pc:chgData name="Stephen John Stretton" userId="da8c780b-1aa2-4e36-94fb-871dc8111504" providerId="ADAL" clId="{226EF344-6C4D-4E7B-9150-880A375687F4}" dt="2022-08-11T21:13:42.343" v="448" actId="20577"/>
        <pc:sldMkLst>
          <pc:docMk/>
          <pc:sldMk cId="1181973974" sldId="571"/>
        </pc:sldMkLst>
        <pc:spChg chg="mod">
          <ac:chgData name="Stephen John Stretton" userId="da8c780b-1aa2-4e36-94fb-871dc8111504" providerId="ADAL" clId="{226EF344-6C4D-4E7B-9150-880A375687F4}" dt="2022-08-11T21:13:42.343" v="448" actId="20577"/>
          <ac:spMkLst>
            <pc:docMk/>
            <pc:sldMk cId="1181973974" sldId="571"/>
            <ac:spMk id="2" creationId="{9519F736-D673-444F-8BF1-8D5207E5A352}"/>
          </ac:spMkLst>
        </pc:spChg>
      </pc:sldChg>
      <pc:sldChg chg="new del">
        <pc:chgData name="Stephen John Stretton" userId="da8c780b-1aa2-4e36-94fb-871dc8111504" providerId="ADAL" clId="{226EF344-6C4D-4E7B-9150-880A375687F4}" dt="2022-08-11T21:04:46.905" v="187" actId="47"/>
        <pc:sldMkLst>
          <pc:docMk/>
          <pc:sldMk cId="3978614119" sldId="571"/>
        </pc:sldMkLst>
      </pc:sldChg>
      <pc:sldChg chg="new del">
        <pc:chgData name="Stephen John Stretton" userId="da8c780b-1aa2-4e36-94fb-871dc8111504" providerId="ADAL" clId="{226EF344-6C4D-4E7B-9150-880A375687F4}" dt="2022-08-11T21:04:46.905" v="187" actId="47"/>
        <pc:sldMkLst>
          <pc:docMk/>
          <pc:sldMk cId="4069518501" sldId="572"/>
        </pc:sldMkLst>
      </pc:sldChg>
      <pc:sldChg chg="new del">
        <pc:chgData name="Stephen John Stretton" userId="da8c780b-1aa2-4e36-94fb-871dc8111504" providerId="ADAL" clId="{226EF344-6C4D-4E7B-9150-880A375687F4}" dt="2022-08-11T21:04:46.905" v="187" actId="47"/>
        <pc:sldMkLst>
          <pc:docMk/>
          <pc:sldMk cId="1968683369" sldId="573"/>
        </pc:sldMkLst>
      </pc:sldChg>
      <pc:sldMasterChg chg="modSp mod addSldLayout delSldLayout modSldLayout sldLayoutOrd">
        <pc:chgData name="Stephen John Stretton" userId="da8c780b-1aa2-4e36-94fb-871dc8111504" providerId="ADAL" clId="{226EF344-6C4D-4E7B-9150-880A375687F4}" dt="2022-08-11T21:11:15.116" v="328" actId="1076"/>
        <pc:sldMasterMkLst>
          <pc:docMk/>
          <pc:sldMasterMk cId="1145684193" sldId="2147483648"/>
        </pc:sldMasterMkLst>
        <pc:spChg chg="mod">
          <ac:chgData name="Stephen John Stretton" userId="da8c780b-1aa2-4e36-94fb-871dc8111504" providerId="ADAL" clId="{226EF344-6C4D-4E7B-9150-880A375687F4}" dt="2022-08-11T20:57:30.412" v="137" actId="207"/>
          <ac:spMkLst>
            <pc:docMk/>
            <pc:sldMasterMk cId="1145684193" sldId="2147483648"/>
            <ac:spMk id="2" creationId="{909C3E7A-5C5B-4E11-AE2B-C5FFBE2013EF}"/>
          </ac:spMkLst>
        </pc:spChg>
        <pc:sldLayoutChg chg="modSp add del mod ord modTransition">
          <pc:chgData name="Stephen John Stretton" userId="da8c780b-1aa2-4e36-94fb-871dc8111504" providerId="ADAL" clId="{226EF344-6C4D-4E7B-9150-880A375687F4}" dt="2022-08-11T21:11:08.312" v="326" actId="2696"/>
          <pc:sldLayoutMkLst>
            <pc:docMk/>
            <pc:sldMasterMk cId="1145684193" sldId="2147483648"/>
            <pc:sldLayoutMk cId="789791937" sldId="2147483649"/>
          </pc:sldLayoutMkLst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789791937" sldId="2147483649"/>
              <ac:spMk id="2" creationId="{692387CE-5C0E-448D-881C-09966158D186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789791937" sldId="2147483649"/>
              <ac:spMk id="3" creationId="{1572A4CD-220D-4DD1-AE4E-2AEA0526A0C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789791937" sldId="2147483649"/>
              <ac:spMk id="4" creationId="{933052F0-0C43-4023-ADEB-A5A7B66FA3B2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789791937" sldId="2147483649"/>
              <ac:spMk id="5" creationId="{5A2AB72B-89CC-4B2D-BF81-666885FFD5E1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789791937" sldId="2147483649"/>
              <ac:spMk id="6" creationId="{DBA8FFF2-C4B7-411C-9D63-F18F6131ADA5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57:54.161" v="139" actId="255"/>
          <pc:sldLayoutMkLst>
            <pc:docMk/>
            <pc:sldMasterMk cId="1145684193" sldId="2147483648"/>
            <pc:sldLayoutMk cId="215186623" sldId="2147483650"/>
          </pc:sldLayoutMkLst>
          <pc:spChg chg="mod">
            <ac:chgData name="Stephen John Stretton" userId="da8c780b-1aa2-4e36-94fb-871dc8111504" providerId="ADAL" clId="{226EF344-6C4D-4E7B-9150-880A375687F4}" dt="2022-08-11T20:57:54.161" v="139" actId="255"/>
            <ac:spMkLst>
              <pc:docMk/>
              <pc:sldMasterMk cId="1145684193" sldId="2147483648"/>
              <pc:sldLayoutMk cId="215186623" sldId="2147483650"/>
              <ac:spMk id="2" creationId="{987EDCC5-E573-4F29-85CE-D0FDF008C842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15186623" sldId="2147483650"/>
              <ac:spMk id="3" creationId="{1F3291E0-9D49-45B0-8AD0-DA7406428FB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15186623" sldId="2147483650"/>
              <ac:spMk id="4" creationId="{24F3FED0-2A1D-4540-93C0-7BA50D006A33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15186623" sldId="2147483650"/>
              <ac:spMk id="5" creationId="{F2CFE9F5-5456-4C3B-9CF2-6A5348BE6975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15186623" sldId="2147483650"/>
              <ac:spMk id="6" creationId="{429BAE82-46DC-4958-941E-045EFDA43F57}"/>
            </ac:spMkLst>
          </pc:spChg>
        </pc:sldLayoutChg>
        <pc:sldLayoutChg chg="del">
          <pc:chgData name="Stephen John Stretton" userId="da8c780b-1aa2-4e36-94fb-871dc8111504" providerId="ADAL" clId="{226EF344-6C4D-4E7B-9150-880A375687F4}" dt="2022-08-11T20:51:53.687" v="70" actId="2696"/>
          <pc:sldLayoutMkLst>
            <pc:docMk/>
            <pc:sldMasterMk cId="1145684193" sldId="2147483648"/>
            <pc:sldLayoutMk cId="1247436008" sldId="2147483651"/>
          </pc:sldLayoutMkLst>
        </pc:sldLayoutChg>
        <pc:sldLayoutChg chg="del">
          <pc:chgData name="Stephen John Stretton" userId="da8c780b-1aa2-4e36-94fb-871dc8111504" providerId="ADAL" clId="{226EF344-6C4D-4E7B-9150-880A375687F4}" dt="2022-08-11T20:51:50.989" v="69" actId="2696"/>
          <pc:sldLayoutMkLst>
            <pc:docMk/>
            <pc:sldMasterMk cId="1145684193" sldId="2147483648"/>
            <pc:sldLayoutMk cId="1646046162" sldId="2147483652"/>
          </pc:sldLayoutMkLst>
        </pc:sldLayoutChg>
        <pc:sldLayoutChg chg="del">
          <pc:chgData name="Stephen John Stretton" userId="da8c780b-1aa2-4e36-94fb-871dc8111504" providerId="ADAL" clId="{226EF344-6C4D-4E7B-9150-880A375687F4}" dt="2022-08-11T20:51:59.611" v="71" actId="2696"/>
          <pc:sldLayoutMkLst>
            <pc:docMk/>
            <pc:sldMasterMk cId="1145684193" sldId="2147483648"/>
            <pc:sldLayoutMk cId="2843978436" sldId="2147483653"/>
          </pc:sldLayoutMkLst>
        </pc:sldLayoutChg>
        <pc:sldLayoutChg chg="del">
          <pc:chgData name="Stephen John Stretton" userId="da8c780b-1aa2-4e36-94fb-871dc8111504" providerId="ADAL" clId="{226EF344-6C4D-4E7B-9150-880A375687F4}" dt="2022-08-11T20:52:01.775" v="72" actId="2696"/>
          <pc:sldLayoutMkLst>
            <pc:docMk/>
            <pc:sldMasterMk cId="1145684193" sldId="2147483648"/>
            <pc:sldLayoutMk cId="478296470" sldId="2147483654"/>
          </pc:sldLayoutMkLst>
        </pc:sldLayoutChg>
        <pc:sldLayoutChg chg="del">
          <pc:chgData name="Stephen John Stretton" userId="da8c780b-1aa2-4e36-94fb-871dc8111504" providerId="ADAL" clId="{226EF344-6C4D-4E7B-9150-880A375687F4}" dt="2022-08-11T20:52:03.789" v="73" actId="2696"/>
          <pc:sldLayoutMkLst>
            <pc:docMk/>
            <pc:sldMasterMk cId="1145684193" sldId="2147483648"/>
            <pc:sldLayoutMk cId="3809094260" sldId="2147483655"/>
          </pc:sldLayoutMkLst>
        </pc:sldLayoutChg>
        <pc:sldLayoutChg chg="del">
          <pc:chgData name="Stephen John Stretton" userId="da8c780b-1aa2-4e36-94fb-871dc8111504" providerId="ADAL" clId="{226EF344-6C4D-4E7B-9150-880A375687F4}" dt="2022-08-11T20:52:13.529" v="75" actId="2696"/>
          <pc:sldLayoutMkLst>
            <pc:docMk/>
            <pc:sldMasterMk cId="1145684193" sldId="2147483648"/>
            <pc:sldLayoutMk cId="686155965" sldId="2147483656"/>
          </pc:sldLayoutMkLst>
        </pc:sldLayoutChg>
        <pc:sldLayoutChg chg="del">
          <pc:chgData name="Stephen John Stretton" userId="da8c780b-1aa2-4e36-94fb-871dc8111504" providerId="ADAL" clId="{226EF344-6C4D-4E7B-9150-880A375687F4}" dt="2022-08-11T20:52:10.564" v="74" actId="2696"/>
          <pc:sldLayoutMkLst>
            <pc:docMk/>
            <pc:sldMasterMk cId="1145684193" sldId="2147483648"/>
            <pc:sldLayoutMk cId="2307552316" sldId="2147483657"/>
          </pc:sldLayoutMkLst>
        </pc:sldLayoutChg>
        <pc:sldLayoutChg chg="del">
          <pc:chgData name="Stephen John Stretton" userId="da8c780b-1aa2-4e36-94fb-871dc8111504" providerId="ADAL" clId="{226EF344-6C4D-4E7B-9150-880A375687F4}" dt="2022-08-11T20:52:16.114" v="76" actId="2696"/>
          <pc:sldLayoutMkLst>
            <pc:docMk/>
            <pc:sldMasterMk cId="1145684193" sldId="2147483648"/>
            <pc:sldLayoutMk cId="698956325" sldId="2147483658"/>
          </pc:sldLayoutMkLst>
        </pc:sldLayoutChg>
        <pc:sldLayoutChg chg="del">
          <pc:chgData name="Stephen John Stretton" userId="da8c780b-1aa2-4e36-94fb-871dc8111504" providerId="ADAL" clId="{226EF344-6C4D-4E7B-9150-880A375687F4}" dt="2022-08-11T20:51:38.461" v="68" actId="2696"/>
          <pc:sldLayoutMkLst>
            <pc:docMk/>
            <pc:sldMasterMk cId="1145684193" sldId="2147483648"/>
            <pc:sldLayoutMk cId="3973502280" sldId="2147483659"/>
          </pc:sldLayoutMkLst>
        </pc:sldLayoutChg>
        <pc:sldLayoutChg chg="delSp modSp mod ord modTransition">
          <pc:chgData name="Stephen John Stretton" userId="da8c780b-1aa2-4e36-94fb-871dc8111504" providerId="ADAL" clId="{226EF344-6C4D-4E7B-9150-880A375687F4}" dt="2022-08-11T21:11:03.720" v="321" actId="14100"/>
          <pc:sldLayoutMkLst>
            <pc:docMk/>
            <pc:sldMasterMk cId="1145684193" sldId="2147483648"/>
            <pc:sldLayoutMk cId="2693189119" sldId="2147483661"/>
          </pc:sldLayoutMkLst>
          <pc:spChg chg="mod">
            <ac:chgData name="Stephen John Stretton" userId="da8c780b-1aa2-4e36-94fb-871dc8111504" providerId="ADAL" clId="{226EF344-6C4D-4E7B-9150-880A375687F4}" dt="2022-08-11T20:56:10.363" v="126" actId="14100"/>
            <ac:spMkLst>
              <pc:docMk/>
              <pc:sldMasterMk cId="1145684193" sldId="2147483648"/>
              <pc:sldLayoutMk cId="2693189119" sldId="2147483661"/>
              <ac:spMk id="2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1:11:03.720" v="321" actId="14100"/>
            <ac:spMkLst>
              <pc:docMk/>
              <pc:sldMasterMk cId="1145684193" sldId="2147483648"/>
              <pc:sldLayoutMk cId="2693189119" sldId="2147483661"/>
              <ac:spMk id="6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1:09:23.699" v="301" actId="114"/>
            <ac:spMkLst>
              <pc:docMk/>
              <pc:sldMasterMk cId="1145684193" sldId="2147483648"/>
              <pc:sldLayoutMk cId="2693189119" sldId="2147483661"/>
              <ac:spMk id="7" creationId="{00000000-0000-0000-0000-000000000000}"/>
            </ac:spMkLst>
          </pc:spChg>
          <pc:spChg chg="del">
            <ac:chgData name="Stephen John Stretton" userId="da8c780b-1aa2-4e36-94fb-871dc8111504" providerId="ADAL" clId="{226EF344-6C4D-4E7B-9150-880A375687F4}" dt="2022-08-11T21:06:21.222" v="193" actId="21"/>
            <ac:spMkLst>
              <pc:docMk/>
              <pc:sldMasterMk cId="1145684193" sldId="2147483648"/>
              <pc:sldLayoutMk cId="2693189119" sldId="2147483661"/>
              <ac:spMk id="10" creationId="{00000000-0000-0000-0000-000000000000}"/>
            </ac:spMkLst>
          </pc:spChg>
          <pc:spChg chg="del">
            <ac:chgData name="Stephen John Stretton" userId="da8c780b-1aa2-4e36-94fb-871dc8111504" providerId="ADAL" clId="{226EF344-6C4D-4E7B-9150-880A375687F4}" dt="2022-08-11T20:54:14.205" v="110" actId="478"/>
            <ac:spMkLst>
              <pc:docMk/>
              <pc:sldMasterMk cId="1145684193" sldId="2147483648"/>
              <pc:sldLayoutMk cId="2693189119" sldId="2147483661"/>
              <ac:spMk id="14" creationId="{00000000-0000-0000-0000-000000000000}"/>
            </ac:spMkLst>
          </pc:spChg>
          <pc:picChg chg="del">
            <ac:chgData name="Stephen John Stretton" userId="da8c780b-1aa2-4e36-94fb-871dc8111504" providerId="ADAL" clId="{226EF344-6C4D-4E7B-9150-880A375687F4}" dt="2022-08-11T21:06:25.708" v="194" actId="478"/>
            <ac:picMkLst>
              <pc:docMk/>
              <pc:sldMasterMk cId="1145684193" sldId="2147483648"/>
              <pc:sldLayoutMk cId="2693189119" sldId="2147483661"/>
              <ac:picMk id="5" creationId="{00000000-0000-0000-0000-000000000000}"/>
            </ac:picMkLst>
          </pc:picChg>
        </pc:sldLayoutChg>
        <pc:sldLayoutChg chg="modSp del mod ord modTransition">
          <pc:chgData name="Stephen John Stretton" userId="da8c780b-1aa2-4e36-94fb-871dc8111504" providerId="ADAL" clId="{226EF344-6C4D-4E7B-9150-880A375687F4}" dt="2022-08-11T21:01:48.728" v="171" actId="2696"/>
          <pc:sldLayoutMkLst>
            <pc:docMk/>
            <pc:sldMasterMk cId="1145684193" sldId="2147483648"/>
            <pc:sldLayoutMk cId="2070155353" sldId="2147483662"/>
          </pc:sldLayoutMkLst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070155353" sldId="2147483662"/>
              <ac:spMk id="7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070155353" sldId="2147483662"/>
              <ac:spMk id="8" creationId="{00000000-0000-0000-0000-000000000000}"/>
            </ac:spMkLst>
          </pc:spChg>
          <pc:picChg chg="mod">
            <ac:chgData name="Stephen John Stretton" userId="da8c780b-1aa2-4e36-94fb-871dc8111504" providerId="ADAL" clId="{226EF344-6C4D-4E7B-9150-880A375687F4}" dt="2022-08-11T20:58:03.507" v="140" actId="14100"/>
            <ac:picMkLst>
              <pc:docMk/>
              <pc:sldMasterMk cId="1145684193" sldId="2147483648"/>
              <pc:sldLayoutMk cId="2070155353" sldId="2147483662"/>
              <ac:picMk id="10" creationId="{00000000-0000-0000-0000-000000000000}"/>
            </ac:picMkLst>
          </pc:picChg>
        </pc:sldLayoutChg>
        <pc:sldLayoutChg chg="modSp del mod ord modTransition">
          <pc:chgData name="Stephen John Stretton" userId="da8c780b-1aa2-4e36-94fb-871dc8111504" providerId="ADAL" clId="{226EF344-6C4D-4E7B-9150-880A375687F4}" dt="2022-08-11T20:56:21.973" v="129" actId="2696"/>
          <pc:sldLayoutMkLst>
            <pc:docMk/>
            <pc:sldMasterMk cId="1145684193" sldId="2147483648"/>
            <pc:sldLayoutMk cId="3510126349" sldId="2147483663"/>
          </pc:sldLayoutMkLst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3510126349" sldId="2147483663"/>
              <ac:spMk id="2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3510126349" sldId="2147483663"/>
              <ac:spMk id="3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3510126349" sldId="2147483663"/>
              <ac:spMk id="4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3510126349" sldId="2147483663"/>
              <ac:spMk id="6" creationId="{00000000-0000-0000-0000-000000000000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55:16.211" v="124" actId="14100"/>
          <pc:sldLayoutMkLst>
            <pc:docMk/>
            <pc:sldMasterMk cId="1145684193" sldId="2147483648"/>
            <pc:sldLayoutMk cId="3654394894" sldId="2147483664"/>
          </pc:sldLayoutMkLst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3654394894" sldId="2147483664"/>
              <ac:spMk id="2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3654394894" sldId="2147483664"/>
              <ac:spMk id="3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3654394894" sldId="2147483664"/>
              <ac:spMk id="4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3654394894" sldId="2147483664"/>
              <ac:spMk id="6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5:16.211" v="124" actId="14100"/>
            <ac:spMkLst>
              <pc:docMk/>
              <pc:sldMasterMk cId="1145684193" sldId="2147483648"/>
              <pc:sldLayoutMk cId="3654394894" sldId="2147483664"/>
              <ac:spMk id="7" creationId="{00000000-0000-0000-0000-000000000000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55:10.611" v="123" actId="14100"/>
          <pc:sldLayoutMkLst>
            <pc:docMk/>
            <pc:sldMasterMk cId="1145684193" sldId="2147483648"/>
            <pc:sldLayoutMk cId="375381354" sldId="2147483665"/>
          </pc:sldLayoutMkLst>
          <pc:spChg chg="mod">
            <ac:chgData name="Stephen John Stretton" userId="da8c780b-1aa2-4e36-94fb-871dc8111504" providerId="ADAL" clId="{226EF344-6C4D-4E7B-9150-880A375687F4}" dt="2022-08-11T20:55:03.197" v="121" actId="14100"/>
            <ac:spMkLst>
              <pc:docMk/>
              <pc:sldMasterMk cId="1145684193" sldId="2147483648"/>
              <pc:sldLayoutMk cId="375381354" sldId="2147483665"/>
              <ac:spMk id="2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375381354" sldId="2147483665"/>
              <ac:spMk id="3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375381354" sldId="2147483665"/>
              <ac:spMk id="4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5:08.139" v="122" actId="14100"/>
            <ac:spMkLst>
              <pc:docMk/>
              <pc:sldMasterMk cId="1145684193" sldId="2147483648"/>
              <pc:sldLayoutMk cId="375381354" sldId="2147483665"/>
              <ac:spMk id="6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5:10.611" v="123" actId="14100"/>
            <ac:spMkLst>
              <pc:docMk/>
              <pc:sldMasterMk cId="1145684193" sldId="2147483648"/>
              <pc:sldLayoutMk cId="375381354" sldId="2147483665"/>
              <ac:spMk id="7" creationId="{00000000-0000-0000-0000-000000000000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52:39.265" v="82"/>
          <pc:sldLayoutMkLst>
            <pc:docMk/>
            <pc:sldMasterMk cId="1145684193" sldId="2147483648"/>
            <pc:sldLayoutMk cId="727719103" sldId="2147483666"/>
          </pc:sldLayoutMkLst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727719103" sldId="2147483666"/>
              <ac:spMk id="2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727719103" sldId="2147483666"/>
              <ac:spMk id="3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727719103" sldId="2147483666"/>
              <ac:spMk id="4" creationId="{00000000-0000-0000-0000-000000000000}"/>
            </ac:spMkLst>
          </pc:spChg>
        </pc:sldLayoutChg>
        <pc:sldLayoutChg chg="modSp del mod ord modTransition">
          <pc:chgData name="Stephen John Stretton" userId="da8c780b-1aa2-4e36-94fb-871dc8111504" providerId="ADAL" clId="{226EF344-6C4D-4E7B-9150-880A375687F4}" dt="2022-08-11T20:56:37.029" v="132" actId="2696"/>
          <pc:sldLayoutMkLst>
            <pc:docMk/>
            <pc:sldMasterMk cId="1145684193" sldId="2147483648"/>
            <pc:sldLayoutMk cId="1284256741" sldId="2147483667"/>
          </pc:sldLayoutMkLst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1284256741" sldId="2147483667"/>
              <ac:spMk id="5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1284256741" sldId="2147483667"/>
              <ac:spMk id="6" creationId="{00000000-0000-0000-0000-000000000000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1:03:22.180" v="181" actId="6014"/>
          <pc:sldLayoutMkLst>
            <pc:docMk/>
            <pc:sldMasterMk cId="1145684193" sldId="2147483648"/>
            <pc:sldLayoutMk cId="2505656635" sldId="2147483668"/>
          </pc:sldLayoutMkLst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505656635" sldId="2147483668"/>
              <ac:spMk id="7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505656635" sldId="2147483668"/>
              <ac:spMk id="8" creationId="{00000000-0000-0000-0000-000000000000}"/>
            </ac:spMkLst>
          </pc:spChg>
          <pc:picChg chg="mod">
            <ac:chgData name="Stephen John Stretton" userId="da8c780b-1aa2-4e36-94fb-871dc8111504" providerId="ADAL" clId="{226EF344-6C4D-4E7B-9150-880A375687F4}" dt="2022-08-11T20:58:07.076" v="141" actId="14100"/>
            <ac:picMkLst>
              <pc:docMk/>
              <pc:sldMasterMk cId="1145684193" sldId="2147483648"/>
              <pc:sldLayoutMk cId="2505656635" sldId="2147483668"/>
              <ac:picMk id="14" creationId="{00000000-0000-0000-0000-000000000000}"/>
            </ac:picMkLst>
          </pc:picChg>
        </pc:sldLayoutChg>
        <pc:sldLayoutChg chg="addSp delSp modSp mod ord">
          <pc:chgData name="Stephen John Stretton" userId="da8c780b-1aa2-4e36-94fb-871dc8111504" providerId="ADAL" clId="{226EF344-6C4D-4E7B-9150-880A375687F4}" dt="2022-08-11T21:05:34.861" v="191" actId="1076"/>
          <pc:sldLayoutMkLst>
            <pc:docMk/>
            <pc:sldMasterMk cId="1145684193" sldId="2147483648"/>
            <pc:sldLayoutMk cId="2038904780" sldId="2147483669"/>
          </pc:sldLayoutMkLst>
          <pc:spChg chg="del">
            <ac:chgData name="Stephen John Stretton" userId="da8c780b-1aa2-4e36-94fb-871dc8111504" providerId="ADAL" clId="{226EF344-6C4D-4E7B-9150-880A375687F4}" dt="2022-08-11T20:59:22.116" v="153" actId="478"/>
            <ac:spMkLst>
              <pc:docMk/>
              <pc:sldMasterMk cId="1145684193" sldId="2147483648"/>
              <pc:sldLayoutMk cId="2038904780" sldId="2147483669"/>
              <ac:spMk id="2" creationId="{00000000-0000-0000-0000-000000000000}"/>
            </ac:spMkLst>
          </pc:spChg>
          <pc:spChg chg="add mod">
            <ac:chgData name="Stephen John Stretton" userId="da8c780b-1aa2-4e36-94fb-871dc8111504" providerId="ADAL" clId="{226EF344-6C4D-4E7B-9150-880A375687F4}" dt="2022-08-11T21:05:34.861" v="191" actId="1076"/>
            <ac:spMkLst>
              <pc:docMk/>
              <pc:sldMasterMk cId="1145684193" sldId="2147483648"/>
              <pc:sldLayoutMk cId="2038904780" sldId="2147483669"/>
              <ac:spMk id="5" creationId="{FC1401F2-CFAC-4B22-8CA6-BE4878E01C94}"/>
            </ac:spMkLst>
          </pc:spChg>
        </pc:sldLayoutChg>
        <pc:sldLayoutChg chg="modSp del mod ord modTransition">
          <pc:chgData name="Stephen John Stretton" userId="da8c780b-1aa2-4e36-94fb-871dc8111504" providerId="ADAL" clId="{226EF344-6C4D-4E7B-9150-880A375687F4}" dt="2022-08-11T20:56:39.836" v="133" actId="2696"/>
          <pc:sldLayoutMkLst>
            <pc:docMk/>
            <pc:sldMasterMk cId="1145684193" sldId="2147483648"/>
            <pc:sldLayoutMk cId="2486241989" sldId="2147483670"/>
          </pc:sldLayoutMkLst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486241989" sldId="2147483670"/>
              <ac:spMk id="2" creationId="{987EDCC5-E573-4F29-85CE-D0FDF008C842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486241989" sldId="2147483670"/>
              <ac:spMk id="3" creationId="{1F3291E0-9D49-45B0-8AD0-DA7406428FB0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486241989" sldId="2147483670"/>
              <ac:spMk id="4" creationId="{24F3FED0-2A1D-4540-93C0-7BA50D006A33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486241989" sldId="2147483670"/>
              <ac:spMk id="5" creationId="{F2CFE9F5-5456-4C3B-9CF2-6A5348BE6975}"/>
            </ac:spMkLst>
          </pc:spChg>
          <pc:spChg chg="mod">
            <ac:chgData name="Stephen John Stretton" userId="da8c780b-1aa2-4e36-94fb-871dc8111504" providerId="ADAL" clId="{226EF344-6C4D-4E7B-9150-880A375687F4}" dt="2022-08-11T20:52:39.264" v="81" actId="20578"/>
            <ac:spMkLst>
              <pc:docMk/>
              <pc:sldMasterMk cId="1145684193" sldId="2147483648"/>
              <pc:sldLayoutMk cId="2486241989" sldId="2147483670"/>
              <ac:spMk id="6" creationId="{429BAE82-46DC-4958-941E-045EFDA43F57}"/>
            </ac:spMkLst>
          </pc:spChg>
        </pc:sldLayoutChg>
        <pc:sldLayoutChg chg="addSp delSp modSp mod ord">
          <pc:chgData name="Stephen John Stretton" userId="da8c780b-1aa2-4e36-94fb-871dc8111504" providerId="ADAL" clId="{226EF344-6C4D-4E7B-9150-880A375687F4}" dt="2022-08-11T21:11:15.116" v="328" actId="1076"/>
          <pc:sldLayoutMkLst>
            <pc:docMk/>
            <pc:sldMasterMk cId="1145684193" sldId="2147483648"/>
            <pc:sldLayoutMk cId="3181263798" sldId="2147483670"/>
          </pc:sldLayoutMkLst>
          <pc:spChg chg="del">
            <ac:chgData name="Stephen John Stretton" userId="da8c780b-1aa2-4e36-94fb-871dc8111504" providerId="ADAL" clId="{226EF344-6C4D-4E7B-9150-880A375687F4}" dt="2022-08-11T21:00:37.807" v="160" actId="478"/>
            <ac:spMkLst>
              <pc:docMk/>
              <pc:sldMasterMk cId="1145684193" sldId="2147483648"/>
              <pc:sldLayoutMk cId="3181263798" sldId="2147483670"/>
              <ac:spMk id="6" creationId="{00000000-0000-0000-0000-000000000000}"/>
            </ac:spMkLst>
          </pc:spChg>
          <pc:spChg chg="del mod">
            <ac:chgData name="Stephen John Stretton" userId="da8c780b-1aa2-4e36-94fb-871dc8111504" providerId="ADAL" clId="{226EF344-6C4D-4E7B-9150-880A375687F4}" dt="2022-08-11T21:00:41.276" v="162" actId="478"/>
            <ac:spMkLst>
              <pc:docMk/>
              <pc:sldMasterMk cId="1145684193" sldId="2147483648"/>
              <pc:sldLayoutMk cId="3181263798" sldId="2147483670"/>
              <ac:spMk id="7" creationId="{00000000-0000-0000-0000-000000000000}"/>
            </ac:spMkLst>
          </pc:spChg>
          <pc:spChg chg="add mod">
            <ac:chgData name="Stephen John Stretton" userId="da8c780b-1aa2-4e36-94fb-871dc8111504" providerId="ADAL" clId="{226EF344-6C4D-4E7B-9150-880A375687F4}" dt="2022-08-11T21:07:07.160" v="207" actId="1076"/>
            <ac:spMkLst>
              <pc:docMk/>
              <pc:sldMasterMk cId="1145684193" sldId="2147483648"/>
              <pc:sldLayoutMk cId="3181263798" sldId="2147483670"/>
              <ac:spMk id="9" creationId="{38FB95E4-C510-4D78-A115-7C5946B55ECA}"/>
            </ac:spMkLst>
          </pc:spChg>
          <pc:spChg chg="add del">
            <ac:chgData name="Stephen John Stretton" userId="da8c780b-1aa2-4e36-94fb-871dc8111504" providerId="ADAL" clId="{226EF344-6C4D-4E7B-9150-880A375687F4}" dt="2022-08-11T21:07:25.749" v="210" actId="478"/>
            <ac:spMkLst>
              <pc:docMk/>
              <pc:sldMasterMk cId="1145684193" sldId="2147483648"/>
              <pc:sldLayoutMk cId="3181263798" sldId="2147483670"/>
              <ac:spMk id="10" creationId="{00000000-0000-0000-0000-000000000000}"/>
            </ac:spMkLst>
          </pc:spChg>
          <pc:spChg chg="add mod">
            <ac:chgData name="Stephen John Stretton" userId="da8c780b-1aa2-4e36-94fb-871dc8111504" providerId="ADAL" clId="{226EF344-6C4D-4E7B-9150-880A375687F4}" dt="2022-08-11T21:07:06.040" v="206" actId="14100"/>
            <ac:spMkLst>
              <pc:docMk/>
              <pc:sldMasterMk cId="1145684193" sldId="2147483648"/>
              <pc:sldLayoutMk cId="3181263798" sldId="2147483670"/>
              <ac:spMk id="12" creationId="{A839B0C5-D958-42F2-A99A-02E9BF447E79}"/>
            </ac:spMkLst>
          </pc:spChg>
          <pc:spChg chg="add mod">
            <ac:chgData name="Stephen John Stretton" userId="da8c780b-1aa2-4e36-94fb-871dc8111504" providerId="ADAL" clId="{226EF344-6C4D-4E7B-9150-880A375687F4}" dt="2022-08-11T21:11:15.116" v="328" actId="1076"/>
            <ac:spMkLst>
              <pc:docMk/>
              <pc:sldMasterMk cId="1145684193" sldId="2147483648"/>
              <pc:sldLayoutMk cId="3181263798" sldId="2147483670"/>
              <ac:spMk id="14" creationId="{F1975AEA-A763-4964-8F03-1CA37685AFDD}"/>
            </ac:spMkLst>
          </pc:spChg>
          <pc:picChg chg="del">
            <ac:chgData name="Stephen John Stretton" userId="da8c780b-1aa2-4e36-94fb-871dc8111504" providerId="ADAL" clId="{226EF344-6C4D-4E7B-9150-880A375687F4}" dt="2022-08-11T21:06:48.573" v="202" actId="478"/>
            <ac:picMkLst>
              <pc:docMk/>
              <pc:sldMasterMk cId="1145684193" sldId="2147483648"/>
              <pc:sldLayoutMk cId="3181263798" sldId="2147483670"/>
              <ac:picMk id="5" creationId="{00000000-0000-0000-0000-000000000000}"/>
            </ac:picMkLst>
          </pc:picChg>
        </pc:sldLayoutChg>
      </pc:sldMasterChg>
      <pc:sldMasterChg chg="modSp del mod delSldLayout modSldLayout sldLayoutOrd">
        <pc:chgData name="Stephen John Stretton" userId="da8c780b-1aa2-4e36-94fb-871dc8111504" providerId="ADAL" clId="{226EF344-6C4D-4E7B-9150-880A375687F4}" dt="2022-08-11T20:52:43.733" v="83" actId="2696"/>
        <pc:sldMasterMkLst>
          <pc:docMk/>
          <pc:sldMasterMk cId="3651013005" sldId="2147483660"/>
        </pc:sldMasterMkLst>
        <pc:spChg chg="mod">
          <ac:chgData name="Stephen John Stretton" userId="da8c780b-1aa2-4e36-94fb-871dc8111504" providerId="ADAL" clId="{226EF344-6C4D-4E7B-9150-880A375687F4}" dt="2022-08-11T20:50:22.286" v="59" actId="16037"/>
          <ac:spMkLst>
            <pc:docMk/>
            <pc:sldMasterMk cId="3651013005" sldId="2147483660"/>
            <ac:spMk id="2" creationId="{00000000-0000-0000-0000-000000000000}"/>
          </ac:spMkLst>
        </pc:spChg>
        <pc:sldLayoutChg chg="modSp mod ord modTransition">
          <pc:chgData name="Stephen John Stretton" userId="da8c780b-1aa2-4e36-94fb-871dc8111504" providerId="ADAL" clId="{226EF344-6C4D-4E7B-9150-880A375687F4}" dt="2022-08-11T20:52:23.837" v="80"/>
          <pc:sldLayoutMkLst>
            <pc:docMk/>
            <pc:sldMasterMk cId="1145684193" sldId="2147483648"/>
            <pc:sldLayoutMk cId="789791937" sldId="2147483649"/>
          </pc:sldLayoutMkLst>
          <pc:spChg chg="mod">
            <ac:chgData name="Stephen John Stretton" userId="da8c780b-1aa2-4e36-94fb-871dc8111504" providerId="ADAL" clId="{226EF344-6C4D-4E7B-9150-880A375687F4}" dt="2022-08-11T20:52:23.837" v="79" actId="20578"/>
            <ac:spMkLst>
              <pc:docMk/>
              <pc:sldMasterMk cId="1145684193" sldId="2147483648"/>
              <pc:sldLayoutMk cId="789791937" sldId="2147483649"/>
              <ac:spMk id="2" creationId="{692387CE-5C0E-448D-881C-09966158D186}"/>
            </ac:spMkLst>
          </pc:spChg>
          <pc:spChg chg="mod">
            <ac:chgData name="Stephen John Stretton" userId="da8c780b-1aa2-4e36-94fb-871dc8111504" providerId="ADAL" clId="{226EF344-6C4D-4E7B-9150-880A375687F4}" dt="2022-08-11T20:52:23.837" v="79" actId="20578"/>
            <ac:spMkLst>
              <pc:docMk/>
              <pc:sldMasterMk cId="1145684193" sldId="2147483648"/>
              <pc:sldLayoutMk cId="789791937" sldId="2147483649"/>
              <ac:spMk id="3" creationId="{1572A4CD-220D-4DD1-AE4E-2AEA0526A0C0}"/>
            </ac:spMkLst>
          </pc:spChg>
          <pc:spChg chg="mod">
            <ac:chgData name="Stephen John Stretton" userId="da8c780b-1aa2-4e36-94fb-871dc8111504" providerId="ADAL" clId="{226EF344-6C4D-4E7B-9150-880A375687F4}" dt="2022-08-11T20:52:23.837" v="79" actId="20578"/>
            <ac:spMkLst>
              <pc:docMk/>
              <pc:sldMasterMk cId="1145684193" sldId="2147483648"/>
              <pc:sldLayoutMk cId="789791937" sldId="2147483649"/>
              <ac:spMk id="4" creationId="{933052F0-0C43-4023-ADEB-A5A7B66FA3B2}"/>
            </ac:spMkLst>
          </pc:spChg>
          <pc:spChg chg="mod">
            <ac:chgData name="Stephen John Stretton" userId="da8c780b-1aa2-4e36-94fb-871dc8111504" providerId="ADAL" clId="{226EF344-6C4D-4E7B-9150-880A375687F4}" dt="2022-08-11T20:52:23.837" v="79" actId="20578"/>
            <ac:spMkLst>
              <pc:docMk/>
              <pc:sldMasterMk cId="1145684193" sldId="2147483648"/>
              <pc:sldLayoutMk cId="789791937" sldId="2147483649"/>
              <ac:spMk id="5" creationId="{5A2AB72B-89CC-4B2D-BF81-666885FFD5E1}"/>
            </ac:spMkLst>
          </pc:spChg>
          <pc:spChg chg="mod">
            <ac:chgData name="Stephen John Stretton" userId="da8c780b-1aa2-4e36-94fb-871dc8111504" providerId="ADAL" clId="{226EF344-6C4D-4E7B-9150-880A375687F4}" dt="2022-08-11T20:52:23.837" v="79" actId="20578"/>
            <ac:spMkLst>
              <pc:docMk/>
              <pc:sldMasterMk cId="1145684193" sldId="2147483648"/>
              <pc:sldLayoutMk cId="789791937" sldId="2147483649"/>
              <ac:spMk id="6" creationId="{DBA8FFF2-C4B7-411C-9D63-F18F6131ADA5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52:21.411" v="78"/>
          <pc:sldLayoutMkLst>
            <pc:docMk/>
            <pc:sldMasterMk cId="1145684193" sldId="2147483648"/>
            <pc:sldLayoutMk cId="215186623" sldId="2147483650"/>
          </pc:sldLayoutMkLst>
          <pc:spChg chg="mod">
            <ac:chgData name="Stephen John Stretton" userId="da8c780b-1aa2-4e36-94fb-871dc8111504" providerId="ADAL" clId="{226EF344-6C4D-4E7B-9150-880A375687F4}" dt="2022-08-11T20:52:21.411" v="77" actId="20578"/>
            <ac:spMkLst>
              <pc:docMk/>
              <pc:sldMasterMk cId="1145684193" sldId="2147483648"/>
              <pc:sldLayoutMk cId="215186623" sldId="2147483650"/>
              <ac:spMk id="2" creationId="{987EDCC5-E573-4F29-85CE-D0FDF008C842}"/>
            </ac:spMkLst>
          </pc:spChg>
          <pc:spChg chg="mod">
            <ac:chgData name="Stephen John Stretton" userId="da8c780b-1aa2-4e36-94fb-871dc8111504" providerId="ADAL" clId="{226EF344-6C4D-4E7B-9150-880A375687F4}" dt="2022-08-11T20:52:21.411" v="77" actId="20578"/>
            <ac:spMkLst>
              <pc:docMk/>
              <pc:sldMasterMk cId="1145684193" sldId="2147483648"/>
              <pc:sldLayoutMk cId="215186623" sldId="2147483650"/>
              <ac:spMk id="3" creationId="{1F3291E0-9D49-45B0-8AD0-DA7406428FB0}"/>
            </ac:spMkLst>
          </pc:spChg>
          <pc:spChg chg="mod">
            <ac:chgData name="Stephen John Stretton" userId="da8c780b-1aa2-4e36-94fb-871dc8111504" providerId="ADAL" clId="{226EF344-6C4D-4E7B-9150-880A375687F4}" dt="2022-08-11T20:52:21.411" v="77" actId="20578"/>
            <ac:spMkLst>
              <pc:docMk/>
              <pc:sldMasterMk cId="1145684193" sldId="2147483648"/>
              <pc:sldLayoutMk cId="215186623" sldId="2147483650"/>
              <ac:spMk id="4" creationId="{24F3FED0-2A1D-4540-93C0-7BA50D006A33}"/>
            </ac:spMkLst>
          </pc:spChg>
          <pc:spChg chg="mod">
            <ac:chgData name="Stephen John Stretton" userId="da8c780b-1aa2-4e36-94fb-871dc8111504" providerId="ADAL" clId="{226EF344-6C4D-4E7B-9150-880A375687F4}" dt="2022-08-11T20:52:21.411" v="77" actId="20578"/>
            <ac:spMkLst>
              <pc:docMk/>
              <pc:sldMasterMk cId="1145684193" sldId="2147483648"/>
              <pc:sldLayoutMk cId="215186623" sldId="2147483650"/>
              <ac:spMk id="5" creationId="{F2CFE9F5-5456-4C3B-9CF2-6A5348BE6975}"/>
            </ac:spMkLst>
          </pc:spChg>
          <pc:spChg chg="mod">
            <ac:chgData name="Stephen John Stretton" userId="da8c780b-1aa2-4e36-94fb-871dc8111504" providerId="ADAL" clId="{226EF344-6C4D-4E7B-9150-880A375687F4}" dt="2022-08-11T20:52:21.411" v="77" actId="20578"/>
            <ac:spMkLst>
              <pc:docMk/>
              <pc:sldMasterMk cId="1145684193" sldId="2147483648"/>
              <pc:sldLayoutMk cId="215186623" sldId="2147483650"/>
              <ac:spMk id="6" creationId="{429BAE82-46DC-4958-941E-045EFDA43F57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51:16.931" v="67"/>
          <pc:sldLayoutMkLst>
            <pc:docMk/>
            <pc:sldMasterMk cId="1145684193" sldId="2147483648"/>
            <pc:sldLayoutMk cId="2693189119" sldId="2147483661"/>
          </pc:sldLayoutMkLst>
          <pc:spChg chg="mod">
            <ac:chgData name="Stephen John Stretton" userId="da8c780b-1aa2-4e36-94fb-871dc8111504" providerId="ADAL" clId="{226EF344-6C4D-4E7B-9150-880A375687F4}" dt="2022-08-11T20:51:16.930" v="66" actId="20578"/>
            <ac:spMkLst>
              <pc:docMk/>
              <pc:sldMasterMk cId="1145684193" sldId="2147483648"/>
              <pc:sldLayoutMk cId="2693189119" sldId="2147483661"/>
              <ac:spMk id="6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51:16.930" v="66" actId="20578"/>
            <ac:spMkLst>
              <pc:docMk/>
              <pc:sldMasterMk cId="1145684193" sldId="2147483648"/>
              <pc:sldLayoutMk cId="2693189119" sldId="2147483661"/>
              <ac:spMk id="7" creationId="{00000000-0000-0000-0000-000000000000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48:18.539" v="45" actId="20578"/>
          <pc:sldLayoutMkLst>
            <pc:docMk/>
            <pc:sldMasterMk cId="1145684193" sldId="2147483648"/>
            <pc:sldLayoutMk cId="2070155353" sldId="2147483662"/>
          </pc:sldLayoutMkLst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2070155353" sldId="2147483662"/>
              <ac:spMk id="7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2070155353" sldId="2147483662"/>
              <ac:spMk id="8" creationId="{00000000-0000-0000-0000-000000000000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48:18.539" v="45" actId="20578"/>
          <pc:sldLayoutMkLst>
            <pc:docMk/>
            <pc:sldMasterMk cId="1145684193" sldId="2147483648"/>
            <pc:sldLayoutMk cId="3510126349" sldId="2147483663"/>
          </pc:sldLayoutMkLst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510126349" sldId="2147483663"/>
              <ac:spMk id="2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510126349" sldId="2147483663"/>
              <ac:spMk id="3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510126349" sldId="2147483663"/>
              <ac:spMk id="4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510126349" sldId="2147483663"/>
              <ac:spMk id="6" creationId="{00000000-0000-0000-0000-000000000000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48:18.539" v="45" actId="20578"/>
          <pc:sldLayoutMkLst>
            <pc:docMk/>
            <pc:sldMasterMk cId="1145684193" sldId="2147483648"/>
            <pc:sldLayoutMk cId="3654394894" sldId="2147483664"/>
          </pc:sldLayoutMkLst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654394894" sldId="2147483664"/>
              <ac:spMk id="2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654394894" sldId="2147483664"/>
              <ac:spMk id="3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654394894" sldId="2147483664"/>
              <ac:spMk id="4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654394894" sldId="2147483664"/>
              <ac:spMk id="6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654394894" sldId="2147483664"/>
              <ac:spMk id="7" creationId="{00000000-0000-0000-0000-000000000000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48:18.539" v="45" actId="20578"/>
          <pc:sldLayoutMkLst>
            <pc:docMk/>
            <pc:sldMasterMk cId="1145684193" sldId="2147483648"/>
            <pc:sldLayoutMk cId="375381354" sldId="2147483665"/>
          </pc:sldLayoutMkLst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75381354" sldId="2147483665"/>
              <ac:spMk id="2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75381354" sldId="2147483665"/>
              <ac:spMk id="3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75381354" sldId="2147483665"/>
              <ac:spMk id="4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75381354" sldId="2147483665"/>
              <ac:spMk id="6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375381354" sldId="2147483665"/>
              <ac:spMk id="7" creationId="{00000000-0000-0000-0000-000000000000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48:18.539" v="45" actId="20578"/>
          <pc:sldLayoutMkLst>
            <pc:docMk/>
            <pc:sldMasterMk cId="1145684193" sldId="2147483648"/>
            <pc:sldLayoutMk cId="727719103" sldId="2147483666"/>
          </pc:sldLayoutMkLst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727719103" sldId="2147483666"/>
              <ac:spMk id="2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727719103" sldId="2147483666"/>
              <ac:spMk id="3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727719103" sldId="2147483666"/>
              <ac:spMk id="4" creationId="{00000000-0000-0000-0000-000000000000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48:18.539" v="45" actId="20578"/>
          <pc:sldLayoutMkLst>
            <pc:docMk/>
            <pc:sldMasterMk cId="1145684193" sldId="2147483648"/>
            <pc:sldLayoutMk cId="1284256741" sldId="2147483667"/>
          </pc:sldLayoutMkLst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1284256741" sldId="2147483667"/>
              <ac:spMk id="5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1284256741" sldId="2147483667"/>
              <ac:spMk id="6" creationId="{00000000-0000-0000-0000-000000000000}"/>
            </ac:spMkLst>
          </pc:spChg>
        </pc:sldLayoutChg>
        <pc:sldLayoutChg chg="modSp mod ord modTransition">
          <pc:chgData name="Stephen John Stretton" userId="da8c780b-1aa2-4e36-94fb-871dc8111504" providerId="ADAL" clId="{226EF344-6C4D-4E7B-9150-880A375687F4}" dt="2022-08-11T20:48:18.539" v="45" actId="20578"/>
          <pc:sldLayoutMkLst>
            <pc:docMk/>
            <pc:sldMasterMk cId="1145684193" sldId="2147483648"/>
            <pc:sldLayoutMk cId="2505656635" sldId="2147483668"/>
          </pc:sldLayoutMkLst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2505656635" sldId="2147483668"/>
              <ac:spMk id="7" creationId="{00000000-0000-0000-0000-00000000000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2505656635" sldId="2147483668"/>
              <ac:spMk id="8" creationId="{00000000-0000-0000-0000-000000000000}"/>
            </ac:spMkLst>
          </pc:spChg>
        </pc:sldLayoutChg>
        <pc:sldLayoutChg chg="del">
          <pc:chgData name="Stephen John Stretton" userId="da8c780b-1aa2-4e36-94fb-871dc8111504" providerId="ADAL" clId="{226EF344-6C4D-4E7B-9150-880A375687F4}" dt="2022-08-11T20:47:40.767" v="40" actId="2696"/>
          <pc:sldLayoutMkLst>
            <pc:docMk/>
            <pc:sldMasterMk cId="3651013005" sldId="2147483660"/>
            <pc:sldLayoutMk cId="984578415" sldId="2147483669"/>
          </pc:sldLayoutMkLst>
        </pc:sldLayoutChg>
        <pc:sldLayoutChg chg="modSp mod ord modTransition">
          <pc:chgData name="Stephen John Stretton" userId="da8c780b-1aa2-4e36-94fb-871dc8111504" providerId="ADAL" clId="{226EF344-6C4D-4E7B-9150-880A375687F4}" dt="2022-08-11T20:48:18.539" v="45" actId="20578"/>
          <pc:sldLayoutMkLst>
            <pc:docMk/>
            <pc:sldMasterMk cId="1145684193" sldId="2147483648"/>
            <pc:sldLayoutMk cId="2486241989" sldId="2147483670"/>
          </pc:sldLayoutMkLst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2486241989" sldId="2147483670"/>
              <ac:spMk id="2" creationId="{987EDCC5-E573-4F29-85CE-D0FDF008C842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2486241989" sldId="2147483670"/>
              <ac:spMk id="3" creationId="{1F3291E0-9D49-45B0-8AD0-DA7406428FB0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2486241989" sldId="2147483670"/>
              <ac:spMk id="4" creationId="{24F3FED0-2A1D-4540-93C0-7BA50D006A33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2486241989" sldId="2147483670"/>
              <ac:spMk id="5" creationId="{F2CFE9F5-5456-4C3B-9CF2-6A5348BE6975}"/>
            </ac:spMkLst>
          </pc:spChg>
          <pc:spChg chg="mod">
            <ac:chgData name="Stephen John Stretton" userId="da8c780b-1aa2-4e36-94fb-871dc8111504" providerId="ADAL" clId="{226EF344-6C4D-4E7B-9150-880A375687F4}" dt="2022-08-11T20:48:18.539" v="45" actId="20578"/>
            <ac:spMkLst>
              <pc:docMk/>
              <pc:sldMasterMk cId="1145684193" sldId="2147483648"/>
              <pc:sldLayoutMk cId="2486241989" sldId="2147483670"/>
              <ac:spMk id="6" creationId="{429BAE82-46DC-4958-941E-045EFDA43F57}"/>
            </ac:spMkLst>
          </pc:spChg>
        </pc:sldLayoutChg>
      </pc:sldMasterChg>
      <pc:sldMasterChg chg="del delSldLayout">
        <pc:chgData name="Stephen John Stretton" userId="da8c780b-1aa2-4e36-94fb-871dc8111504" providerId="ADAL" clId="{226EF344-6C4D-4E7B-9150-880A375687F4}" dt="2022-08-11T20:58:40.045" v="150" actId="2696"/>
        <pc:sldMasterMkLst>
          <pc:docMk/>
          <pc:sldMasterMk cId="3946931434" sldId="2147483669"/>
        </pc:sldMasterMkLst>
        <pc:sldLayoutChg chg="del">
          <pc:chgData name="Stephen John Stretton" userId="da8c780b-1aa2-4e36-94fb-871dc8111504" providerId="ADAL" clId="{226EF344-6C4D-4E7B-9150-880A375687F4}" dt="2022-08-11T20:58:39.933" v="142" actId="2696"/>
          <pc:sldLayoutMkLst>
            <pc:docMk/>
            <pc:sldMasterMk cId="3946931434" sldId="2147483669"/>
            <pc:sldLayoutMk cId="771804172" sldId="2147483670"/>
          </pc:sldLayoutMkLst>
        </pc:sldLayoutChg>
        <pc:sldLayoutChg chg="del">
          <pc:chgData name="Stephen John Stretton" userId="da8c780b-1aa2-4e36-94fb-871dc8111504" providerId="ADAL" clId="{226EF344-6C4D-4E7B-9150-880A375687F4}" dt="2022-08-11T20:58:39.947" v="143" actId="2696"/>
          <pc:sldLayoutMkLst>
            <pc:docMk/>
            <pc:sldMasterMk cId="3946931434" sldId="2147483669"/>
            <pc:sldLayoutMk cId="966921596" sldId="2147483671"/>
          </pc:sldLayoutMkLst>
        </pc:sldLayoutChg>
        <pc:sldLayoutChg chg="del">
          <pc:chgData name="Stephen John Stretton" userId="da8c780b-1aa2-4e36-94fb-871dc8111504" providerId="ADAL" clId="{226EF344-6C4D-4E7B-9150-880A375687F4}" dt="2022-08-11T20:58:39.960" v="144" actId="2696"/>
          <pc:sldLayoutMkLst>
            <pc:docMk/>
            <pc:sldMasterMk cId="3946931434" sldId="2147483669"/>
            <pc:sldLayoutMk cId="1788342237" sldId="2147483672"/>
          </pc:sldLayoutMkLst>
        </pc:sldLayoutChg>
        <pc:sldLayoutChg chg="del">
          <pc:chgData name="Stephen John Stretton" userId="da8c780b-1aa2-4e36-94fb-871dc8111504" providerId="ADAL" clId="{226EF344-6C4D-4E7B-9150-880A375687F4}" dt="2022-08-11T20:58:39.982" v="145" actId="2696"/>
          <pc:sldLayoutMkLst>
            <pc:docMk/>
            <pc:sldMasterMk cId="3946931434" sldId="2147483669"/>
            <pc:sldLayoutMk cId="1140978028" sldId="2147483673"/>
          </pc:sldLayoutMkLst>
        </pc:sldLayoutChg>
        <pc:sldLayoutChg chg="del">
          <pc:chgData name="Stephen John Stretton" userId="da8c780b-1aa2-4e36-94fb-871dc8111504" providerId="ADAL" clId="{226EF344-6C4D-4E7B-9150-880A375687F4}" dt="2022-08-11T20:58:39.995" v="146" actId="2696"/>
          <pc:sldLayoutMkLst>
            <pc:docMk/>
            <pc:sldMasterMk cId="3946931434" sldId="2147483669"/>
            <pc:sldLayoutMk cId="1686197573" sldId="2147483674"/>
          </pc:sldLayoutMkLst>
        </pc:sldLayoutChg>
        <pc:sldLayoutChg chg="del">
          <pc:chgData name="Stephen John Stretton" userId="da8c780b-1aa2-4e36-94fb-871dc8111504" providerId="ADAL" clId="{226EF344-6C4D-4E7B-9150-880A375687F4}" dt="2022-08-11T20:58:40.007" v="147" actId="2696"/>
          <pc:sldLayoutMkLst>
            <pc:docMk/>
            <pc:sldMasterMk cId="3946931434" sldId="2147483669"/>
            <pc:sldLayoutMk cId="3426707231" sldId="2147483675"/>
          </pc:sldLayoutMkLst>
        </pc:sldLayoutChg>
        <pc:sldLayoutChg chg="del">
          <pc:chgData name="Stephen John Stretton" userId="da8c780b-1aa2-4e36-94fb-871dc8111504" providerId="ADAL" clId="{226EF344-6C4D-4E7B-9150-880A375687F4}" dt="2022-08-11T20:58:40.020" v="148" actId="2696"/>
          <pc:sldLayoutMkLst>
            <pc:docMk/>
            <pc:sldMasterMk cId="3946931434" sldId="2147483669"/>
            <pc:sldLayoutMk cId="1977204790" sldId="2147483676"/>
          </pc:sldLayoutMkLst>
        </pc:sldLayoutChg>
        <pc:sldLayoutChg chg="del">
          <pc:chgData name="Stephen John Stretton" userId="da8c780b-1aa2-4e36-94fb-871dc8111504" providerId="ADAL" clId="{226EF344-6C4D-4E7B-9150-880A375687F4}" dt="2022-08-11T20:58:40.036" v="149" actId="2696"/>
          <pc:sldLayoutMkLst>
            <pc:docMk/>
            <pc:sldMasterMk cId="3946931434" sldId="2147483669"/>
            <pc:sldLayoutMk cId="4187146251" sldId="2147483677"/>
          </pc:sldLayoutMkLst>
        </pc:sldLayoutChg>
      </pc:sldMasterChg>
      <pc:sldMasterChg chg="new del mod addSldLayout delSldLayout">
        <pc:chgData name="Stephen John Stretton" userId="da8c780b-1aa2-4e36-94fb-871dc8111504" providerId="ADAL" clId="{226EF344-6C4D-4E7B-9150-880A375687F4}" dt="2022-08-11T20:47:20.335" v="38" actId="6938"/>
        <pc:sldMasterMkLst>
          <pc:docMk/>
          <pc:sldMasterMk cId="3093214378" sldId="2147483671"/>
        </pc:sldMasterMkLst>
        <pc:sldLayoutChg chg="new del replId">
          <pc:chgData name="Stephen John Stretton" userId="da8c780b-1aa2-4e36-94fb-871dc8111504" providerId="ADAL" clId="{226EF344-6C4D-4E7B-9150-880A375687F4}" dt="2022-08-11T20:47:20.335" v="38" actId="6938"/>
          <pc:sldLayoutMkLst>
            <pc:docMk/>
            <pc:sldMasterMk cId="3093214378" sldId="2147483671"/>
            <pc:sldLayoutMk cId="1711409385" sldId="2147483672"/>
          </pc:sldLayoutMkLst>
        </pc:sldLayoutChg>
        <pc:sldLayoutChg chg="new del replId">
          <pc:chgData name="Stephen John Stretton" userId="da8c780b-1aa2-4e36-94fb-871dc8111504" providerId="ADAL" clId="{226EF344-6C4D-4E7B-9150-880A375687F4}" dt="2022-08-11T20:47:20.335" v="38" actId="6938"/>
          <pc:sldLayoutMkLst>
            <pc:docMk/>
            <pc:sldMasterMk cId="3093214378" sldId="2147483671"/>
            <pc:sldLayoutMk cId="1296094201" sldId="2147483673"/>
          </pc:sldLayoutMkLst>
        </pc:sldLayoutChg>
        <pc:sldLayoutChg chg="new del replId">
          <pc:chgData name="Stephen John Stretton" userId="da8c780b-1aa2-4e36-94fb-871dc8111504" providerId="ADAL" clId="{226EF344-6C4D-4E7B-9150-880A375687F4}" dt="2022-08-11T20:47:20.335" v="38" actId="6938"/>
          <pc:sldLayoutMkLst>
            <pc:docMk/>
            <pc:sldMasterMk cId="3093214378" sldId="2147483671"/>
            <pc:sldLayoutMk cId="4099795472" sldId="2147483674"/>
          </pc:sldLayoutMkLst>
        </pc:sldLayoutChg>
        <pc:sldLayoutChg chg="new del replId">
          <pc:chgData name="Stephen John Stretton" userId="da8c780b-1aa2-4e36-94fb-871dc8111504" providerId="ADAL" clId="{226EF344-6C4D-4E7B-9150-880A375687F4}" dt="2022-08-11T20:47:20.335" v="38" actId="6938"/>
          <pc:sldLayoutMkLst>
            <pc:docMk/>
            <pc:sldMasterMk cId="3093214378" sldId="2147483671"/>
            <pc:sldLayoutMk cId="2769796832" sldId="2147483675"/>
          </pc:sldLayoutMkLst>
        </pc:sldLayoutChg>
        <pc:sldLayoutChg chg="new del replId">
          <pc:chgData name="Stephen John Stretton" userId="da8c780b-1aa2-4e36-94fb-871dc8111504" providerId="ADAL" clId="{226EF344-6C4D-4E7B-9150-880A375687F4}" dt="2022-08-11T20:47:20.335" v="38" actId="6938"/>
          <pc:sldLayoutMkLst>
            <pc:docMk/>
            <pc:sldMasterMk cId="3093214378" sldId="2147483671"/>
            <pc:sldLayoutMk cId="3944017633" sldId="2147483676"/>
          </pc:sldLayoutMkLst>
        </pc:sldLayoutChg>
        <pc:sldLayoutChg chg="new del replId">
          <pc:chgData name="Stephen John Stretton" userId="da8c780b-1aa2-4e36-94fb-871dc8111504" providerId="ADAL" clId="{226EF344-6C4D-4E7B-9150-880A375687F4}" dt="2022-08-11T20:47:20.335" v="38" actId="6938"/>
          <pc:sldLayoutMkLst>
            <pc:docMk/>
            <pc:sldMasterMk cId="3093214378" sldId="2147483671"/>
            <pc:sldLayoutMk cId="2452430222" sldId="2147483677"/>
          </pc:sldLayoutMkLst>
        </pc:sldLayoutChg>
        <pc:sldLayoutChg chg="new del replId">
          <pc:chgData name="Stephen John Stretton" userId="da8c780b-1aa2-4e36-94fb-871dc8111504" providerId="ADAL" clId="{226EF344-6C4D-4E7B-9150-880A375687F4}" dt="2022-08-11T20:47:20.335" v="38" actId="6938"/>
          <pc:sldLayoutMkLst>
            <pc:docMk/>
            <pc:sldMasterMk cId="3093214378" sldId="2147483671"/>
            <pc:sldLayoutMk cId="1921365660" sldId="2147483678"/>
          </pc:sldLayoutMkLst>
        </pc:sldLayoutChg>
        <pc:sldLayoutChg chg="new del replId">
          <pc:chgData name="Stephen John Stretton" userId="da8c780b-1aa2-4e36-94fb-871dc8111504" providerId="ADAL" clId="{226EF344-6C4D-4E7B-9150-880A375687F4}" dt="2022-08-11T20:47:20.335" v="38" actId="6938"/>
          <pc:sldLayoutMkLst>
            <pc:docMk/>
            <pc:sldMasterMk cId="3093214378" sldId="2147483671"/>
            <pc:sldLayoutMk cId="491923828" sldId="2147483679"/>
          </pc:sldLayoutMkLst>
        </pc:sldLayoutChg>
        <pc:sldLayoutChg chg="new del replId">
          <pc:chgData name="Stephen John Stretton" userId="da8c780b-1aa2-4e36-94fb-871dc8111504" providerId="ADAL" clId="{226EF344-6C4D-4E7B-9150-880A375687F4}" dt="2022-08-11T20:47:20.335" v="38" actId="6938"/>
          <pc:sldLayoutMkLst>
            <pc:docMk/>
            <pc:sldMasterMk cId="3093214378" sldId="2147483671"/>
            <pc:sldLayoutMk cId="310591082" sldId="2147483680"/>
          </pc:sldLayoutMkLst>
        </pc:sldLayoutChg>
        <pc:sldLayoutChg chg="new del replId">
          <pc:chgData name="Stephen John Stretton" userId="da8c780b-1aa2-4e36-94fb-871dc8111504" providerId="ADAL" clId="{226EF344-6C4D-4E7B-9150-880A375687F4}" dt="2022-08-11T20:47:20.335" v="38" actId="6938"/>
          <pc:sldLayoutMkLst>
            <pc:docMk/>
            <pc:sldMasterMk cId="3093214378" sldId="2147483671"/>
            <pc:sldLayoutMk cId="1346057225" sldId="2147483681"/>
          </pc:sldLayoutMkLst>
        </pc:sldLayoutChg>
        <pc:sldLayoutChg chg="new del replId">
          <pc:chgData name="Stephen John Stretton" userId="da8c780b-1aa2-4e36-94fb-871dc8111504" providerId="ADAL" clId="{226EF344-6C4D-4E7B-9150-880A375687F4}" dt="2022-08-11T20:47:20.335" v="38" actId="6938"/>
          <pc:sldLayoutMkLst>
            <pc:docMk/>
            <pc:sldMasterMk cId="3093214378" sldId="2147483671"/>
            <pc:sldLayoutMk cId="118921454" sldId="214748368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34669E-2EED-49FB-B801-C68C11900A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58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8096B8-9D6D-4E40-9A24-8AF8CF7C5C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58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497F6-C74E-46A5-A68F-6A490141D4E0}" type="datetimeFigureOut">
              <a:rPr lang="en-US" smtClean="0"/>
              <a:t>8/11/2022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76E78-2B95-4446-A659-33D9988B72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03313"/>
            <a:ext cx="2971800" cy="58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6A4F3-9BBD-430C-BDBF-FD24CF7F4B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03313"/>
            <a:ext cx="2971800" cy="58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12816-557B-470F-89F5-9793805E7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860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6A7BB-9458-4B3A-922E-3C6C835D3FAD}" type="datetimeFigureOut">
              <a:rPr lang="en-US" smtClean="0"/>
              <a:t>8/11/2022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D1631-B835-4EBE-B7C9-68D5DDFD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13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41325" y="685800"/>
            <a:ext cx="6097588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2B22FE-F869-4CFE-92A0-938D0E41CCBF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ndes" panose="02000000000000000000" pitchFamily="50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ndes" panose="020000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AD4A4-215D-42FB-93BE-57AEA3C25758}" type="slidenum">
              <a:rPr lang="en-US" smtClean="0">
                <a:uFillTx/>
              </a:rPr>
              <a:pPr/>
              <a:t>4</a:t>
            </a:fld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74867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DCC5-E573-4F29-85CE-D0FDF008C8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>
                <a:latin typeface="Andes" panose="02000000000000000000" pitchFamily="50" charset="0"/>
              </a:defRPr>
            </a:lvl1pPr>
          </a:lstStyle>
          <a:p>
            <a:r>
              <a:rPr lang="en-US" dirty="0">
                <a:solidFill>
                  <a:srgbClr val="002060"/>
                </a:solidFill>
                <a:latin typeface="Andes" panose="02000000000000000000" pitchFamily="50" charset="0"/>
              </a:rPr>
              <a:t>Title in Andes and blue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291E0-9D49-45B0-8AD0-DA7406428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3FED0-2A1D-4540-93C0-7BA50D00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6960-7132-414E-B54D-5F3CC1A8A04D}" type="datetimeFigureOut">
              <a:rPr lang="en-US" smtClean="0"/>
              <a:t>8/11/2022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FE9F5-5456-4C3B-9CF2-6A5348BE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BAE82-46DC-4958-941E-045EFDA4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04667-B4E8-41A4-9112-B80D617C2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chemeClr val="accent2"/>
          </a:solidFill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ndes" panose="02000000000000000000" pitchFamily="50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chemeClr val="accent2"/>
          </a:solidFill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ndes" panose="02000000000000000000" pitchFamily="50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4606182"/>
            <a:ext cx="4127619" cy="2251817"/>
          </a:xfrm>
          <a:prstGeom prst="rect">
            <a:avLst/>
          </a:prstGeom>
          <a:blipFill dpi="0" rotWithShape="1">
            <a:blip r:embed="rId2">
              <a:alphaModFix amt="30000"/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ndes" panose="02000000000000000000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8FB95E4-C510-4D78-A115-7C5946B55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433" y="3013232"/>
            <a:ext cx="9719733" cy="1120462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Title</a:t>
            </a:r>
            <a:endParaRPr lang="en-US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839B0C5-D958-42F2-A99A-02E9BF447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1300" y="4402138"/>
            <a:ext cx="6858000" cy="165576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009FDA"/>
                </a:solidFill>
              </a:rPr>
              <a:t>[NAME]</a:t>
            </a:r>
          </a:p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009FDA"/>
                </a:solidFill>
              </a:rPr>
              <a:t>Environmental Tax Specialist</a:t>
            </a:r>
          </a:p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009FDA"/>
                </a:solidFill>
              </a:rPr>
              <a:t>EFI Chief Economist Office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975AEA-A763-4964-8F03-1CA37685AFDD}"/>
              </a:ext>
            </a:extLst>
          </p:cNvPr>
          <p:cNvSpPr/>
          <p:nvPr userDrawn="1"/>
        </p:nvSpPr>
        <p:spPr>
          <a:xfrm>
            <a:off x="0" y="1018858"/>
            <a:ext cx="12192000" cy="91440"/>
          </a:xfrm>
          <a:prstGeom prst="rect">
            <a:avLst/>
          </a:prstGeom>
          <a:solidFill>
            <a:schemeClr val="accent2"/>
          </a:solidFill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ndes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263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P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454516" y="1975644"/>
            <a:ext cx="5845717" cy="1011238"/>
          </a:xfrm>
        </p:spPr>
        <p:txBody>
          <a:bodyPr bIns="0"/>
          <a:lstStyle>
            <a:lvl1pPr>
              <a:defRPr sz="3500">
                <a:solidFill>
                  <a:schemeClr val="accent2"/>
                </a:solidFill>
                <a:latin typeface="Andes" panose="02000000000000000000" pitchFamily="50" charset="0"/>
                <a:cs typeface="Arial"/>
              </a:defRPr>
            </a:lvl1pPr>
          </a:lstStyle>
          <a:p>
            <a:pPr lvl="0"/>
            <a:r>
              <a:rPr lang="en-US" noProof="0" dirty="0"/>
              <a:t>Master Title: </a:t>
            </a:r>
            <a:br>
              <a:rPr lang="en-US" noProof="0" dirty="0"/>
            </a:br>
            <a:r>
              <a:rPr lang="en-US" noProof="0" dirty="0"/>
              <a:t>Version 1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096000" y="3871246"/>
            <a:ext cx="5379453" cy="20051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lang="en-US" sz="1600" b="0" dirty="0" smtClean="0"/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0" dirty="0"/>
              <a:t>Name of the contributor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0" dirty="0"/>
              <a:t>Environmental Tax Specialist, 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0" dirty="0"/>
              <a:t>EFI Chief Economist Office</a:t>
            </a:r>
          </a:p>
          <a:p>
            <a:pPr lvl="0"/>
            <a:r>
              <a:rPr lang="en-US" noProof="0" dirty="0"/>
              <a:t>Name of the event, venue</a:t>
            </a:r>
          </a:p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chemeClr val="accent2"/>
          </a:solidFill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ndes" panose="02000000000000000000" pitchFamily="50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chemeClr val="accent2"/>
          </a:solidFill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ndes" panose="02000000000000000000" pitchFamily="50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4606182"/>
            <a:ext cx="4127619" cy="2251817"/>
          </a:xfrm>
          <a:prstGeom prst="rect">
            <a:avLst/>
          </a:prstGeom>
          <a:blipFill dpi="0" rotWithShape="1">
            <a:blip r:embed="rId2">
              <a:alphaModFix amt="30000"/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ndes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189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pPr>
              <a:defRPr/>
            </a:pPr>
            <a:fld id="{EF62D93A-3BA0-8848-BFA3-D7046C1B555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1401F2-CFAC-4B22-8CA6-BE4878E0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8755"/>
            <a:ext cx="9144000" cy="2387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z="3600" dirty="0">
                <a:solidFill>
                  <a:srgbClr val="002060"/>
                </a:solidFill>
                <a:latin typeface="Andes" panose="02000000000000000000" pitchFamily="50" charset="0"/>
              </a:rPr>
              <a:t>Division between presentation parts</a:t>
            </a:r>
          </a:p>
        </p:txBody>
      </p:sp>
    </p:spTree>
    <p:extLst>
      <p:ext uri="{BB962C8B-B14F-4D97-AF65-F5344CB8AC3E}">
        <p14:creationId xmlns:p14="http://schemas.microsoft.com/office/powerpoint/2010/main" val="2038904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r>
              <a:rPr lang="en-US" noProof="0" dirty="0" err="1"/>
              <a:t>Titlemaster</a:t>
            </a:r>
            <a:endParaRPr lang="en-US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pPr>
              <a:defRPr/>
            </a:pPr>
            <a:fld id="{EF62D93A-3BA0-8848-BFA3-D7046C1B555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 hasCustomPrompt="1"/>
          </p:nvPr>
        </p:nvSpPr>
        <p:spPr>
          <a:xfrm>
            <a:off x="431800" y="3716338"/>
            <a:ext cx="11328400" cy="2305050"/>
          </a:xfrm>
        </p:spPr>
        <p:txBody>
          <a:bodyPr anchor="ctr" anchorCtr="1"/>
          <a:lstStyle>
            <a:lvl1pPr algn="ctr">
              <a:buFontTx/>
              <a:buNone/>
              <a:defRPr sz="2500">
                <a:solidFill>
                  <a:schemeClr val="accent1"/>
                </a:solidFill>
                <a:latin typeface="Andes" panose="02000000000000000000" pitchFamily="50" charset="0"/>
              </a:defRPr>
            </a:lvl1pPr>
            <a:lvl2pPr algn="ctr">
              <a:buFontTx/>
              <a:buNone/>
              <a:defRPr sz="2500">
                <a:solidFill>
                  <a:schemeClr val="accent1"/>
                </a:solidFill>
              </a:defRPr>
            </a:lvl2pPr>
            <a:lvl3pPr marL="0" indent="0" algn="ctr">
              <a:buFontTx/>
              <a:buNone/>
              <a:defRPr sz="2500">
                <a:solidFill>
                  <a:schemeClr val="accent1"/>
                </a:solidFill>
              </a:defRPr>
            </a:lvl3pPr>
            <a:lvl4pPr marL="0" indent="0" algn="ctr">
              <a:buFontTx/>
              <a:buNone/>
              <a:defRPr sz="2500">
                <a:solidFill>
                  <a:schemeClr val="accent1"/>
                </a:solidFill>
              </a:defRPr>
            </a:lvl4pPr>
            <a:lvl5pPr marL="0" indent="0" algn="ctr">
              <a:buFontTx/>
              <a:buNone/>
              <a:defRPr sz="25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 dirty="0" err="1"/>
              <a:t>Textmaster</a:t>
            </a:r>
            <a:endParaRPr lang="en-US" noProof="0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431800" y="1794617"/>
            <a:ext cx="11328400" cy="1778846"/>
          </a:xfrm>
        </p:spPr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r>
              <a:rPr lang="en-US" noProof="0" dirty="0"/>
              <a:t>Images</a:t>
            </a:r>
          </a:p>
        </p:txBody>
      </p:sp>
    </p:spTree>
    <p:extLst>
      <p:ext uri="{BB962C8B-B14F-4D97-AF65-F5344CB8AC3E}">
        <p14:creationId xmlns:p14="http://schemas.microsoft.com/office/powerpoint/2010/main" val="3654394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r>
              <a:rPr lang="en-US" noProof="0" dirty="0" err="1"/>
              <a:t>Titlemaster</a:t>
            </a:r>
            <a:endParaRPr lang="en-US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pPr>
              <a:defRPr/>
            </a:pPr>
            <a:fld id="{EF62D93A-3BA0-8848-BFA3-D7046C1B555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 hasCustomPrompt="1"/>
          </p:nvPr>
        </p:nvSpPr>
        <p:spPr>
          <a:xfrm>
            <a:off x="431802" y="1760434"/>
            <a:ext cx="5568949" cy="4260954"/>
          </a:xfrm>
        </p:spPr>
        <p:txBody>
          <a:bodyPr/>
          <a:lstStyle>
            <a:lvl1pPr algn="l">
              <a:buFontTx/>
              <a:buNone/>
              <a:defRPr sz="2500">
                <a:solidFill>
                  <a:schemeClr val="accent1"/>
                </a:solidFill>
                <a:latin typeface="Andes" panose="02000000000000000000" pitchFamily="50" charset="0"/>
              </a:defRPr>
            </a:lvl1pPr>
            <a:lvl2pPr algn="ctr">
              <a:buFontTx/>
              <a:buNone/>
              <a:defRPr sz="2500">
                <a:solidFill>
                  <a:schemeClr val="accent1"/>
                </a:solidFill>
              </a:defRPr>
            </a:lvl2pPr>
            <a:lvl3pPr marL="0" indent="0" algn="ctr">
              <a:buFontTx/>
              <a:buNone/>
              <a:defRPr sz="2500">
                <a:solidFill>
                  <a:schemeClr val="accent1"/>
                </a:solidFill>
              </a:defRPr>
            </a:lvl3pPr>
            <a:lvl4pPr marL="0" indent="0" algn="ctr">
              <a:buFontTx/>
              <a:buNone/>
              <a:defRPr sz="2500">
                <a:solidFill>
                  <a:schemeClr val="accent1"/>
                </a:solidFill>
              </a:defRPr>
            </a:lvl4pPr>
            <a:lvl5pPr marL="0" indent="0" algn="ctr">
              <a:buFontTx/>
              <a:buNone/>
              <a:defRPr sz="25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 dirty="0" err="1"/>
              <a:t>Textmaster</a:t>
            </a:r>
            <a:endParaRPr lang="en-US" noProof="0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6191251" y="1760434"/>
            <a:ext cx="5568949" cy="4260954"/>
          </a:xfrm>
        </p:spPr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r>
              <a:rPr lang="en-US" noProof="0" dirty="0"/>
              <a:t>Images</a:t>
            </a:r>
          </a:p>
        </p:txBody>
      </p:sp>
    </p:spTree>
    <p:extLst>
      <p:ext uri="{BB962C8B-B14F-4D97-AF65-F5344CB8AC3E}">
        <p14:creationId xmlns:p14="http://schemas.microsoft.com/office/powerpoint/2010/main" val="375381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78069" y="96494"/>
            <a:ext cx="11382131" cy="826698"/>
          </a:xfrm>
        </p:spPr>
        <p:txBody>
          <a:bodyPr/>
          <a:lstStyle>
            <a:lvl1pPr>
              <a:defRPr sz="2800" b="1">
                <a:latin typeface="Andes" panose="02000000000000000000" pitchFamily="50" charset="0"/>
              </a:defRPr>
            </a:lvl1pPr>
          </a:lstStyle>
          <a:p>
            <a:r>
              <a:rPr lang="en-US" noProof="0" dirty="0" err="1"/>
              <a:t>Titlemaster</a:t>
            </a:r>
            <a:endParaRPr lang="en-US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pPr>
              <a:defRPr/>
            </a:pPr>
            <a:fld id="{EF62D93A-3BA0-8848-BFA3-D7046C1B555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719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0" y="1278000"/>
            <a:ext cx="12192000" cy="5580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>
              <a:latin typeface="Andes" panose="02000000000000000000" pitchFamily="50" charset="0"/>
            </a:endParaRPr>
          </a:p>
        </p:txBody>
      </p:sp>
      <p:pic>
        <p:nvPicPr>
          <p:cNvPr id="14" name="Bild 13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5170206" y="1057374"/>
            <a:ext cx="6926119" cy="6012412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537067" y="1272561"/>
            <a:ext cx="9356419" cy="1011238"/>
          </a:xfrm>
        </p:spPr>
        <p:txBody>
          <a:bodyPr bIns="0"/>
          <a:lstStyle>
            <a:lvl1pPr>
              <a:defRPr sz="3500">
                <a:solidFill>
                  <a:schemeClr val="tx1"/>
                </a:solidFill>
                <a:latin typeface="Andes" panose="02000000000000000000" pitchFamily="50" charset="0"/>
                <a:cs typeface="Arial"/>
              </a:defRPr>
            </a:lvl1pPr>
          </a:lstStyle>
          <a:p>
            <a:pPr lvl="0"/>
            <a:r>
              <a:rPr lang="en-US" noProof="0" dirty="0"/>
              <a:t>Thank you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537291" y="4026716"/>
            <a:ext cx="9358312" cy="2089444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baseline="0">
                <a:solidFill>
                  <a:schemeClr val="accent2"/>
                </a:solidFill>
                <a:latin typeface="Andes" panose="02000000000000000000" pitchFamily="50" charset="0"/>
                <a:cs typeface="Arial"/>
              </a:defRPr>
            </a:lvl1pPr>
          </a:lstStyle>
          <a:p>
            <a:pPr lvl="0"/>
            <a:r>
              <a:rPr lang="en-US" noProof="0" dirty="0"/>
              <a:t>World Bank Group</a:t>
            </a:r>
          </a:p>
          <a:p>
            <a:pPr lvl="0"/>
            <a:r>
              <a:rPr lang="en-US" noProof="0" dirty="0"/>
              <a:t>Address Line 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Address Line 1</a:t>
            </a:r>
          </a:p>
          <a:p>
            <a:pPr lvl="0"/>
            <a:r>
              <a:rPr lang="en-US" noProof="0" dirty="0"/>
              <a:t>City ABC</a:t>
            </a:r>
          </a:p>
          <a:p>
            <a:pPr lvl="0"/>
            <a:r>
              <a:rPr lang="en-US" noProof="0" dirty="0"/>
              <a:t>State DEFG</a:t>
            </a:r>
          </a:p>
        </p:txBody>
      </p:sp>
    </p:spTree>
    <p:extLst>
      <p:ext uri="{BB962C8B-B14F-4D97-AF65-F5344CB8AC3E}">
        <p14:creationId xmlns:p14="http://schemas.microsoft.com/office/powerpoint/2010/main" val="2505656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9C3E7A-5C5B-4E11-AE2B-C5FFBE201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002060"/>
                </a:solidFill>
                <a:latin typeface="Andes" panose="02000000000000000000" pitchFamily="50" charset="0"/>
              </a:rPr>
              <a:t>Title in Andes and blue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3954D-EE21-4467-A556-69513D797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BDBFB-B194-4AE2-B4EE-B0EBF2CFA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D6960-7132-414E-B54D-5F3CC1A8A04D}" type="datetimeFigureOut">
              <a:rPr lang="en-US" smtClean="0"/>
              <a:t>8/11/2022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96F38-8528-4C0F-9760-6F064DBCD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F6849-6E5B-406A-A6FC-830B4D707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04667-B4E8-41A4-9112-B80D617C22F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1D07E742-2D97-4125-AD23-A530AC50153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137" y="6134658"/>
            <a:ext cx="3133725" cy="58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84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0" r:id="rId2"/>
    <p:sldLayoutId id="2147483661" r:id="rId3"/>
    <p:sldLayoutId id="2147483669" r:id="rId4"/>
    <p:sldLayoutId id="2147483664" r:id="rId5"/>
    <p:sldLayoutId id="2147483665" r:id="rId6"/>
    <p:sldLayoutId id="2147483666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rgbClr val="002060"/>
          </a:solidFill>
          <a:latin typeface="Andes" panose="020000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rgbClr val="002060"/>
          </a:solidFill>
          <a:latin typeface="Andes" panose="020000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rgbClr val="0070C0"/>
          </a:solidFill>
          <a:latin typeface="Andes" panose="020000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rgbClr val="0070C0"/>
          </a:solidFill>
          <a:latin typeface="Andes" panose="020000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0070C0"/>
          </a:solidFill>
          <a:latin typeface="Andes" panose="020000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0070C0"/>
          </a:solidFill>
          <a:latin typeface="Andes" panose="020000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Option 1 for Title</a:t>
            </a:r>
            <a:endParaRPr lang="en-US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009FDA"/>
                </a:solidFill>
              </a:rPr>
              <a:t>[NAME]</a:t>
            </a:r>
          </a:p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009FDA"/>
                </a:solidFill>
              </a:rPr>
              <a:t>Environmental Tax Specialist</a:t>
            </a:r>
          </a:p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009FDA"/>
                </a:solidFill>
              </a:rPr>
              <a:t>EFI Chief Economist Office</a:t>
            </a:r>
          </a:p>
        </p:txBody>
      </p:sp>
    </p:spTree>
    <p:extLst>
      <p:ext uri="{BB962C8B-B14F-4D97-AF65-F5344CB8AC3E}">
        <p14:creationId xmlns:p14="http://schemas.microsoft.com/office/powerpoint/2010/main" val="256680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AA50-0115-4ACE-8EA6-903B06854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Option 2 for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80A5D-3B45-46EC-9F5A-0A64CABD6F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242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B029-90F0-4B13-8D1B-1060FA8E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D7D56-D908-486D-9604-B8D86E2AC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Text</a:t>
            </a:r>
          </a:p>
          <a:p>
            <a:r>
              <a:rPr lang="en-US" dirty="0"/>
              <a:t>Bullet 1</a:t>
            </a:r>
          </a:p>
          <a:p>
            <a:pPr lvl="1"/>
            <a:r>
              <a:rPr lang="en-US" dirty="0"/>
              <a:t>Bullet 2</a:t>
            </a:r>
          </a:p>
        </p:txBody>
      </p:sp>
    </p:spTree>
    <p:extLst>
      <p:ext uri="{BB962C8B-B14F-4D97-AF65-F5344CB8AC3E}">
        <p14:creationId xmlns:p14="http://schemas.microsoft.com/office/powerpoint/2010/main" val="4291343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E606DD-D066-4020-99B8-4F9D94E94EA0}" type="slidenum">
              <a:rPr lang="en-US" smtClean="0">
                <a:uFillTx/>
              </a:rPr>
              <a:pPr/>
              <a:t>4</a:t>
            </a:fld>
            <a:endParaRPr lang="en-US" dirty="0"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2060"/>
                </a:solidFill>
                <a:latin typeface="Andes" panose="02000000000000000000" pitchFamily="50" charset="0"/>
              </a:rPr>
              <a:t>Division between presentation parts</a:t>
            </a:r>
          </a:p>
        </p:txBody>
      </p:sp>
    </p:spTree>
    <p:extLst>
      <p:ext uri="{BB962C8B-B14F-4D97-AF65-F5344CB8AC3E}">
        <p14:creationId xmlns:p14="http://schemas.microsoft.com/office/powerpoint/2010/main" val="3681589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F736-D673-444F-8BF1-8D5207E5A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1ADC7-CB5D-4ACD-AC5C-A77DF82EC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97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8033965C425B4096B45C738AFDD784" ma:contentTypeVersion="13" ma:contentTypeDescription="Create a new document." ma:contentTypeScope="" ma:versionID="90d1f92ce4eff8999e791862c98f7113">
  <xsd:schema xmlns:xsd="http://www.w3.org/2001/XMLSchema" xmlns:xs="http://www.w3.org/2001/XMLSchema" xmlns:p="http://schemas.microsoft.com/office/2006/metadata/properties" xmlns:ns2="6da25918-1bbc-4f8d-86b2-1161a4d0f75d" xmlns:ns3="76cbe74e-7cd4-4bc0-a35c-d3ee6e5e8f9f" targetNamespace="http://schemas.microsoft.com/office/2006/metadata/properties" ma:root="true" ma:fieldsID="7667f0c0deded8fbc28aee9e33ff06aa" ns2:_="" ns3:_="">
    <xsd:import namespace="6da25918-1bbc-4f8d-86b2-1161a4d0f75d"/>
    <xsd:import namespace="76cbe74e-7cd4-4bc0-a35c-d3ee6e5e8f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25918-1bbc-4f8d-86b2-1161a4d0f7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a6c10d7-b926-4fc0-945e-3cbf5049f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cbe74e-7cd4-4bc0-a35c-d3ee6e5e8f9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4c923a6-c63f-40b5-92dd-7685153e33d5}" ma:internalName="TaxCatchAll" ma:showField="CatchAllData" ma:web="76cbe74e-7cd4-4bc0-a35c-d3ee6e5e8f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a25918-1bbc-4f8d-86b2-1161a4d0f75d">
      <Terms xmlns="http://schemas.microsoft.com/office/infopath/2007/PartnerControls"/>
    </lcf76f155ced4ddcb4097134ff3c332f>
    <TaxCatchAll xmlns="76cbe74e-7cd4-4bc0-a35c-d3ee6e5e8f9f" xsi:nil="true"/>
  </documentManagement>
</p:properties>
</file>

<file path=customXml/itemProps1.xml><?xml version="1.0" encoding="utf-8"?>
<ds:datastoreItem xmlns:ds="http://schemas.openxmlformats.org/officeDocument/2006/customXml" ds:itemID="{27622014-EAB4-40B4-B8ED-D7D5AE44F889}"/>
</file>

<file path=customXml/itemProps2.xml><?xml version="1.0" encoding="utf-8"?>
<ds:datastoreItem xmlns:ds="http://schemas.openxmlformats.org/officeDocument/2006/customXml" ds:itemID="{03528D8C-79E0-4E26-80F6-8539C5106EF1}"/>
</file>

<file path=customXml/itemProps3.xml><?xml version="1.0" encoding="utf-8"?>
<ds:datastoreItem xmlns:ds="http://schemas.openxmlformats.org/officeDocument/2006/customXml" ds:itemID="{A3624678-732B-4E7A-AB20-E66B176E121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34</Words>
  <Application>Microsoft Office PowerPoint</Application>
  <PresentationFormat>Widescreen</PresentationFormat>
  <Paragraphs>14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Andes</vt:lpstr>
      <vt:lpstr>Arial</vt:lpstr>
      <vt:lpstr>Calibri</vt:lpstr>
      <vt:lpstr>Office Theme</vt:lpstr>
      <vt:lpstr> Option 1 for Title</vt:lpstr>
      <vt:lpstr>Option 2 for title</vt:lpstr>
      <vt:lpstr>Contents</vt:lpstr>
      <vt:lpstr>Division between presentation parts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Heine</dc:creator>
  <cp:lastModifiedBy>Stephen John Stretton</cp:lastModifiedBy>
  <cp:revision>4</cp:revision>
  <dcterms:created xsi:type="dcterms:W3CDTF">2019-12-09T03:47:28Z</dcterms:created>
  <dcterms:modified xsi:type="dcterms:W3CDTF">2022-08-11T21:13:49Z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0x010100E78033965C425B4096B45C738AFDD784</vt:lpwstr>
  </property>
  <property fmtid="{D5CDD505-2E9C-101B-9397-08002B2CF9AE}" pid="3" name="Order">
    <vt:r8>59635700</vt:r8>
  </property>
  <property fmtid="{D5CDD505-2E9C-101B-9397-08002B2CF9AE}" pid="4" name="_ExtendedDescription">
    <vt:lpwstr/>
  </property>
</Properties>
</file>