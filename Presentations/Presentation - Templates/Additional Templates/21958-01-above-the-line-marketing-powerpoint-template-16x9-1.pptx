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77" r:id="rId2"/>
    <p:sldId id="280" r:id="rId3"/>
    <p:sldId id="278" r:id="rId4"/>
    <p:sldId id="279" r:id="rId5"/>
    <p:sldId id="268" r:id="rId6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5FB1"/>
    <a:srgbClr val="23A4A9"/>
    <a:srgbClr val="34CA7A"/>
    <a:srgbClr val="E8E8E8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3"/>
    <p:restoredTop sz="94624"/>
  </p:normalViewPr>
  <p:slideViewPr>
    <p:cSldViewPr>
      <p:cViewPr varScale="1">
        <p:scale>
          <a:sx n="73" d="100"/>
          <a:sy n="73" d="100"/>
        </p:scale>
        <p:origin x="91" y="274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7/26/2023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You can safely remove this slide. This slide</a:t>
            </a:r>
            <a:r>
              <a:rPr lang="en-US" baseline="0"/>
              <a:t> design was provided by SlideModel.com – You can download more templates, shapes and elements for PowerPoint from http://slidemodel.com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6254F-9338-4BA9-B7AC-A66622A3D013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674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3887117"/>
            <a:ext cx="10360501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4399020"/>
            <a:ext cx="8532178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7/26/2023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6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718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3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7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8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6" y="1535113"/>
            <a:ext cx="538763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6" y="2174875"/>
            <a:ext cx="5387630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99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49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3" y="273049"/>
            <a:ext cx="4010039" cy="11620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2"/>
            <a:ext cx="6813892" cy="585311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3" y="1435102"/>
            <a:ext cx="4010039" cy="46910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81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43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14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58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39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39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22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7834" y="2870633"/>
            <a:ext cx="5930678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70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7/26/2023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A4F4D08-EF37-68C4-5DDD-9B00AAEDE458}"/>
              </a:ext>
            </a:extLst>
          </p:cNvPr>
          <p:cNvSpPr/>
          <p:nvPr/>
        </p:nvSpPr>
        <p:spPr>
          <a:xfrm>
            <a:off x="599768" y="2670048"/>
            <a:ext cx="11002297" cy="825419"/>
          </a:xfrm>
          <a:prstGeom prst="roundRect">
            <a:avLst>
              <a:gd name="adj" fmla="val 667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52AFD98-A872-240B-5C7F-30BDEE8D9E3E}"/>
              </a:ext>
            </a:extLst>
          </p:cNvPr>
          <p:cNvSpPr/>
          <p:nvPr/>
        </p:nvSpPr>
        <p:spPr>
          <a:xfrm>
            <a:off x="2381049" y="1960759"/>
            <a:ext cx="3109077" cy="791772"/>
          </a:xfrm>
          <a:prstGeom prst="roundRect">
            <a:avLst>
              <a:gd name="adj" fmla="val 8781"/>
            </a:avLst>
          </a:prstGeom>
          <a:solidFill>
            <a:schemeClr val="tx1">
              <a:alpha val="60000"/>
            </a:schemeClr>
          </a:soli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0F8C4BF-6965-171B-EF40-FE195BD53579}"/>
              </a:ext>
            </a:extLst>
          </p:cNvPr>
          <p:cNvSpPr/>
          <p:nvPr/>
        </p:nvSpPr>
        <p:spPr>
          <a:xfrm>
            <a:off x="5384954" y="1960759"/>
            <a:ext cx="3109077" cy="791772"/>
          </a:xfrm>
          <a:prstGeom prst="roundRect">
            <a:avLst>
              <a:gd name="adj" fmla="val 8781"/>
            </a:avLst>
          </a:prstGeom>
          <a:solidFill>
            <a:schemeClr val="tx1">
              <a:alpha val="60000"/>
            </a:schemeClr>
          </a:soli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F1758F5-5933-81E2-7777-B6F60AF6B207}"/>
              </a:ext>
            </a:extLst>
          </p:cNvPr>
          <p:cNvSpPr/>
          <p:nvPr/>
        </p:nvSpPr>
        <p:spPr>
          <a:xfrm>
            <a:off x="8388858" y="1960759"/>
            <a:ext cx="3109077" cy="791772"/>
          </a:xfrm>
          <a:prstGeom prst="roundRect">
            <a:avLst>
              <a:gd name="adj" fmla="val 8781"/>
            </a:avLst>
          </a:prstGeom>
          <a:solidFill>
            <a:schemeClr val="tx1">
              <a:alpha val="60000"/>
            </a:schemeClr>
          </a:soli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FB7F194-5753-E470-506F-C33AD31C2A53}"/>
              </a:ext>
            </a:extLst>
          </p:cNvPr>
          <p:cNvSpPr/>
          <p:nvPr/>
        </p:nvSpPr>
        <p:spPr>
          <a:xfrm>
            <a:off x="599768" y="3540956"/>
            <a:ext cx="11002297" cy="825419"/>
          </a:xfrm>
          <a:prstGeom prst="roundRect">
            <a:avLst>
              <a:gd name="adj" fmla="val 667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21775A46-E851-6843-F2B2-2A3BA21F8FFD}"/>
              </a:ext>
            </a:extLst>
          </p:cNvPr>
          <p:cNvSpPr/>
          <p:nvPr/>
        </p:nvSpPr>
        <p:spPr>
          <a:xfrm>
            <a:off x="599768" y="5282773"/>
            <a:ext cx="11002297" cy="825419"/>
          </a:xfrm>
          <a:prstGeom prst="roundRect">
            <a:avLst>
              <a:gd name="adj" fmla="val 667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6C2DF79-D63E-BD63-03D8-DB8B7E51D79C}"/>
              </a:ext>
            </a:extLst>
          </p:cNvPr>
          <p:cNvSpPr/>
          <p:nvPr/>
        </p:nvSpPr>
        <p:spPr>
          <a:xfrm>
            <a:off x="599768" y="4411864"/>
            <a:ext cx="11002297" cy="825419"/>
          </a:xfrm>
          <a:prstGeom prst="roundRect">
            <a:avLst>
              <a:gd name="adj" fmla="val 667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3A2555-B2E9-8DEB-B405-A828E2532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/>
          <a:lstStyle/>
          <a:p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Above The Line Marketing Slide Template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A96AB1A-F90D-2530-943E-759F4DF54FC2}"/>
              </a:ext>
            </a:extLst>
          </p:cNvPr>
          <p:cNvSpPr/>
          <p:nvPr/>
        </p:nvSpPr>
        <p:spPr>
          <a:xfrm>
            <a:off x="2717262" y="1133856"/>
            <a:ext cx="2696021" cy="5191175"/>
          </a:xfrm>
          <a:prstGeom prst="roundRect">
            <a:avLst>
              <a:gd name="adj" fmla="val 7417"/>
            </a:avLst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4E21D9D-CB59-742E-5B7C-15EC51AECFD4}"/>
              </a:ext>
            </a:extLst>
          </p:cNvPr>
          <p:cNvSpPr/>
          <p:nvPr/>
        </p:nvSpPr>
        <p:spPr>
          <a:xfrm>
            <a:off x="5721166" y="1133856"/>
            <a:ext cx="2696021" cy="5191175"/>
          </a:xfrm>
          <a:prstGeom prst="roundRect">
            <a:avLst>
              <a:gd name="adj" fmla="val 7417"/>
            </a:avLst>
          </a:prstGeom>
          <a:noFill/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06894DE-3D00-C2C6-5575-E33D2F9B7030}"/>
              </a:ext>
            </a:extLst>
          </p:cNvPr>
          <p:cNvSpPr/>
          <p:nvPr/>
        </p:nvSpPr>
        <p:spPr>
          <a:xfrm>
            <a:off x="8725071" y="1133856"/>
            <a:ext cx="2696021" cy="5191175"/>
          </a:xfrm>
          <a:prstGeom prst="roundRect">
            <a:avLst>
              <a:gd name="adj" fmla="val 7417"/>
            </a:avLst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79243A-60CC-B2B4-5391-AA0823848144}"/>
              </a:ext>
            </a:extLst>
          </p:cNvPr>
          <p:cNvSpPr txBox="1"/>
          <p:nvPr/>
        </p:nvSpPr>
        <p:spPr>
          <a:xfrm>
            <a:off x="8960468" y="2789853"/>
            <a:ext cx="2225226" cy="585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This is a sample text. Insert your desired text here.</a:t>
            </a:r>
            <a:endParaRPr lang="en-US" sz="1400" kern="0" dirty="0">
              <a:solidFill>
                <a:schemeClr val="tx1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B1F8349-AA56-5C46-3C10-04B7469FE43A}"/>
              </a:ext>
            </a:extLst>
          </p:cNvPr>
          <p:cNvSpPr/>
          <p:nvPr/>
        </p:nvSpPr>
        <p:spPr>
          <a:xfrm>
            <a:off x="2604722" y="1805496"/>
            <a:ext cx="2921101" cy="705416"/>
          </a:xfrm>
          <a:prstGeom prst="roundRect">
            <a:avLst>
              <a:gd name="adj" fmla="val 878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EE7B645-172C-E94A-CAB0-F2AB210BDD86}"/>
              </a:ext>
            </a:extLst>
          </p:cNvPr>
          <p:cNvSpPr/>
          <p:nvPr/>
        </p:nvSpPr>
        <p:spPr>
          <a:xfrm>
            <a:off x="5608626" y="1805496"/>
            <a:ext cx="2921101" cy="705416"/>
          </a:xfrm>
          <a:prstGeom prst="roundRect">
            <a:avLst>
              <a:gd name="adj" fmla="val 8781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CA58877-0C56-26B4-DA68-47361B7D33C2}"/>
              </a:ext>
            </a:extLst>
          </p:cNvPr>
          <p:cNvSpPr/>
          <p:nvPr/>
        </p:nvSpPr>
        <p:spPr>
          <a:xfrm>
            <a:off x="8612531" y="1805496"/>
            <a:ext cx="2921101" cy="705416"/>
          </a:xfrm>
          <a:prstGeom prst="roundRect">
            <a:avLst>
              <a:gd name="adj" fmla="val 8781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C4986DF-CAC5-CDDE-5804-E35DBDCE0103}"/>
              </a:ext>
            </a:extLst>
          </p:cNvPr>
          <p:cNvSpPr txBox="1"/>
          <p:nvPr/>
        </p:nvSpPr>
        <p:spPr>
          <a:xfrm>
            <a:off x="3042241" y="2006568"/>
            <a:ext cx="2046062" cy="300356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ABOVE THE LINE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257437E-8E8D-4E46-A433-E5E740C35938}"/>
              </a:ext>
            </a:extLst>
          </p:cNvPr>
          <p:cNvSpPr txBox="1"/>
          <p:nvPr/>
        </p:nvSpPr>
        <p:spPr>
          <a:xfrm>
            <a:off x="6046145" y="2008026"/>
            <a:ext cx="2046062" cy="300356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BELOW THE LINE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53BE5F-916E-A7F2-D57F-C9354E088FDE}"/>
              </a:ext>
            </a:extLst>
          </p:cNvPr>
          <p:cNvSpPr txBox="1"/>
          <p:nvPr/>
        </p:nvSpPr>
        <p:spPr>
          <a:xfrm>
            <a:off x="9050050" y="2008026"/>
            <a:ext cx="2046062" cy="300356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THROUGH THE LINE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F1D259-0156-CCA3-FED6-470F558511C1}"/>
              </a:ext>
            </a:extLst>
          </p:cNvPr>
          <p:cNvSpPr txBox="1"/>
          <p:nvPr/>
        </p:nvSpPr>
        <p:spPr>
          <a:xfrm>
            <a:off x="3706360" y="1341121"/>
            <a:ext cx="717825" cy="3695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ATL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D86708D-B2C3-C86C-8F52-088A5C05C814}"/>
              </a:ext>
            </a:extLst>
          </p:cNvPr>
          <p:cNvSpPr txBox="1"/>
          <p:nvPr/>
        </p:nvSpPr>
        <p:spPr>
          <a:xfrm>
            <a:off x="6712828" y="1341121"/>
            <a:ext cx="712696" cy="3695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BTL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B069011-E3F1-EBBA-2ACD-104BBF4727C4}"/>
              </a:ext>
            </a:extLst>
          </p:cNvPr>
          <p:cNvSpPr txBox="1"/>
          <p:nvPr/>
        </p:nvSpPr>
        <p:spPr>
          <a:xfrm>
            <a:off x="9717984" y="1341121"/>
            <a:ext cx="710195" cy="3695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TTL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3313786-E779-DEE4-1C13-7327F27A4B2B}"/>
              </a:ext>
            </a:extLst>
          </p:cNvPr>
          <p:cNvSpPr txBox="1"/>
          <p:nvPr/>
        </p:nvSpPr>
        <p:spPr>
          <a:xfrm>
            <a:off x="1405601" y="2932579"/>
            <a:ext cx="1111457" cy="300356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MEDIA</a:t>
            </a:r>
            <a:endParaRPr lang="en-IN" sz="1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9CE7C5B-503B-B688-365B-08D5A60A1552}"/>
              </a:ext>
            </a:extLst>
          </p:cNvPr>
          <p:cNvSpPr txBox="1"/>
          <p:nvPr/>
        </p:nvSpPr>
        <p:spPr>
          <a:xfrm>
            <a:off x="1405601" y="3803487"/>
            <a:ext cx="1111457" cy="300356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COST</a:t>
            </a:r>
            <a:endParaRPr lang="en-IN" sz="1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2193E22-A119-5B8C-6FCC-95498F17EEC8}"/>
              </a:ext>
            </a:extLst>
          </p:cNvPr>
          <p:cNvSpPr txBox="1"/>
          <p:nvPr/>
        </p:nvSpPr>
        <p:spPr>
          <a:xfrm>
            <a:off x="1405601" y="4674395"/>
            <a:ext cx="1111457" cy="300356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AUDIENCE</a:t>
            </a:r>
            <a:endParaRPr lang="en-IN" sz="1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0D1D151-DD4F-AFA6-D40D-C0BBC43D3992}"/>
              </a:ext>
            </a:extLst>
          </p:cNvPr>
          <p:cNvSpPr txBox="1"/>
          <p:nvPr/>
        </p:nvSpPr>
        <p:spPr>
          <a:xfrm>
            <a:off x="1405601" y="5545304"/>
            <a:ext cx="1111457" cy="300356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FEEDBACK</a:t>
            </a:r>
            <a:endParaRPr lang="en-IN" sz="1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BF08532-BC8C-0A12-9A39-444DF3C9D55E}"/>
              </a:ext>
            </a:extLst>
          </p:cNvPr>
          <p:cNvSpPr txBox="1"/>
          <p:nvPr/>
        </p:nvSpPr>
        <p:spPr>
          <a:xfrm>
            <a:off x="5956563" y="2789853"/>
            <a:ext cx="2225226" cy="585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This is a sample text. Insert your desired text here.</a:t>
            </a:r>
            <a:endParaRPr lang="en-US" sz="1400" kern="0" dirty="0">
              <a:solidFill>
                <a:schemeClr val="tx1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72A0340-D352-B274-96F4-C98D1B9FD55C}"/>
              </a:ext>
            </a:extLst>
          </p:cNvPr>
          <p:cNvSpPr txBox="1"/>
          <p:nvPr/>
        </p:nvSpPr>
        <p:spPr>
          <a:xfrm>
            <a:off x="2952659" y="2789853"/>
            <a:ext cx="2225226" cy="585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This is a sample text. Insert your desired text here.</a:t>
            </a:r>
            <a:endParaRPr lang="en-US" sz="1400" kern="0" dirty="0">
              <a:solidFill>
                <a:schemeClr val="tx1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9D87912-A820-B085-1F83-921A72FEBFE7}"/>
              </a:ext>
            </a:extLst>
          </p:cNvPr>
          <p:cNvSpPr txBox="1"/>
          <p:nvPr/>
        </p:nvSpPr>
        <p:spPr>
          <a:xfrm>
            <a:off x="8960468" y="3660761"/>
            <a:ext cx="2225226" cy="585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This is a sample text. Insert your desired text here.</a:t>
            </a:r>
            <a:endParaRPr lang="en-US" sz="1400" kern="0" dirty="0">
              <a:solidFill>
                <a:schemeClr val="tx1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412929F-4A23-ABA1-7BE7-DCB9F8C79B5D}"/>
              </a:ext>
            </a:extLst>
          </p:cNvPr>
          <p:cNvSpPr txBox="1"/>
          <p:nvPr/>
        </p:nvSpPr>
        <p:spPr>
          <a:xfrm>
            <a:off x="5956563" y="3660761"/>
            <a:ext cx="2225226" cy="585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This is a sample text. Insert your desired text here.</a:t>
            </a:r>
            <a:endParaRPr lang="en-US" sz="1400" kern="0" dirty="0">
              <a:solidFill>
                <a:schemeClr val="tx1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734FDF9-A608-03ED-10C9-7267652B3ED7}"/>
              </a:ext>
            </a:extLst>
          </p:cNvPr>
          <p:cNvSpPr txBox="1"/>
          <p:nvPr/>
        </p:nvSpPr>
        <p:spPr>
          <a:xfrm>
            <a:off x="2952659" y="3660761"/>
            <a:ext cx="2225226" cy="585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This is a sample text. Insert your desired text here.</a:t>
            </a:r>
            <a:endParaRPr lang="en-US" sz="1400" kern="0" dirty="0">
              <a:solidFill>
                <a:schemeClr val="tx1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C6E2F13-A57E-B025-A999-8E316B25E289}"/>
              </a:ext>
            </a:extLst>
          </p:cNvPr>
          <p:cNvSpPr txBox="1"/>
          <p:nvPr/>
        </p:nvSpPr>
        <p:spPr>
          <a:xfrm>
            <a:off x="8960468" y="4531669"/>
            <a:ext cx="2225226" cy="585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This is a sample text. Insert your desired text here.</a:t>
            </a:r>
            <a:endParaRPr lang="en-US" sz="1400" kern="0" dirty="0">
              <a:solidFill>
                <a:schemeClr val="tx1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2D1E395-3E7C-F105-54E5-554F5DDFC458}"/>
              </a:ext>
            </a:extLst>
          </p:cNvPr>
          <p:cNvSpPr txBox="1"/>
          <p:nvPr/>
        </p:nvSpPr>
        <p:spPr>
          <a:xfrm>
            <a:off x="5956563" y="4531669"/>
            <a:ext cx="2225226" cy="585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This is a sample text. Insert your desired text here.</a:t>
            </a:r>
            <a:endParaRPr lang="en-US" sz="1400" kern="0" dirty="0">
              <a:solidFill>
                <a:schemeClr val="tx1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BBA347E-5342-E7A5-AD9A-9DE6A8106D3D}"/>
              </a:ext>
            </a:extLst>
          </p:cNvPr>
          <p:cNvSpPr txBox="1"/>
          <p:nvPr/>
        </p:nvSpPr>
        <p:spPr>
          <a:xfrm>
            <a:off x="2952659" y="4531669"/>
            <a:ext cx="2225226" cy="585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This is a sample text. Insert your desired text here.</a:t>
            </a:r>
            <a:endParaRPr lang="en-US" sz="1400" kern="0" dirty="0">
              <a:solidFill>
                <a:schemeClr val="tx1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0570C74-AEF7-33E9-6395-23795667C252}"/>
              </a:ext>
            </a:extLst>
          </p:cNvPr>
          <p:cNvSpPr txBox="1"/>
          <p:nvPr/>
        </p:nvSpPr>
        <p:spPr>
          <a:xfrm>
            <a:off x="8960468" y="5402578"/>
            <a:ext cx="2225226" cy="585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This is a sample text. Insert your desired text here.</a:t>
            </a:r>
            <a:endParaRPr lang="en-US" sz="1400" kern="0" dirty="0">
              <a:solidFill>
                <a:schemeClr val="tx1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5FC5C7C-4698-F289-0BBC-A05D56D26B9E}"/>
              </a:ext>
            </a:extLst>
          </p:cNvPr>
          <p:cNvSpPr txBox="1"/>
          <p:nvPr/>
        </p:nvSpPr>
        <p:spPr>
          <a:xfrm>
            <a:off x="5956563" y="5402578"/>
            <a:ext cx="2225226" cy="585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This is a sample text. Insert your desired text here.</a:t>
            </a:r>
            <a:endParaRPr lang="en-US" sz="1400" kern="0" dirty="0">
              <a:solidFill>
                <a:schemeClr val="tx1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C054BDB-5629-6A6A-11CF-C432919BEB58}"/>
              </a:ext>
            </a:extLst>
          </p:cNvPr>
          <p:cNvSpPr txBox="1"/>
          <p:nvPr/>
        </p:nvSpPr>
        <p:spPr>
          <a:xfrm>
            <a:off x="2952659" y="5402578"/>
            <a:ext cx="2225226" cy="585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This is a sample text. Insert your desired text here.</a:t>
            </a:r>
            <a:endParaRPr lang="en-US" sz="1400" kern="0" dirty="0">
              <a:solidFill>
                <a:schemeClr val="tx1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</p:txBody>
      </p:sp>
      <p:pic>
        <p:nvPicPr>
          <p:cNvPr id="67" name="Graphic 66" descr="Presentation with media with solid fill">
            <a:extLst>
              <a:ext uri="{FF2B5EF4-FFF2-40B4-BE49-F238E27FC236}">
                <a16:creationId xmlns:a16="http://schemas.microsoft.com/office/drawing/2014/main" id="{ABE54014-E2A8-FA43-49B5-D8DAA1C8B1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4667" y="2871297"/>
            <a:ext cx="422920" cy="422920"/>
          </a:xfrm>
          <a:prstGeom prst="rect">
            <a:avLst/>
          </a:prstGeom>
        </p:spPr>
      </p:pic>
      <p:pic>
        <p:nvPicPr>
          <p:cNvPr id="69" name="Graphic 68" descr="Coins with solid fill">
            <a:extLst>
              <a:ext uri="{FF2B5EF4-FFF2-40B4-BE49-F238E27FC236}">
                <a16:creationId xmlns:a16="http://schemas.microsoft.com/office/drawing/2014/main" id="{8FF8812D-C6B0-5BF2-C73F-AE597C7786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4667" y="3742205"/>
            <a:ext cx="422920" cy="422920"/>
          </a:xfrm>
          <a:prstGeom prst="rect">
            <a:avLst/>
          </a:prstGeom>
        </p:spPr>
      </p:pic>
      <p:pic>
        <p:nvPicPr>
          <p:cNvPr id="71" name="Graphic 70" descr="Clapping hands with solid fill">
            <a:extLst>
              <a:ext uri="{FF2B5EF4-FFF2-40B4-BE49-F238E27FC236}">
                <a16:creationId xmlns:a16="http://schemas.microsoft.com/office/drawing/2014/main" id="{04169DF3-95B9-4E3A-98FF-C2BB72C3E4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4667" y="4613113"/>
            <a:ext cx="422920" cy="422920"/>
          </a:xfrm>
          <a:prstGeom prst="rect">
            <a:avLst/>
          </a:prstGeom>
        </p:spPr>
      </p:pic>
      <p:pic>
        <p:nvPicPr>
          <p:cNvPr id="73" name="Graphic 72" descr="Rating with solid fill">
            <a:extLst>
              <a:ext uri="{FF2B5EF4-FFF2-40B4-BE49-F238E27FC236}">
                <a16:creationId xmlns:a16="http://schemas.microsoft.com/office/drawing/2014/main" id="{EA5E33DA-9744-EA61-254D-85BC9E21A3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4667" y="5484022"/>
            <a:ext cx="422920" cy="42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03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A4F4D08-EF37-68C4-5DDD-9B00AAEDE458}"/>
              </a:ext>
            </a:extLst>
          </p:cNvPr>
          <p:cNvSpPr/>
          <p:nvPr/>
        </p:nvSpPr>
        <p:spPr>
          <a:xfrm>
            <a:off x="599768" y="2670048"/>
            <a:ext cx="11002297" cy="825419"/>
          </a:xfrm>
          <a:prstGeom prst="roundRect">
            <a:avLst>
              <a:gd name="adj" fmla="val 667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52AFD98-A872-240B-5C7F-30BDEE8D9E3E}"/>
              </a:ext>
            </a:extLst>
          </p:cNvPr>
          <p:cNvSpPr/>
          <p:nvPr/>
        </p:nvSpPr>
        <p:spPr>
          <a:xfrm>
            <a:off x="2381049" y="1960759"/>
            <a:ext cx="3109077" cy="791772"/>
          </a:xfrm>
          <a:prstGeom prst="roundRect">
            <a:avLst>
              <a:gd name="adj" fmla="val 8781"/>
            </a:avLst>
          </a:prstGeom>
          <a:solidFill>
            <a:schemeClr val="tx1">
              <a:alpha val="60000"/>
            </a:schemeClr>
          </a:soli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0F8C4BF-6965-171B-EF40-FE195BD53579}"/>
              </a:ext>
            </a:extLst>
          </p:cNvPr>
          <p:cNvSpPr/>
          <p:nvPr/>
        </p:nvSpPr>
        <p:spPr>
          <a:xfrm>
            <a:off x="5384954" y="1960759"/>
            <a:ext cx="3109077" cy="791772"/>
          </a:xfrm>
          <a:prstGeom prst="roundRect">
            <a:avLst>
              <a:gd name="adj" fmla="val 8781"/>
            </a:avLst>
          </a:prstGeom>
          <a:solidFill>
            <a:schemeClr val="tx1">
              <a:alpha val="60000"/>
            </a:schemeClr>
          </a:soli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F1758F5-5933-81E2-7777-B6F60AF6B207}"/>
              </a:ext>
            </a:extLst>
          </p:cNvPr>
          <p:cNvSpPr/>
          <p:nvPr/>
        </p:nvSpPr>
        <p:spPr>
          <a:xfrm>
            <a:off x="8388858" y="1960759"/>
            <a:ext cx="3109077" cy="791772"/>
          </a:xfrm>
          <a:prstGeom prst="roundRect">
            <a:avLst>
              <a:gd name="adj" fmla="val 8781"/>
            </a:avLst>
          </a:prstGeom>
          <a:solidFill>
            <a:schemeClr val="tx1">
              <a:alpha val="60000"/>
            </a:schemeClr>
          </a:soli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FB7F194-5753-E470-506F-C33AD31C2A53}"/>
              </a:ext>
            </a:extLst>
          </p:cNvPr>
          <p:cNvSpPr/>
          <p:nvPr/>
        </p:nvSpPr>
        <p:spPr>
          <a:xfrm>
            <a:off x="599768" y="3540956"/>
            <a:ext cx="11002297" cy="825419"/>
          </a:xfrm>
          <a:prstGeom prst="roundRect">
            <a:avLst>
              <a:gd name="adj" fmla="val 667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21775A46-E851-6843-F2B2-2A3BA21F8FFD}"/>
              </a:ext>
            </a:extLst>
          </p:cNvPr>
          <p:cNvSpPr/>
          <p:nvPr/>
        </p:nvSpPr>
        <p:spPr>
          <a:xfrm>
            <a:off x="599768" y="5282773"/>
            <a:ext cx="11002297" cy="825419"/>
          </a:xfrm>
          <a:prstGeom prst="roundRect">
            <a:avLst>
              <a:gd name="adj" fmla="val 667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6C2DF79-D63E-BD63-03D8-DB8B7E51D79C}"/>
              </a:ext>
            </a:extLst>
          </p:cNvPr>
          <p:cNvSpPr/>
          <p:nvPr/>
        </p:nvSpPr>
        <p:spPr>
          <a:xfrm>
            <a:off x="599768" y="4411864"/>
            <a:ext cx="11002297" cy="825419"/>
          </a:xfrm>
          <a:prstGeom prst="roundRect">
            <a:avLst>
              <a:gd name="adj" fmla="val 667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65D1E1C-421D-8A75-7C46-43ABCB9128C8}"/>
              </a:ext>
            </a:extLst>
          </p:cNvPr>
          <p:cNvSpPr/>
          <p:nvPr/>
        </p:nvSpPr>
        <p:spPr>
          <a:xfrm>
            <a:off x="2721185" y="1137364"/>
            <a:ext cx="2696021" cy="5191175"/>
          </a:xfrm>
          <a:prstGeom prst="roundRect">
            <a:avLst>
              <a:gd name="adj" fmla="val 7417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3A2555-B2E9-8DEB-B405-A828E2532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/>
          <a:lstStyle/>
          <a:p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Above The Line Marketing Slide Template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A96AB1A-F90D-2530-943E-759F4DF54FC2}"/>
              </a:ext>
            </a:extLst>
          </p:cNvPr>
          <p:cNvSpPr/>
          <p:nvPr/>
        </p:nvSpPr>
        <p:spPr>
          <a:xfrm>
            <a:off x="2717262" y="1133856"/>
            <a:ext cx="2696021" cy="5191175"/>
          </a:xfrm>
          <a:prstGeom prst="roundRect">
            <a:avLst>
              <a:gd name="adj" fmla="val 7417"/>
            </a:avLst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4E21D9D-CB59-742E-5B7C-15EC51AECFD4}"/>
              </a:ext>
            </a:extLst>
          </p:cNvPr>
          <p:cNvSpPr/>
          <p:nvPr/>
        </p:nvSpPr>
        <p:spPr>
          <a:xfrm>
            <a:off x="5721166" y="1133856"/>
            <a:ext cx="2696021" cy="5191175"/>
          </a:xfrm>
          <a:prstGeom prst="roundRect">
            <a:avLst>
              <a:gd name="adj" fmla="val 7417"/>
            </a:avLst>
          </a:prstGeom>
          <a:noFill/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06894DE-3D00-C2C6-5575-E33D2F9B7030}"/>
              </a:ext>
            </a:extLst>
          </p:cNvPr>
          <p:cNvSpPr/>
          <p:nvPr/>
        </p:nvSpPr>
        <p:spPr>
          <a:xfrm>
            <a:off x="8725071" y="1133856"/>
            <a:ext cx="2696021" cy="5191175"/>
          </a:xfrm>
          <a:prstGeom prst="roundRect">
            <a:avLst>
              <a:gd name="adj" fmla="val 7417"/>
            </a:avLst>
          </a:prstGeom>
          <a:noFill/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79243A-60CC-B2B4-5391-AA0823848144}"/>
              </a:ext>
            </a:extLst>
          </p:cNvPr>
          <p:cNvSpPr txBox="1"/>
          <p:nvPr/>
        </p:nvSpPr>
        <p:spPr>
          <a:xfrm>
            <a:off x="8960468" y="2789853"/>
            <a:ext cx="2225226" cy="585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This is a sample text. Insert your desired text here.</a:t>
            </a:r>
            <a:endParaRPr lang="en-US" sz="1400" kern="0" dirty="0">
              <a:solidFill>
                <a:schemeClr val="tx1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B1F8349-AA56-5C46-3C10-04B7469FE43A}"/>
              </a:ext>
            </a:extLst>
          </p:cNvPr>
          <p:cNvSpPr/>
          <p:nvPr/>
        </p:nvSpPr>
        <p:spPr>
          <a:xfrm>
            <a:off x="2604722" y="1805496"/>
            <a:ext cx="2921101" cy="705416"/>
          </a:xfrm>
          <a:prstGeom prst="roundRect">
            <a:avLst>
              <a:gd name="adj" fmla="val 878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EE7B645-172C-E94A-CAB0-F2AB210BDD86}"/>
              </a:ext>
            </a:extLst>
          </p:cNvPr>
          <p:cNvSpPr/>
          <p:nvPr/>
        </p:nvSpPr>
        <p:spPr>
          <a:xfrm>
            <a:off x="5608626" y="1805496"/>
            <a:ext cx="2921101" cy="705416"/>
          </a:xfrm>
          <a:prstGeom prst="roundRect">
            <a:avLst>
              <a:gd name="adj" fmla="val 8781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CA58877-0C56-26B4-DA68-47361B7D33C2}"/>
              </a:ext>
            </a:extLst>
          </p:cNvPr>
          <p:cNvSpPr/>
          <p:nvPr/>
        </p:nvSpPr>
        <p:spPr>
          <a:xfrm>
            <a:off x="8612531" y="1805496"/>
            <a:ext cx="2921101" cy="705416"/>
          </a:xfrm>
          <a:prstGeom prst="roundRect">
            <a:avLst>
              <a:gd name="adj" fmla="val 8781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C4986DF-CAC5-CDDE-5804-E35DBDCE0103}"/>
              </a:ext>
            </a:extLst>
          </p:cNvPr>
          <p:cNvSpPr txBox="1"/>
          <p:nvPr/>
        </p:nvSpPr>
        <p:spPr>
          <a:xfrm>
            <a:off x="3042241" y="2006568"/>
            <a:ext cx="2046062" cy="300356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ABOVE THE LINE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257437E-8E8D-4E46-A433-E5E740C35938}"/>
              </a:ext>
            </a:extLst>
          </p:cNvPr>
          <p:cNvSpPr txBox="1"/>
          <p:nvPr/>
        </p:nvSpPr>
        <p:spPr>
          <a:xfrm>
            <a:off x="6046145" y="2008026"/>
            <a:ext cx="2046062" cy="300356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BELOW THE LINE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53BE5F-916E-A7F2-D57F-C9354E088FDE}"/>
              </a:ext>
            </a:extLst>
          </p:cNvPr>
          <p:cNvSpPr txBox="1"/>
          <p:nvPr/>
        </p:nvSpPr>
        <p:spPr>
          <a:xfrm>
            <a:off x="9050050" y="2008026"/>
            <a:ext cx="2046062" cy="300356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THROUGH THE LINE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F1D259-0156-CCA3-FED6-470F558511C1}"/>
              </a:ext>
            </a:extLst>
          </p:cNvPr>
          <p:cNvSpPr txBox="1"/>
          <p:nvPr/>
        </p:nvSpPr>
        <p:spPr>
          <a:xfrm>
            <a:off x="3706360" y="1341121"/>
            <a:ext cx="717825" cy="3695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ATL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D86708D-B2C3-C86C-8F52-088A5C05C814}"/>
              </a:ext>
            </a:extLst>
          </p:cNvPr>
          <p:cNvSpPr txBox="1"/>
          <p:nvPr/>
        </p:nvSpPr>
        <p:spPr>
          <a:xfrm>
            <a:off x="6712828" y="1341121"/>
            <a:ext cx="712696" cy="3695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BTL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B069011-E3F1-EBBA-2ACD-104BBF4727C4}"/>
              </a:ext>
            </a:extLst>
          </p:cNvPr>
          <p:cNvSpPr txBox="1"/>
          <p:nvPr/>
        </p:nvSpPr>
        <p:spPr>
          <a:xfrm>
            <a:off x="9717984" y="1341121"/>
            <a:ext cx="710195" cy="3695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TTL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3313786-E779-DEE4-1C13-7327F27A4B2B}"/>
              </a:ext>
            </a:extLst>
          </p:cNvPr>
          <p:cNvSpPr txBox="1"/>
          <p:nvPr/>
        </p:nvSpPr>
        <p:spPr>
          <a:xfrm>
            <a:off x="1405601" y="2932579"/>
            <a:ext cx="1111457" cy="300356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MEDIA</a:t>
            </a:r>
            <a:endParaRPr lang="en-IN" sz="1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9CE7C5B-503B-B688-365B-08D5A60A1552}"/>
              </a:ext>
            </a:extLst>
          </p:cNvPr>
          <p:cNvSpPr txBox="1"/>
          <p:nvPr/>
        </p:nvSpPr>
        <p:spPr>
          <a:xfrm>
            <a:off x="1405601" y="3803487"/>
            <a:ext cx="1111457" cy="300356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COST</a:t>
            </a:r>
            <a:endParaRPr lang="en-IN" sz="1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2193E22-A119-5B8C-6FCC-95498F17EEC8}"/>
              </a:ext>
            </a:extLst>
          </p:cNvPr>
          <p:cNvSpPr txBox="1"/>
          <p:nvPr/>
        </p:nvSpPr>
        <p:spPr>
          <a:xfrm>
            <a:off x="1405601" y="4674395"/>
            <a:ext cx="1111457" cy="300356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AUDIENCE</a:t>
            </a:r>
            <a:endParaRPr lang="en-IN" sz="1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0D1D151-DD4F-AFA6-D40D-C0BBC43D3992}"/>
              </a:ext>
            </a:extLst>
          </p:cNvPr>
          <p:cNvSpPr txBox="1"/>
          <p:nvPr/>
        </p:nvSpPr>
        <p:spPr>
          <a:xfrm>
            <a:off x="1405601" y="5545304"/>
            <a:ext cx="1111457" cy="300356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FEEDBACK</a:t>
            </a:r>
            <a:endParaRPr lang="en-IN" sz="1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BF08532-BC8C-0A12-9A39-444DF3C9D55E}"/>
              </a:ext>
            </a:extLst>
          </p:cNvPr>
          <p:cNvSpPr txBox="1"/>
          <p:nvPr/>
        </p:nvSpPr>
        <p:spPr>
          <a:xfrm>
            <a:off x="5956563" y="2789853"/>
            <a:ext cx="2225226" cy="585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This is a sample text. Insert your desired text here.</a:t>
            </a:r>
            <a:endParaRPr lang="en-US" sz="1400" kern="0" dirty="0">
              <a:solidFill>
                <a:schemeClr val="tx1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72A0340-D352-B274-96F4-C98D1B9FD55C}"/>
              </a:ext>
            </a:extLst>
          </p:cNvPr>
          <p:cNvSpPr txBox="1"/>
          <p:nvPr/>
        </p:nvSpPr>
        <p:spPr>
          <a:xfrm>
            <a:off x="2952659" y="2789853"/>
            <a:ext cx="2225226" cy="585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This is a sample text. Insert your desired text here.</a:t>
            </a:r>
            <a:endParaRPr lang="en-US" sz="1400" kern="0" dirty="0">
              <a:solidFill>
                <a:schemeClr val="tx1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9D87912-A820-B085-1F83-921A72FEBFE7}"/>
              </a:ext>
            </a:extLst>
          </p:cNvPr>
          <p:cNvSpPr txBox="1"/>
          <p:nvPr/>
        </p:nvSpPr>
        <p:spPr>
          <a:xfrm>
            <a:off x="8960468" y="3660761"/>
            <a:ext cx="2225226" cy="585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This is a sample text. Insert your desired text here.</a:t>
            </a:r>
            <a:endParaRPr lang="en-US" sz="1400" kern="0" dirty="0">
              <a:solidFill>
                <a:schemeClr val="tx1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412929F-4A23-ABA1-7BE7-DCB9F8C79B5D}"/>
              </a:ext>
            </a:extLst>
          </p:cNvPr>
          <p:cNvSpPr txBox="1"/>
          <p:nvPr/>
        </p:nvSpPr>
        <p:spPr>
          <a:xfrm>
            <a:off x="5956563" y="3660761"/>
            <a:ext cx="2225226" cy="585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This is a sample text. Insert your desired text here.</a:t>
            </a:r>
            <a:endParaRPr lang="en-US" sz="1400" kern="0" dirty="0">
              <a:solidFill>
                <a:schemeClr val="tx1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734FDF9-A608-03ED-10C9-7267652B3ED7}"/>
              </a:ext>
            </a:extLst>
          </p:cNvPr>
          <p:cNvSpPr txBox="1"/>
          <p:nvPr/>
        </p:nvSpPr>
        <p:spPr>
          <a:xfrm>
            <a:off x="2952659" y="3660761"/>
            <a:ext cx="2225226" cy="585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This is a sample text. Insert your desired text here.</a:t>
            </a:r>
            <a:endParaRPr lang="en-US" sz="1400" kern="0" dirty="0">
              <a:solidFill>
                <a:schemeClr val="tx1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C6E2F13-A57E-B025-A999-8E316B25E289}"/>
              </a:ext>
            </a:extLst>
          </p:cNvPr>
          <p:cNvSpPr txBox="1"/>
          <p:nvPr/>
        </p:nvSpPr>
        <p:spPr>
          <a:xfrm>
            <a:off x="8960468" y="4531669"/>
            <a:ext cx="2225226" cy="585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This is a sample text. Insert your desired text here.</a:t>
            </a:r>
            <a:endParaRPr lang="en-US" sz="1400" kern="0" dirty="0">
              <a:solidFill>
                <a:schemeClr val="tx1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2D1E395-3E7C-F105-54E5-554F5DDFC458}"/>
              </a:ext>
            </a:extLst>
          </p:cNvPr>
          <p:cNvSpPr txBox="1"/>
          <p:nvPr/>
        </p:nvSpPr>
        <p:spPr>
          <a:xfrm>
            <a:off x="5956563" y="4531669"/>
            <a:ext cx="2225226" cy="585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This is a sample text. Insert your desired text here.</a:t>
            </a:r>
            <a:endParaRPr lang="en-US" sz="1400" kern="0" dirty="0">
              <a:solidFill>
                <a:schemeClr val="tx1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BBA347E-5342-E7A5-AD9A-9DE6A8106D3D}"/>
              </a:ext>
            </a:extLst>
          </p:cNvPr>
          <p:cNvSpPr txBox="1"/>
          <p:nvPr/>
        </p:nvSpPr>
        <p:spPr>
          <a:xfrm>
            <a:off x="2952659" y="4531669"/>
            <a:ext cx="2225226" cy="585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This is a sample text. Insert your desired text here.</a:t>
            </a:r>
            <a:endParaRPr lang="en-US" sz="1400" kern="0" dirty="0">
              <a:solidFill>
                <a:schemeClr val="tx1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0570C74-AEF7-33E9-6395-23795667C252}"/>
              </a:ext>
            </a:extLst>
          </p:cNvPr>
          <p:cNvSpPr txBox="1"/>
          <p:nvPr/>
        </p:nvSpPr>
        <p:spPr>
          <a:xfrm>
            <a:off x="8960468" y="5402578"/>
            <a:ext cx="2225226" cy="585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This is a sample text. Insert your desired text here.</a:t>
            </a:r>
            <a:endParaRPr lang="en-US" sz="1400" kern="0" dirty="0">
              <a:solidFill>
                <a:schemeClr val="tx1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5FC5C7C-4698-F289-0BBC-A05D56D26B9E}"/>
              </a:ext>
            </a:extLst>
          </p:cNvPr>
          <p:cNvSpPr txBox="1"/>
          <p:nvPr/>
        </p:nvSpPr>
        <p:spPr>
          <a:xfrm>
            <a:off x="5956563" y="5402578"/>
            <a:ext cx="2225226" cy="585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This is a sample text. Insert your desired text here.</a:t>
            </a:r>
            <a:endParaRPr lang="en-US" sz="1400" kern="0" dirty="0">
              <a:solidFill>
                <a:schemeClr val="tx1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C054BDB-5629-6A6A-11CF-C432919BEB58}"/>
              </a:ext>
            </a:extLst>
          </p:cNvPr>
          <p:cNvSpPr txBox="1"/>
          <p:nvPr/>
        </p:nvSpPr>
        <p:spPr>
          <a:xfrm>
            <a:off x="2952659" y="5402578"/>
            <a:ext cx="2225226" cy="585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This is a sample text. Insert your desired text here.</a:t>
            </a:r>
            <a:endParaRPr lang="en-US" sz="1400" kern="0" dirty="0">
              <a:solidFill>
                <a:schemeClr val="tx1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</p:txBody>
      </p:sp>
      <p:pic>
        <p:nvPicPr>
          <p:cNvPr id="67" name="Graphic 66" descr="Presentation with media with solid fill">
            <a:extLst>
              <a:ext uri="{FF2B5EF4-FFF2-40B4-BE49-F238E27FC236}">
                <a16:creationId xmlns:a16="http://schemas.microsoft.com/office/drawing/2014/main" id="{ABE54014-E2A8-FA43-49B5-D8DAA1C8B1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4667" y="2871297"/>
            <a:ext cx="422920" cy="422920"/>
          </a:xfrm>
          <a:prstGeom prst="rect">
            <a:avLst/>
          </a:prstGeom>
        </p:spPr>
      </p:pic>
      <p:pic>
        <p:nvPicPr>
          <p:cNvPr id="69" name="Graphic 68" descr="Coins with solid fill">
            <a:extLst>
              <a:ext uri="{FF2B5EF4-FFF2-40B4-BE49-F238E27FC236}">
                <a16:creationId xmlns:a16="http://schemas.microsoft.com/office/drawing/2014/main" id="{8FF8812D-C6B0-5BF2-C73F-AE597C7786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4667" y="3742205"/>
            <a:ext cx="422920" cy="422920"/>
          </a:xfrm>
          <a:prstGeom prst="rect">
            <a:avLst/>
          </a:prstGeom>
        </p:spPr>
      </p:pic>
      <p:pic>
        <p:nvPicPr>
          <p:cNvPr id="71" name="Graphic 70" descr="Clapping hands with solid fill">
            <a:extLst>
              <a:ext uri="{FF2B5EF4-FFF2-40B4-BE49-F238E27FC236}">
                <a16:creationId xmlns:a16="http://schemas.microsoft.com/office/drawing/2014/main" id="{04169DF3-95B9-4E3A-98FF-C2BB72C3E4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4667" y="4613113"/>
            <a:ext cx="422920" cy="422920"/>
          </a:xfrm>
          <a:prstGeom prst="rect">
            <a:avLst/>
          </a:prstGeom>
        </p:spPr>
      </p:pic>
      <p:pic>
        <p:nvPicPr>
          <p:cNvPr id="73" name="Graphic 72" descr="Rating with solid fill">
            <a:extLst>
              <a:ext uri="{FF2B5EF4-FFF2-40B4-BE49-F238E27FC236}">
                <a16:creationId xmlns:a16="http://schemas.microsoft.com/office/drawing/2014/main" id="{EA5E33DA-9744-EA61-254D-85BC9E21A3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4667" y="5484022"/>
            <a:ext cx="422920" cy="42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130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1D1FA232-1F1E-F9D1-B9B1-CDCBFC8DDFC7}"/>
              </a:ext>
            </a:extLst>
          </p:cNvPr>
          <p:cNvSpPr/>
          <p:nvPr/>
        </p:nvSpPr>
        <p:spPr>
          <a:xfrm>
            <a:off x="998375" y="1268760"/>
            <a:ext cx="7063615" cy="4936097"/>
          </a:xfrm>
          <a:prstGeom prst="roundRect">
            <a:avLst>
              <a:gd name="adj" fmla="val 251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2F07ED37-469E-D091-2C86-D9BC89CFCE5D}"/>
              </a:ext>
            </a:extLst>
          </p:cNvPr>
          <p:cNvSpPr/>
          <p:nvPr/>
        </p:nvSpPr>
        <p:spPr>
          <a:xfrm>
            <a:off x="1718576" y="1923437"/>
            <a:ext cx="3109077" cy="791772"/>
          </a:xfrm>
          <a:prstGeom prst="roundRect">
            <a:avLst>
              <a:gd name="adj" fmla="val 8781"/>
            </a:avLst>
          </a:prstGeom>
          <a:solidFill>
            <a:schemeClr val="tx1">
              <a:alpha val="30000"/>
            </a:schemeClr>
          </a:soli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FD55EECF-6D09-4C9B-E12B-F9266F361352}"/>
              </a:ext>
            </a:extLst>
          </p:cNvPr>
          <p:cNvSpPr/>
          <p:nvPr/>
        </p:nvSpPr>
        <p:spPr>
          <a:xfrm>
            <a:off x="1718576" y="3584283"/>
            <a:ext cx="3109077" cy="791772"/>
          </a:xfrm>
          <a:prstGeom prst="roundRect">
            <a:avLst>
              <a:gd name="adj" fmla="val 8781"/>
            </a:avLst>
          </a:prstGeom>
          <a:solidFill>
            <a:schemeClr val="tx1">
              <a:alpha val="30000"/>
            </a:schemeClr>
          </a:soli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E3A0F94A-FF93-E993-665D-EEAEE1E51FA6}"/>
              </a:ext>
            </a:extLst>
          </p:cNvPr>
          <p:cNvSpPr/>
          <p:nvPr/>
        </p:nvSpPr>
        <p:spPr>
          <a:xfrm>
            <a:off x="1718576" y="5263792"/>
            <a:ext cx="3109077" cy="791772"/>
          </a:xfrm>
          <a:prstGeom prst="roundRect">
            <a:avLst>
              <a:gd name="adj" fmla="val 8781"/>
            </a:avLst>
          </a:prstGeom>
          <a:solidFill>
            <a:schemeClr val="tx1">
              <a:alpha val="30000"/>
            </a:schemeClr>
          </a:soli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3A2555-B2E9-8DEB-B405-A828E2532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/>
          <a:lstStyle/>
          <a:p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Above The Line Marketing Slide Template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EE7B645-172C-E94A-CAB0-F2AB210BDD86}"/>
              </a:ext>
            </a:extLst>
          </p:cNvPr>
          <p:cNvSpPr/>
          <p:nvPr/>
        </p:nvSpPr>
        <p:spPr>
          <a:xfrm>
            <a:off x="1972919" y="5106733"/>
            <a:ext cx="2699831" cy="564109"/>
          </a:xfrm>
          <a:prstGeom prst="roundRect">
            <a:avLst>
              <a:gd name="adj" fmla="val 8781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257437E-8E8D-4E46-A433-E5E740C35938}"/>
              </a:ext>
            </a:extLst>
          </p:cNvPr>
          <p:cNvSpPr txBox="1"/>
          <p:nvPr/>
        </p:nvSpPr>
        <p:spPr>
          <a:xfrm>
            <a:off x="2129946" y="5268693"/>
            <a:ext cx="2385778" cy="24018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BELOW THE LINE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B95B44E-6CF9-55B8-3535-27960061A21E}"/>
              </a:ext>
            </a:extLst>
          </p:cNvPr>
          <p:cNvSpPr/>
          <p:nvPr/>
        </p:nvSpPr>
        <p:spPr>
          <a:xfrm>
            <a:off x="1972919" y="1771250"/>
            <a:ext cx="2699831" cy="564109"/>
          </a:xfrm>
          <a:prstGeom prst="roundRect">
            <a:avLst>
              <a:gd name="adj" fmla="val 878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7CE373-A326-86FD-AC66-8AB68C52EE12}"/>
              </a:ext>
            </a:extLst>
          </p:cNvPr>
          <p:cNvSpPr txBox="1"/>
          <p:nvPr/>
        </p:nvSpPr>
        <p:spPr>
          <a:xfrm>
            <a:off x="2129946" y="1933210"/>
            <a:ext cx="2385778" cy="24018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ABOVE THE LINE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26562B2-4E44-0F30-7D17-DB63F1E363E5}"/>
              </a:ext>
            </a:extLst>
          </p:cNvPr>
          <p:cNvSpPr/>
          <p:nvPr/>
        </p:nvSpPr>
        <p:spPr>
          <a:xfrm>
            <a:off x="1972919" y="3438992"/>
            <a:ext cx="2699831" cy="564109"/>
          </a:xfrm>
          <a:prstGeom prst="roundRect">
            <a:avLst>
              <a:gd name="adj" fmla="val 8781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1CD2627-ACF6-7DB0-97E4-803BEA5F19FC}"/>
              </a:ext>
            </a:extLst>
          </p:cNvPr>
          <p:cNvSpPr txBox="1"/>
          <p:nvPr/>
        </p:nvSpPr>
        <p:spPr>
          <a:xfrm>
            <a:off x="2129946" y="3601417"/>
            <a:ext cx="2385778" cy="24018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THROUGH THE LINE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811143C-152C-F5C7-CE10-A98390D724FB}"/>
              </a:ext>
            </a:extLst>
          </p:cNvPr>
          <p:cNvSpPr/>
          <p:nvPr/>
        </p:nvSpPr>
        <p:spPr>
          <a:xfrm>
            <a:off x="5213469" y="4713158"/>
            <a:ext cx="2701216" cy="1351258"/>
          </a:xfrm>
          <a:prstGeom prst="roundRect">
            <a:avLst>
              <a:gd name="adj" fmla="val 8781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4CC24C70-FD9D-7B8A-3EDA-3AB797AA287B}"/>
              </a:ext>
            </a:extLst>
          </p:cNvPr>
          <p:cNvSpPr/>
          <p:nvPr/>
        </p:nvSpPr>
        <p:spPr>
          <a:xfrm>
            <a:off x="5213469" y="1377675"/>
            <a:ext cx="2701216" cy="1351258"/>
          </a:xfrm>
          <a:prstGeom prst="roundRect">
            <a:avLst>
              <a:gd name="adj" fmla="val 878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AA0ECBB5-A512-9991-43BD-0002295DBE6D}"/>
              </a:ext>
            </a:extLst>
          </p:cNvPr>
          <p:cNvSpPr/>
          <p:nvPr/>
        </p:nvSpPr>
        <p:spPr>
          <a:xfrm>
            <a:off x="5213469" y="3045417"/>
            <a:ext cx="2701216" cy="1351258"/>
          </a:xfrm>
          <a:prstGeom prst="roundRect">
            <a:avLst>
              <a:gd name="adj" fmla="val 8781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42D17AA7-A587-53C9-FB70-1633DF8E501D}"/>
              </a:ext>
            </a:extLst>
          </p:cNvPr>
          <p:cNvSpPr/>
          <p:nvPr/>
        </p:nvSpPr>
        <p:spPr>
          <a:xfrm>
            <a:off x="8595360" y="4191331"/>
            <a:ext cx="2993260" cy="2013526"/>
          </a:xfrm>
          <a:prstGeom prst="roundRect">
            <a:avLst>
              <a:gd name="adj" fmla="val 536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F55F5795-1C2C-9FA1-E4D9-4A22A3A8E055}"/>
              </a:ext>
            </a:extLst>
          </p:cNvPr>
          <p:cNvSpPr/>
          <p:nvPr/>
        </p:nvSpPr>
        <p:spPr>
          <a:xfrm>
            <a:off x="8595360" y="1268760"/>
            <a:ext cx="2993260" cy="2013526"/>
          </a:xfrm>
          <a:prstGeom prst="roundRect">
            <a:avLst>
              <a:gd name="adj" fmla="val 536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C0852811-351F-2196-A35B-31CC27577931}"/>
              </a:ext>
            </a:extLst>
          </p:cNvPr>
          <p:cNvCxnSpPr>
            <a:cxnSpLocks/>
          </p:cNvCxnSpPr>
          <p:nvPr/>
        </p:nvCxnSpPr>
        <p:spPr>
          <a:xfrm>
            <a:off x="1143170" y="2887175"/>
            <a:ext cx="677402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71506AA8-4067-7DD3-7355-0ACF146D9DE2}"/>
              </a:ext>
            </a:extLst>
          </p:cNvPr>
          <p:cNvCxnSpPr>
            <a:cxnSpLocks/>
          </p:cNvCxnSpPr>
          <p:nvPr/>
        </p:nvCxnSpPr>
        <p:spPr>
          <a:xfrm>
            <a:off x="1143170" y="4554917"/>
            <a:ext cx="677402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C677A1EE-E872-C267-2462-D653B458E72D}"/>
              </a:ext>
            </a:extLst>
          </p:cNvPr>
          <p:cNvCxnSpPr>
            <a:cxnSpLocks/>
          </p:cNvCxnSpPr>
          <p:nvPr/>
        </p:nvCxnSpPr>
        <p:spPr>
          <a:xfrm>
            <a:off x="4730620" y="2053304"/>
            <a:ext cx="382555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7C483739-50DF-3E92-7C53-73B28638BF83}"/>
              </a:ext>
            </a:extLst>
          </p:cNvPr>
          <p:cNvCxnSpPr>
            <a:cxnSpLocks/>
          </p:cNvCxnSpPr>
          <p:nvPr/>
        </p:nvCxnSpPr>
        <p:spPr>
          <a:xfrm>
            <a:off x="4730620" y="3721046"/>
            <a:ext cx="382555" cy="0"/>
          </a:xfrm>
          <a:prstGeom prst="straightConnector1">
            <a:avLst/>
          </a:prstGeom>
          <a:ln w="12700">
            <a:solidFill>
              <a:schemeClr val="accent5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7A380712-7249-1158-66AF-91F97B6B63C5}"/>
              </a:ext>
            </a:extLst>
          </p:cNvPr>
          <p:cNvCxnSpPr>
            <a:cxnSpLocks/>
          </p:cNvCxnSpPr>
          <p:nvPr/>
        </p:nvCxnSpPr>
        <p:spPr>
          <a:xfrm>
            <a:off x="4730620" y="5388787"/>
            <a:ext cx="382555" cy="0"/>
          </a:xfrm>
          <a:prstGeom prst="straightConnector1">
            <a:avLst/>
          </a:prstGeom>
          <a:ln w="12700">
            <a:solidFill>
              <a:schemeClr val="accent4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BBAFAEF1-077D-949A-B832-43B38996AE42}"/>
              </a:ext>
            </a:extLst>
          </p:cNvPr>
          <p:cNvCxnSpPr>
            <a:cxnSpLocks/>
          </p:cNvCxnSpPr>
          <p:nvPr/>
        </p:nvCxnSpPr>
        <p:spPr>
          <a:xfrm>
            <a:off x="7977673" y="2053304"/>
            <a:ext cx="550507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E3C58AEB-5B31-606F-33BE-CA3C590579B1}"/>
              </a:ext>
            </a:extLst>
          </p:cNvPr>
          <p:cNvCxnSpPr>
            <a:cxnSpLocks/>
          </p:cNvCxnSpPr>
          <p:nvPr/>
        </p:nvCxnSpPr>
        <p:spPr>
          <a:xfrm>
            <a:off x="7977673" y="3721046"/>
            <a:ext cx="2052735" cy="0"/>
          </a:xfrm>
          <a:prstGeom prst="straightConnector1">
            <a:avLst/>
          </a:prstGeom>
          <a:ln w="12700">
            <a:solidFill>
              <a:schemeClr val="accent5"/>
            </a:solidFill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B232DA4B-8CA4-C7BF-6D50-A247726DF8BB}"/>
              </a:ext>
            </a:extLst>
          </p:cNvPr>
          <p:cNvCxnSpPr>
            <a:cxnSpLocks/>
          </p:cNvCxnSpPr>
          <p:nvPr/>
        </p:nvCxnSpPr>
        <p:spPr>
          <a:xfrm>
            <a:off x="7977673" y="5388787"/>
            <a:ext cx="550507" cy="0"/>
          </a:xfrm>
          <a:prstGeom prst="straightConnector1">
            <a:avLst/>
          </a:prstGeom>
          <a:ln w="12700">
            <a:solidFill>
              <a:schemeClr val="accent4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F72F4832-0C58-0A86-4C80-C0CDAACB2D53}"/>
              </a:ext>
            </a:extLst>
          </p:cNvPr>
          <p:cNvCxnSpPr>
            <a:cxnSpLocks/>
          </p:cNvCxnSpPr>
          <p:nvPr/>
        </p:nvCxnSpPr>
        <p:spPr>
          <a:xfrm>
            <a:off x="10091990" y="3483116"/>
            <a:ext cx="0" cy="475861"/>
          </a:xfrm>
          <a:prstGeom prst="straightConnector1">
            <a:avLst/>
          </a:prstGeom>
          <a:ln w="12700">
            <a:solidFill>
              <a:schemeClr val="accent5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13A50B28-9B3D-8476-4443-918A56940B85}"/>
              </a:ext>
            </a:extLst>
          </p:cNvPr>
          <p:cNvGrpSpPr/>
          <p:nvPr/>
        </p:nvGrpSpPr>
        <p:grpSpPr>
          <a:xfrm>
            <a:off x="1371600" y="2053304"/>
            <a:ext cx="531845" cy="3335483"/>
            <a:chOff x="1371600" y="2053304"/>
            <a:chExt cx="382555" cy="3335483"/>
          </a:xfrm>
        </p:grpSpPr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34E15BFF-BB10-96FF-4AA7-5957F2AB7344}"/>
                </a:ext>
              </a:extLst>
            </p:cNvPr>
            <p:cNvCxnSpPr>
              <a:cxnSpLocks/>
            </p:cNvCxnSpPr>
            <p:nvPr/>
          </p:nvCxnSpPr>
          <p:spPr>
            <a:xfrm>
              <a:off x="1371600" y="2053304"/>
              <a:ext cx="382555" cy="0"/>
            </a:xfrm>
            <a:prstGeom prst="straightConnector1">
              <a:avLst/>
            </a:prstGeom>
            <a:ln w="12700">
              <a:solidFill>
                <a:schemeClr val="accent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7C4F6EF5-5140-3EBB-003A-371030465AF6}"/>
                </a:ext>
              </a:extLst>
            </p:cNvPr>
            <p:cNvCxnSpPr>
              <a:cxnSpLocks/>
            </p:cNvCxnSpPr>
            <p:nvPr/>
          </p:nvCxnSpPr>
          <p:spPr>
            <a:xfrm>
              <a:off x="1371600" y="3721046"/>
              <a:ext cx="382555" cy="0"/>
            </a:xfrm>
            <a:prstGeom prst="straightConnector1">
              <a:avLst/>
            </a:prstGeom>
            <a:ln w="12700">
              <a:solidFill>
                <a:schemeClr val="accent5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1CBEE05F-36B2-EFC2-10A6-C435EB849B5E}"/>
                </a:ext>
              </a:extLst>
            </p:cNvPr>
            <p:cNvCxnSpPr>
              <a:cxnSpLocks/>
            </p:cNvCxnSpPr>
            <p:nvPr/>
          </p:nvCxnSpPr>
          <p:spPr>
            <a:xfrm>
              <a:off x="1371600" y="5388787"/>
              <a:ext cx="382555" cy="0"/>
            </a:xfrm>
            <a:prstGeom prst="straightConnector1">
              <a:avLst/>
            </a:prstGeom>
            <a:ln w="12700">
              <a:solidFill>
                <a:schemeClr val="accent4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8" name="Oval 87">
            <a:extLst>
              <a:ext uri="{FF2B5EF4-FFF2-40B4-BE49-F238E27FC236}">
                <a16:creationId xmlns:a16="http://schemas.microsoft.com/office/drawing/2014/main" id="{7A0D04AD-39DE-DAD5-7FF3-DCBB200D8E60}"/>
              </a:ext>
            </a:extLst>
          </p:cNvPr>
          <p:cNvSpPr/>
          <p:nvPr/>
        </p:nvSpPr>
        <p:spPr>
          <a:xfrm>
            <a:off x="609441" y="4984224"/>
            <a:ext cx="809126" cy="80912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9E15E600-DD26-5F94-B26E-37DDA0A3811D}"/>
              </a:ext>
            </a:extLst>
          </p:cNvPr>
          <p:cNvSpPr/>
          <p:nvPr/>
        </p:nvSpPr>
        <p:spPr>
          <a:xfrm>
            <a:off x="609441" y="3316948"/>
            <a:ext cx="809126" cy="80912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C26D0FEF-D102-B10E-D51C-63900CB722ED}"/>
              </a:ext>
            </a:extLst>
          </p:cNvPr>
          <p:cNvSpPr/>
          <p:nvPr/>
        </p:nvSpPr>
        <p:spPr>
          <a:xfrm>
            <a:off x="609441" y="1648741"/>
            <a:ext cx="809126" cy="80912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01FB2F-9B6E-6063-0A57-2314D78AAA29}"/>
              </a:ext>
            </a:extLst>
          </p:cNvPr>
          <p:cNvSpPr txBox="1"/>
          <p:nvPr/>
        </p:nvSpPr>
        <p:spPr>
          <a:xfrm>
            <a:off x="693141" y="1868520"/>
            <a:ext cx="641726" cy="3695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ATL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86423C-E27E-4DF6-74E5-287AC2A23987}"/>
              </a:ext>
            </a:extLst>
          </p:cNvPr>
          <p:cNvSpPr txBox="1"/>
          <p:nvPr/>
        </p:nvSpPr>
        <p:spPr>
          <a:xfrm>
            <a:off x="693141" y="3536727"/>
            <a:ext cx="641726" cy="3695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TTL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BA9AA8-2446-5987-B446-5031ACB40AA2}"/>
              </a:ext>
            </a:extLst>
          </p:cNvPr>
          <p:cNvSpPr txBox="1"/>
          <p:nvPr/>
        </p:nvSpPr>
        <p:spPr>
          <a:xfrm>
            <a:off x="701883" y="5204003"/>
            <a:ext cx="641726" cy="3695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BTL</a:t>
            </a:r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795DF2A0-E4FB-F2F3-9F26-48D473BA1FAA}"/>
              </a:ext>
            </a:extLst>
          </p:cNvPr>
          <p:cNvGrpSpPr/>
          <p:nvPr/>
        </p:nvGrpSpPr>
        <p:grpSpPr>
          <a:xfrm>
            <a:off x="5372749" y="1515694"/>
            <a:ext cx="2379332" cy="1075221"/>
            <a:chOff x="5372749" y="1511072"/>
            <a:chExt cx="2379332" cy="1075221"/>
          </a:xfrm>
        </p:grpSpPr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2F0841DC-5C68-E23D-35F4-CDA7EC414E49}"/>
                </a:ext>
              </a:extLst>
            </p:cNvPr>
            <p:cNvGrpSpPr/>
            <p:nvPr/>
          </p:nvGrpSpPr>
          <p:grpSpPr>
            <a:xfrm>
              <a:off x="5372749" y="1511072"/>
              <a:ext cx="2379332" cy="229418"/>
              <a:chOff x="5372749" y="1576844"/>
              <a:chExt cx="2379332" cy="229418"/>
            </a:xfrm>
          </p:grpSpPr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27C59C92-D3AF-995D-EFEC-6951DCD9700E}"/>
                  </a:ext>
                </a:extLst>
              </p:cNvPr>
              <p:cNvSpPr txBox="1"/>
              <p:nvPr/>
            </p:nvSpPr>
            <p:spPr>
              <a:xfrm>
                <a:off x="5647209" y="1576844"/>
                <a:ext cx="2104872" cy="2294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</a:rPr>
                  <a:t>This is a sample text. </a:t>
                </a:r>
                <a:endParaRPr lang="en-IN" sz="12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25" name="Group 124">
                <a:extLst>
                  <a:ext uri="{FF2B5EF4-FFF2-40B4-BE49-F238E27FC236}">
                    <a16:creationId xmlns:a16="http://schemas.microsoft.com/office/drawing/2014/main" id="{AEFEFCD4-611A-2438-7567-E6897F82BAF5}"/>
                  </a:ext>
                </a:extLst>
              </p:cNvPr>
              <p:cNvGrpSpPr/>
              <p:nvPr/>
            </p:nvGrpSpPr>
            <p:grpSpPr>
              <a:xfrm>
                <a:off x="5372749" y="1600818"/>
                <a:ext cx="181471" cy="181471"/>
                <a:chOff x="5427485" y="1597074"/>
                <a:chExt cx="181471" cy="181471"/>
              </a:xfrm>
            </p:grpSpPr>
            <p:sp>
              <p:nvSpPr>
                <p:cNvPr id="123" name="Oval 122">
                  <a:extLst>
                    <a:ext uri="{FF2B5EF4-FFF2-40B4-BE49-F238E27FC236}">
                      <a16:creationId xmlns:a16="http://schemas.microsoft.com/office/drawing/2014/main" id="{779610AC-31BB-F7F0-CF51-D743E550D285}"/>
                    </a:ext>
                  </a:extLst>
                </p:cNvPr>
                <p:cNvSpPr/>
                <p:nvPr/>
              </p:nvSpPr>
              <p:spPr>
                <a:xfrm>
                  <a:off x="5427485" y="1597074"/>
                  <a:ext cx="181471" cy="181471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124" name="Graphic 123" descr="Checkmark with solid fill">
                  <a:extLst>
                    <a:ext uri="{FF2B5EF4-FFF2-40B4-BE49-F238E27FC236}">
                      <a16:creationId xmlns:a16="http://schemas.microsoft.com/office/drawing/2014/main" id="{A876AF4C-C335-5C83-A643-B6F836FBB4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67298" y="1636887"/>
                  <a:ext cx="101845" cy="10184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C4D4EC93-16AF-B651-30AA-FDC4F97E34E2}"/>
                </a:ext>
              </a:extLst>
            </p:cNvPr>
            <p:cNvGrpSpPr/>
            <p:nvPr/>
          </p:nvGrpSpPr>
          <p:grpSpPr>
            <a:xfrm>
              <a:off x="5372749" y="1793006"/>
              <a:ext cx="2379332" cy="229418"/>
              <a:chOff x="5372749" y="1869839"/>
              <a:chExt cx="2379332" cy="229418"/>
            </a:xfrm>
          </p:grpSpPr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E2426578-1756-A02D-E07E-4EA1484F385A}"/>
                  </a:ext>
                </a:extLst>
              </p:cNvPr>
              <p:cNvSpPr txBox="1"/>
              <p:nvPr/>
            </p:nvSpPr>
            <p:spPr>
              <a:xfrm>
                <a:off x="5647209" y="1869839"/>
                <a:ext cx="2104872" cy="2294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1200" kern="0" dirty="0">
                    <a:solidFill>
                      <a:schemeClr val="bg1"/>
                    </a:solidFill>
                    <a:latin typeface="Segoe UI" panose="020B0502040204020203" pitchFamily="34" charset="0"/>
                    <a:ea typeface="Calibri Light" charset="0"/>
                    <a:cs typeface="Segoe UI" panose="020B0502040204020203" pitchFamily="34" charset="0"/>
                  </a:rPr>
                  <a:t>Insert your desired text here.</a:t>
                </a:r>
                <a:endParaRPr lang="en-IN" sz="12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29" name="Group 128">
                <a:extLst>
                  <a:ext uri="{FF2B5EF4-FFF2-40B4-BE49-F238E27FC236}">
                    <a16:creationId xmlns:a16="http://schemas.microsoft.com/office/drawing/2014/main" id="{3C892E6F-BCD4-6ECC-7193-17EBA9606BB4}"/>
                  </a:ext>
                </a:extLst>
              </p:cNvPr>
              <p:cNvGrpSpPr/>
              <p:nvPr/>
            </p:nvGrpSpPr>
            <p:grpSpPr>
              <a:xfrm>
                <a:off x="5372749" y="1893813"/>
                <a:ext cx="181471" cy="181471"/>
                <a:chOff x="5427485" y="1597074"/>
                <a:chExt cx="181471" cy="181471"/>
              </a:xfrm>
            </p:grpSpPr>
            <p:sp>
              <p:nvSpPr>
                <p:cNvPr id="130" name="Oval 129">
                  <a:extLst>
                    <a:ext uri="{FF2B5EF4-FFF2-40B4-BE49-F238E27FC236}">
                      <a16:creationId xmlns:a16="http://schemas.microsoft.com/office/drawing/2014/main" id="{1C7BFAC2-65FB-5421-EF78-4AA99EEBC987}"/>
                    </a:ext>
                  </a:extLst>
                </p:cNvPr>
                <p:cNvSpPr/>
                <p:nvPr/>
              </p:nvSpPr>
              <p:spPr>
                <a:xfrm>
                  <a:off x="5427485" y="1597074"/>
                  <a:ext cx="181471" cy="181471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131" name="Graphic 130" descr="Checkmark with solid fill">
                  <a:extLst>
                    <a:ext uri="{FF2B5EF4-FFF2-40B4-BE49-F238E27FC236}">
                      <a16:creationId xmlns:a16="http://schemas.microsoft.com/office/drawing/2014/main" id="{F646228B-AE96-7339-C0DB-A7125651E3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67298" y="1636887"/>
                  <a:ext cx="101845" cy="10184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775EA0CD-602B-3C06-6228-187782ECB5AC}"/>
                </a:ext>
              </a:extLst>
            </p:cNvPr>
            <p:cNvGrpSpPr/>
            <p:nvPr/>
          </p:nvGrpSpPr>
          <p:grpSpPr>
            <a:xfrm>
              <a:off x="5372749" y="2074940"/>
              <a:ext cx="2379332" cy="229418"/>
              <a:chOff x="5372749" y="2143515"/>
              <a:chExt cx="2379332" cy="229418"/>
            </a:xfrm>
          </p:grpSpPr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F2043643-70AA-05B9-A1F5-6E118C439824}"/>
                  </a:ext>
                </a:extLst>
              </p:cNvPr>
              <p:cNvSpPr txBox="1"/>
              <p:nvPr/>
            </p:nvSpPr>
            <p:spPr>
              <a:xfrm>
                <a:off x="5647209" y="2143515"/>
                <a:ext cx="2104872" cy="2294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</a:rPr>
                  <a:t>This is a sample text. </a:t>
                </a:r>
                <a:endParaRPr lang="en-IN" sz="12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34" name="Group 133">
                <a:extLst>
                  <a:ext uri="{FF2B5EF4-FFF2-40B4-BE49-F238E27FC236}">
                    <a16:creationId xmlns:a16="http://schemas.microsoft.com/office/drawing/2014/main" id="{4B97955D-C94E-9A4F-3623-5C14842F5140}"/>
                  </a:ext>
                </a:extLst>
              </p:cNvPr>
              <p:cNvGrpSpPr/>
              <p:nvPr/>
            </p:nvGrpSpPr>
            <p:grpSpPr>
              <a:xfrm>
                <a:off x="5372749" y="2167489"/>
                <a:ext cx="181471" cy="181471"/>
                <a:chOff x="5427485" y="1597074"/>
                <a:chExt cx="181471" cy="181471"/>
              </a:xfrm>
            </p:grpSpPr>
            <p:sp>
              <p:nvSpPr>
                <p:cNvPr id="135" name="Oval 134">
                  <a:extLst>
                    <a:ext uri="{FF2B5EF4-FFF2-40B4-BE49-F238E27FC236}">
                      <a16:creationId xmlns:a16="http://schemas.microsoft.com/office/drawing/2014/main" id="{49A5BBC2-B1D3-9334-67B8-3B69A29FA17D}"/>
                    </a:ext>
                  </a:extLst>
                </p:cNvPr>
                <p:cNvSpPr/>
                <p:nvPr/>
              </p:nvSpPr>
              <p:spPr>
                <a:xfrm>
                  <a:off x="5427485" y="1597074"/>
                  <a:ext cx="181471" cy="181471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136" name="Graphic 135" descr="Checkmark with solid fill">
                  <a:extLst>
                    <a:ext uri="{FF2B5EF4-FFF2-40B4-BE49-F238E27FC236}">
                      <a16:creationId xmlns:a16="http://schemas.microsoft.com/office/drawing/2014/main" id="{235AA642-EB58-AD37-D94B-900A2A70F0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67298" y="1636887"/>
                  <a:ext cx="101845" cy="10184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12469CB5-86EE-8C47-4F55-0CC0100E852B}"/>
                </a:ext>
              </a:extLst>
            </p:cNvPr>
            <p:cNvGrpSpPr/>
            <p:nvPr/>
          </p:nvGrpSpPr>
          <p:grpSpPr>
            <a:xfrm>
              <a:off x="5372749" y="2356875"/>
              <a:ext cx="2379332" cy="229418"/>
              <a:chOff x="5372749" y="2143515"/>
              <a:chExt cx="2379332" cy="229418"/>
            </a:xfrm>
          </p:grpSpPr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A889CC98-725C-922F-732C-412CE2940638}"/>
                  </a:ext>
                </a:extLst>
              </p:cNvPr>
              <p:cNvSpPr txBox="1"/>
              <p:nvPr/>
            </p:nvSpPr>
            <p:spPr>
              <a:xfrm>
                <a:off x="5647209" y="2143515"/>
                <a:ext cx="2104872" cy="2294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</a:rPr>
                  <a:t>This is a sample text. </a:t>
                </a:r>
                <a:endParaRPr lang="en-IN" sz="12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F9D15D5A-F246-87E7-87DF-F049E63DD0A6}"/>
                  </a:ext>
                </a:extLst>
              </p:cNvPr>
              <p:cNvGrpSpPr/>
              <p:nvPr/>
            </p:nvGrpSpPr>
            <p:grpSpPr>
              <a:xfrm>
                <a:off x="5372749" y="2167489"/>
                <a:ext cx="181471" cy="181471"/>
                <a:chOff x="5427485" y="1597074"/>
                <a:chExt cx="181471" cy="181471"/>
              </a:xfrm>
            </p:grpSpPr>
            <p:sp>
              <p:nvSpPr>
                <p:cNvPr id="143" name="Oval 142">
                  <a:extLst>
                    <a:ext uri="{FF2B5EF4-FFF2-40B4-BE49-F238E27FC236}">
                      <a16:creationId xmlns:a16="http://schemas.microsoft.com/office/drawing/2014/main" id="{60E6A3E3-8752-3C88-E023-C8BE6A8F28F7}"/>
                    </a:ext>
                  </a:extLst>
                </p:cNvPr>
                <p:cNvSpPr/>
                <p:nvPr/>
              </p:nvSpPr>
              <p:spPr>
                <a:xfrm>
                  <a:off x="5427485" y="1597074"/>
                  <a:ext cx="181471" cy="181471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144" name="Graphic 143" descr="Checkmark with solid fill">
                  <a:extLst>
                    <a:ext uri="{FF2B5EF4-FFF2-40B4-BE49-F238E27FC236}">
                      <a16:creationId xmlns:a16="http://schemas.microsoft.com/office/drawing/2014/main" id="{43869550-23E9-3C95-EC48-3EE64A995C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67298" y="1636887"/>
                  <a:ext cx="101845" cy="101845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BF81D1F1-BD4A-F725-8178-F0EA16218B0F}"/>
              </a:ext>
            </a:extLst>
          </p:cNvPr>
          <p:cNvGrpSpPr/>
          <p:nvPr/>
        </p:nvGrpSpPr>
        <p:grpSpPr>
          <a:xfrm>
            <a:off x="5372749" y="3183436"/>
            <a:ext cx="2379332" cy="1075221"/>
            <a:chOff x="5372749" y="1511072"/>
            <a:chExt cx="2379332" cy="1075221"/>
          </a:xfrm>
        </p:grpSpPr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AC0FCA8D-7C54-46C0-3223-77B9256134A6}"/>
                </a:ext>
              </a:extLst>
            </p:cNvPr>
            <p:cNvGrpSpPr/>
            <p:nvPr/>
          </p:nvGrpSpPr>
          <p:grpSpPr>
            <a:xfrm>
              <a:off x="5372749" y="1511072"/>
              <a:ext cx="2379332" cy="229418"/>
              <a:chOff x="5372749" y="1576844"/>
              <a:chExt cx="2379332" cy="229418"/>
            </a:xfrm>
          </p:grpSpPr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374899CE-C827-110E-C609-F369F0E64D60}"/>
                  </a:ext>
                </a:extLst>
              </p:cNvPr>
              <p:cNvSpPr txBox="1"/>
              <p:nvPr/>
            </p:nvSpPr>
            <p:spPr>
              <a:xfrm>
                <a:off x="5647209" y="1576844"/>
                <a:ext cx="2104872" cy="2294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</a:rPr>
                  <a:t>This is a sample text. </a:t>
                </a:r>
                <a:endParaRPr lang="en-IN" sz="12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86" name="Group 185">
                <a:extLst>
                  <a:ext uri="{FF2B5EF4-FFF2-40B4-BE49-F238E27FC236}">
                    <a16:creationId xmlns:a16="http://schemas.microsoft.com/office/drawing/2014/main" id="{21BC9532-0DCE-CABA-FAF1-21E5FE0DDE7D}"/>
                  </a:ext>
                </a:extLst>
              </p:cNvPr>
              <p:cNvGrpSpPr/>
              <p:nvPr/>
            </p:nvGrpSpPr>
            <p:grpSpPr>
              <a:xfrm>
                <a:off x="5372749" y="1600818"/>
                <a:ext cx="181471" cy="181471"/>
                <a:chOff x="5427485" y="1597074"/>
                <a:chExt cx="181471" cy="181471"/>
              </a:xfrm>
            </p:grpSpPr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2FF34BE9-05E7-2B65-FB6A-50DFD10385EA}"/>
                    </a:ext>
                  </a:extLst>
                </p:cNvPr>
                <p:cNvSpPr/>
                <p:nvPr/>
              </p:nvSpPr>
              <p:spPr>
                <a:xfrm>
                  <a:off x="5427485" y="1597074"/>
                  <a:ext cx="181471" cy="181471"/>
                </a:xfrm>
                <a:prstGeom prst="ellipse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188" name="Graphic 187" descr="Checkmark with solid fill">
                  <a:extLst>
                    <a:ext uri="{FF2B5EF4-FFF2-40B4-BE49-F238E27FC236}">
                      <a16:creationId xmlns:a16="http://schemas.microsoft.com/office/drawing/2014/main" id="{8F4038CC-5B5D-5DD4-A59D-DB6AFB191F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67298" y="1636887"/>
                  <a:ext cx="101845" cy="10184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19CC26A1-76D6-E8EB-3629-D4A0A86F52CC}"/>
                </a:ext>
              </a:extLst>
            </p:cNvPr>
            <p:cNvGrpSpPr/>
            <p:nvPr/>
          </p:nvGrpSpPr>
          <p:grpSpPr>
            <a:xfrm>
              <a:off x="5372749" y="1793006"/>
              <a:ext cx="2379332" cy="229418"/>
              <a:chOff x="5372749" y="1869839"/>
              <a:chExt cx="2379332" cy="229418"/>
            </a:xfrm>
          </p:grpSpPr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3B49FD4C-42F7-26E2-DF66-D6108F215EAA}"/>
                  </a:ext>
                </a:extLst>
              </p:cNvPr>
              <p:cNvSpPr txBox="1"/>
              <p:nvPr/>
            </p:nvSpPr>
            <p:spPr>
              <a:xfrm>
                <a:off x="5647209" y="1869839"/>
                <a:ext cx="2104872" cy="2294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1200" kern="0" dirty="0">
                    <a:solidFill>
                      <a:schemeClr val="bg1"/>
                    </a:solidFill>
                    <a:latin typeface="Segoe UI" panose="020B0502040204020203" pitchFamily="34" charset="0"/>
                    <a:ea typeface="Calibri Light" charset="0"/>
                    <a:cs typeface="Segoe UI" panose="020B0502040204020203" pitchFamily="34" charset="0"/>
                  </a:rPr>
                  <a:t>Insert your desired text here.</a:t>
                </a:r>
                <a:endParaRPr lang="en-IN" sz="12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82" name="Group 181">
                <a:extLst>
                  <a:ext uri="{FF2B5EF4-FFF2-40B4-BE49-F238E27FC236}">
                    <a16:creationId xmlns:a16="http://schemas.microsoft.com/office/drawing/2014/main" id="{7FEAC61A-E845-0ACB-1EE1-407E42EFA701}"/>
                  </a:ext>
                </a:extLst>
              </p:cNvPr>
              <p:cNvGrpSpPr/>
              <p:nvPr/>
            </p:nvGrpSpPr>
            <p:grpSpPr>
              <a:xfrm>
                <a:off x="5372749" y="1893813"/>
                <a:ext cx="181471" cy="181471"/>
                <a:chOff x="5427485" y="1597074"/>
                <a:chExt cx="181471" cy="181471"/>
              </a:xfrm>
            </p:grpSpPr>
            <p:sp>
              <p:nvSpPr>
                <p:cNvPr id="183" name="Oval 182">
                  <a:extLst>
                    <a:ext uri="{FF2B5EF4-FFF2-40B4-BE49-F238E27FC236}">
                      <a16:creationId xmlns:a16="http://schemas.microsoft.com/office/drawing/2014/main" id="{008CE500-1FE7-1CB7-DC07-E5C1C7E0E236}"/>
                    </a:ext>
                  </a:extLst>
                </p:cNvPr>
                <p:cNvSpPr/>
                <p:nvPr/>
              </p:nvSpPr>
              <p:spPr>
                <a:xfrm>
                  <a:off x="5427485" y="1597074"/>
                  <a:ext cx="181471" cy="181471"/>
                </a:xfrm>
                <a:prstGeom prst="ellipse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184" name="Graphic 183" descr="Checkmark with solid fill">
                  <a:extLst>
                    <a:ext uri="{FF2B5EF4-FFF2-40B4-BE49-F238E27FC236}">
                      <a16:creationId xmlns:a16="http://schemas.microsoft.com/office/drawing/2014/main" id="{EE65031A-9913-3DA1-88EE-CD681C85F3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67298" y="1636887"/>
                  <a:ext cx="101845" cy="10184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D5CE810B-F951-A93D-C795-05488C95BAEC}"/>
                </a:ext>
              </a:extLst>
            </p:cNvPr>
            <p:cNvGrpSpPr/>
            <p:nvPr/>
          </p:nvGrpSpPr>
          <p:grpSpPr>
            <a:xfrm>
              <a:off x="5372749" y="2074940"/>
              <a:ext cx="2379332" cy="229418"/>
              <a:chOff x="5372749" y="2143515"/>
              <a:chExt cx="2379332" cy="229418"/>
            </a:xfrm>
          </p:grpSpPr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87751DE0-9D20-1F5A-5EEA-BC6FB6083499}"/>
                  </a:ext>
                </a:extLst>
              </p:cNvPr>
              <p:cNvSpPr txBox="1"/>
              <p:nvPr/>
            </p:nvSpPr>
            <p:spPr>
              <a:xfrm>
                <a:off x="5647209" y="2143515"/>
                <a:ext cx="2104872" cy="2294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</a:rPr>
                  <a:t>This is a sample text. </a:t>
                </a:r>
                <a:endParaRPr lang="en-IN" sz="12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78" name="Group 177">
                <a:extLst>
                  <a:ext uri="{FF2B5EF4-FFF2-40B4-BE49-F238E27FC236}">
                    <a16:creationId xmlns:a16="http://schemas.microsoft.com/office/drawing/2014/main" id="{16A117AE-FC4B-43AB-0974-EADE0C3DE039}"/>
                  </a:ext>
                </a:extLst>
              </p:cNvPr>
              <p:cNvGrpSpPr/>
              <p:nvPr/>
            </p:nvGrpSpPr>
            <p:grpSpPr>
              <a:xfrm>
                <a:off x="5372749" y="2167489"/>
                <a:ext cx="181471" cy="181471"/>
                <a:chOff x="5427485" y="1597074"/>
                <a:chExt cx="181471" cy="181471"/>
              </a:xfrm>
            </p:grpSpPr>
            <p:sp>
              <p:nvSpPr>
                <p:cNvPr id="179" name="Oval 178">
                  <a:extLst>
                    <a:ext uri="{FF2B5EF4-FFF2-40B4-BE49-F238E27FC236}">
                      <a16:creationId xmlns:a16="http://schemas.microsoft.com/office/drawing/2014/main" id="{0E115C22-2A93-AB2E-CA27-60E0960BED1F}"/>
                    </a:ext>
                  </a:extLst>
                </p:cNvPr>
                <p:cNvSpPr/>
                <p:nvPr/>
              </p:nvSpPr>
              <p:spPr>
                <a:xfrm>
                  <a:off x="5427485" y="1597074"/>
                  <a:ext cx="181471" cy="181471"/>
                </a:xfrm>
                <a:prstGeom prst="ellipse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180" name="Graphic 179" descr="Checkmark with solid fill">
                  <a:extLst>
                    <a:ext uri="{FF2B5EF4-FFF2-40B4-BE49-F238E27FC236}">
                      <a16:creationId xmlns:a16="http://schemas.microsoft.com/office/drawing/2014/main" id="{A8A02A69-46B5-E052-4975-55CE6F3B51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67298" y="1636887"/>
                  <a:ext cx="101845" cy="10184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D7F64A11-F168-6E42-322B-366C77FA30DE}"/>
                </a:ext>
              </a:extLst>
            </p:cNvPr>
            <p:cNvGrpSpPr/>
            <p:nvPr/>
          </p:nvGrpSpPr>
          <p:grpSpPr>
            <a:xfrm>
              <a:off x="5372749" y="2356875"/>
              <a:ext cx="2379332" cy="229418"/>
              <a:chOff x="5372749" y="2143515"/>
              <a:chExt cx="2379332" cy="229418"/>
            </a:xfrm>
          </p:grpSpPr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3AC24448-FB3C-22D6-1051-F979375D4E07}"/>
                  </a:ext>
                </a:extLst>
              </p:cNvPr>
              <p:cNvSpPr txBox="1"/>
              <p:nvPr/>
            </p:nvSpPr>
            <p:spPr>
              <a:xfrm>
                <a:off x="5647209" y="2143515"/>
                <a:ext cx="2104872" cy="2294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</a:rPr>
                  <a:t>This is a sample text. </a:t>
                </a:r>
                <a:endParaRPr lang="en-IN" sz="12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74" name="Group 173">
                <a:extLst>
                  <a:ext uri="{FF2B5EF4-FFF2-40B4-BE49-F238E27FC236}">
                    <a16:creationId xmlns:a16="http://schemas.microsoft.com/office/drawing/2014/main" id="{02AA9A00-0AC6-4F03-0B90-2E02BE663428}"/>
                  </a:ext>
                </a:extLst>
              </p:cNvPr>
              <p:cNvGrpSpPr/>
              <p:nvPr/>
            </p:nvGrpSpPr>
            <p:grpSpPr>
              <a:xfrm>
                <a:off x="5372749" y="2167489"/>
                <a:ext cx="181471" cy="181471"/>
                <a:chOff x="5427485" y="1597074"/>
                <a:chExt cx="181471" cy="181471"/>
              </a:xfrm>
            </p:grpSpPr>
            <p:sp>
              <p:nvSpPr>
                <p:cNvPr id="175" name="Oval 174">
                  <a:extLst>
                    <a:ext uri="{FF2B5EF4-FFF2-40B4-BE49-F238E27FC236}">
                      <a16:creationId xmlns:a16="http://schemas.microsoft.com/office/drawing/2014/main" id="{42C6D4F7-1710-32F8-BC4A-89A55CB1C46F}"/>
                    </a:ext>
                  </a:extLst>
                </p:cNvPr>
                <p:cNvSpPr/>
                <p:nvPr/>
              </p:nvSpPr>
              <p:spPr>
                <a:xfrm>
                  <a:off x="5427485" y="1597074"/>
                  <a:ext cx="181471" cy="181471"/>
                </a:xfrm>
                <a:prstGeom prst="ellipse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176" name="Graphic 175" descr="Checkmark with solid fill">
                  <a:extLst>
                    <a:ext uri="{FF2B5EF4-FFF2-40B4-BE49-F238E27FC236}">
                      <a16:creationId xmlns:a16="http://schemas.microsoft.com/office/drawing/2014/main" id="{1AB78F4D-1F35-C926-D1A6-40963D2084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67298" y="1636887"/>
                  <a:ext cx="101845" cy="101845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44F04057-E8D2-E1B1-CBAE-88D9D0467D02}"/>
              </a:ext>
            </a:extLst>
          </p:cNvPr>
          <p:cNvGrpSpPr/>
          <p:nvPr/>
        </p:nvGrpSpPr>
        <p:grpSpPr>
          <a:xfrm>
            <a:off x="5372749" y="4851177"/>
            <a:ext cx="2379332" cy="1075221"/>
            <a:chOff x="5372749" y="1511072"/>
            <a:chExt cx="2379332" cy="1075221"/>
          </a:xfrm>
        </p:grpSpPr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BFB2AC7E-9184-87C4-DC15-EEF4438349E7}"/>
                </a:ext>
              </a:extLst>
            </p:cNvPr>
            <p:cNvGrpSpPr/>
            <p:nvPr/>
          </p:nvGrpSpPr>
          <p:grpSpPr>
            <a:xfrm>
              <a:off x="5372749" y="1511072"/>
              <a:ext cx="2379332" cy="229418"/>
              <a:chOff x="5372749" y="1576844"/>
              <a:chExt cx="2379332" cy="229418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7786BEA2-333B-AEE3-7C79-4F2629A57093}"/>
                  </a:ext>
                </a:extLst>
              </p:cNvPr>
              <p:cNvSpPr txBox="1"/>
              <p:nvPr/>
            </p:nvSpPr>
            <p:spPr>
              <a:xfrm>
                <a:off x="5647209" y="1576844"/>
                <a:ext cx="2104872" cy="2294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</a:rPr>
                  <a:t>This is a sample text. </a:t>
                </a:r>
                <a:endParaRPr lang="en-IN" sz="12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207" name="Group 206">
                <a:extLst>
                  <a:ext uri="{FF2B5EF4-FFF2-40B4-BE49-F238E27FC236}">
                    <a16:creationId xmlns:a16="http://schemas.microsoft.com/office/drawing/2014/main" id="{6FE20A72-F3B5-0A69-AFBE-EFFDEB6B990E}"/>
                  </a:ext>
                </a:extLst>
              </p:cNvPr>
              <p:cNvGrpSpPr/>
              <p:nvPr/>
            </p:nvGrpSpPr>
            <p:grpSpPr>
              <a:xfrm>
                <a:off x="5372749" y="1600818"/>
                <a:ext cx="181471" cy="181471"/>
                <a:chOff x="5427485" y="1597074"/>
                <a:chExt cx="181471" cy="181471"/>
              </a:xfrm>
            </p:grpSpPr>
            <p:sp>
              <p:nvSpPr>
                <p:cNvPr id="208" name="Oval 207">
                  <a:extLst>
                    <a:ext uri="{FF2B5EF4-FFF2-40B4-BE49-F238E27FC236}">
                      <a16:creationId xmlns:a16="http://schemas.microsoft.com/office/drawing/2014/main" id="{C6961FE2-8C49-4827-2D3B-921CF29261D3}"/>
                    </a:ext>
                  </a:extLst>
                </p:cNvPr>
                <p:cNvSpPr/>
                <p:nvPr/>
              </p:nvSpPr>
              <p:spPr>
                <a:xfrm>
                  <a:off x="5427485" y="1597074"/>
                  <a:ext cx="181471" cy="181471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209" name="Graphic 208" descr="Checkmark with solid fill">
                  <a:extLst>
                    <a:ext uri="{FF2B5EF4-FFF2-40B4-BE49-F238E27FC236}">
                      <a16:creationId xmlns:a16="http://schemas.microsoft.com/office/drawing/2014/main" id="{91B531F1-DD00-F38B-A91C-7DD70EFA316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67298" y="1636887"/>
                  <a:ext cx="101845" cy="10184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D9888D84-3FA7-4BC8-E623-7957745905AE}"/>
                </a:ext>
              </a:extLst>
            </p:cNvPr>
            <p:cNvGrpSpPr/>
            <p:nvPr/>
          </p:nvGrpSpPr>
          <p:grpSpPr>
            <a:xfrm>
              <a:off x="5372749" y="1793006"/>
              <a:ext cx="2379332" cy="229418"/>
              <a:chOff x="5372749" y="1869839"/>
              <a:chExt cx="2379332" cy="229418"/>
            </a:xfrm>
          </p:grpSpPr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BFB3C714-4D8F-0DBD-A22C-BEDEBBF15A05}"/>
                  </a:ext>
                </a:extLst>
              </p:cNvPr>
              <p:cNvSpPr txBox="1"/>
              <p:nvPr/>
            </p:nvSpPr>
            <p:spPr>
              <a:xfrm>
                <a:off x="5647209" y="1869839"/>
                <a:ext cx="2104872" cy="2294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1200" kern="0" dirty="0">
                    <a:solidFill>
                      <a:schemeClr val="bg1"/>
                    </a:solidFill>
                    <a:latin typeface="Segoe UI" panose="020B0502040204020203" pitchFamily="34" charset="0"/>
                    <a:ea typeface="Calibri Light" charset="0"/>
                    <a:cs typeface="Segoe UI" panose="020B0502040204020203" pitchFamily="34" charset="0"/>
                  </a:rPr>
                  <a:t>Insert your desired text here.</a:t>
                </a:r>
                <a:endParaRPr lang="en-IN" sz="12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203" name="Group 202">
                <a:extLst>
                  <a:ext uri="{FF2B5EF4-FFF2-40B4-BE49-F238E27FC236}">
                    <a16:creationId xmlns:a16="http://schemas.microsoft.com/office/drawing/2014/main" id="{6AB29386-D697-E7D1-6FB1-DF0433F12A3B}"/>
                  </a:ext>
                </a:extLst>
              </p:cNvPr>
              <p:cNvGrpSpPr/>
              <p:nvPr/>
            </p:nvGrpSpPr>
            <p:grpSpPr>
              <a:xfrm>
                <a:off x="5372749" y="1893813"/>
                <a:ext cx="181471" cy="181471"/>
                <a:chOff x="5427485" y="1597074"/>
                <a:chExt cx="181471" cy="181471"/>
              </a:xfrm>
            </p:grpSpPr>
            <p:sp>
              <p:nvSpPr>
                <p:cNvPr id="204" name="Oval 203">
                  <a:extLst>
                    <a:ext uri="{FF2B5EF4-FFF2-40B4-BE49-F238E27FC236}">
                      <a16:creationId xmlns:a16="http://schemas.microsoft.com/office/drawing/2014/main" id="{7AB46676-A9AD-82BD-E35D-9F041C82BCBB}"/>
                    </a:ext>
                  </a:extLst>
                </p:cNvPr>
                <p:cNvSpPr/>
                <p:nvPr/>
              </p:nvSpPr>
              <p:spPr>
                <a:xfrm>
                  <a:off x="5427485" y="1597074"/>
                  <a:ext cx="181471" cy="181471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205" name="Graphic 204" descr="Checkmark with solid fill">
                  <a:extLst>
                    <a:ext uri="{FF2B5EF4-FFF2-40B4-BE49-F238E27FC236}">
                      <a16:creationId xmlns:a16="http://schemas.microsoft.com/office/drawing/2014/main" id="{8AC62612-D74E-3F17-AA8C-C34C75C086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67298" y="1636887"/>
                  <a:ext cx="101845" cy="10184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774B1CC6-1685-E432-8644-2BC70D6C5C27}"/>
                </a:ext>
              </a:extLst>
            </p:cNvPr>
            <p:cNvGrpSpPr/>
            <p:nvPr/>
          </p:nvGrpSpPr>
          <p:grpSpPr>
            <a:xfrm>
              <a:off x="5372749" y="2074940"/>
              <a:ext cx="2379332" cy="229418"/>
              <a:chOff x="5372749" y="2143515"/>
              <a:chExt cx="2379332" cy="229418"/>
            </a:xfrm>
          </p:grpSpPr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19FEFD13-0582-E8D9-A5CA-94CCCC25C868}"/>
                  </a:ext>
                </a:extLst>
              </p:cNvPr>
              <p:cNvSpPr txBox="1"/>
              <p:nvPr/>
            </p:nvSpPr>
            <p:spPr>
              <a:xfrm>
                <a:off x="5647209" y="2143515"/>
                <a:ext cx="2104872" cy="2294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</a:rPr>
                  <a:t>This is a sample text. </a:t>
                </a:r>
                <a:endParaRPr lang="en-IN" sz="12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99" name="Group 198">
                <a:extLst>
                  <a:ext uri="{FF2B5EF4-FFF2-40B4-BE49-F238E27FC236}">
                    <a16:creationId xmlns:a16="http://schemas.microsoft.com/office/drawing/2014/main" id="{1A5B3CE2-A8AC-A5B9-15A8-22723ADECCA3}"/>
                  </a:ext>
                </a:extLst>
              </p:cNvPr>
              <p:cNvGrpSpPr/>
              <p:nvPr/>
            </p:nvGrpSpPr>
            <p:grpSpPr>
              <a:xfrm>
                <a:off x="5372749" y="2167489"/>
                <a:ext cx="181471" cy="181471"/>
                <a:chOff x="5427485" y="1597074"/>
                <a:chExt cx="181471" cy="181471"/>
              </a:xfrm>
            </p:grpSpPr>
            <p:sp>
              <p:nvSpPr>
                <p:cNvPr id="200" name="Oval 199">
                  <a:extLst>
                    <a:ext uri="{FF2B5EF4-FFF2-40B4-BE49-F238E27FC236}">
                      <a16:creationId xmlns:a16="http://schemas.microsoft.com/office/drawing/2014/main" id="{2CC8053B-75CD-580A-632F-60B71A23F813}"/>
                    </a:ext>
                  </a:extLst>
                </p:cNvPr>
                <p:cNvSpPr/>
                <p:nvPr/>
              </p:nvSpPr>
              <p:spPr>
                <a:xfrm>
                  <a:off x="5427485" y="1597074"/>
                  <a:ext cx="181471" cy="181471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201" name="Graphic 200" descr="Checkmark with solid fill">
                  <a:extLst>
                    <a:ext uri="{FF2B5EF4-FFF2-40B4-BE49-F238E27FC236}">
                      <a16:creationId xmlns:a16="http://schemas.microsoft.com/office/drawing/2014/main" id="{EC413CBA-7E7D-F107-DB0C-8C5F9B3E5D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67298" y="1636887"/>
                  <a:ext cx="101845" cy="10184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078E58A3-9602-DE82-9CF3-F7A343AAD858}"/>
                </a:ext>
              </a:extLst>
            </p:cNvPr>
            <p:cNvGrpSpPr/>
            <p:nvPr/>
          </p:nvGrpSpPr>
          <p:grpSpPr>
            <a:xfrm>
              <a:off x="5372749" y="2356875"/>
              <a:ext cx="2379332" cy="229418"/>
              <a:chOff x="5372749" y="2143515"/>
              <a:chExt cx="2379332" cy="229418"/>
            </a:xfrm>
          </p:grpSpPr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78ED120C-049D-9378-5E0E-1E72948595A1}"/>
                  </a:ext>
                </a:extLst>
              </p:cNvPr>
              <p:cNvSpPr txBox="1"/>
              <p:nvPr/>
            </p:nvSpPr>
            <p:spPr>
              <a:xfrm>
                <a:off x="5647209" y="2143515"/>
                <a:ext cx="2104872" cy="2294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</a:rPr>
                  <a:t>This is a sample text. </a:t>
                </a:r>
                <a:endParaRPr lang="en-IN" sz="12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95" name="Group 194">
                <a:extLst>
                  <a:ext uri="{FF2B5EF4-FFF2-40B4-BE49-F238E27FC236}">
                    <a16:creationId xmlns:a16="http://schemas.microsoft.com/office/drawing/2014/main" id="{6DFE841F-8766-C02B-FBEE-7ECB406DF122}"/>
                  </a:ext>
                </a:extLst>
              </p:cNvPr>
              <p:cNvGrpSpPr/>
              <p:nvPr/>
            </p:nvGrpSpPr>
            <p:grpSpPr>
              <a:xfrm>
                <a:off x="5372749" y="2167489"/>
                <a:ext cx="181471" cy="181471"/>
                <a:chOff x="5427485" y="1597074"/>
                <a:chExt cx="181471" cy="181471"/>
              </a:xfrm>
            </p:grpSpPr>
            <p:sp>
              <p:nvSpPr>
                <p:cNvPr id="196" name="Oval 195">
                  <a:extLst>
                    <a:ext uri="{FF2B5EF4-FFF2-40B4-BE49-F238E27FC236}">
                      <a16:creationId xmlns:a16="http://schemas.microsoft.com/office/drawing/2014/main" id="{265684A9-8FEA-1DC5-067D-D746346A6C54}"/>
                    </a:ext>
                  </a:extLst>
                </p:cNvPr>
                <p:cNvSpPr/>
                <p:nvPr/>
              </p:nvSpPr>
              <p:spPr>
                <a:xfrm>
                  <a:off x="5427485" y="1597074"/>
                  <a:ext cx="181471" cy="181471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197" name="Graphic 196" descr="Checkmark with solid fill">
                  <a:extLst>
                    <a:ext uri="{FF2B5EF4-FFF2-40B4-BE49-F238E27FC236}">
                      <a16:creationId xmlns:a16="http://schemas.microsoft.com/office/drawing/2014/main" id="{BD979BAA-B816-BCFA-2411-EA7244392C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67298" y="1636887"/>
                  <a:ext cx="101845" cy="101845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F68C8B5B-7364-4258-2715-58172C0E275C}"/>
              </a:ext>
            </a:extLst>
          </p:cNvPr>
          <p:cNvGrpSpPr/>
          <p:nvPr/>
        </p:nvGrpSpPr>
        <p:grpSpPr>
          <a:xfrm>
            <a:off x="8902324" y="1515694"/>
            <a:ext cx="2379332" cy="1075221"/>
            <a:chOff x="5372749" y="1511072"/>
            <a:chExt cx="2379332" cy="1075221"/>
          </a:xfrm>
        </p:grpSpPr>
        <p:grpSp>
          <p:nvGrpSpPr>
            <p:cNvPr id="211" name="Group 210">
              <a:extLst>
                <a:ext uri="{FF2B5EF4-FFF2-40B4-BE49-F238E27FC236}">
                  <a16:creationId xmlns:a16="http://schemas.microsoft.com/office/drawing/2014/main" id="{681423DA-2586-0138-BB55-E7177624DCF2}"/>
                </a:ext>
              </a:extLst>
            </p:cNvPr>
            <p:cNvGrpSpPr/>
            <p:nvPr/>
          </p:nvGrpSpPr>
          <p:grpSpPr>
            <a:xfrm>
              <a:off x="5372749" y="1511072"/>
              <a:ext cx="2379332" cy="229418"/>
              <a:chOff x="5372749" y="1576844"/>
              <a:chExt cx="2379332" cy="229418"/>
            </a:xfrm>
          </p:grpSpPr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F4196FE1-0AC9-88C7-3307-65B0AF369C52}"/>
                  </a:ext>
                </a:extLst>
              </p:cNvPr>
              <p:cNvSpPr txBox="1"/>
              <p:nvPr/>
            </p:nvSpPr>
            <p:spPr>
              <a:xfrm>
                <a:off x="5647209" y="1576844"/>
                <a:ext cx="2104872" cy="2294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This is a sample text. </a:t>
                </a:r>
                <a:endParaRPr lang="en-IN" sz="12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grpSp>
            <p:nvGrpSpPr>
              <p:cNvPr id="228" name="Group 227">
                <a:extLst>
                  <a:ext uri="{FF2B5EF4-FFF2-40B4-BE49-F238E27FC236}">
                    <a16:creationId xmlns:a16="http://schemas.microsoft.com/office/drawing/2014/main" id="{C25707E4-CDE3-F808-30FE-E92036EC0494}"/>
                  </a:ext>
                </a:extLst>
              </p:cNvPr>
              <p:cNvGrpSpPr/>
              <p:nvPr/>
            </p:nvGrpSpPr>
            <p:grpSpPr>
              <a:xfrm>
                <a:off x="5372749" y="1600818"/>
                <a:ext cx="181471" cy="181471"/>
                <a:chOff x="5427485" y="1597074"/>
                <a:chExt cx="181471" cy="181471"/>
              </a:xfrm>
            </p:grpSpPr>
            <p:sp>
              <p:nvSpPr>
                <p:cNvPr id="229" name="Oval 228">
                  <a:extLst>
                    <a:ext uri="{FF2B5EF4-FFF2-40B4-BE49-F238E27FC236}">
                      <a16:creationId xmlns:a16="http://schemas.microsoft.com/office/drawing/2014/main" id="{1ED0D5C5-F11B-0AAE-9322-05E4665FA557}"/>
                    </a:ext>
                  </a:extLst>
                </p:cNvPr>
                <p:cNvSpPr/>
                <p:nvPr/>
              </p:nvSpPr>
              <p:spPr>
                <a:xfrm>
                  <a:off x="5427485" y="1597074"/>
                  <a:ext cx="181471" cy="181471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230" name="Graphic 229" descr="Checkmark with solid fill">
                  <a:extLst>
                    <a:ext uri="{FF2B5EF4-FFF2-40B4-BE49-F238E27FC236}">
                      <a16:creationId xmlns:a16="http://schemas.microsoft.com/office/drawing/2014/main" id="{22C45A59-9819-6397-664A-F26153BF39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67298" y="1636887"/>
                  <a:ext cx="101845" cy="10184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212" name="Group 211">
              <a:extLst>
                <a:ext uri="{FF2B5EF4-FFF2-40B4-BE49-F238E27FC236}">
                  <a16:creationId xmlns:a16="http://schemas.microsoft.com/office/drawing/2014/main" id="{2D1B16B6-F04F-726A-0AC6-D22FD90D0F1B}"/>
                </a:ext>
              </a:extLst>
            </p:cNvPr>
            <p:cNvGrpSpPr/>
            <p:nvPr/>
          </p:nvGrpSpPr>
          <p:grpSpPr>
            <a:xfrm>
              <a:off x="5372749" y="1793006"/>
              <a:ext cx="2379332" cy="229418"/>
              <a:chOff x="5372749" y="1869839"/>
              <a:chExt cx="2379332" cy="229418"/>
            </a:xfrm>
          </p:grpSpPr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DF69A5C9-35A5-1B45-BF69-DC213E59B4F8}"/>
                  </a:ext>
                </a:extLst>
              </p:cNvPr>
              <p:cNvSpPr txBox="1"/>
              <p:nvPr/>
            </p:nvSpPr>
            <p:spPr>
              <a:xfrm>
                <a:off x="5647209" y="1869839"/>
                <a:ext cx="2104872" cy="2294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1200" kern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egoe UI" panose="020B0502040204020203" pitchFamily="34" charset="0"/>
                    <a:ea typeface="Calibri Light" charset="0"/>
                    <a:cs typeface="Segoe UI" panose="020B0502040204020203" pitchFamily="34" charset="0"/>
                  </a:rPr>
                  <a:t>Insert your desired text here.</a:t>
                </a:r>
                <a:endParaRPr lang="en-IN" sz="12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grpSp>
            <p:nvGrpSpPr>
              <p:cNvPr id="224" name="Group 223">
                <a:extLst>
                  <a:ext uri="{FF2B5EF4-FFF2-40B4-BE49-F238E27FC236}">
                    <a16:creationId xmlns:a16="http://schemas.microsoft.com/office/drawing/2014/main" id="{2595509C-5C7C-1810-DAE5-4E23E384BDF8}"/>
                  </a:ext>
                </a:extLst>
              </p:cNvPr>
              <p:cNvGrpSpPr/>
              <p:nvPr/>
            </p:nvGrpSpPr>
            <p:grpSpPr>
              <a:xfrm>
                <a:off x="5372749" y="1893813"/>
                <a:ext cx="181471" cy="181471"/>
                <a:chOff x="5427485" y="1597074"/>
                <a:chExt cx="181471" cy="181471"/>
              </a:xfrm>
            </p:grpSpPr>
            <p:sp>
              <p:nvSpPr>
                <p:cNvPr id="225" name="Oval 224">
                  <a:extLst>
                    <a:ext uri="{FF2B5EF4-FFF2-40B4-BE49-F238E27FC236}">
                      <a16:creationId xmlns:a16="http://schemas.microsoft.com/office/drawing/2014/main" id="{708C98DA-D15A-806D-389A-98C01D52EB38}"/>
                    </a:ext>
                  </a:extLst>
                </p:cNvPr>
                <p:cNvSpPr/>
                <p:nvPr/>
              </p:nvSpPr>
              <p:spPr>
                <a:xfrm>
                  <a:off x="5427485" y="1597074"/>
                  <a:ext cx="181471" cy="181471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226" name="Graphic 225" descr="Checkmark with solid fill">
                  <a:extLst>
                    <a:ext uri="{FF2B5EF4-FFF2-40B4-BE49-F238E27FC236}">
                      <a16:creationId xmlns:a16="http://schemas.microsoft.com/office/drawing/2014/main" id="{7E1056B7-A861-CBCC-0BFE-58162A8926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67298" y="1636887"/>
                  <a:ext cx="101845" cy="10184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18286020-6804-D8D2-35B4-D3B0CE9B659A}"/>
                </a:ext>
              </a:extLst>
            </p:cNvPr>
            <p:cNvGrpSpPr/>
            <p:nvPr/>
          </p:nvGrpSpPr>
          <p:grpSpPr>
            <a:xfrm>
              <a:off x="5372749" y="2074940"/>
              <a:ext cx="2379332" cy="229418"/>
              <a:chOff x="5372749" y="2143515"/>
              <a:chExt cx="2379332" cy="229418"/>
            </a:xfrm>
          </p:grpSpPr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609BA596-4FEB-4E1F-217C-F3A6D6FA01EF}"/>
                  </a:ext>
                </a:extLst>
              </p:cNvPr>
              <p:cNvSpPr txBox="1"/>
              <p:nvPr/>
            </p:nvSpPr>
            <p:spPr>
              <a:xfrm>
                <a:off x="5647209" y="2143515"/>
                <a:ext cx="2104872" cy="2294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This is a sample text. </a:t>
                </a:r>
                <a:endParaRPr lang="en-IN" sz="12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grpSp>
            <p:nvGrpSpPr>
              <p:cNvPr id="220" name="Group 219">
                <a:extLst>
                  <a:ext uri="{FF2B5EF4-FFF2-40B4-BE49-F238E27FC236}">
                    <a16:creationId xmlns:a16="http://schemas.microsoft.com/office/drawing/2014/main" id="{0EAA5DA0-7AA8-A76D-B6E5-62EFC0F46E94}"/>
                  </a:ext>
                </a:extLst>
              </p:cNvPr>
              <p:cNvGrpSpPr/>
              <p:nvPr/>
            </p:nvGrpSpPr>
            <p:grpSpPr>
              <a:xfrm>
                <a:off x="5372749" y="2167489"/>
                <a:ext cx="181471" cy="181471"/>
                <a:chOff x="5427485" y="1597074"/>
                <a:chExt cx="181471" cy="181471"/>
              </a:xfrm>
            </p:grpSpPr>
            <p:sp>
              <p:nvSpPr>
                <p:cNvPr id="221" name="Oval 220">
                  <a:extLst>
                    <a:ext uri="{FF2B5EF4-FFF2-40B4-BE49-F238E27FC236}">
                      <a16:creationId xmlns:a16="http://schemas.microsoft.com/office/drawing/2014/main" id="{C7CF68A5-FF50-AAAB-6721-AAAD6ADBA5DA}"/>
                    </a:ext>
                  </a:extLst>
                </p:cNvPr>
                <p:cNvSpPr/>
                <p:nvPr/>
              </p:nvSpPr>
              <p:spPr>
                <a:xfrm>
                  <a:off x="5427485" y="1597074"/>
                  <a:ext cx="181471" cy="181471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222" name="Graphic 221" descr="Checkmark with solid fill">
                  <a:extLst>
                    <a:ext uri="{FF2B5EF4-FFF2-40B4-BE49-F238E27FC236}">
                      <a16:creationId xmlns:a16="http://schemas.microsoft.com/office/drawing/2014/main" id="{30E6D745-1847-546A-CF22-8057BDB622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67298" y="1636887"/>
                  <a:ext cx="101845" cy="10184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C5529057-E29A-BA1E-34FA-4530EB98661F}"/>
                </a:ext>
              </a:extLst>
            </p:cNvPr>
            <p:cNvGrpSpPr/>
            <p:nvPr/>
          </p:nvGrpSpPr>
          <p:grpSpPr>
            <a:xfrm>
              <a:off x="5372749" y="2356875"/>
              <a:ext cx="2379332" cy="229418"/>
              <a:chOff x="5372749" y="2143515"/>
              <a:chExt cx="2379332" cy="229418"/>
            </a:xfrm>
          </p:grpSpPr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36176719-2A45-A467-8B0C-B92364D5FA8C}"/>
                  </a:ext>
                </a:extLst>
              </p:cNvPr>
              <p:cNvSpPr txBox="1"/>
              <p:nvPr/>
            </p:nvSpPr>
            <p:spPr>
              <a:xfrm>
                <a:off x="5647209" y="2143515"/>
                <a:ext cx="2104872" cy="2294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This is a sample text. </a:t>
                </a:r>
                <a:endParaRPr lang="en-IN" sz="12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grpSp>
            <p:nvGrpSpPr>
              <p:cNvPr id="216" name="Group 215">
                <a:extLst>
                  <a:ext uri="{FF2B5EF4-FFF2-40B4-BE49-F238E27FC236}">
                    <a16:creationId xmlns:a16="http://schemas.microsoft.com/office/drawing/2014/main" id="{A3833ECF-F01F-D285-3B18-D931CCAD45F5}"/>
                  </a:ext>
                </a:extLst>
              </p:cNvPr>
              <p:cNvGrpSpPr/>
              <p:nvPr/>
            </p:nvGrpSpPr>
            <p:grpSpPr>
              <a:xfrm>
                <a:off x="5372749" y="2167489"/>
                <a:ext cx="181471" cy="181471"/>
                <a:chOff x="5427485" y="1597074"/>
                <a:chExt cx="181471" cy="181471"/>
              </a:xfrm>
            </p:grpSpPr>
            <p:sp>
              <p:nvSpPr>
                <p:cNvPr id="217" name="Oval 216">
                  <a:extLst>
                    <a:ext uri="{FF2B5EF4-FFF2-40B4-BE49-F238E27FC236}">
                      <a16:creationId xmlns:a16="http://schemas.microsoft.com/office/drawing/2014/main" id="{971335E8-2E9F-F558-F0CE-BC442C8FB170}"/>
                    </a:ext>
                  </a:extLst>
                </p:cNvPr>
                <p:cNvSpPr/>
                <p:nvPr/>
              </p:nvSpPr>
              <p:spPr>
                <a:xfrm>
                  <a:off x="5427485" y="1597074"/>
                  <a:ext cx="181471" cy="181471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218" name="Graphic 217" descr="Checkmark with solid fill">
                  <a:extLst>
                    <a:ext uri="{FF2B5EF4-FFF2-40B4-BE49-F238E27FC236}">
                      <a16:creationId xmlns:a16="http://schemas.microsoft.com/office/drawing/2014/main" id="{CE2D2F83-54E4-6533-5035-77424A205E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67298" y="1636887"/>
                  <a:ext cx="101845" cy="101845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EFCFA35A-61C4-2660-FF77-1A96E0E45CBE}"/>
              </a:ext>
            </a:extLst>
          </p:cNvPr>
          <p:cNvGrpSpPr/>
          <p:nvPr/>
        </p:nvGrpSpPr>
        <p:grpSpPr>
          <a:xfrm>
            <a:off x="8902324" y="4424440"/>
            <a:ext cx="2379332" cy="1075221"/>
            <a:chOff x="5372749" y="1511072"/>
            <a:chExt cx="2379332" cy="1075221"/>
          </a:xfrm>
        </p:grpSpPr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FD39F17F-0671-789A-678F-382853247C61}"/>
                </a:ext>
              </a:extLst>
            </p:cNvPr>
            <p:cNvGrpSpPr/>
            <p:nvPr/>
          </p:nvGrpSpPr>
          <p:grpSpPr>
            <a:xfrm>
              <a:off x="5372749" y="1511072"/>
              <a:ext cx="2379332" cy="229418"/>
              <a:chOff x="5372749" y="1576844"/>
              <a:chExt cx="2379332" cy="229418"/>
            </a:xfrm>
          </p:grpSpPr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7656CB8A-80A2-B18C-88D7-557ED893D967}"/>
                  </a:ext>
                </a:extLst>
              </p:cNvPr>
              <p:cNvSpPr txBox="1"/>
              <p:nvPr/>
            </p:nvSpPr>
            <p:spPr>
              <a:xfrm>
                <a:off x="5647209" y="1576844"/>
                <a:ext cx="2104872" cy="2294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This is a sample text. </a:t>
                </a:r>
                <a:endParaRPr lang="en-IN" sz="12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grpSp>
            <p:nvGrpSpPr>
              <p:cNvPr id="249" name="Group 248">
                <a:extLst>
                  <a:ext uri="{FF2B5EF4-FFF2-40B4-BE49-F238E27FC236}">
                    <a16:creationId xmlns:a16="http://schemas.microsoft.com/office/drawing/2014/main" id="{FB5F70E5-910A-99D8-872D-20018BEBAB6C}"/>
                  </a:ext>
                </a:extLst>
              </p:cNvPr>
              <p:cNvGrpSpPr/>
              <p:nvPr/>
            </p:nvGrpSpPr>
            <p:grpSpPr>
              <a:xfrm>
                <a:off x="5372749" y="1600818"/>
                <a:ext cx="181471" cy="181471"/>
                <a:chOff x="5427485" y="1597074"/>
                <a:chExt cx="181471" cy="181471"/>
              </a:xfrm>
            </p:grpSpPr>
            <p:sp>
              <p:nvSpPr>
                <p:cNvPr id="250" name="Oval 249">
                  <a:extLst>
                    <a:ext uri="{FF2B5EF4-FFF2-40B4-BE49-F238E27FC236}">
                      <a16:creationId xmlns:a16="http://schemas.microsoft.com/office/drawing/2014/main" id="{8150827D-280B-CCED-1913-49C94F24CC34}"/>
                    </a:ext>
                  </a:extLst>
                </p:cNvPr>
                <p:cNvSpPr/>
                <p:nvPr/>
              </p:nvSpPr>
              <p:spPr>
                <a:xfrm>
                  <a:off x="5427485" y="1597074"/>
                  <a:ext cx="181471" cy="181471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251" name="Graphic 250" descr="Checkmark with solid fill">
                  <a:extLst>
                    <a:ext uri="{FF2B5EF4-FFF2-40B4-BE49-F238E27FC236}">
                      <a16:creationId xmlns:a16="http://schemas.microsoft.com/office/drawing/2014/main" id="{85D69CE7-F15D-EA56-DA3A-5EC60A01F5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67298" y="1636887"/>
                  <a:ext cx="101845" cy="10184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233" name="Group 232">
              <a:extLst>
                <a:ext uri="{FF2B5EF4-FFF2-40B4-BE49-F238E27FC236}">
                  <a16:creationId xmlns:a16="http://schemas.microsoft.com/office/drawing/2014/main" id="{F877EBA0-3085-0277-306C-26CDB4577AB5}"/>
                </a:ext>
              </a:extLst>
            </p:cNvPr>
            <p:cNvGrpSpPr/>
            <p:nvPr/>
          </p:nvGrpSpPr>
          <p:grpSpPr>
            <a:xfrm>
              <a:off x="5372749" y="1793006"/>
              <a:ext cx="2379332" cy="229418"/>
              <a:chOff x="5372749" y="1869839"/>
              <a:chExt cx="2379332" cy="229418"/>
            </a:xfrm>
          </p:grpSpPr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17BB7532-B398-DA54-3991-5CDA279B76A8}"/>
                  </a:ext>
                </a:extLst>
              </p:cNvPr>
              <p:cNvSpPr txBox="1"/>
              <p:nvPr/>
            </p:nvSpPr>
            <p:spPr>
              <a:xfrm>
                <a:off x="5647209" y="1869839"/>
                <a:ext cx="2104872" cy="2294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1200" kern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egoe UI" panose="020B0502040204020203" pitchFamily="34" charset="0"/>
                    <a:ea typeface="Calibri Light" charset="0"/>
                    <a:cs typeface="Segoe UI" panose="020B0502040204020203" pitchFamily="34" charset="0"/>
                  </a:rPr>
                  <a:t>Insert your desired text here.</a:t>
                </a:r>
                <a:endParaRPr lang="en-IN" sz="12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grpSp>
            <p:nvGrpSpPr>
              <p:cNvPr id="245" name="Group 244">
                <a:extLst>
                  <a:ext uri="{FF2B5EF4-FFF2-40B4-BE49-F238E27FC236}">
                    <a16:creationId xmlns:a16="http://schemas.microsoft.com/office/drawing/2014/main" id="{7E65C603-F015-5969-8BD5-34F77FE21DE9}"/>
                  </a:ext>
                </a:extLst>
              </p:cNvPr>
              <p:cNvGrpSpPr/>
              <p:nvPr/>
            </p:nvGrpSpPr>
            <p:grpSpPr>
              <a:xfrm>
                <a:off x="5372749" y="1893813"/>
                <a:ext cx="181471" cy="181471"/>
                <a:chOff x="5427485" y="1597074"/>
                <a:chExt cx="181471" cy="181471"/>
              </a:xfrm>
            </p:grpSpPr>
            <p:sp>
              <p:nvSpPr>
                <p:cNvPr id="246" name="Oval 245">
                  <a:extLst>
                    <a:ext uri="{FF2B5EF4-FFF2-40B4-BE49-F238E27FC236}">
                      <a16:creationId xmlns:a16="http://schemas.microsoft.com/office/drawing/2014/main" id="{6617413C-ED43-E76B-6CD2-A4A91A591338}"/>
                    </a:ext>
                  </a:extLst>
                </p:cNvPr>
                <p:cNvSpPr/>
                <p:nvPr/>
              </p:nvSpPr>
              <p:spPr>
                <a:xfrm>
                  <a:off x="5427485" y="1597074"/>
                  <a:ext cx="181471" cy="181471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247" name="Graphic 246" descr="Checkmark with solid fill">
                  <a:extLst>
                    <a:ext uri="{FF2B5EF4-FFF2-40B4-BE49-F238E27FC236}">
                      <a16:creationId xmlns:a16="http://schemas.microsoft.com/office/drawing/2014/main" id="{7F483DCD-771C-B59C-19EF-45A38E9C2D6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67298" y="1636887"/>
                  <a:ext cx="101845" cy="10184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234" name="Group 233">
              <a:extLst>
                <a:ext uri="{FF2B5EF4-FFF2-40B4-BE49-F238E27FC236}">
                  <a16:creationId xmlns:a16="http://schemas.microsoft.com/office/drawing/2014/main" id="{0E151AFB-7B56-EB96-50A9-E8B90EC7AFB9}"/>
                </a:ext>
              </a:extLst>
            </p:cNvPr>
            <p:cNvGrpSpPr/>
            <p:nvPr/>
          </p:nvGrpSpPr>
          <p:grpSpPr>
            <a:xfrm>
              <a:off x="5372749" y="2074940"/>
              <a:ext cx="2379332" cy="229418"/>
              <a:chOff x="5372749" y="2143515"/>
              <a:chExt cx="2379332" cy="229418"/>
            </a:xfrm>
          </p:grpSpPr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9A204348-E09B-326F-A8C0-8DFAE8A6417A}"/>
                  </a:ext>
                </a:extLst>
              </p:cNvPr>
              <p:cNvSpPr txBox="1"/>
              <p:nvPr/>
            </p:nvSpPr>
            <p:spPr>
              <a:xfrm>
                <a:off x="5647209" y="2143515"/>
                <a:ext cx="2104872" cy="2294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This is a sample text. </a:t>
                </a:r>
                <a:endParaRPr lang="en-IN" sz="12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grpSp>
            <p:nvGrpSpPr>
              <p:cNvPr id="241" name="Group 240">
                <a:extLst>
                  <a:ext uri="{FF2B5EF4-FFF2-40B4-BE49-F238E27FC236}">
                    <a16:creationId xmlns:a16="http://schemas.microsoft.com/office/drawing/2014/main" id="{21233A2D-6B70-478C-FE0A-2C4F5348DAFD}"/>
                  </a:ext>
                </a:extLst>
              </p:cNvPr>
              <p:cNvGrpSpPr/>
              <p:nvPr/>
            </p:nvGrpSpPr>
            <p:grpSpPr>
              <a:xfrm>
                <a:off x="5372749" y="2167489"/>
                <a:ext cx="181471" cy="181471"/>
                <a:chOff x="5427485" y="1597074"/>
                <a:chExt cx="181471" cy="181471"/>
              </a:xfrm>
            </p:grpSpPr>
            <p:sp>
              <p:nvSpPr>
                <p:cNvPr id="242" name="Oval 241">
                  <a:extLst>
                    <a:ext uri="{FF2B5EF4-FFF2-40B4-BE49-F238E27FC236}">
                      <a16:creationId xmlns:a16="http://schemas.microsoft.com/office/drawing/2014/main" id="{DEAC981E-F8A1-4126-7DF6-CF48E4040701}"/>
                    </a:ext>
                  </a:extLst>
                </p:cNvPr>
                <p:cNvSpPr/>
                <p:nvPr/>
              </p:nvSpPr>
              <p:spPr>
                <a:xfrm>
                  <a:off x="5427485" y="1597074"/>
                  <a:ext cx="181471" cy="181471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243" name="Graphic 242" descr="Checkmark with solid fill">
                  <a:extLst>
                    <a:ext uri="{FF2B5EF4-FFF2-40B4-BE49-F238E27FC236}">
                      <a16:creationId xmlns:a16="http://schemas.microsoft.com/office/drawing/2014/main" id="{4536C291-5136-ABC4-7325-C7F3C4559DE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67298" y="1636887"/>
                  <a:ext cx="101845" cy="10184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4FD55C8A-D75E-052A-23EE-13BE22FC840A}"/>
                </a:ext>
              </a:extLst>
            </p:cNvPr>
            <p:cNvGrpSpPr/>
            <p:nvPr/>
          </p:nvGrpSpPr>
          <p:grpSpPr>
            <a:xfrm>
              <a:off x="5372749" y="2356875"/>
              <a:ext cx="2379332" cy="229418"/>
              <a:chOff x="5372749" y="2143515"/>
              <a:chExt cx="2379332" cy="229418"/>
            </a:xfrm>
          </p:grpSpPr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BACAF07C-DFA3-3F01-5675-C92E682D1D0B}"/>
                  </a:ext>
                </a:extLst>
              </p:cNvPr>
              <p:cNvSpPr txBox="1"/>
              <p:nvPr/>
            </p:nvSpPr>
            <p:spPr>
              <a:xfrm>
                <a:off x="5647209" y="2143515"/>
                <a:ext cx="2104872" cy="2294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This is a sample text. </a:t>
                </a:r>
                <a:endParaRPr lang="en-IN" sz="12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grpSp>
            <p:nvGrpSpPr>
              <p:cNvPr id="237" name="Group 236">
                <a:extLst>
                  <a:ext uri="{FF2B5EF4-FFF2-40B4-BE49-F238E27FC236}">
                    <a16:creationId xmlns:a16="http://schemas.microsoft.com/office/drawing/2014/main" id="{EE4EF798-C963-71EE-482A-25FC664C0CCC}"/>
                  </a:ext>
                </a:extLst>
              </p:cNvPr>
              <p:cNvGrpSpPr/>
              <p:nvPr/>
            </p:nvGrpSpPr>
            <p:grpSpPr>
              <a:xfrm>
                <a:off x="5372749" y="2167489"/>
                <a:ext cx="181471" cy="181471"/>
                <a:chOff x="5427485" y="1597074"/>
                <a:chExt cx="181471" cy="181471"/>
              </a:xfrm>
            </p:grpSpPr>
            <p:sp>
              <p:nvSpPr>
                <p:cNvPr id="238" name="Oval 237">
                  <a:extLst>
                    <a:ext uri="{FF2B5EF4-FFF2-40B4-BE49-F238E27FC236}">
                      <a16:creationId xmlns:a16="http://schemas.microsoft.com/office/drawing/2014/main" id="{6FFAAD9A-11FB-4BB2-7BD9-4159C7BD08E6}"/>
                    </a:ext>
                  </a:extLst>
                </p:cNvPr>
                <p:cNvSpPr/>
                <p:nvPr/>
              </p:nvSpPr>
              <p:spPr>
                <a:xfrm>
                  <a:off x="5427485" y="1597074"/>
                  <a:ext cx="181471" cy="181471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239" name="Graphic 238" descr="Checkmark with solid fill">
                  <a:extLst>
                    <a:ext uri="{FF2B5EF4-FFF2-40B4-BE49-F238E27FC236}">
                      <a16:creationId xmlns:a16="http://schemas.microsoft.com/office/drawing/2014/main" id="{B53A52D8-AFC7-C090-0C8A-41C3AB8ECD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67298" y="1636887"/>
                  <a:ext cx="101845" cy="101845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2553009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1D1FA232-1F1E-F9D1-B9B1-CDCBFC8DDFC7}"/>
              </a:ext>
            </a:extLst>
          </p:cNvPr>
          <p:cNvSpPr/>
          <p:nvPr/>
        </p:nvSpPr>
        <p:spPr>
          <a:xfrm>
            <a:off x="998375" y="1268760"/>
            <a:ext cx="7063615" cy="4936097"/>
          </a:xfrm>
          <a:prstGeom prst="roundRect">
            <a:avLst>
              <a:gd name="adj" fmla="val 251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2F07ED37-469E-D091-2C86-D9BC89CFCE5D}"/>
              </a:ext>
            </a:extLst>
          </p:cNvPr>
          <p:cNvSpPr/>
          <p:nvPr/>
        </p:nvSpPr>
        <p:spPr>
          <a:xfrm>
            <a:off x="1718576" y="1923437"/>
            <a:ext cx="3109077" cy="791772"/>
          </a:xfrm>
          <a:prstGeom prst="roundRect">
            <a:avLst>
              <a:gd name="adj" fmla="val 8781"/>
            </a:avLst>
          </a:prstGeom>
          <a:solidFill>
            <a:schemeClr val="tx1">
              <a:alpha val="30000"/>
            </a:schemeClr>
          </a:soli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FD55EECF-6D09-4C9B-E12B-F9266F361352}"/>
              </a:ext>
            </a:extLst>
          </p:cNvPr>
          <p:cNvSpPr/>
          <p:nvPr/>
        </p:nvSpPr>
        <p:spPr>
          <a:xfrm>
            <a:off x="1718576" y="3584283"/>
            <a:ext cx="3109077" cy="791772"/>
          </a:xfrm>
          <a:prstGeom prst="roundRect">
            <a:avLst>
              <a:gd name="adj" fmla="val 8781"/>
            </a:avLst>
          </a:prstGeom>
          <a:solidFill>
            <a:schemeClr val="tx1">
              <a:alpha val="30000"/>
            </a:schemeClr>
          </a:soli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E3A0F94A-FF93-E993-665D-EEAEE1E51FA6}"/>
              </a:ext>
            </a:extLst>
          </p:cNvPr>
          <p:cNvSpPr/>
          <p:nvPr/>
        </p:nvSpPr>
        <p:spPr>
          <a:xfrm>
            <a:off x="1718576" y="5263792"/>
            <a:ext cx="3109077" cy="791772"/>
          </a:xfrm>
          <a:prstGeom prst="roundRect">
            <a:avLst>
              <a:gd name="adj" fmla="val 8781"/>
            </a:avLst>
          </a:prstGeom>
          <a:solidFill>
            <a:schemeClr val="tx1">
              <a:alpha val="30000"/>
            </a:schemeClr>
          </a:soli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3A2555-B2E9-8DEB-B405-A828E2532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/>
          <a:lstStyle/>
          <a:p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Above The Line Marketing Slide Template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EE7B645-172C-E94A-CAB0-F2AB210BDD86}"/>
              </a:ext>
            </a:extLst>
          </p:cNvPr>
          <p:cNvSpPr/>
          <p:nvPr/>
        </p:nvSpPr>
        <p:spPr>
          <a:xfrm>
            <a:off x="1972919" y="5106733"/>
            <a:ext cx="2699831" cy="564109"/>
          </a:xfrm>
          <a:prstGeom prst="roundRect">
            <a:avLst>
              <a:gd name="adj" fmla="val 8781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257437E-8E8D-4E46-A433-E5E740C35938}"/>
              </a:ext>
            </a:extLst>
          </p:cNvPr>
          <p:cNvSpPr txBox="1"/>
          <p:nvPr/>
        </p:nvSpPr>
        <p:spPr>
          <a:xfrm>
            <a:off x="2129946" y="5268693"/>
            <a:ext cx="2385778" cy="24018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BELOW THE LINE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B95B44E-6CF9-55B8-3535-27960061A21E}"/>
              </a:ext>
            </a:extLst>
          </p:cNvPr>
          <p:cNvSpPr/>
          <p:nvPr/>
        </p:nvSpPr>
        <p:spPr>
          <a:xfrm>
            <a:off x="1972919" y="1771250"/>
            <a:ext cx="2699831" cy="564109"/>
          </a:xfrm>
          <a:prstGeom prst="roundRect">
            <a:avLst>
              <a:gd name="adj" fmla="val 878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7CE373-A326-86FD-AC66-8AB68C52EE12}"/>
              </a:ext>
            </a:extLst>
          </p:cNvPr>
          <p:cNvSpPr txBox="1"/>
          <p:nvPr/>
        </p:nvSpPr>
        <p:spPr>
          <a:xfrm>
            <a:off x="2129946" y="1933210"/>
            <a:ext cx="2385778" cy="24018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ABOVE THE LINE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26562B2-4E44-0F30-7D17-DB63F1E363E5}"/>
              </a:ext>
            </a:extLst>
          </p:cNvPr>
          <p:cNvSpPr/>
          <p:nvPr/>
        </p:nvSpPr>
        <p:spPr>
          <a:xfrm>
            <a:off x="1972919" y="3438992"/>
            <a:ext cx="2699831" cy="564109"/>
          </a:xfrm>
          <a:prstGeom prst="roundRect">
            <a:avLst>
              <a:gd name="adj" fmla="val 8781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1CD2627-ACF6-7DB0-97E4-803BEA5F19FC}"/>
              </a:ext>
            </a:extLst>
          </p:cNvPr>
          <p:cNvSpPr txBox="1"/>
          <p:nvPr/>
        </p:nvSpPr>
        <p:spPr>
          <a:xfrm>
            <a:off x="2129946" y="3601417"/>
            <a:ext cx="2385778" cy="24018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THROUGH THE LINE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811143C-152C-F5C7-CE10-A98390D724FB}"/>
              </a:ext>
            </a:extLst>
          </p:cNvPr>
          <p:cNvSpPr/>
          <p:nvPr/>
        </p:nvSpPr>
        <p:spPr>
          <a:xfrm>
            <a:off x="5213469" y="4713158"/>
            <a:ext cx="2701216" cy="1351258"/>
          </a:xfrm>
          <a:prstGeom prst="roundRect">
            <a:avLst>
              <a:gd name="adj" fmla="val 8781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4CC24C70-FD9D-7B8A-3EDA-3AB797AA287B}"/>
              </a:ext>
            </a:extLst>
          </p:cNvPr>
          <p:cNvSpPr/>
          <p:nvPr/>
        </p:nvSpPr>
        <p:spPr>
          <a:xfrm>
            <a:off x="5213469" y="1377675"/>
            <a:ext cx="2701216" cy="1351258"/>
          </a:xfrm>
          <a:prstGeom prst="roundRect">
            <a:avLst>
              <a:gd name="adj" fmla="val 878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AA0ECBB5-A512-9991-43BD-0002295DBE6D}"/>
              </a:ext>
            </a:extLst>
          </p:cNvPr>
          <p:cNvSpPr/>
          <p:nvPr/>
        </p:nvSpPr>
        <p:spPr>
          <a:xfrm>
            <a:off x="5213469" y="3045417"/>
            <a:ext cx="2701216" cy="1351258"/>
          </a:xfrm>
          <a:prstGeom prst="roundRect">
            <a:avLst>
              <a:gd name="adj" fmla="val 8781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42D17AA7-A587-53C9-FB70-1633DF8E501D}"/>
              </a:ext>
            </a:extLst>
          </p:cNvPr>
          <p:cNvSpPr/>
          <p:nvPr/>
        </p:nvSpPr>
        <p:spPr>
          <a:xfrm>
            <a:off x="8595360" y="4191331"/>
            <a:ext cx="2993260" cy="2013526"/>
          </a:xfrm>
          <a:prstGeom prst="roundRect">
            <a:avLst>
              <a:gd name="adj" fmla="val 536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F55F5795-1C2C-9FA1-E4D9-4A22A3A8E055}"/>
              </a:ext>
            </a:extLst>
          </p:cNvPr>
          <p:cNvSpPr/>
          <p:nvPr/>
        </p:nvSpPr>
        <p:spPr>
          <a:xfrm>
            <a:off x="8595360" y="1268760"/>
            <a:ext cx="2993260" cy="2013526"/>
          </a:xfrm>
          <a:prstGeom prst="roundRect">
            <a:avLst>
              <a:gd name="adj" fmla="val 5363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C0852811-351F-2196-A35B-31CC27577931}"/>
              </a:ext>
            </a:extLst>
          </p:cNvPr>
          <p:cNvCxnSpPr>
            <a:cxnSpLocks/>
          </p:cNvCxnSpPr>
          <p:nvPr/>
        </p:nvCxnSpPr>
        <p:spPr>
          <a:xfrm>
            <a:off x="1143170" y="2887175"/>
            <a:ext cx="677402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71506AA8-4067-7DD3-7355-0ACF146D9DE2}"/>
              </a:ext>
            </a:extLst>
          </p:cNvPr>
          <p:cNvCxnSpPr>
            <a:cxnSpLocks/>
          </p:cNvCxnSpPr>
          <p:nvPr/>
        </p:nvCxnSpPr>
        <p:spPr>
          <a:xfrm>
            <a:off x="1143170" y="4554917"/>
            <a:ext cx="677402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C677A1EE-E872-C267-2462-D653B458E72D}"/>
              </a:ext>
            </a:extLst>
          </p:cNvPr>
          <p:cNvCxnSpPr>
            <a:cxnSpLocks/>
          </p:cNvCxnSpPr>
          <p:nvPr/>
        </p:nvCxnSpPr>
        <p:spPr>
          <a:xfrm>
            <a:off x="4730620" y="2053304"/>
            <a:ext cx="382555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7C483739-50DF-3E92-7C53-73B28638BF83}"/>
              </a:ext>
            </a:extLst>
          </p:cNvPr>
          <p:cNvCxnSpPr>
            <a:cxnSpLocks/>
          </p:cNvCxnSpPr>
          <p:nvPr/>
        </p:nvCxnSpPr>
        <p:spPr>
          <a:xfrm>
            <a:off x="4730620" y="3721046"/>
            <a:ext cx="382555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7A380712-7249-1158-66AF-91F97B6B63C5}"/>
              </a:ext>
            </a:extLst>
          </p:cNvPr>
          <p:cNvCxnSpPr>
            <a:cxnSpLocks/>
          </p:cNvCxnSpPr>
          <p:nvPr/>
        </p:nvCxnSpPr>
        <p:spPr>
          <a:xfrm>
            <a:off x="4730620" y="5388787"/>
            <a:ext cx="382555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BBAFAEF1-077D-949A-B832-43B38996AE42}"/>
              </a:ext>
            </a:extLst>
          </p:cNvPr>
          <p:cNvCxnSpPr>
            <a:cxnSpLocks/>
          </p:cNvCxnSpPr>
          <p:nvPr/>
        </p:nvCxnSpPr>
        <p:spPr>
          <a:xfrm>
            <a:off x="7977673" y="2053304"/>
            <a:ext cx="550507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E3C58AEB-5B31-606F-33BE-CA3C590579B1}"/>
              </a:ext>
            </a:extLst>
          </p:cNvPr>
          <p:cNvCxnSpPr>
            <a:cxnSpLocks/>
          </p:cNvCxnSpPr>
          <p:nvPr/>
        </p:nvCxnSpPr>
        <p:spPr>
          <a:xfrm>
            <a:off x="7977673" y="3721046"/>
            <a:ext cx="2052735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B232DA4B-8CA4-C7BF-6D50-A247726DF8BB}"/>
              </a:ext>
            </a:extLst>
          </p:cNvPr>
          <p:cNvCxnSpPr>
            <a:cxnSpLocks/>
          </p:cNvCxnSpPr>
          <p:nvPr/>
        </p:nvCxnSpPr>
        <p:spPr>
          <a:xfrm>
            <a:off x="7977673" y="5388787"/>
            <a:ext cx="550507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F72F4832-0C58-0A86-4C80-C0CDAACB2D53}"/>
              </a:ext>
            </a:extLst>
          </p:cNvPr>
          <p:cNvCxnSpPr>
            <a:cxnSpLocks/>
          </p:cNvCxnSpPr>
          <p:nvPr/>
        </p:nvCxnSpPr>
        <p:spPr>
          <a:xfrm>
            <a:off x="10091990" y="3483116"/>
            <a:ext cx="0" cy="475861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34E15BFF-BB10-96FF-4AA7-5957F2AB7344}"/>
              </a:ext>
            </a:extLst>
          </p:cNvPr>
          <p:cNvCxnSpPr>
            <a:cxnSpLocks/>
          </p:cNvCxnSpPr>
          <p:nvPr/>
        </p:nvCxnSpPr>
        <p:spPr>
          <a:xfrm>
            <a:off x="1371600" y="2053304"/>
            <a:ext cx="531845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7C4F6EF5-5140-3EBB-003A-371030465AF6}"/>
              </a:ext>
            </a:extLst>
          </p:cNvPr>
          <p:cNvCxnSpPr>
            <a:cxnSpLocks/>
          </p:cNvCxnSpPr>
          <p:nvPr/>
        </p:nvCxnSpPr>
        <p:spPr>
          <a:xfrm>
            <a:off x="1371600" y="3721046"/>
            <a:ext cx="531845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1CBEE05F-36B2-EFC2-10A6-C435EB849B5E}"/>
              </a:ext>
            </a:extLst>
          </p:cNvPr>
          <p:cNvCxnSpPr>
            <a:cxnSpLocks/>
          </p:cNvCxnSpPr>
          <p:nvPr/>
        </p:nvCxnSpPr>
        <p:spPr>
          <a:xfrm>
            <a:off x="1371600" y="5388787"/>
            <a:ext cx="531845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Oval 87">
            <a:extLst>
              <a:ext uri="{FF2B5EF4-FFF2-40B4-BE49-F238E27FC236}">
                <a16:creationId xmlns:a16="http://schemas.microsoft.com/office/drawing/2014/main" id="{7A0D04AD-39DE-DAD5-7FF3-DCBB200D8E60}"/>
              </a:ext>
            </a:extLst>
          </p:cNvPr>
          <p:cNvSpPr/>
          <p:nvPr/>
        </p:nvSpPr>
        <p:spPr>
          <a:xfrm>
            <a:off x="609441" y="4984224"/>
            <a:ext cx="809126" cy="80912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9E15E600-DD26-5F94-B26E-37DDA0A3811D}"/>
              </a:ext>
            </a:extLst>
          </p:cNvPr>
          <p:cNvSpPr/>
          <p:nvPr/>
        </p:nvSpPr>
        <p:spPr>
          <a:xfrm>
            <a:off x="609441" y="3316948"/>
            <a:ext cx="809126" cy="809126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C26D0FEF-D102-B10E-D51C-63900CB722ED}"/>
              </a:ext>
            </a:extLst>
          </p:cNvPr>
          <p:cNvSpPr/>
          <p:nvPr/>
        </p:nvSpPr>
        <p:spPr>
          <a:xfrm>
            <a:off x="609441" y="1648741"/>
            <a:ext cx="809126" cy="80912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01FB2F-9B6E-6063-0A57-2314D78AAA29}"/>
              </a:ext>
            </a:extLst>
          </p:cNvPr>
          <p:cNvSpPr txBox="1"/>
          <p:nvPr/>
        </p:nvSpPr>
        <p:spPr>
          <a:xfrm>
            <a:off x="693141" y="1868520"/>
            <a:ext cx="641726" cy="3695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ATL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86423C-E27E-4DF6-74E5-287AC2A23987}"/>
              </a:ext>
            </a:extLst>
          </p:cNvPr>
          <p:cNvSpPr txBox="1"/>
          <p:nvPr/>
        </p:nvSpPr>
        <p:spPr>
          <a:xfrm>
            <a:off x="693141" y="3536727"/>
            <a:ext cx="641726" cy="3695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TTL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BA9AA8-2446-5987-B446-5031ACB40AA2}"/>
              </a:ext>
            </a:extLst>
          </p:cNvPr>
          <p:cNvSpPr txBox="1"/>
          <p:nvPr/>
        </p:nvSpPr>
        <p:spPr>
          <a:xfrm>
            <a:off x="701883" y="5204003"/>
            <a:ext cx="641726" cy="3695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BTL</a:t>
            </a:r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795DF2A0-E4FB-F2F3-9F26-48D473BA1FAA}"/>
              </a:ext>
            </a:extLst>
          </p:cNvPr>
          <p:cNvGrpSpPr/>
          <p:nvPr/>
        </p:nvGrpSpPr>
        <p:grpSpPr>
          <a:xfrm>
            <a:off x="5372749" y="1515694"/>
            <a:ext cx="2379332" cy="1075221"/>
            <a:chOff x="5372749" y="1511072"/>
            <a:chExt cx="2379332" cy="1075221"/>
          </a:xfrm>
        </p:grpSpPr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2F0841DC-5C68-E23D-35F4-CDA7EC414E49}"/>
                </a:ext>
              </a:extLst>
            </p:cNvPr>
            <p:cNvGrpSpPr/>
            <p:nvPr/>
          </p:nvGrpSpPr>
          <p:grpSpPr>
            <a:xfrm>
              <a:off x="5372749" y="1511072"/>
              <a:ext cx="2379332" cy="229418"/>
              <a:chOff x="5372749" y="1576844"/>
              <a:chExt cx="2379332" cy="229418"/>
            </a:xfrm>
          </p:grpSpPr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27C59C92-D3AF-995D-EFEC-6951DCD9700E}"/>
                  </a:ext>
                </a:extLst>
              </p:cNvPr>
              <p:cNvSpPr txBox="1"/>
              <p:nvPr/>
            </p:nvSpPr>
            <p:spPr>
              <a:xfrm>
                <a:off x="5647209" y="1576844"/>
                <a:ext cx="2104872" cy="2294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</a:rPr>
                  <a:t>This is a sample text. </a:t>
                </a:r>
                <a:endParaRPr lang="en-IN" sz="12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25" name="Group 124">
                <a:extLst>
                  <a:ext uri="{FF2B5EF4-FFF2-40B4-BE49-F238E27FC236}">
                    <a16:creationId xmlns:a16="http://schemas.microsoft.com/office/drawing/2014/main" id="{AEFEFCD4-611A-2438-7567-E6897F82BAF5}"/>
                  </a:ext>
                </a:extLst>
              </p:cNvPr>
              <p:cNvGrpSpPr/>
              <p:nvPr/>
            </p:nvGrpSpPr>
            <p:grpSpPr>
              <a:xfrm>
                <a:off x="5372749" y="1600818"/>
                <a:ext cx="181471" cy="181471"/>
                <a:chOff x="5427485" y="1597074"/>
                <a:chExt cx="181471" cy="181471"/>
              </a:xfrm>
            </p:grpSpPr>
            <p:sp>
              <p:nvSpPr>
                <p:cNvPr id="123" name="Oval 122">
                  <a:extLst>
                    <a:ext uri="{FF2B5EF4-FFF2-40B4-BE49-F238E27FC236}">
                      <a16:creationId xmlns:a16="http://schemas.microsoft.com/office/drawing/2014/main" id="{779610AC-31BB-F7F0-CF51-D743E550D285}"/>
                    </a:ext>
                  </a:extLst>
                </p:cNvPr>
                <p:cNvSpPr/>
                <p:nvPr/>
              </p:nvSpPr>
              <p:spPr>
                <a:xfrm>
                  <a:off x="5427485" y="1597074"/>
                  <a:ext cx="181471" cy="181471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124" name="Graphic 123" descr="Checkmark with solid fill">
                  <a:extLst>
                    <a:ext uri="{FF2B5EF4-FFF2-40B4-BE49-F238E27FC236}">
                      <a16:creationId xmlns:a16="http://schemas.microsoft.com/office/drawing/2014/main" id="{A876AF4C-C335-5C83-A643-B6F836FBB4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67298" y="1636887"/>
                  <a:ext cx="101845" cy="10184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C4D4EC93-16AF-B651-30AA-FDC4F97E34E2}"/>
                </a:ext>
              </a:extLst>
            </p:cNvPr>
            <p:cNvGrpSpPr/>
            <p:nvPr/>
          </p:nvGrpSpPr>
          <p:grpSpPr>
            <a:xfrm>
              <a:off x="5372749" y="1793006"/>
              <a:ext cx="2379332" cy="229418"/>
              <a:chOff x="5372749" y="1869839"/>
              <a:chExt cx="2379332" cy="229418"/>
            </a:xfrm>
          </p:grpSpPr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E2426578-1756-A02D-E07E-4EA1484F385A}"/>
                  </a:ext>
                </a:extLst>
              </p:cNvPr>
              <p:cNvSpPr txBox="1"/>
              <p:nvPr/>
            </p:nvSpPr>
            <p:spPr>
              <a:xfrm>
                <a:off x="5647209" y="1869839"/>
                <a:ext cx="2104872" cy="2294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1200" kern="0" dirty="0">
                    <a:solidFill>
                      <a:schemeClr val="bg1"/>
                    </a:solidFill>
                    <a:latin typeface="Segoe UI" panose="020B0502040204020203" pitchFamily="34" charset="0"/>
                    <a:ea typeface="Calibri Light" charset="0"/>
                    <a:cs typeface="Segoe UI" panose="020B0502040204020203" pitchFamily="34" charset="0"/>
                  </a:rPr>
                  <a:t>Insert your desired text here.</a:t>
                </a:r>
                <a:endParaRPr lang="en-IN" sz="12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29" name="Group 128">
                <a:extLst>
                  <a:ext uri="{FF2B5EF4-FFF2-40B4-BE49-F238E27FC236}">
                    <a16:creationId xmlns:a16="http://schemas.microsoft.com/office/drawing/2014/main" id="{3C892E6F-BCD4-6ECC-7193-17EBA9606BB4}"/>
                  </a:ext>
                </a:extLst>
              </p:cNvPr>
              <p:cNvGrpSpPr/>
              <p:nvPr/>
            </p:nvGrpSpPr>
            <p:grpSpPr>
              <a:xfrm>
                <a:off x="5372749" y="1893813"/>
                <a:ext cx="181471" cy="181471"/>
                <a:chOff x="5427485" y="1597074"/>
                <a:chExt cx="181471" cy="181471"/>
              </a:xfrm>
            </p:grpSpPr>
            <p:sp>
              <p:nvSpPr>
                <p:cNvPr id="130" name="Oval 129">
                  <a:extLst>
                    <a:ext uri="{FF2B5EF4-FFF2-40B4-BE49-F238E27FC236}">
                      <a16:creationId xmlns:a16="http://schemas.microsoft.com/office/drawing/2014/main" id="{1C7BFAC2-65FB-5421-EF78-4AA99EEBC987}"/>
                    </a:ext>
                  </a:extLst>
                </p:cNvPr>
                <p:cNvSpPr/>
                <p:nvPr/>
              </p:nvSpPr>
              <p:spPr>
                <a:xfrm>
                  <a:off x="5427485" y="1597074"/>
                  <a:ext cx="181471" cy="181471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131" name="Graphic 130" descr="Checkmark with solid fill">
                  <a:extLst>
                    <a:ext uri="{FF2B5EF4-FFF2-40B4-BE49-F238E27FC236}">
                      <a16:creationId xmlns:a16="http://schemas.microsoft.com/office/drawing/2014/main" id="{F646228B-AE96-7339-C0DB-A7125651E3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67298" y="1636887"/>
                  <a:ext cx="101845" cy="10184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775EA0CD-602B-3C06-6228-187782ECB5AC}"/>
                </a:ext>
              </a:extLst>
            </p:cNvPr>
            <p:cNvGrpSpPr/>
            <p:nvPr/>
          </p:nvGrpSpPr>
          <p:grpSpPr>
            <a:xfrm>
              <a:off x="5372749" y="2074940"/>
              <a:ext cx="2379332" cy="229418"/>
              <a:chOff x="5372749" y="2143515"/>
              <a:chExt cx="2379332" cy="229418"/>
            </a:xfrm>
          </p:grpSpPr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F2043643-70AA-05B9-A1F5-6E118C439824}"/>
                  </a:ext>
                </a:extLst>
              </p:cNvPr>
              <p:cNvSpPr txBox="1"/>
              <p:nvPr/>
            </p:nvSpPr>
            <p:spPr>
              <a:xfrm>
                <a:off x="5647209" y="2143515"/>
                <a:ext cx="2104872" cy="2294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</a:rPr>
                  <a:t>This is a sample text. </a:t>
                </a:r>
                <a:endParaRPr lang="en-IN" sz="12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34" name="Group 133">
                <a:extLst>
                  <a:ext uri="{FF2B5EF4-FFF2-40B4-BE49-F238E27FC236}">
                    <a16:creationId xmlns:a16="http://schemas.microsoft.com/office/drawing/2014/main" id="{4B97955D-C94E-9A4F-3623-5C14842F5140}"/>
                  </a:ext>
                </a:extLst>
              </p:cNvPr>
              <p:cNvGrpSpPr/>
              <p:nvPr/>
            </p:nvGrpSpPr>
            <p:grpSpPr>
              <a:xfrm>
                <a:off x="5372749" y="2167489"/>
                <a:ext cx="181471" cy="181471"/>
                <a:chOff x="5427485" y="1597074"/>
                <a:chExt cx="181471" cy="181471"/>
              </a:xfrm>
            </p:grpSpPr>
            <p:sp>
              <p:nvSpPr>
                <p:cNvPr id="135" name="Oval 134">
                  <a:extLst>
                    <a:ext uri="{FF2B5EF4-FFF2-40B4-BE49-F238E27FC236}">
                      <a16:creationId xmlns:a16="http://schemas.microsoft.com/office/drawing/2014/main" id="{49A5BBC2-B1D3-9334-67B8-3B69A29FA17D}"/>
                    </a:ext>
                  </a:extLst>
                </p:cNvPr>
                <p:cNvSpPr/>
                <p:nvPr/>
              </p:nvSpPr>
              <p:spPr>
                <a:xfrm>
                  <a:off x="5427485" y="1597074"/>
                  <a:ext cx="181471" cy="181471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136" name="Graphic 135" descr="Checkmark with solid fill">
                  <a:extLst>
                    <a:ext uri="{FF2B5EF4-FFF2-40B4-BE49-F238E27FC236}">
                      <a16:creationId xmlns:a16="http://schemas.microsoft.com/office/drawing/2014/main" id="{235AA642-EB58-AD37-D94B-900A2A70F0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67298" y="1636887"/>
                  <a:ext cx="101845" cy="10184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12469CB5-86EE-8C47-4F55-0CC0100E852B}"/>
                </a:ext>
              </a:extLst>
            </p:cNvPr>
            <p:cNvGrpSpPr/>
            <p:nvPr/>
          </p:nvGrpSpPr>
          <p:grpSpPr>
            <a:xfrm>
              <a:off x="5372749" y="2356875"/>
              <a:ext cx="2379332" cy="229418"/>
              <a:chOff x="5372749" y="2143515"/>
              <a:chExt cx="2379332" cy="229418"/>
            </a:xfrm>
          </p:grpSpPr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A889CC98-725C-922F-732C-412CE2940638}"/>
                  </a:ext>
                </a:extLst>
              </p:cNvPr>
              <p:cNvSpPr txBox="1"/>
              <p:nvPr/>
            </p:nvSpPr>
            <p:spPr>
              <a:xfrm>
                <a:off x="5647209" y="2143515"/>
                <a:ext cx="2104872" cy="2294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</a:rPr>
                  <a:t>This is a sample text. </a:t>
                </a:r>
                <a:endParaRPr lang="en-IN" sz="12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F9D15D5A-F246-87E7-87DF-F049E63DD0A6}"/>
                  </a:ext>
                </a:extLst>
              </p:cNvPr>
              <p:cNvGrpSpPr/>
              <p:nvPr/>
            </p:nvGrpSpPr>
            <p:grpSpPr>
              <a:xfrm>
                <a:off x="5372749" y="2167489"/>
                <a:ext cx="181471" cy="181471"/>
                <a:chOff x="5427485" y="1597074"/>
                <a:chExt cx="181471" cy="181471"/>
              </a:xfrm>
            </p:grpSpPr>
            <p:sp>
              <p:nvSpPr>
                <p:cNvPr id="143" name="Oval 142">
                  <a:extLst>
                    <a:ext uri="{FF2B5EF4-FFF2-40B4-BE49-F238E27FC236}">
                      <a16:creationId xmlns:a16="http://schemas.microsoft.com/office/drawing/2014/main" id="{60E6A3E3-8752-3C88-E023-C8BE6A8F28F7}"/>
                    </a:ext>
                  </a:extLst>
                </p:cNvPr>
                <p:cNvSpPr/>
                <p:nvPr/>
              </p:nvSpPr>
              <p:spPr>
                <a:xfrm>
                  <a:off x="5427485" y="1597074"/>
                  <a:ext cx="181471" cy="181471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144" name="Graphic 143" descr="Checkmark with solid fill">
                  <a:extLst>
                    <a:ext uri="{FF2B5EF4-FFF2-40B4-BE49-F238E27FC236}">
                      <a16:creationId xmlns:a16="http://schemas.microsoft.com/office/drawing/2014/main" id="{43869550-23E9-3C95-EC48-3EE64A995C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67298" y="1636887"/>
                  <a:ext cx="101845" cy="101845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BF81D1F1-BD4A-F725-8178-F0EA16218B0F}"/>
              </a:ext>
            </a:extLst>
          </p:cNvPr>
          <p:cNvGrpSpPr/>
          <p:nvPr/>
        </p:nvGrpSpPr>
        <p:grpSpPr>
          <a:xfrm>
            <a:off x="5372749" y="3183436"/>
            <a:ext cx="2379332" cy="1075221"/>
            <a:chOff x="5372749" y="1511072"/>
            <a:chExt cx="2379332" cy="1075221"/>
          </a:xfrm>
        </p:grpSpPr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AC0FCA8D-7C54-46C0-3223-77B9256134A6}"/>
                </a:ext>
              </a:extLst>
            </p:cNvPr>
            <p:cNvGrpSpPr/>
            <p:nvPr/>
          </p:nvGrpSpPr>
          <p:grpSpPr>
            <a:xfrm>
              <a:off x="5372749" y="1511072"/>
              <a:ext cx="2379332" cy="229418"/>
              <a:chOff x="5372749" y="1576844"/>
              <a:chExt cx="2379332" cy="229418"/>
            </a:xfrm>
          </p:grpSpPr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374899CE-C827-110E-C609-F369F0E64D60}"/>
                  </a:ext>
                </a:extLst>
              </p:cNvPr>
              <p:cNvSpPr txBox="1"/>
              <p:nvPr/>
            </p:nvSpPr>
            <p:spPr>
              <a:xfrm>
                <a:off x="5647209" y="1576844"/>
                <a:ext cx="2104872" cy="2294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</a:rPr>
                  <a:t>This is a sample text. </a:t>
                </a:r>
                <a:endParaRPr lang="en-IN" sz="12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86" name="Group 185">
                <a:extLst>
                  <a:ext uri="{FF2B5EF4-FFF2-40B4-BE49-F238E27FC236}">
                    <a16:creationId xmlns:a16="http://schemas.microsoft.com/office/drawing/2014/main" id="{21BC9532-0DCE-CABA-FAF1-21E5FE0DDE7D}"/>
                  </a:ext>
                </a:extLst>
              </p:cNvPr>
              <p:cNvGrpSpPr/>
              <p:nvPr/>
            </p:nvGrpSpPr>
            <p:grpSpPr>
              <a:xfrm>
                <a:off x="5372749" y="1600818"/>
                <a:ext cx="181471" cy="181471"/>
                <a:chOff x="5427485" y="1597074"/>
                <a:chExt cx="181471" cy="181471"/>
              </a:xfrm>
            </p:grpSpPr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2FF34BE9-05E7-2B65-FB6A-50DFD10385EA}"/>
                    </a:ext>
                  </a:extLst>
                </p:cNvPr>
                <p:cNvSpPr/>
                <p:nvPr/>
              </p:nvSpPr>
              <p:spPr>
                <a:xfrm>
                  <a:off x="5427485" y="1597074"/>
                  <a:ext cx="181471" cy="18147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188" name="Graphic 187" descr="Checkmark with solid fill">
                  <a:extLst>
                    <a:ext uri="{FF2B5EF4-FFF2-40B4-BE49-F238E27FC236}">
                      <a16:creationId xmlns:a16="http://schemas.microsoft.com/office/drawing/2014/main" id="{8F4038CC-5B5D-5DD4-A59D-DB6AFB191F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67298" y="1636887"/>
                  <a:ext cx="101845" cy="10184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19CC26A1-76D6-E8EB-3629-D4A0A86F52CC}"/>
                </a:ext>
              </a:extLst>
            </p:cNvPr>
            <p:cNvGrpSpPr/>
            <p:nvPr/>
          </p:nvGrpSpPr>
          <p:grpSpPr>
            <a:xfrm>
              <a:off x="5372749" y="1793006"/>
              <a:ext cx="2379332" cy="229418"/>
              <a:chOff x="5372749" y="1869839"/>
              <a:chExt cx="2379332" cy="229418"/>
            </a:xfrm>
          </p:grpSpPr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3B49FD4C-42F7-26E2-DF66-D6108F215EAA}"/>
                  </a:ext>
                </a:extLst>
              </p:cNvPr>
              <p:cNvSpPr txBox="1"/>
              <p:nvPr/>
            </p:nvSpPr>
            <p:spPr>
              <a:xfrm>
                <a:off x="5647209" y="1869839"/>
                <a:ext cx="2104872" cy="2294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1200" kern="0" dirty="0">
                    <a:solidFill>
                      <a:schemeClr val="bg1"/>
                    </a:solidFill>
                    <a:latin typeface="Segoe UI" panose="020B0502040204020203" pitchFamily="34" charset="0"/>
                    <a:ea typeface="Calibri Light" charset="0"/>
                    <a:cs typeface="Segoe UI" panose="020B0502040204020203" pitchFamily="34" charset="0"/>
                  </a:rPr>
                  <a:t>Insert your desired text here.</a:t>
                </a:r>
                <a:endParaRPr lang="en-IN" sz="12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82" name="Group 181">
                <a:extLst>
                  <a:ext uri="{FF2B5EF4-FFF2-40B4-BE49-F238E27FC236}">
                    <a16:creationId xmlns:a16="http://schemas.microsoft.com/office/drawing/2014/main" id="{7FEAC61A-E845-0ACB-1EE1-407E42EFA701}"/>
                  </a:ext>
                </a:extLst>
              </p:cNvPr>
              <p:cNvGrpSpPr/>
              <p:nvPr/>
            </p:nvGrpSpPr>
            <p:grpSpPr>
              <a:xfrm>
                <a:off x="5372749" y="1893813"/>
                <a:ext cx="181471" cy="181471"/>
                <a:chOff x="5427485" y="1597074"/>
                <a:chExt cx="181471" cy="181471"/>
              </a:xfrm>
            </p:grpSpPr>
            <p:sp>
              <p:nvSpPr>
                <p:cNvPr id="183" name="Oval 182">
                  <a:extLst>
                    <a:ext uri="{FF2B5EF4-FFF2-40B4-BE49-F238E27FC236}">
                      <a16:creationId xmlns:a16="http://schemas.microsoft.com/office/drawing/2014/main" id="{008CE500-1FE7-1CB7-DC07-E5C1C7E0E236}"/>
                    </a:ext>
                  </a:extLst>
                </p:cNvPr>
                <p:cNvSpPr/>
                <p:nvPr/>
              </p:nvSpPr>
              <p:spPr>
                <a:xfrm>
                  <a:off x="5427485" y="1597074"/>
                  <a:ext cx="181471" cy="18147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184" name="Graphic 183" descr="Checkmark with solid fill">
                  <a:extLst>
                    <a:ext uri="{FF2B5EF4-FFF2-40B4-BE49-F238E27FC236}">
                      <a16:creationId xmlns:a16="http://schemas.microsoft.com/office/drawing/2014/main" id="{EE65031A-9913-3DA1-88EE-CD681C85F3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67298" y="1636887"/>
                  <a:ext cx="101845" cy="10184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D5CE810B-F951-A93D-C795-05488C95BAEC}"/>
                </a:ext>
              </a:extLst>
            </p:cNvPr>
            <p:cNvGrpSpPr/>
            <p:nvPr/>
          </p:nvGrpSpPr>
          <p:grpSpPr>
            <a:xfrm>
              <a:off x="5372749" y="2074940"/>
              <a:ext cx="2379332" cy="229418"/>
              <a:chOff x="5372749" y="2143515"/>
              <a:chExt cx="2379332" cy="229418"/>
            </a:xfrm>
          </p:grpSpPr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87751DE0-9D20-1F5A-5EEA-BC6FB6083499}"/>
                  </a:ext>
                </a:extLst>
              </p:cNvPr>
              <p:cNvSpPr txBox="1"/>
              <p:nvPr/>
            </p:nvSpPr>
            <p:spPr>
              <a:xfrm>
                <a:off x="5647209" y="2143515"/>
                <a:ext cx="2104872" cy="2294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</a:rPr>
                  <a:t>This is a sample text. </a:t>
                </a:r>
                <a:endParaRPr lang="en-IN" sz="12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78" name="Group 177">
                <a:extLst>
                  <a:ext uri="{FF2B5EF4-FFF2-40B4-BE49-F238E27FC236}">
                    <a16:creationId xmlns:a16="http://schemas.microsoft.com/office/drawing/2014/main" id="{16A117AE-FC4B-43AB-0974-EADE0C3DE039}"/>
                  </a:ext>
                </a:extLst>
              </p:cNvPr>
              <p:cNvGrpSpPr/>
              <p:nvPr/>
            </p:nvGrpSpPr>
            <p:grpSpPr>
              <a:xfrm>
                <a:off x="5372749" y="2167489"/>
                <a:ext cx="181471" cy="181471"/>
                <a:chOff x="5427485" y="1597074"/>
                <a:chExt cx="181471" cy="181471"/>
              </a:xfrm>
            </p:grpSpPr>
            <p:sp>
              <p:nvSpPr>
                <p:cNvPr id="179" name="Oval 178">
                  <a:extLst>
                    <a:ext uri="{FF2B5EF4-FFF2-40B4-BE49-F238E27FC236}">
                      <a16:creationId xmlns:a16="http://schemas.microsoft.com/office/drawing/2014/main" id="{0E115C22-2A93-AB2E-CA27-60E0960BED1F}"/>
                    </a:ext>
                  </a:extLst>
                </p:cNvPr>
                <p:cNvSpPr/>
                <p:nvPr/>
              </p:nvSpPr>
              <p:spPr>
                <a:xfrm>
                  <a:off x="5427485" y="1597074"/>
                  <a:ext cx="181471" cy="18147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180" name="Graphic 179" descr="Checkmark with solid fill">
                  <a:extLst>
                    <a:ext uri="{FF2B5EF4-FFF2-40B4-BE49-F238E27FC236}">
                      <a16:creationId xmlns:a16="http://schemas.microsoft.com/office/drawing/2014/main" id="{A8A02A69-46B5-E052-4975-55CE6F3B51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67298" y="1636887"/>
                  <a:ext cx="101845" cy="10184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D7F64A11-F168-6E42-322B-366C77FA30DE}"/>
                </a:ext>
              </a:extLst>
            </p:cNvPr>
            <p:cNvGrpSpPr/>
            <p:nvPr/>
          </p:nvGrpSpPr>
          <p:grpSpPr>
            <a:xfrm>
              <a:off x="5372749" y="2356875"/>
              <a:ext cx="2379332" cy="229418"/>
              <a:chOff x="5372749" y="2143515"/>
              <a:chExt cx="2379332" cy="229418"/>
            </a:xfrm>
          </p:grpSpPr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3AC24448-FB3C-22D6-1051-F979375D4E07}"/>
                  </a:ext>
                </a:extLst>
              </p:cNvPr>
              <p:cNvSpPr txBox="1"/>
              <p:nvPr/>
            </p:nvSpPr>
            <p:spPr>
              <a:xfrm>
                <a:off x="5647209" y="2143515"/>
                <a:ext cx="2104872" cy="2294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</a:rPr>
                  <a:t>This is a sample text. </a:t>
                </a:r>
                <a:endParaRPr lang="en-IN" sz="12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74" name="Group 173">
                <a:extLst>
                  <a:ext uri="{FF2B5EF4-FFF2-40B4-BE49-F238E27FC236}">
                    <a16:creationId xmlns:a16="http://schemas.microsoft.com/office/drawing/2014/main" id="{02AA9A00-0AC6-4F03-0B90-2E02BE663428}"/>
                  </a:ext>
                </a:extLst>
              </p:cNvPr>
              <p:cNvGrpSpPr/>
              <p:nvPr/>
            </p:nvGrpSpPr>
            <p:grpSpPr>
              <a:xfrm>
                <a:off x="5372749" y="2167489"/>
                <a:ext cx="181471" cy="181471"/>
                <a:chOff x="5427485" y="1597074"/>
                <a:chExt cx="181471" cy="181471"/>
              </a:xfrm>
            </p:grpSpPr>
            <p:sp>
              <p:nvSpPr>
                <p:cNvPr id="175" name="Oval 174">
                  <a:extLst>
                    <a:ext uri="{FF2B5EF4-FFF2-40B4-BE49-F238E27FC236}">
                      <a16:creationId xmlns:a16="http://schemas.microsoft.com/office/drawing/2014/main" id="{42C6D4F7-1710-32F8-BC4A-89A55CB1C46F}"/>
                    </a:ext>
                  </a:extLst>
                </p:cNvPr>
                <p:cNvSpPr/>
                <p:nvPr/>
              </p:nvSpPr>
              <p:spPr>
                <a:xfrm>
                  <a:off x="5427485" y="1597074"/>
                  <a:ext cx="181471" cy="18147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176" name="Graphic 175" descr="Checkmark with solid fill">
                  <a:extLst>
                    <a:ext uri="{FF2B5EF4-FFF2-40B4-BE49-F238E27FC236}">
                      <a16:creationId xmlns:a16="http://schemas.microsoft.com/office/drawing/2014/main" id="{1AB78F4D-1F35-C926-D1A6-40963D2084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67298" y="1636887"/>
                  <a:ext cx="101845" cy="101845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44F04057-E8D2-E1B1-CBAE-88D9D0467D02}"/>
              </a:ext>
            </a:extLst>
          </p:cNvPr>
          <p:cNvGrpSpPr/>
          <p:nvPr/>
        </p:nvGrpSpPr>
        <p:grpSpPr>
          <a:xfrm>
            <a:off x="5372749" y="4851177"/>
            <a:ext cx="2379332" cy="1075221"/>
            <a:chOff x="5372749" y="1511072"/>
            <a:chExt cx="2379332" cy="1075221"/>
          </a:xfrm>
        </p:grpSpPr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BFB2AC7E-9184-87C4-DC15-EEF4438349E7}"/>
                </a:ext>
              </a:extLst>
            </p:cNvPr>
            <p:cNvGrpSpPr/>
            <p:nvPr/>
          </p:nvGrpSpPr>
          <p:grpSpPr>
            <a:xfrm>
              <a:off x="5372749" y="1511072"/>
              <a:ext cx="2379332" cy="229418"/>
              <a:chOff x="5372749" y="1576844"/>
              <a:chExt cx="2379332" cy="229418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7786BEA2-333B-AEE3-7C79-4F2629A57093}"/>
                  </a:ext>
                </a:extLst>
              </p:cNvPr>
              <p:cNvSpPr txBox="1"/>
              <p:nvPr/>
            </p:nvSpPr>
            <p:spPr>
              <a:xfrm>
                <a:off x="5647209" y="1576844"/>
                <a:ext cx="2104872" cy="2294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</a:rPr>
                  <a:t>This is a sample text. </a:t>
                </a:r>
                <a:endParaRPr lang="en-IN" sz="12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207" name="Group 206">
                <a:extLst>
                  <a:ext uri="{FF2B5EF4-FFF2-40B4-BE49-F238E27FC236}">
                    <a16:creationId xmlns:a16="http://schemas.microsoft.com/office/drawing/2014/main" id="{6FE20A72-F3B5-0A69-AFBE-EFFDEB6B990E}"/>
                  </a:ext>
                </a:extLst>
              </p:cNvPr>
              <p:cNvGrpSpPr/>
              <p:nvPr/>
            </p:nvGrpSpPr>
            <p:grpSpPr>
              <a:xfrm>
                <a:off x="5372749" y="1600818"/>
                <a:ext cx="181471" cy="181471"/>
                <a:chOff x="5427485" y="1597074"/>
                <a:chExt cx="181471" cy="181471"/>
              </a:xfrm>
            </p:grpSpPr>
            <p:sp>
              <p:nvSpPr>
                <p:cNvPr id="208" name="Oval 207">
                  <a:extLst>
                    <a:ext uri="{FF2B5EF4-FFF2-40B4-BE49-F238E27FC236}">
                      <a16:creationId xmlns:a16="http://schemas.microsoft.com/office/drawing/2014/main" id="{C6961FE2-8C49-4827-2D3B-921CF29261D3}"/>
                    </a:ext>
                  </a:extLst>
                </p:cNvPr>
                <p:cNvSpPr/>
                <p:nvPr/>
              </p:nvSpPr>
              <p:spPr>
                <a:xfrm>
                  <a:off x="5427485" y="1597074"/>
                  <a:ext cx="181471" cy="18147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209" name="Graphic 208" descr="Checkmark with solid fill">
                  <a:extLst>
                    <a:ext uri="{FF2B5EF4-FFF2-40B4-BE49-F238E27FC236}">
                      <a16:creationId xmlns:a16="http://schemas.microsoft.com/office/drawing/2014/main" id="{91B531F1-DD00-F38B-A91C-7DD70EFA316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67298" y="1636887"/>
                  <a:ext cx="101845" cy="10184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D9888D84-3FA7-4BC8-E623-7957745905AE}"/>
                </a:ext>
              </a:extLst>
            </p:cNvPr>
            <p:cNvGrpSpPr/>
            <p:nvPr/>
          </p:nvGrpSpPr>
          <p:grpSpPr>
            <a:xfrm>
              <a:off x="5372749" y="1793006"/>
              <a:ext cx="2379332" cy="229418"/>
              <a:chOff x="5372749" y="1869839"/>
              <a:chExt cx="2379332" cy="229418"/>
            </a:xfrm>
          </p:grpSpPr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BFB3C714-4D8F-0DBD-A22C-BEDEBBF15A05}"/>
                  </a:ext>
                </a:extLst>
              </p:cNvPr>
              <p:cNvSpPr txBox="1"/>
              <p:nvPr/>
            </p:nvSpPr>
            <p:spPr>
              <a:xfrm>
                <a:off x="5647209" y="1869839"/>
                <a:ext cx="2104872" cy="2294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1200" kern="0" dirty="0">
                    <a:solidFill>
                      <a:schemeClr val="bg1"/>
                    </a:solidFill>
                    <a:latin typeface="Segoe UI" panose="020B0502040204020203" pitchFamily="34" charset="0"/>
                    <a:ea typeface="Calibri Light" charset="0"/>
                    <a:cs typeface="Segoe UI" panose="020B0502040204020203" pitchFamily="34" charset="0"/>
                  </a:rPr>
                  <a:t>Insert your desired text here.</a:t>
                </a:r>
                <a:endParaRPr lang="en-IN" sz="12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203" name="Group 202">
                <a:extLst>
                  <a:ext uri="{FF2B5EF4-FFF2-40B4-BE49-F238E27FC236}">
                    <a16:creationId xmlns:a16="http://schemas.microsoft.com/office/drawing/2014/main" id="{6AB29386-D697-E7D1-6FB1-DF0433F12A3B}"/>
                  </a:ext>
                </a:extLst>
              </p:cNvPr>
              <p:cNvGrpSpPr/>
              <p:nvPr/>
            </p:nvGrpSpPr>
            <p:grpSpPr>
              <a:xfrm>
                <a:off x="5372749" y="1893813"/>
                <a:ext cx="181471" cy="181471"/>
                <a:chOff x="5427485" y="1597074"/>
                <a:chExt cx="181471" cy="181471"/>
              </a:xfrm>
            </p:grpSpPr>
            <p:sp>
              <p:nvSpPr>
                <p:cNvPr id="204" name="Oval 203">
                  <a:extLst>
                    <a:ext uri="{FF2B5EF4-FFF2-40B4-BE49-F238E27FC236}">
                      <a16:creationId xmlns:a16="http://schemas.microsoft.com/office/drawing/2014/main" id="{7AB46676-A9AD-82BD-E35D-9F041C82BCBB}"/>
                    </a:ext>
                  </a:extLst>
                </p:cNvPr>
                <p:cNvSpPr/>
                <p:nvPr/>
              </p:nvSpPr>
              <p:spPr>
                <a:xfrm>
                  <a:off x="5427485" y="1597074"/>
                  <a:ext cx="181471" cy="18147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205" name="Graphic 204" descr="Checkmark with solid fill">
                  <a:extLst>
                    <a:ext uri="{FF2B5EF4-FFF2-40B4-BE49-F238E27FC236}">
                      <a16:creationId xmlns:a16="http://schemas.microsoft.com/office/drawing/2014/main" id="{8AC62612-D74E-3F17-AA8C-C34C75C086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67298" y="1636887"/>
                  <a:ext cx="101845" cy="10184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774B1CC6-1685-E432-8644-2BC70D6C5C27}"/>
                </a:ext>
              </a:extLst>
            </p:cNvPr>
            <p:cNvGrpSpPr/>
            <p:nvPr/>
          </p:nvGrpSpPr>
          <p:grpSpPr>
            <a:xfrm>
              <a:off x="5372749" y="2074940"/>
              <a:ext cx="2379332" cy="229418"/>
              <a:chOff x="5372749" y="2143515"/>
              <a:chExt cx="2379332" cy="229418"/>
            </a:xfrm>
          </p:grpSpPr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19FEFD13-0582-E8D9-A5CA-94CCCC25C868}"/>
                  </a:ext>
                </a:extLst>
              </p:cNvPr>
              <p:cNvSpPr txBox="1"/>
              <p:nvPr/>
            </p:nvSpPr>
            <p:spPr>
              <a:xfrm>
                <a:off x="5647209" y="2143515"/>
                <a:ext cx="2104872" cy="2294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</a:rPr>
                  <a:t>This is a sample text. </a:t>
                </a:r>
                <a:endParaRPr lang="en-IN" sz="12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99" name="Group 198">
                <a:extLst>
                  <a:ext uri="{FF2B5EF4-FFF2-40B4-BE49-F238E27FC236}">
                    <a16:creationId xmlns:a16="http://schemas.microsoft.com/office/drawing/2014/main" id="{1A5B3CE2-A8AC-A5B9-15A8-22723ADECCA3}"/>
                  </a:ext>
                </a:extLst>
              </p:cNvPr>
              <p:cNvGrpSpPr/>
              <p:nvPr/>
            </p:nvGrpSpPr>
            <p:grpSpPr>
              <a:xfrm>
                <a:off x="5372749" y="2167489"/>
                <a:ext cx="181471" cy="181471"/>
                <a:chOff x="5427485" y="1597074"/>
                <a:chExt cx="181471" cy="181471"/>
              </a:xfrm>
            </p:grpSpPr>
            <p:sp>
              <p:nvSpPr>
                <p:cNvPr id="200" name="Oval 199">
                  <a:extLst>
                    <a:ext uri="{FF2B5EF4-FFF2-40B4-BE49-F238E27FC236}">
                      <a16:creationId xmlns:a16="http://schemas.microsoft.com/office/drawing/2014/main" id="{2CC8053B-75CD-580A-632F-60B71A23F813}"/>
                    </a:ext>
                  </a:extLst>
                </p:cNvPr>
                <p:cNvSpPr/>
                <p:nvPr/>
              </p:nvSpPr>
              <p:spPr>
                <a:xfrm>
                  <a:off x="5427485" y="1597074"/>
                  <a:ext cx="181471" cy="18147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201" name="Graphic 200" descr="Checkmark with solid fill">
                  <a:extLst>
                    <a:ext uri="{FF2B5EF4-FFF2-40B4-BE49-F238E27FC236}">
                      <a16:creationId xmlns:a16="http://schemas.microsoft.com/office/drawing/2014/main" id="{EC413CBA-7E7D-F107-DB0C-8C5F9B3E5D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67298" y="1636887"/>
                  <a:ext cx="101845" cy="10184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078E58A3-9602-DE82-9CF3-F7A343AAD858}"/>
                </a:ext>
              </a:extLst>
            </p:cNvPr>
            <p:cNvGrpSpPr/>
            <p:nvPr/>
          </p:nvGrpSpPr>
          <p:grpSpPr>
            <a:xfrm>
              <a:off x="5372749" y="2356875"/>
              <a:ext cx="2379332" cy="229418"/>
              <a:chOff x="5372749" y="2143515"/>
              <a:chExt cx="2379332" cy="229418"/>
            </a:xfrm>
          </p:grpSpPr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78ED120C-049D-9378-5E0E-1E72948595A1}"/>
                  </a:ext>
                </a:extLst>
              </p:cNvPr>
              <p:cNvSpPr txBox="1"/>
              <p:nvPr/>
            </p:nvSpPr>
            <p:spPr>
              <a:xfrm>
                <a:off x="5647209" y="2143515"/>
                <a:ext cx="2104872" cy="2294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</a:rPr>
                  <a:t>This is a sample text. </a:t>
                </a:r>
                <a:endParaRPr lang="en-IN" sz="12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95" name="Group 194">
                <a:extLst>
                  <a:ext uri="{FF2B5EF4-FFF2-40B4-BE49-F238E27FC236}">
                    <a16:creationId xmlns:a16="http://schemas.microsoft.com/office/drawing/2014/main" id="{6DFE841F-8766-C02B-FBEE-7ECB406DF122}"/>
                  </a:ext>
                </a:extLst>
              </p:cNvPr>
              <p:cNvGrpSpPr/>
              <p:nvPr/>
            </p:nvGrpSpPr>
            <p:grpSpPr>
              <a:xfrm>
                <a:off x="5372749" y="2167489"/>
                <a:ext cx="181471" cy="181471"/>
                <a:chOff x="5427485" y="1597074"/>
                <a:chExt cx="181471" cy="181471"/>
              </a:xfrm>
            </p:grpSpPr>
            <p:sp>
              <p:nvSpPr>
                <p:cNvPr id="196" name="Oval 195">
                  <a:extLst>
                    <a:ext uri="{FF2B5EF4-FFF2-40B4-BE49-F238E27FC236}">
                      <a16:creationId xmlns:a16="http://schemas.microsoft.com/office/drawing/2014/main" id="{265684A9-8FEA-1DC5-067D-D746346A6C54}"/>
                    </a:ext>
                  </a:extLst>
                </p:cNvPr>
                <p:cNvSpPr/>
                <p:nvPr/>
              </p:nvSpPr>
              <p:spPr>
                <a:xfrm>
                  <a:off x="5427485" y="1597074"/>
                  <a:ext cx="181471" cy="18147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197" name="Graphic 196" descr="Checkmark with solid fill">
                  <a:extLst>
                    <a:ext uri="{FF2B5EF4-FFF2-40B4-BE49-F238E27FC236}">
                      <a16:creationId xmlns:a16="http://schemas.microsoft.com/office/drawing/2014/main" id="{BD979BAA-B816-BCFA-2411-EA7244392C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67298" y="1636887"/>
                  <a:ext cx="101845" cy="101845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F68C8B5B-7364-4258-2715-58172C0E275C}"/>
              </a:ext>
            </a:extLst>
          </p:cNvPr>
          <p:cNvGrpSpPr/>
          <p:nvPr/>
        </p:nvGrpSpPr>
        <p:grpSpPr>
          <a:xfrm>
            <a:off x="8902324" y="1515694"/>
            <a:ext cx="2379332" cy="1075221"/>
            <a:chOff x="5372749" y="1511072"/>
            <a:chExt cx="2379332" cy="1075221"/>
          </a:xfrm>
        </p:grpSpPr>
        <p:grpSp>
          <p:nvGrpSpPr>
            <p:cNvPr id="211" name="Group 210">
              <a:extLst>
                <a:ext uri="{FF2B5EF4-FFF2-40B4-BE49-F238E27FC236}">
                  <a16:creationId xmlns:a16="http://schemas.microsoft.com/office/drawing/2014/main" id="{681423DA-2586-0138-BB55-E7177624DCF2}"/>
                </a:ext>
              </a:extLst>
            </p:cNvPr>
            <p:cNvGrpSpPr/>
            <p:nvPr/>
          </p:nvGrpSpPr>
          <p:grpSpPr>
            <a:xfrm>
              <a:off x="5372749" y="1511072"/>
              <a:ext cx="2379332" cy="229418"/>
              <a:chOff x="5372749" y="1576844"/>
              <a:chExt cx="2379332" cy="229418"/>
            </a:xfrm>
          </p:grpSpPr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F4196FE1-0AC9-88C7-3307-65B0AF369C52}"/>
                  </a:ext>
                </a:extLst>
              </p:cNvPr>
              <p:cNvSpPr txBox="1"/>
              <p:nvPr/>
            </p:nvSpPr>
            <p:spPr>
              <a:xfrm>
                <a:off x="5647209" y="1576844"/>
                <a:ext cx="2104872" cy="2294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This is a sample text. </a:t>
                </a:r>
                <a:endParaRPr lang="en-IN" sz="12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grpSp>
            <p:nvGrpSpPr>
              <p:cNvPr id="228" name="Group 227">
                <a:extLst>
                  <a:ext uri="{FF2B5EF4-FFF2-40B4-BE49-F238E27FC236}">
                    <a16:creationId xmlns:a16="http://schemas.microsoft.com/office/drawing/2014/main" id="{C25707E4-CDE3-F808-30FE-E92036EC0494}"/>
                  </a:ext>
                </a:extLst>
              </p:cNvPr>
              <p:cNvGrpSpPr/>
              <p:nvPr/>
            </p:nvGrpSpPr>
            <p:grpSpPr>
              <a:xfrm>
                <a:off x="5372749" y="1600818"/>
                <a:ext cx="181471" cy="181471"/>
                <a:chOff x="5427485" y="1597074"/>
                <a:chExt cx="181471" cy="181471"/>
              </a:xfrm>
            </p:grpSpPr>
            <p:sp>
              <p:nvSpPr>
                <p:cNvPr id="229" name="Oval 228">
                  <a:extLst>
                    <a:ext uri="{FF2B5EF4-FFF2-40B4-BE49-F238E27FC236}">
                      <a16:creationId xmlns:a16="http://schemas.microsoft.com/office/drawing/2014/main" id="{1ED0D5C5-F11B-0AAE-9322-05E4665FA557}"/>
                    </a:ext>
                  </a:extLst>
                </p:cNvPr>
                <p:cNvSpPr/>
                <p:nvPr/>
              </p:nvSpPr>
              <p:spPr>
                <a:xfrm>
                  <a:off x="5427485" y="1597074"/>
                  <a:ext cx="181471" cy="181471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230" name="Graphic 229" descr="Checkmark with solid fill">
                  <a:extLst>
                    <a:ext uri="{FF2B5EF4-FFF2-40B4-BE49-F238E27FC236}">
                      <a16:creationId xmlns:a16="http://schemas.microsoft.com/office/drawing/2014/main" id="{22C45A59-9819-6397-664A-F26153BF39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67298" y="1636887"/>
                  <a:ext cx="101845" cy="10184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212" name="Group 211">
              <a:extLst>
                <a:ext uri="{FF2B5EF4-FFF2-40B4-BE49-F238E27FC236}">
                  <a16:creationId xmlns:a16="http://schemas.microsoft.com/office/drawing/2014/main" id="{2D1B16B6-F04F-726A-0AC6-D22FD90D0F1B}"/>
                </a:ext>
              </a:extLst>
            </p:cNvPr>
            <p:cNvGrpSpPr/>
            <p:nvPr/>
          </p:nvGrpSpPr>
          <p:grpSpPr>
            <a:xfrm>
              <a:off x="5372749" y="1793006"/>
              <a:ext cx="2379332" cy="229418"/>
              <a:chOff x="5372749" y="1869839"/>
              <a:chExt cx="2379332" cy="229418"/>
            </a:xfrm>
          </p:grpSpPr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DF69A5C9-35A5-1B45-BF69-DC213E59B4F8}"/>
                  </a:ext>
                </a:extLst>
              </p:cNvPr>
              <p:cNvSpPr txBox="1"/>
              <p:nvPr/>
            </p:nvSpPr>
            <p:spPr>
              <a:xfrm>
                <a:off x="5647209" y="1869839"/>
                <a:ext cx="2104872" cy="2294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1200" kern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egoe UI" panose="020B0502040204020203" pitchFamily="34" charset="0"/>
                    <a:ea typeface="Calibri Light" charset="0"/>
                    <a:cs typeface="Segoe UI" panose="020B0502040204020203" pitchFamily="34" charset="0"/>
                  </a:rPr>
                  <a:t>Insert your desired text here.</a:t>
                </a:r>
                <a:endParaRPr lang="en-IN" sz="12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grpSp>
            <p:nvGrpSpPr>
              <p:cNvPr id="224" name="Group 223">
                <a:extLst>
                  <a:ext uri="{FF2B5EF4-FFF2-40B4-BE49-F238E27FC236}">
                    <a16:creationId xmlns:a16="http://schemas.microsoft.com/office/drawing/2014/main" id="{2595509C-5C7C-1810-DAE5-4E23E384BDF8}"/>
                  </a:ext>
                </a:extLst>
              </p:cNvPr>
              <p:cNvGrpSpPr/>
              <p:nvPr/>
            </p:nvGrpSpPr>
            <p:grpSpPr>
              <a:xfrm>
                <a:off x="5372749" y="1893813"/>
                <a:ext cx="181471" cy="181471"/>
                <a:chOff x="5427485" y="1597074"/>
                <a:chExt cx="181471" cy="181471"/>
              </a:xfrm>
            </p:grpSpPr>
            <p:sp>
              <p:nvSpPr>
                <p:cNvPr id="225" name="Oval 224">
                  <a:extLst>
                    <a:ext uri="{FF2B5EF4-FFF2-40B4-BE49-F238E27FC236}">
                      <a16:creationId xmlns:a16="http://schemas.microsoft.com/office/drawing/2014/main" id="{708C98DA-D15A-806D-389A-98C01D52EB38}"/>
                    </a:ext>
                  </a:extLst>
                </p:cNvPr>
                <p:cNvSpPr/>
                <p:nvPr/>
              </p:nvSpPr>
              <p:spPr>
                <a:xfrm>
                  <a:off x="5427485" y="1597074"/>
                  <a:ext cx="181471" cy="181471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226" name="Graphic 225" descr="Checkmark with solid fill">
                  <a:extLst>
                    <a:ext uri="{FF2B5EF4-FFF2-40B4-BE49-F238E27FC236}">
                      <a16:creationId xmlns:a16="http://schemas.microsoft.com/office/drawing/2014/main" id="{7E1056B7-A861-CBCC-0BFE-58162A8926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67298" y="1636887"/>
                  <a:ext cx="101845" cy="10184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18286020-6804-D8D2-35B4-D3B0CE9B659A}"/>
                </a:ext>
              </a:extLst>
            </p:cNvPr>
            <p:cNvGrpSpPr/>
            <p:nvPr/>
          </p:nvGrpSpPr>
          <p:grpSpPr>
            <a:xfrm>
              <a:off x="5372749" y="2074940"/>
              <a:ext cx="2379332" cy="229418"/>
              <a:chOff x="5372749" y="2143515"/>
              <a:chExt cx="2379332" cy="229418"/>
            </a:xfrm>
          </p:grpSpPr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609BA596-4FEB-4E1F-217C-F3A6D6FA01EF}"/>
                  </a:ext>
                </a:extLst>
              </p:cNvPr>
              <p:cNvSpPr txBox="1"/>
              <p:nvPr/>
            </p:nvSpPr>
            <p:spPr>
              <a:xfrm>
                <a:off x="5647209" y="2143515"/>
                <a:ext cx="2104872" cy="2294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This is a sample text. </a:t>
                </a:r>
                <a:endParaRPr lang="en-IN" sz="12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grpSp>
            <p:nvGrpSpPr>
              <p:cNvPr id="220" name="Group 219">
                <a:extLst>
                  <a:ext uri="{FF2B5EF4-FFF2-40B4-BE49-F238E27FC236}">
                    <a16:creationId xmlns:a16="http://schemas.microsoft.com/office/drawing/2014/main" id="{0EAA5DA0-7AA8-A76D-B6E5-62EFC0F46E94}"/>
                  </a:ext>
                </a:extLst>
              </p:cNvPr>
              <p:cNvGrpSpPr/>
              <p:nvPr/>
            </p:nvGrpSpPr>
            <p:grpSpPr>
              <a:xfrm>
                <a:off x="5372749" y="2167489"/>
                <a:ext cx="181471" cy="181471"/>
                <a:chOff x="5427485" y="1597074"/>
                <a:chExt cx="181471" cy="181471"/>
              </a:xfrm>
            </p:grpSpPr>
            <p:sp>
              <p:nvSpPr>
                <p:cNvPr id="221" name="Oval 220">
                  <a:extLst>
                    <a:ext uri="{FF2B5EF4-FFF2-40B4-BE49-F238E27FC236}">
                      <a16:creationId xmlns:a16="http://schemas.microsoft.com/office/drawing/2014/main" id="{C7CF68A5-FF50-AAAB-6721-AAAD6ADBA5DA}"/>
                    </a:ext>
                  </a:extLst>
                </p:cNvPr>
                <p:cNvSpPr/>
                <p:nvPr/>
              </p:nvSpPr>
              <p:spPr>
                <a:xfrm>
                  <a:off x="5427485" y="1597074"/>
                  <a:ext cx="181471" cy="181471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222" name="Graphic 221" descr="Checkmark with solid fill">
                  <a:extLst>
                    <a:ext uri="{FF2B5EF4-FFF2-40B4-BE49-F238E27FC236}">
                      <a16:creationId xmlns:a16="http://schemas.microsoft.com/office/drawing/2014/main" id="{30E6D745-1847-546A-CF22-8057BDB622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67298" y="1636887"/>
                  <a:ext cx="101845" cy="10184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C5529057-E29A-BA1E-34FA-4530EB98661F}"/>
                </a:ext>
              </a:extLst>
            </p:cNvPr>
            <p:cNvGrpSpPr/>
            <p:nvPr/>
          </p:nvGrpSpPr>
          <p:grpSpPr>
            <a:xfrm>
              <a:off x="5372749" y="2356875"/>
              <a:ext cx="2379332" cy="229418"/>
              <a:chOff x="5372749" y="2143515"/>
              <a:chExt cx="2379332" cy="229418"/>
            </a:xfrm>
          </p:grpSpPr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36176719-2A45-A467-8B0C-B92364D5FA8C}"/>
                  </a:ext>
                </a:extLst>
              </p:cNvPr>
              <p:cNvSpPr txBox="1"/>
              <p:nvPr/>
            </p:nvSpPr>
            <p:spPr>
              <a:xfrm>
                <a:off x="5647209" y="2143515"/>
                <a:ext cx="2104872" cy="2294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This is a sample text. </a:t>
                </a:r>
                <a:endParaRPr lang="en-IN" sz="12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grpSp>
            <p:nvGrpSpPr>
              <p:cNvPr id="216" name="Group 215">
                <a:extLst>
                  <a:ext uri="{FF2B5EF4-FFF2-40B4-BE49-F238E27FC236}">
                    <a16:creationId xmlns:a16="http://schemas.microsoft.com/office/drawing/2014/main" id="{A3833ECF-F01F-D285-3B18-D931CCAD45F5}"/>
                  </a:ext>
                </a:extLst>
              </p:cNvPr>
              <p:cNvGrpSpPr/>
              <p:nvPr/>
            </p:nvGrpSpPr>
            <p:grpSpPr>
              <a:xfrm>
                <a:off x="5372749" y="2167489"/>
                <a:ext cx="181471" cy="181471"/>
                <a:chOff x="5427485" y="1597074"/>
                <a:chExt cx="181471" cy="181471"/>
              </a:xfrm>
            </p:grpSpPr>
            <p:sp>
              <p:nvSpPr>
                <p:cNvPr id="217" name="Oval 216">
                  <a:extLst>
                    <a:ext uri="{FF2B5EF4-FFF2-40B4-BE49-F238E27FC236}">
                      <a16:creationId xmlns:a16="http://schemas.microsoft.com/office/drawing/2014/main" id="{971335E8-2E9F-F558-F0CE-BC442C8FB170}"/>
                    </a:ext>
                  </a:extLst>
                </p:cNvPr>
                <p:cNvSpPr/>
                <p:nvPr/>
              </p:nvSpPr>
              <p:spPr>
                <a:xfrm>
                  <a:off x="5427485" y="1597074"/>
                  <a:ext cx="181471" cy="181471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218" name="Graphic 217" descr="Checkmark with solid fill">
                  <a:extLst>
                    <a:ext uri="{FF2B5EF4-FFF2-40B4-BE49-F238E27FC236}">
                      <a16:creationId xmlns:a16="http://schemas.microsoft.com/office/drawing/2014/main" id="{CE2D2F83-54E4-6533-5035-77424A205E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67298" y="1636887"/>
                  <a:ext cx="101845" cy="101845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EFCFA35A-61C4-2660-FF77-1A96E0E45CBE}"/>
              </a:ext>
            </a:extLst>
          </p:cNvPr>
          <p:cNvGrpSpPr/>
          <p:nvPr/>
        </p:nvGrpSpPr>
        <p:grpSpPr>
          <a:xfrm>
            <a:off x="8902324" y="4424440"/>
            <a:ext cx="2379332" cy="1075221"/>
            <a:chOff x="5372749" y="1511072"/>
            <a:chExt cx="2379332" cy="1075221"/>
          </a:xfrm>
        </p:grpSpPr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FD39F17F-0671-789A-678F-382853247C61}"/>
                </a:ext>
              </a:extLst>
            </p:cNvPr>
            <p:cNvGrpSpPr/>
            <p:nvPr/>
          </p:nvGrpSpPr>
          <p:grpSpPr>
            <a:xfrm>
              <a:off x="5372749" y="1511072"/>
              <a:ext cx="2379332" cy="229418"/>
              <a:chOff x="5372749" y="1576844"/>
              <a:chExt cx="2379332" cy="229418"/>
            </a:xfrm>
          </p:grpSpPr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7656CB8A-80A2-B18C-88D7-557ED893D967}"/>
                  </a:ext>
                </a:extLst>
              </p:cNvPr>
              <p:cNvSpPr txBox="1"/>
              <p:nvPr/>
            </p:nvSpPr>
            <p:spPr>
              <a:xfrm>
                <a:off x="5647209" y="1576844"/>
                <a:ext cx="2104872" cy="2294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This is a sample text. </a:t>
                </a:r>
                <a:endParaRPr lang="en-IN" sz="12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grpSp>
            <p:nvGrpSpPr>
              <p:cNvPr id="249" name="Group 248">
                <a:extLst>
                  <a:ext uri="{FF2B5EF4-FFF2-40B4-BE49-F238E27FC236}">
                    <a16:creationId xmlns:a16="http://schemas.microsoft.com/office/drawing/2014/main" id="{FB5F70E5-910A-99D8-872D-20018BEBAB6C}"/>
                  </a:ext>
                </a:extLst>
              </p:cNvPr>
              <p:cNvGrpSpPr/>
              <p:nvPr/>
            </p:nvGrpSpPr>
            <p:grpSpPr>
              <a:xfrm>
                <a:off x="5372749" y="1600818"/>
                <a:ext cx="181471" cy="181471"/>
                <a:chOff x="5427485" y="1597074"/>
                <a:chExt cx="181471" cy="181471"/>
              </a:xfrm>
            </p:grpSpPr>
            <p:sp>
              <p:nvSpPr>
                <p:cNvPr id="250" name="Oval 249">
                  <a:extLst>
                    <a:ext uri="{FF2B5EF4-FFF2-40B4-BE49-F238E27FC236}">
                      <a16:creationId xmlns:a16="http://schemas.microsoft.com/office/drawing/2014/main" id="{8150827D-280B-CCED-1913-49C94F24CC34}"/>
                    </a:ext>
                  </a:extLst>
                </p:cNvPr>
                <p:cNvSpPr/>
                <p:nvPr/>
              </p:nvSpPr>
              <p:spPr>
                <a:xfrm>
                  <a:off x="5427485" y="1597074"/>
                  <a:ext cx="181471" cy="18147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251" name="Graphic 250" descr="Checkmark with solid fill">
                  <a:extLst>
                    <a:ext uri="{FF2B5EF4-FFF2-40B4-BE49-F238E27FC236}">
                      <a16:creationId xmlns:a16="http://schemas.microsoft.com/office/drawing/2014/main" id="{85D69CE7-F15D-EA56-DA3A-5EC60A01F5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67298" y="1636887"/>
                  <a:ext cx="101845" cy="10184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233" name="Group 232">
              <a:extLst>
                <a:ext uri="{FF2B5EF4-FFF2-40B4-BE49-F238E27FC236}">
                  <a16:creationId xmlns:a16="http://schemas.microsoft.com/office/drawing/2014/main" id="{F877EBA0-3085-0277-306C-26CDB4577AB5}"/>
                </a:ext>
              </a:extLst>
            </p:cNvPr>
            <p:cNvGrpSpPr/>
            <p:nvPr/>
          </p:nvGrpSpPr>
          <p:grpSpPr>
            <a:xfrm>
              <a:off x="5372749" y="1793006"/>
              <a:ext cx="2379332" cy="229418"/>
              <a:chOff x="5372749" y="1869839"/>
              <a:chExt cx="2379332" cy="229418"/>
            </a:xfrm>
          </p:grpSpPr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17BB7532-B398-DA54-3991-5CDA279B76A8}"/>
                  </a:ext>
                </a:extLst>
              </p:cNvPr>
              <p:cNvSpPr txBox="1"/>
              <p:nvPr/>
            </p:nvSpPr>
            <p:spPr>
              <a:xfrm>
                <a:off x="5647209" y="1869839"/>
                <a:ext cx="2104872" cy="2294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1200" kern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egoe UI" panose="020B0502040204020203" pitchFamily="34" charset="0"/>
                    <a:ea typeface="Calibri Light" charset="0"/>
                    <a:cs typeface="Segoe UI" panose="020B0502040204020203" pitchFamily="34" charset="0"/>
                  </a:rPr>
                  <a:t>Insert your desired text here.</a:t>
                </a:r>
                <a:endParaRPr lang="en-IN" sz="12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grpSp>
            <p:nvGrpSpPr>
              <p:cNvPr id="245" name="Group 244">
                <a:extLst>
                  <a:ext uri="{FF2B5EF4-FFF2-40B4-BE49-F238E27FC236}">
                    <a16:creationId xmlns:a16="http://schemas.microsoft.com/office/drawing/2014/main" id="{7E65C603-F015-5969-8BD5-34F77FE21DE9}"/>
                  </a:ext>
                </a:extLst>
              </p:cNvPr>
              <p:cNvGrpSpPr/>
              <p:nvPr/>
            </p:nvGrpSpPr>
            <p:grpSpPr>
              <a:xfrm>
                <a:off x="5372749" y="1893813"/>
                <a:ext cx="181471" cy="181471"/>
                <a:chOff x="5427485" y="1597074"/>
                <a:chExt cx="181471" cy="181471"/>
              </a:xfrm>
            </p:grpSpPr>
            <p:sp>
              <p:nvSpPr>
                <p:cNvPr id="246" name="Oval 245">
                  <a:extLst>
                    <a:ext uri="{FF2B5EF4-FFF2-40B4-BE49-F238E27FC236}">
                      <a16:creationId xmlns:a16="http://schemas.microsoft.com/office/drawing/2014/main" id="{6617413C-ED43-E76B-6CD2-A4A91A591338}"/>
                    </a:ext>
                  </a:extLst>
                </p:cNvPr>
                <p:cNvSpPr/>
                <p:nvPr/>
              </p:nvSpPr>
              <p:spPr>
                <a:xfrm>
                  <a:off x="5427485" y="1597074"/>
                  <a:ext cx="181471" cy="18147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247" name="Graphic 246" descr="Checkmark with solid fill">
                  <a:extLst>
                    <a:ext uri="{FF2B5EF4-FFF2-40B4-BE49-F238E27FC236}">
                      <a16:creationId xmlns:a16="http://schemas.microsoft.com/office/drawing/2014/main" id="{7F483DCD-771C-B59C-19EF-45A38E9C2D6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67298" y="1636887"/>
                  <a:ext cx="101845" cy="10184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234" name="Group 233">
              <a:extLst>
                <a:ext uri="{FF2B5EF4-FFF2-40B4-BE49-F238E27FC236}">
                  <a16:creationId xmlns:a16="http://schemas.microsoft.com/office/drawing/2014/main" id="{0E151AFB-7B56-EB96-50A9-E8B90EC7AFB9}"/>
                </a:ext>
              </a:extLst>
            </p:cNvPr>
            <p:cNvGrpSpPr/>
            <p:nvPr/>
          </p:nvGrpSpPr>
          <p:grpSpPr>
            <a:xfrm>
              <a:off x="5372749" y="2074940"/>
              <a:ext cx="2379332" cy="229418"/>
              <a:chOff x="5372749" y="2143515"/>
              <a:chExt cx="2379332" cy="229418"/>
            </a:xfrm>
          </p:grpSpPr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9A204348-E09B-326F-A8C0-8DFAE8A6417A}"/>
                  </a:ext>
                </a:extLst>
              </p:cNvPr>
              <p:cNvSpPr txBox="1"/>
              <p:nvPr/>
            </p:nvSpPr>
            <p:spPr>
              <a:xfrm>
                <a:off x="5647209" y="2143515"/>
                <a:ext cx="2104872" cy="2294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This is a sample text. </a:t>
                </a:r>
                <a:endParaRPr lang="en-IN" sz="12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grpSp>
            <p:nvGrpSpPr>
              <p:cNvPr id="241" name="Group 240">
                <a:extLst>
                  <a:ext uri="{FF2B5EF4-FFF2-40B4-BE49-F238E27FC236}">
                    <a16:creationId xmlns:a16="http://schemas.microsoft.com/office/drawing/2014/main" id="{21233A2D-6B70-478C-FE0A-2C4F5348DAFD}"/>
                  </a:ext>
                </a:extLst>
              </p:cNvPr>
              <p:cNvGrpSpPr/>
              <p:nvPr/>
            </p:nvGrpSpPr>
            <p:grpSpPr>
              <a:xfrm>
                <a:off x="5372749" y="2167489"/>
                <a:ext cx="181471" cy="181471"/>
                <a:chOff x="5427485" y="1597074"/>
                <a:chExt cx="181471" cy="181471"/>
              </a:xfrm>
            </p:grpSpPr>
            <p:sp>
              <p:nvSpPr>
                <p:cNvPr id="242" name="Oval 241">
                  <a:extLst>
                    <a:ext uri="{FF2B5EF4-FFF2-40B4-BE49-F238E27FC236}">
                      <a16:creationId xmlns:a16="http://schemas.microsoft.com/office/drawing/2014/main" id="{DEAC981E-F8A1-4126-7DF6-CF48E4040701}"/>
                    </a:ext>
                  </a:extLst>
                </p:cNvPr>
                <p:cNvSpPr/>
                <p:nvPr/>
              </p:nvSpPr>
              <p:spPr>
                <a:xfrm>
                  <a:off x="5427485" y="1597074"/>
                  <a:ext cx="181471" cy="18147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243" name="Graphic 242" descr="Checkmark with solid fill">
                  <a:extLst>
                    <a:ext uri="{FF2B5EF4-FFF2-40B4-BE49-F238E27FC236}">
                      <a16:creationId xmlns:a16="http://schemas.microsoft.com/office/drawing/2014/main" id="{4536C291-5136-ABC4-7325-C7F3C4559DE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67298" y="1636887"/>
                  <a:ext cx="101845" cy="10184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4FD55C8A-D75E-052A-23EE-13BE22FC840A}"/>
                </a:ext>
              </a:extLst>
            </p:cNvPr>
            <p:cNvGrpSpPr/>
            <p:nvPr/>
          </p:nvGrpSpPr>
          <p:grpSpPr>
            <a:xfrm>
              <a:off x="5372749" y="2356875"/>
              <a:ext cx="2379332" cy="229418"/>
              <a:chOff x="5372749" y="2143515"/>
              <a:chExt cx="2379332" cy="229418"/>
            </a:xfrm>
          </p:grpSpPr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BACAF07C-DFA3-3F01-5675-C92E682D1D0B}"/>
                  </a:ext>
                </a:extLst>
              </p:cNvPr>
              <p:cNvSpPr txBox="1"/>
              <p:nvPr/>
            </p:nvSpPr>
            <p:spPr>
              <a:xfrm>
                <a:off x="5647209" y="2143515"/>
                <a:ext cx="2104872" cy="2294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r>
                  <a:rPr 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This is a sample text. </a:t>
                </a:r>
                <a:endParaRPr lang="en-IN" sz="12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grpSp>
            <p:nvGrpSpPr>
              <p:cNvPr id="237" name="Group 236">
                <a:extLst>
                  <a:ext uri="{FF2B5EF4-FFF2-40B4-BE49-F238E27FC236}">
                    <a16:creationId xmlns:a16="http://schemas.microsoft.com/office/drawing/2014/main" id="{EE4EF798-C963-71EE-482A-25FC664C0CCC}"/>
                  </a:ext>
                </a:extLst>
              </p:cNvPr>
              <p:cNvGrpSpPr/>
              <p:nvPr/>
            </p:nvGrpSpPr>
            <p:grpSpPr>
              <a:xfrm>
                <a:off x="5372749" y="2167489"/>
                <a:ext cx="181471" cy="181471"/>
                <a:chOff x="5427485" y="1597074"/>
                <a:chExt cx="181471" cy="181471"/>
              </a:xfrm>
            </p:grpSpPr>
            <p:sp>
              <p:nvSpPr>
                <p:cNvPr id="238" name="Oval 237">
                  <a:extLst>
                    <a:ext uri="{FF2B5EF4-FFF2-40B4-BE49-F238E27FC236}">
                      <a16:creationId xmlns:a16="http://schemas.microsoft.com/office/drawing/2014/main" id="{6FFAAD9A-11FB-4BB2-7BD9-4159C7BD08E6}"/>
                    </a:ext>
                  </a:extLst>
                </p:cNvPr>
                <p:cNvSpPr/>
                <p:nvPr/>
              </p:nvSpPr>
              <p:spPr>
                <a:xfrm>
                  <a:off x="5427485" y="1597074"/>
                  <a:ext cx="181471" cy="18147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239" name="Graphic 238" descr="Checkmark with solid fill">
                  <a:extLst>
                    <a:ext uri="{FF2B5EF4-FFF2-40B4-BE49-F238E27FC236}">
                      <a16:creationId xmlns:a16="http://schemas.microsoft.com/office/drawing/2014/main" id="{B53A52D8-AFC7-C090-0C8A-41C3AB8ECD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67298" y="1636887"/>
                  <a:ext cx="101845" cy="101845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2965055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491" y="3164751"/>
            <a:ext cx="2791845" cy="52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6161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2019 Calendar">
      <a:dk1>
        <a:sysClr val="windowText" lastClr="000000"/>
      </a:dk1>
      <a:lt1>
        <a:sysClr val="window" lastClr="FFFFFF"/>
      </a:lt1>
      <a:dk2>
        <a:srgbClr val="153153"/>
      </a:dk2>
      <a:lt2>
        <a:srgbClr val="EEECE1"/>
      </a:lt2>
      <a:accent1>
        <a:srgbClr val="E35A35"/>
      </a:accent1>
      <a:accent2>
        <a:srgbClr val="ECB448"/>
      </a:accent2>
      <a:accent3>
        <a:srgbClr val="8BB74C"/>
      </a:accent3>
      <a:accent4>
        <a:srgbClr val="5FB7A2"/>
      </a:accent4>
      <a:accent5>
        <a:srgbClr val="3081AC"/>
      </a:accent5>
      <a:accent6>
        <a:srgbClr val="A5A5A5"/>
      </a:accent6>
      <a:hlink>
        <a:srgbClr val="0000FF"/>
      </a:hlink>
      <a:folHlink>
        <a:srgbClr val="800080"/>
      </a:folHlink>
    </a:clrScheme>
    <a:fontScheme name="slidemodel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5691</TotalTime>
  <Words>643</Words>
  <Application>Microsoft Office PowerPoint</Application>
  <PresentationFormat>Custom</PresentationFormat>
  <Paragraphs>102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Segoe UI</vt:lpstr>
      <vt:lpstr>Segoe UI Black</vt:lpstr>
      <vt:lpstr>Office Theme</vt:lpstr>
      <vt:lpstr>Above The Line Marketing Slide Template</vt:lpstr>
      <vt:lpstr>Above The Line Marketing Slide Template</vt:lpstr>
      <vt:lpstr>Above The Line Marketing Slide Template</vt:lpstr>
      <vt:lpstr>Above The Line Marketing Slide Template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Above The Line Marketing PowerPoint Template</dc:title>
  <dc:creator>Julian</dc:creator>
  <cp:lastModifiedBy>Julian M</cp:lastModifiedBy>
  <cp:revision>112</cp:revision>
  <dcterms:created xsi:type="dcterms:W3CDTF">2013-09-12T13:05:01Z</dcterms:created>
  <dcterms:modified xsi:type="dcterms:W3CDTF">2023-07-26T14:48:26Z</dcterms:modified>
</cp:coreProperties>
</file>