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6" r:id="rId2"/>
    <p:sldId id="277" r:id="rId3"/>
    <p:sldId id="278" r:id="rId4"/>
    <p:sldId id="279" r:id="rId5"/>
    <p:sldId id="280" r:id="rId6"/>
    <p:sldId id="268" r:id="rId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6230"/>
    <a:srgbClr val="EC6911"/>
    <a:srgbClr val="00B4CF"/>
    <a:srgbClr val="EEEEEE"/>
    <a:srgbClr val="215374"/>
    <a:srgbClr val="3B5764"/>
    <a:srgbClr val="E99417"/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/>
    <p:restoredTop sz="94624"/>
  </p:normalViewPr>
  <p:slideViewPr>
    <p:cSldViewPr>
      <p:cViewPr varScale="1">
        <p:scale>
          <a:sx n="73" d="100"/>
          <a:sy n="73" d="100"/>
        </p:scale>
        <p:origin x="91" y="27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can safely remove this slide. This slide</a:t>
            </a:r>
            <a:r>
              <a:rPr lang="en-US" baseline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10/31/2023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8225484-6CB2-6F8D-A86B-3C131D1B598F}"/>
              </a:ext>
            </a:extLst>
          </p:cNvPr>
          <p:cNvSpPr/>
          <p:nvPr/>
        </p:nvSpPr>
        <p:spPr>
          <a:xfrm>
            <a:off x="1917330" y="1201215"/>
            <a:ext cx="7811620" cy="3233131"/>
          </a:xfrm>
          <a:custGeom>
            <a:avLst/>
            <a:gdLst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989245 h 2989245"/>
              <a:gd name="connsiteX1" fmla="*/ 2812026 w 8308258"/>
              <a:gd name="connsiteY1" fmla="*/ 2114174 h 2989245"/>
              <a:gd name="connsiteX2" fmla="*/ 5653548 w 8308258"/>
              <a:gd name="connsiteY2" fmla="*/ 1376755 h 2989245"/>
              <a:gd name="connsiteX3" fmla="*/ 8308258 w 8308258"/>
              <a:gd name="connsiteY3" fmla="*/ 413194 h 298924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39 w 8308297"/>
              <a:gd name="connsiteY0" fmla="*/ 2929585 h 2929585"/>
              <a:gd name="connsiteX1" fmla="*/ 2812065 w 8308297"/>
              <a:gd name="connsiteY1" fmla="*/ 2054514 h 2929585"/>
              <a:gd name="connsiteX2" fmla="*/ 5653587 w 8308297"/>
              <a:gd name="connsiteY2" fmla="*/ 1317095 h 2929585"/>
              <a:gd name="connsiteX3" fmla="*/ 8308297 w 8308297"/>
              <a:gd name="connsiteY3" fmla="*/ 353534 h 2929585"/>
              <a:gd name="connsiteX0" fmla="*/ 39 w 8308297"/>
              <a:gd name="connsiteY0" fmla="*/ 2929585 h 2929585"/>
              <a:gd name="connsiteX1" fmla="*/ 2812065 w 8308297"/>
              <a:gd name="connsiteY1" fmla="*/ 2054514 h 2929585"/>
              <a:gd name="connsiteX2" fmla="*/ 5653587 w 8308297"/>
              <a:gd name="connsiteY2" fmla="*/ 1317095 h 2929585"/>
              <a:gd name="connsiteX3" fmla="*/ 8308297 w 8308297"/>
              <a:gd name="connsiteY3" fmla="*/ 353534 h 2929585"/>
              <a:gd name="connsiteX0" fmla="*/ 39 w 8308297"/>
              <a:gd name="connsiteY0" fmla="*/ 2972746 h 2972746"/>
              <a:gd name="connsiteX1" fmla="*/ 2812065 w 8308297"/>
              <a:gd name="connsiteY1" fmla="*/ 2097675 h 2972746"/>
              <a:gd name="connsiteX2" fmla="*/ 5653587 w 8308297"/>
              <a:gd name="connsiteY2" fmla="*/ 1360256 h 2972746"/>
              <a:gd name="connsiteX3" fmla="*/ 8308297 w 8308297"/>
              <a:gd name="connsiteY3" fmla="*/ 396695 h 2972746"/>
              <a:gd name="connsiteX0" fmla="*/ 39 w 8308297"/>
              <a:gd name="connsiteY0" fmla="*/ 2972746 h 2972746"/>
              <a:gd name="connsiteX1" fmla="*/ 2812065 w 8308297"/>
              <a:gd name="connsiteY1" fmla="*/ 2097675 h 2972746"/>
              <a:gd name="connsiteX2" fmla="*/ 5653587 w 8308297"/>
              <a:gd name="connsiteY2" fmla="*/ 1360256 h 2972746"/>
              <a:gd name="connsiteX3" fmla="*/ 8308297 w 8308297"/>
              <a:gd name="connsiteY3" fmla="*/ 396695 h 2972746"/>
              <a:gd name="connsiteX0" fmla="*/ 39 w 8308297"/>
              <a:gd name="connsiteY0" fmla="*/ 2972746 h 2972746"/>
              <a:gd name="connsiteX1" fmla="*/ 2812065 w 8308297"/>
              <a:gd name="connsiteY1" fmla="*/ 2097675 h 2972746"/>
              <a:gd name="connsiteX2" fmla="*/ 5653587 w 8308297"/>
              <a:gd name="connsiteY2" fmla="*/ 1360256 h 2972746"/>
              <a:gd name="connsiteX3" fmla="*/ 8308297 w 8308297"/>
              <a:gd name="connsiteY3" fmla="*/ 396695 h 2972746"/>
              <a:gd name="connsiteX0" fmla="*/ 39 w 8308297"/>
              <a:gd name="connsiteY0" fmla="*/ 2990209 h 2990209"/>
              <a:gd name="connsiteX1" fmla="*/ 2812065 w 8308297"/>
              <a:gd name="connsiteY1" fmla="*/ 2115138 h 2990209"/>
              <a:gd name="connsiteX2" fmla="*/ 5653587 w 8308297"/>
              <a:gd name="connsiteY2" fmla="*/ 1377719 h 2990209"/>
              <a:gd name="connsiteX3" fmla="*/ 8308297 w 8308297"/>
              <a:gd name="connsiteY3" fmla="*/ 414158 h 2990209"/>
              <a:gd name="connsiteX0" fmla="*/ 39 w 8308297"/>
              <a:gd name="connsiteY0" fmla="*/ 2990209 h 2990209"/>
              <a:gd name="connsiteX1" fmla="*/ 2812065 w 8308297"/>
              <a:gd name="connsiteY1" fmla="*/ 2115138 h 2990209"/>
              <a:gd name="connsiteX2" fmla="*/ 5653587 w 8308297"/>
              <a:gd name="connsiteY2" fmla="*/ 1377719 h 2990209"/>
              <a:gd name="connsiteX3" fmla="*/ 8308297 w 8308297"/>
              <a:gd name="connsiteY3" fmla="*/ 414158 h 2990209"/>
              <a:gd name="connsiteX0" fmla="*/ 37 w 8308295"/>
              <a:gd name="connsiteY0" fmla="*/ 2990209 h 2990209"/>
              <a:gd name="connsiteX1" fmla="*/ 2812063 w 8308295"/>
              <a:gd name="connsiteY1" fmla="*/ 2115138 h 2990209"/>
              <a:gd name="connsiteX2" fmla="*/ 5653585 w 8308295"/>
              <a:gd name="connsiteY2" fmla="*/ 1377719 h 2990209"/>
              <a:gd name="connsiteX3" fmla="*/ 8308295 w 8308295"/>
              <a:gd name="connsiteY3" fmla="*/ 414158 h 2990209"/>
              <a:gd name="connsiteX0" fmla="*/ 37 w 8308295"/>
              <a:gd name="connsiteY0" fmla="*/ 2990209 h 2990209"/>
              <a:gd name="connsiteX1" fmla="*/ 2812063 w 8308295"/>
              <a:gd name="connsiteY1" fmla="*/ 2115138 h 2990209"/>
              <a:gd name="connsiteX2" fmla="*/ 5653585 w 8308295"/>
              <a:gd name="connsiteY2" fmla="*/ 1377719 h 2990209"/>
              <a:gd name="connsiteX3" fmla="*/ 8308295 w 8308295"/>
              <a:gd name="connsiteY3" fmla="*/ 414158 h 2990209"/>
              <a:gd name="connsiteX0" fmla="*/ 37 w 8308295"/>
              <a:gd name="connsiteY0" fmla="*/ 3053052 h 3053052"/>
              <a:gd name="connsiteX1" fmla="*/ 2812063 w 8308295"/>
              <a:gd name="connsiteY1" fmla="*/ 2177981 h 3053052"/>
              <a:gd name="connsiteX2" fmla="*/ 5653585 w 8308295"/>
              <a:gd name="connsiteY2" fmla="*/ 1440562 h 3053052"/>
              <a:gd name="connsiteX3" fmla="*/ 8308295 w 8308295"/>
              <a:gd name="connsiteY3" fmla="*/ 477001 h 3053052"/>
              <a:gd name="connsiteX0" fmla="*/ 0 w 8308258"/>
              <a:gd name="connsiteY0" fmla="*/ 3053052 h 3053052"/>
              <a:gd name="connsiteX1" fmla="*/ 2812026 w 8308258"/>
              <a:gd name="connsiteY1" fmla="*/ 2177981 h 3053052"/>
              <a:gd name="connsiteX2" fmla="*/ 5653548 w 8308258"/>
              <a:gd name="connsiteY2" fmla="*/ 1440562 h 3053052"/>
              <a:gd name="connsiteX3" fmla="*/ 8308258 w 8308258"/>
              <a:gd name="connsiteY3" fmla="*/ 477001 h 3053052"/>
              <a:gd name="connsiteX0" fmla="*/ 0 w 8308258"/>
              <a:gd name="connsiteY0" fmla="*/ 3053052 h 3053052"/>
              <a:gd name="connsiteX1" fmla="*/ 2812026 w 8308258"/>
              <a:gd name="connsiteY1" fmla="*/ 2177981 h 3053052"/>
              <a:gd name="connsiteX2" fmla="*/ 5653548 w 8308258"/>
              <a:gd name="connsiteY2" fmla="*/ 1440562 h 3053052"/>
              <a:gd name="connsiteX3" fmla="*/ 8308258 w 8308258"/>
              <a:gd name="connsiteY3" fmla="*/ 477001 h 3053052"/>
              <a:gd name="connsiteX0" fmla="*/ 0 w 8308258"/>
              <a:gd name="connsiteY0" fmla="*/ 3053052 h 3053052"/>
              <a:gd name="connsiteX1" fmla="*/ 2812026 w 8308258"/>
              <a:gd name="connsiteY1" fmla="*/ 2177981 h 3053052"/>
              <a:gd name="connsiteX2" fmla="*/ 5653548 w 8308258"/>
              <a:gd name="connsiteY2" fmla="*/ 1440562 h 3053052"/>
              <a:gd name="connsiteX3" fmla="*/ 8308258 w 8308258"/>
              <a:gd name="connsiteY3" fmla="*/ 477001 h 3053052"/>
              <a:gd name="connsiteX0" fmla="*/ 0 w 8308258"/>
              <a:gd name="connsiteY0" fmla="*/ 3053052 h 3053052"/>
              <a:gd name="connsiteX1" fmla="*/ 2812026 w 8308258"/>
              <a:gd name="connsiteY1" fmla="*/ 2177981 h 3053052"/>
              <a:gd name="connsiteX2" fmla="*/ 5653548 w 8308258"/>
              <a:gd name="connsiteY2" fmla="*/ 1440562 h 3053052"/>
              <a:gd name="connsiteX3" fmla="*/ 8308258 w 8308258"/>
              <a:gd name="connsiteY3" fmla="*/ 477001 h 3053052"/>
              <a:gd name="connsiteX0" fmla="*/ 0 w 8308258"/>
              <a:gd name="connsiteY0" fmla="*/ 3101400 h 3101400"/>
              <a:gd name="connsiteX1" fmla="*/ 2812026 w 8308258"/>
              <a:gd name="connsiteY1" fmla="*/ 2226329 h 3101400"/>
              <a:gd name="connsiteX2" fmla="*/ 5653548 w 8308258"/>
              <a:gd name="connsiteY2" fmla="*/ 1488910 h 3101400"/>
              <a:gd name="connsiteX3" fmla="*/ 8308258 w 8308258"/>
              <a:gd name="connsiteY3" fmla="*/ 525349 h 3101400"/>
              <a:gd name="connsiteX0" fmla="*/ 0 w 8308258"/>
              <a:gd name="connsiteY0" fmla="*/ 3119668 h 3119668"/>
              <a:gd name="connsiteX1" fmla="*/ 2812026 w 8308258"/>
              <a:gd name="connsiteY1" fmla="*/ 2244597 h 3119668"/>
              <a:gd name="connsiteX2" fmla="*/ 5609694 w 8308258"/>
              <a:gd name="connsiteY2" fmla="*/ 1441864 h 3119668"/>
              <a:gd name="connsiteX3" fmla="*/ 8308258 w 8308258"/>
              <a:gd name="connsiteY3" fmla="*/ 543617 h 3119668"/>
              <a:gd name="connsiteX0" fmla="*/ 0 w 8308258"/>
              <a:gd name="connsiteY0" fmla="*/ 3127664 h 3127664"/>
              <a:gd name="connsiteX1" fmla="*/ 2812026 w 8308258"/>
              <a:gd name="connsiteY1" fmla="*/ 2252593 h 3127664"/>
              <a:gd name="connsiteX2" fmla="*/ 5609694 w 8308258"/>
              <a:gd name="connsiteY2" fmla="*/ 1449860 h 3127664"/>
              <a:gd name="connsiteX3" fmla="*/ 8308258 w 8308258"/>
              <a:gd name="connsiteY3" fmla="*/ 551613 h 3127664"/>
              <a:gd name="connsiteX0" fmla="*/ 0 w 7867521"/>
              <a:gd name="connsiteY0" fmla="*/ 3380363 h 3380363"/>
              <a:gd name="connsiteX1" fmla="*/ 2812026 w 7867521"/>
              <a:gd name="connsiteY1" fmla="*/ 2505292 h 3380363"/>
              <a:gd name="connsiteX2" fmla="*/ 5609694 w 7867521"/>
              <a:gd name="connsiteY2" fmla="*/ 1702559 h 3380363"/>
              <a:gd name="connsiteX3" fmla="*/ 7867521 w 7867521"/>
              <a:gd name="connsiteY3" fmla="*/ 464677 h 3380363"/>
              <a:gd name="connsiteX0" fmla="*/ 0 w 7867521"/>
              <a:gd name="connsiteY0" fmla="*/ 3175950 h 3175950"/>
              <a:gd name="connsiteX1" fmla="*/ 2812026 w 7867521"/>
              <a:gd name="connsiteY1" fmla="*/ 2300879 h 3175950"/>
              <a:gd name="connsiteX2" fmla="*/ 5609694 w 7867521"/>
              <a:gd name="connsiteY2" fmla="*/ 1498146 h 3175950"/>
              <a:gd name="connsiteX3" fmla="*/ 7867521 w 7867521"/>
              <a:gd name="connsiteY3" fmla="*/ 260264 h 3175950"/>
              <a:gd name="connsiteX0" fmla="*/ 0 w 7867521"/>
              <a:gd name="connsiteY0" fmla="*/ 3170131 h 3170131"/>
              <a:gd name="connsiteX1" fmla="*/ 2812026 w 7867521"/>
              <a:gd name="connsiteY1" fmla="*/ 2295060 h 3170131"/>
              <a:gd name="connsiteX2" fmla="*/ 5609694 w 7867521"/>
              <a:gd name="connsiteY2" fmla="*/ 1492327 h 3170131"/>
              <a:gd name="connsiteX3" fmla="*/ 7867521 w 7867521"/>
              <a:gd name="connsiteY3" fmla="*/ 254445 h 3170131"/>
              <a:gd name="connsiteX0" fmla="*/ 0 w 7867521"/>
              <a:gd name="connsiteY0" fmla="*/ 3198736 h 3198736"/>
              <a:gd name="connsiteX1" fmla="*/ 2812026 w 7867521"/>
              <a:gd name="connsiteY1" fmla="*/ 2323665 h 3198736"/>
              <a:gd name="connsiteX2" fmla="*/ 5609694 w 7867521"/>
              <a:gd name="connsiteY2" fmla="*/ 1520932 h 3198736"/>
              <a:gd name="connsiteX3" fmla="*/ 7867521 w 7867521"/>
              <a:gd name="connsiteY3" fmla="*/ 283050 h 3198736"/>
              <a:gd name="connsiteX0" fmla="*/ 0 w 7867521"/>
              <a:gd name="connsiteY0" fmla="*/ 3233131 h 3233131"/>
              <a:gd name="connsiteX1" fmla="*/ 2812026 w 7867521"/>
              <a:gd name="connsiteY1" fmla="*/ 2358060 h 3233131"/>
              <a:gd name="connsiteX2" fmla="*/ 5609694 w 7867521"/>
              <a:gd name="connsiteY2" fmla="*/ 1555327 h 3233131"/>
              <a:gd name="connsiteX3" fmla="*/ 7867521 w 7867521"/>
              <a:gd name="connsiteY3" fmla="*/ 317445 h 323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7521" h="3233131">
                <a:moveTo>
                  <a:pt x="0" y="3233131"/>
                </a:moveTo>
                <a:cubicBezTo>
                  <a:pt x="23879" y="1804526"/>
                  <a:pt x="1811824" y="1232734"/>
                  <a:pt x="2812026" y="2358060"/>
                </a:cubicBezTo>
                <a:cubicBezTo>
                  <a:pt x="2774103" y="982835"/>
                  <a:pt x="4562008" y="293403"/>
                  <a:pt x="5609694" y="1555327"/>
                </a:cubicBezTo>
                <a:cubicBezTo>
                  <a:pt x="5604756" y="190282"/>
                  <a:pt x="6973566" y="-423228"/>
                  <a:pt x="7867521" y="317445"/>
                </a:cubicBezTo>
              </a:path>
            </a:pathLst>
          </a:custGeom>
          <a:noFill/>
          <a:ln cap="rnd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4B708-787A-F866-BF51-1081B50D6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/>
          <a:lstStyle/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Long-term Goals Slide Template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A1627E-05B5-534F-5ED1-E08EC3FA2210}"/>
              </a:ext>
            </a:extLst>
          </p:cNvPr>
          <p:cNvSpPr/>
          <p:nvPr/>
        </p:nvSpPr>
        <p:spPr>
          <a:xfrm>
            <a:off x="618837" y="4538749"/>
            <a:ext cx="2601080" cy="16985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AFD6A8-BDF7-49BB-4AC0-A9FCE4159D82}"/>
              </a:ext>
            </a:extLst>
          </p:cNvPr>
          <p:cNvSpPr/>
          <p:nvPr/>
        </p:nvSpPr>
        <p:spPr>
          <a:xfrm>
            <a:off x="3405499" y="3740727"/>
            <a:ext cx="2601080" cy="249658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4B10FA-03B6-83BB-6EB7-0FD187625EC1}"/>
              </a:ext>
            </a:extLst>
          </p:cNvPr>
          <p:cNvSpPr/>
          <p:nvPr/>
        </p:nvSpPr>
        <p:spPr>
          <a:xfrm>
            <a:off x="6192161" y="2942705"/>
            <a:ext cx="2601080" cy="32946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9258B1-7440-F81B-8551-A9ADA1618BC0}"/>
              </a:ext>
            </a:extLst>
          </p:cNvPr>
          <p:cNvSpPr/>
          <p:nvPr/>
        </p:nvSpPr>
        <p:spPr>
          <a:xfrm>
            <a:off x="8978823" y="2128058"/>
            <a:ext cx="2601080" cy="410925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1576D5-E247-7DC7-D0CF-F792DAC5897D}"/>
              </a:ext>
            </a:extLst>
          </p:cNvPr>
          <p:cNvSpPr txBox="1"/>
          <p:nvPr/>
        </p:nvSpPr>
        <p:spPr>
          <a:xfrm>
            <a:off x="914321" y="4643304"/>
            <a:ext cx="2010112" cy="2741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</a:rPr>
              <a:t>2024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C58CFA-E565-53B9-91DD-B38AA8FACF7A}"/>
              </a:ext>
            </a:extLst>
          </p:cNvPr>
          <p:cNvSpPr txBox="1"/>
          <p:nvPr/>
        </p:nvSpPr>
        <p:spPr>
          <a:xfrm>
            <a:off x="3700983" y="3856724"/>
            <a:ext cx="2010112" cy="2741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</a:rPr>
              <a:t>2025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49ABB5-B278-93A6-48FE-47599AA47B53}"/>
              </a:ext>
            </a:extLst>
          </p:cNvPr>
          <p:cNvSpPr txBox="1"/>
          <p:nvPr/>
        </p:nvSpPr>
        <p:spPr>
          <a:xfrm>
            <a:off x="6487645" y="3079975"/>
            <a:ext cx="2010112" cy="2741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</a:rPr>
              <a:t>2026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D98CCE-3C44-7EEB-BFE9-0B4D95F49E6A}"/>
              </a:ext>
            </a:extLst>
          </p:cNvPr>
          <p:cNvSpPr txBox="1"/>
          <p:nvPr/>
        </p:nvSpPr>
        <p:spPr>
          <a:xfrm>
            <a:off x="9274307" y="2745679"/>
            <a:ext cx="2010112" cy="2741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</a:rPr>
              <a:t>2027</a:t>
            </a:r>
            <a:endParaRPr lang="en-US" sz="1800" b="1" dirty="0">
              <a:solidFill>
                <a:schemeClr val="bg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0BECDF2-59CA-622E-C575-44337F92B766}"/>
              </a:ext>
            </a:extLst>
          </p:cNvPr>
          <p:cNvCxnSpPr>
            <a:cxnSpLocks/>
          </p:cNvCxnSpPr>
          <p:nvPr/>
        </p:nvCxnSpPr>
        <p:spPr>
          <a:xfrm>
            <a:off x="803253" y="4990328"/>
            <a:ext cx="223224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A5E4E9F-0694-5DBF-4C3F-E80C28D42F20}"/>
              </a:ext>
            </a:extLst>
          </p:cNvPr>
          <p:cNvCxnSpPr>
            <a:cxnSpLocks/>
          </p:cNvCxnSpPr>
          <p:nvPr/>
        </p:nvCxnSpPr>
        <p:spPr>
          <a:xfrm>
            <a:off x="3589915" y="4223411"/>
            <a:ext cx="223224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DBA563C-D83E-CD22-4646-D585463A179B}"/>
              </a:ext>
            </a:extLst>
          </p:cNvPr>
          <p:cNvCxnSpPr>
            <a:cxnSpLocks/>
          </p:cNvCxnSpPr>
          <p:nvPr/>
        </p:nvCxnSpPr>
        <p:spPr>
          <a:xfrm>
            <a:off x="6376577" y="3466327"/>
            <a:ext cx="223224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0AFF0AE-A14E-5849-E63B-BF762C7B5D5C}"/>
              </a:ext>
            </a:extLst>
          </p:cNvPr>
          <p:cNvCxnSpPr>
            <a:cxnSpLocks/>
          </p:cNvCxnSpPr>
          <p:nvPr/>
        </p:nvCxnSpPr>
        <p:spPr>
          <a:xfrm>
            <a:off x="9163239" y="3132030"/>
            <a:ext cx="223224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4947AB34-8B16-0D81-4F63-07F3E00839B9}"/>
              </a:ext>
            </a:extLst>
          </p:cNvPr>
          <p:cNvSpPr/>
          <p:nvPr/>
        </p:nvSpPr>
        <p:spPr>
          <a:xfrm>
            <a:off x="1811880" y="4250957"/>
            <a:ext cx="214994" cy="21499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E739DF1-3638-B393-7212-C7311F8CDBC6}"/>
              </a:ext>
            </a:extLst>
          </p:cNvPr>
          <p:cNvSpPr/>
          <p:nvPr/>
        </p:nvSpPr>
        <p:spPr>
          <a:xfrm>
            <a:off x="4598542" y="3434880"/>
            <a:ext cx="214994" cy="21499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0E515E0-673A-A7E2-2001-947533BD0889}"/>
              </a:ext>
            </a:extLst>
          </p:cNvPr>
          <p:cNvSpPr/>
          <p:nvPr/>
        </p:nvSpPr>
        <p:spPr>
          <a:xfrm>
            <a:off x="7385204" y="2648299"/>
            <a:ext cx="214994" cy="214994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3A493E2-6848-6151-9F22-82BCE977BFE4}"/>
              </a:ext>
            </a:extLst>
          </p:cNvPr>
          <p:cNvGrpSpPr/>
          <p:nvPr/>
        </p:nvGrpSpPr>
        <p:grpSpPr>
          <a:xfrm>
            <a:off x="809339" y="5129379"/>
            <a:ext cx="2220077" cy="720078"/>
            <a:chOff x="2129878" y="2634740"/>
            <a:chExt cx="2220077" cy="720078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80361A6-2AD4-737A-4991-E81B8717E2FD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814A3921-F19F-724B-48E2-A327DC0B6A70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35B1F84-E669-04C8-21DD-01B78C130E6C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Rectangle 51">
                <a:extLst>
                  <a:ext uri="{FF2B5EF4-FFF2-40B4-BE49-F238E27FC236}">
                    <a16:creationId xmlns:a16="http://schemas.microsoft.com/office/drawing/2014/main" id="{642469E8-1817-D87D-76AA-DFC6933444B2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102BFC6-6B28-7E32-8E03-52F824F8B719}"/>
              </a:ext>
            </a:extLst>
          </p:cNvPr>
          <p:cNvGrpSpPr/>
          <p:nvPr/>
        </p:nvGrpSpPr>
        <p:grpSpPr>
          <a:xfrm>
            <a:off x="3596001" y="4403084"/>
            <a:ext cx="2220077" cy="720078"/>
            <a:chOff x="2129878" y="2634740"/>
            <a:chExt cx="2220077" cy="720078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F051482-CE82-B3E6-5D12-C72430C6268B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BC5954C-1C6B-0D5E-E322-B4062262095D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E9A4170E-C580-8234-CF7F-F27FCA0D9D56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Rectangle 51">
                <a:extLst>
                  <a:ext uri="{FF2B5EF4-FFF2-40B4-BE49-F238E27FC236}">
                    <a16:creationId xmlns:a16="http://schemas.microsoft.com/office/drawing/2014/main" id="{F053EBC3-EDC7-2F4D-BE32-DC1B7390D023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C9E2E50-75B8-B79E-9482-8DEEB552C1CB}"/>
              </a:ext>
            </a:extLst>
          </p:cNvPr>
          <p:cNvGrpSpPr/>
          <p:nvPr/>
        </p:nvGrpSpPr>
        <p:grpSpPr>
          <a:xfrm>
            <a:off x="3596001" y="5270458"/>
            <a:ext cx="2220077" cy="720078"/>
            <a:chOff x="2129878" y="2634740"/>
            <a:chExt cx="2220077" cy="720078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28D3C66-5E57-C597-4F3F-05898DC70339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36785654-D830-2AF9-6EDC-3006A82D327E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66D4BC16-7370-ABCD-320B-C9B25282861A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Rectangle 51">
                <a:extLst>
                  <a:ext uri="{FF2B5EF4-FFF2-40B4-BE49-F238E27FC236}">
                    <a16:creationId xmlns:a16="http://schemas.microsoft.com/office/drawing/2014/main" id="{0A045AD6-7831-2431-643B-122783B0C7F0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58EAD75-CDB7-4CD1-DC59-8E5AE9468A4F}"/>
              </a:ext>
            </a:extLst>
          </p:cNvPr>
          <p:cNvGrpSpPr/>
          <p:nvPr/>
        </p:nvGrpSpPr>
        <p:grpSpPr>
          <a:xfrm>
            <a:off x="6382663" y="3753728"/>
            <a:ext cx="2220077" cy="720078"/>
            <a:chOff x="2129878" y="2634740"/>
            <a:chExt cx="2220077" cy="720078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34FDFB0-DC93-8CDA-C75D-C688D3AF78E5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09390FB-73D8-B410-C6EB-AE253B260EB9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8DAAEF46-3F9E-B30E-AEC1-6792615A00B6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Rectangle 51">
                <a:extLst>
                  <a:ext uri="{FF2B5EF4-FFF2-40B4-BE49-F238E27FC236}">
                    <a16:creationId xmlns:a16="http://schemas.microsoft.com/office/drawing/2014/main" id="{244C58CC-EAD2-DB56-2F3F-5F4DF218DC41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142C5AB-42BC-9ADB-03FE-552EE356AE39}"/>
              </a:ext>
            </a:extLst>
          </p:cNvPr>
          <p:cNvGrpSpPr/>
          <p:nvPr/>
        </p:nvGrpSpPr>
        <p:grpSpPr>
          <a:xfrm>
            <a:off x="6382663" y="4621102"/>
            <a:ext cx="2220077" cy="720078"/>
            <a:chOff x="2129878" y="2634740"/>
            <a:chExt cx="2220077" cy="720078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6739622-0F6F-9576-6C47-E89A5C5D12C9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700553B9-A4E2-7A9B-7772-A94ECF7979F4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65510415-A5BC-2EE2-3076-AD6A3507C969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Rectangle 51">
                <a:extLst>
                  <a:ext uri="{FF2B5EF4-FFF2-40B4-BE49-F238E27FC236}">
                    <a16:creationId xmlns:a16="http://schemas.microsoft.com/office/drawing/2014/main" id="{1B5725BE-5912-0EA6-3C80-F80FB10C6BF9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DBEA38B-327F-D033-7E97-B9F95ADE7BB2}"/>
              </a:ext>
            </a:extLst>
          </p:cNvPr>
          <p:cNvGrpSpPr/>
          <p:nvPr/>
        </p:nvGrpSpPr>
        <p:grpSpPr>
          <a:xfrm>
            <a:off x="9178871" y="3396181"/>
            <a:ext cx="2220077" cy="720078"/>
            <a:chOff x="2129878" y="2634740"/>
            <a:chExt cx="2220077" cy="720078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732A424-8EA5-DE01-60BA-D335386AE644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259672B1-6DED-4F97-BA96-27B6AFA386BA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0FA78134-6DCF-F2DF-6BEF-8F78B9D98C88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Rectangle 51">
                <a:extLst>
                  <a:ext uri="{FF2B5EF4-FFF2-40B4-BE49-F238E27FC236}">
                    <a16:creationId xmlns:a16="http://schemas.microsoft.com/office/drawing/2014/main" id="{5561D526-B47F-2ED8-9520-2259C797B212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557B3E2-D23B-0093-164E-FA626808B350}"/>
              </a:ext>
            </a:extLst>
          </p:cNvPr>
          <p:cNvGrpSpPr/>
          <p:nvPr/>
        </p:nvGrpSpPr>
        <p:grpSpPr>
          <a:xfrm>
            <a:off x="9178871" y="4269024"/>
            <a:ext cx="2220077" cy="720078"/>
            <a:chOff x="2129878" y="2634740"/>
            <a:chExt cx="2220077" cy="720078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9D1A431-1B02-0FF7-6CFF-42CE46604080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0EA5F066-8744-B966-82FE-53D2CF4F8451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F4C125B1-6A7C-4990-25D8-FA5BA2CE15EC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Rectangle 51">
                <a:extLst>
                  <a:ext uri="{FF2B5EF4-FFF2-40B4-BE49-F238E27FC236}">
                    <a16:creationId xmlns:a16="http://schemas.microsoft.com/office/drawing/2014/main" id="{3DA70145-2A92-D7A0-D451-36BB2371FD3A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1F92BD0-4531-CFE2-97EE-936EBD55831D}"/>
              </a:ext>
            </a:extLst>
          </p:cNvPr>
          <p:cNvGrpSpPr/>
          <p:nvPr/>
        </p:nvGrpSpPr>
        <p:grpSpPr>
          <a:xfrm>
            <a:off x="9178871" y="5141867"/>
            <a:ext cx="2220077" cy="720078"/>
            <a:chOff x="2129878" y="2634740"/>
            <a:chExt cx="2220077" cy="720078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46FA8F6-95E8-6401-4DFC-EB67E7A33DC3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1DEDFC5-2508-5B0B-A3C3-A999EE135574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AE04E9FD-818A-2A70-F4B3-95D14818575A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Rectangle 51">
                <a:extLst>
                  <a:ext uri="{FF2B5EF4-FFF2-40B4-BE49-F238E27FC236}">
                    <a16:creationId xmlns:a16="http://schemas.microsoft.com/office/drawing/2014/main" id="{2AC94A1F-4ABF-A436-2ABC-AB3B8EDA89C6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A3C6DCD7-D5D3-3576-2613-9326A8CDCF34}"/>
              </a:ext>
            </a:extLst>
          </p:cNvPr>
          <p:cNvSpPr txBox="1"/>
          <p:nvPr/>
        </p:nvSpPr>
        <p:spPr>
          <a:xfrm>
            <a:off x="978254" y="3795253"/>
            <a:ext cx="1882247" cy="2901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000" b="1" dirty="0"/>
              <a:t>Phase 01</a:t>
            </a:r>
            <a:endParaRPr lang="en-US" sz="2000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71339C2-DE2A-2E52-5606-B67395453F26}"/>
              </a:ext>
            </a:extLst>
          </p:cNvPr>
          <p:cNvSpPr txBox="1"/>
          <p:nvPr/>
        </p:nvSpPr>
        <p:spPr>
          <a:xfrm>
            <a:off x="3764916" y="2979176"/>
            <a:ext cx="1882247" cy="2901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000" b="1" dirty="0"/>
              <a:t>Phase 02</a:t>
            </a:r>
            <a:endParaRPr lang="en-US" sz="20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9059652-FF4E-212D-9023-659EE36A4581}"/>
              </a:ext>
            </a:extLst>
          </p:cNvPr>
          <p:cNvSpPr txBox="1"/>
          <p:nvPr/>
        </p:nvSpPr>
        <p:spPr>
          <a:xfrm>
            <a:off x="6551578" y="2182763"/>
            <a:ext cx="1882247" cy="2901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000" b="1" dirty="0"/>
              <a:t>Phase 03</a:t>
            </a:r>
            <a:endParaRPr lang="en-US" sz="20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471EACB-5D79-8B12-4225-E5FD51D43AF1}"/>
              </a:ext>
            </a:extLst>
          </p:cNvPr>
          <p:cNvSpPr txBox="1"/>
          <p:nvPr/>
        </p:nvSpPr>
        <p:spPr>
          <a:xfrm>
            <a:off x="9338240" y="1189705"/>
            <a:ext cx="1882247" cy="2901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000" b="1" dirty="0"/>
              <a:t>Phase 04</a:t>
            </a:r>
            <a:endParaRPr lang="en-US" sz="2000" b="1" dirty="0"/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0BA6B4E7-1E51-3BDE-3768-84A99B075109}"/>
              </a:ext>
            </a:extLst>
          </p:cNvPr>
          <p:cNvCxnSpPr>
            <a:cxnSpLocks/>
          </p:cNvCxnSpPr>
          <p:nvPr/>
        </p:nvCxnSpPr>
        <p:spPr>
          <a:xfrm>
            <a:off x="440506" y="6237312"/>
            <a:ext cx="113078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46768C21-FDB3-4D0A-CE61-3957D6E9AD5D}"/>
              </a:ext>
            </a:extLst>
          </p:cNvPr>
          <p:cNvGrpSpPr/>
          <p:nvPr/>
        </p:nvGrpSpPr>
        <p:grpSpPr>
          <a:xfrm>
            <a:off x="9765961" y="1617876"/>
            <a:ext cx="1026804" cy="1026804"/>
            <a:chOff x="9137976" y="-1304300"/>
            <a:chExt cx="1026804" cy="102680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43CB317-A913-766B-2903-EE058418DA4C}"/>
                </a:ext>
              </a:extLst>
            </p:cNvPr>
            <p:cNvSpPr/>
            <p:nvPr/>
          </p:nvSpPr>
          <p:spPr>
            <a:xfrm>
              <a:off x="9137976" y="-1304300"/>
              <a:ext cx="1026804" cy="1026804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86E3629-0141-8FA7-774C-A3B3729BC7F2}"/>
                </a:ext>
              </a:extLst>
            </p:cNvPr>
            <p:cNvSpPr/>
            <p:nvPr/>
          </p:nvSpPr>
          <p:spPr>
            <a:xfrm>
              <a:off x="9256454" y="-1185822"/>
              <a:ext cx="789848" cy="789848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DEE830C-335C-A6F7-73B4-8C50AB275EFB}"/>
                </a:ext>
              </a:extLst>
            </p:cNvPr>
            <p:cNvSpPr/>
            <p:nvPr/>
          </p:nvSpPr>
          <p:spPr>
            <a:xfrm>
              <a:off x="9393665" y="-1048611"/>
              <a:ext cx="515427" cy="51542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F04DFE2-0FB7-503F-4088-3F3246CF9197}"/>
                </a:ext>
              </a:extLst>
            </p:cNvPr>
            <p:cNvSpPr/>
            <p:nvPr/>
          </p:nvSpPr>
          <p:spPr>
            <a:xfrm>
              <a:off x="9550796" y="-891480"/>
              <a:ext cx="201164" cy="2011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446B72C-C4CA-FE75-CAFF-C18863166426}"/>
              </a:ext>
            </a:extLst>
          </p:cNvPr>
          <p:cNvGrpSpPr/>
          <p:nvPr/>
        </p:nvGrpSpPr>
        <p:grpSpPr>
          <a:xfrm rot="2942001">
            <a:off x="9636844" y="1803657"/>
            <a:ext cx="798963" cy="108651"/>
            <a:chOff x="7324028" y="1612232"/>
            <a:chExt cx="1296144" cy="176262"/>
          </a:xfrm>
        </p:grpSpPr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F0B437AE-CF35-6352-98DA-FBC290CE54D4}"/>
                </a:ext>
              </a:extLst>
            </p:cNvPr>
            <p:cNvSpPr/>
            <p:nvPr/>
          </p:nvSpPr>
          <p:spPr>
            <a:xfrm>
              <a:off x="7346147" y="1612232"/>
              <a:ext cx="293773" cy="176262"/>
            </a:xfrm>
            <a:prstGeom prst="chevron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BDACA13D-9875-D007-1118-F72F56508B64}"/>
                </a:ext>
              </a:extLst>
            </p:cNvPr>
            <p:cNvSpPr/>
            <p:nvPr/>
          </p:nvSpPr>
          <p:spPr>
            <a:xfrm>
              <a:off x="7324028" y="1628355"/>
              <a:ext cx="1296144" cy="144016"/>
            </a:xfrm>
            <a:prstGeom prst="right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61560A-A3B9-16A7-0FBB-31DE9FDB43CD}"/>
              </a:ext>
            </a:extLst>
          </p:cNvPr>
          <p:cNvSpPr/>
          <p:nvPr/>
        </p:nvSpPr>
        <p:spPr>
          <a:xfrm>
            <a:off x="618837" y="4538749"/>
            <a:ext cx="2601080" cy="16985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87796D-5533-97FB-CCC5-49E2DC5ECD83}"/>
              </a:ext>
            </a:extLst>
          </p:cNvPr>
          <p:cNvSpPr txBox="1"/>
          <p:nvPr/>
        </p:nvSpPr>
        <p:spPr>
          <a:xfrm>
            <a:off x="914321" y="4643304"/>
            <a:ext cx="2010112" cy="2741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</a:rPr>
              <a:t>2024</a:t>
            </a:r>
            <a:endParaRPr lang="en-US" sz="1800" b="1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AA4774-C735-FCBC-90F4-E1CEBFC2ADDB}"/>
              </a:ext>
            </a:extLst>
          </p:cNvPr>
          <p:cNvCxnSpPr>
            <a:cxnSpLocks/>
          </p:cNvCxnSpPr>
          <p:nvPr/>
        </p:nvCxnSpPr>
        <p:spPr>
          <a:xfrm>
            <a:off x="803253" y="4990328"/>
            <a:ext cx="223224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15BA8161-15AB-5F14-1ED3-E3B383A4EB99}"/>
              </a:ext>
            </a:extLst>
          </p:cNvPr>
          <p:cNvGrpSpPr/>
          <p:nvPr/>
        </p:nvGrpSpPr>
        <p:grpSpPr>
          <a:xfrm>
            <a:off x="809339" y="5129379"/>
            <a:ext cx="2220077" cy="720078"/>
            <a:chOff x="2129878" y="2634740"/>
            <a:chExt cx="2220077" cy="72007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ACD2FF-25ED-2C1D-5C6A-DEBE23A6FA59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99F8EE2-116A-7DC4-5111-CF6DF854A1BC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4EA9B5B-7CD0-DA36-850C-7FB27BE3AEF4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Rectangle 51">
                <a:extLst>
                  <a:ext uri="{FF2B5EF4-FFF2-40B4-BE49-F238E27FC236}">
                    <a16:creationId xmlns:a16="http://schemas.microsoft.com/office/drawing/2014/main" id="{3107697C-0AC0-883D-AEB4-4346012D961B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8225484-6CB2-6F8D-A86B-3C131D1B598F}"/>
              </a:ext>
            </a:extLst>
          </p:cNvPr>
          <p:cNvSpPr/>
          <p:nvPr/>
        </p:nvSpPr>
        <p:spPr>
          <a:xfrm>
            <a:off x="1917330" y="1201215"/>
            <a:ext cx="7811620" cy="3233131"/>
          </a:xfrm>
          <a:custGeom>
            <a:avLst/>
            <a:gdLst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989245 h 2989245"/>
              <a:gd name="connsiteX1" fmla="*/ 2812026 w 8308258"/>
              <a:gd name="connsiteY1" fmla="*/ 2114174 h 2989245"/>
              <a:gd name="connsiteX2" fmla="*/ 5653548 w 8308258"/>
              <a:gd name="connsiteY2" fmla="*/ 1376755 h 2989245"/>
              <a:gd name="connsiteX3" fmla="*/ 8308258 w 8308258"/>
              <a:gd name="connsiteY3" fmla="*/ 413194 h 298924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39 w 8308297"/>
              <a:gd name="connsiteY0" fmla="*/ 2929585 h 2929585"/>
              <a:gd name="connsiteX1" fmla="*/ 2812065 w 8308297"/>
              <a:gd name="connsiteY1" fmla="*/ 2054514 h 2929585"/>
              <a:gd name="connsiteX2" fmla="*/ 5653587 w 8308297"/>
              <a:gd name="connsiteY2" fmla="*/ 1317095 h 2929585"/>
              <a:gd name="connsiteX3" fmla="*/ 8308297 w 8308297"/>
              <a:gd name="connsiteY3" fmla="*/ 353534 h 2929585"/>
              <a:gd name="connsiteX0" fmla="*/ 39 w 8308297"/>
              <a:gd name="connsiteY0" fmla="*/ 2929585 h 2929585"/>
              <a:gd name="connsiteX1" fmla="*/ 2812065 w 8308297"/>
              <a:gd name="connsiteY1" fmla="*/ 2054514 h 2929585"/>
              <a:gd name="connsiteX2" fmla="*/ 5653587 w 8308297"/>
              <a:gd name="connsiteY2" fmla="*/ 1317095 h 2929585"/>
              <a:gd name="connsiteX3" fmla="*/ 8308297 w 8308297"/>
              <a:gd name="connsiteY3" fmla="*/ 353534 h 2929585"/>
              <a:gd name="connsiteX0" fmla="*/ 39 w 8308297"/>
              <a:gd name="connsiteY0" fmla="*/ 2972746 h 2972746"/>
              <a:gd name="connsiteX1" fmla="*/ 2812065 w 8308297"/>
              <a:gd name="connsiteY1" fmla="*/ 2097675 h 2972746"/>
              <a:gd name="connsiteX2" fmla="*/ 5653587 w 8308297"/>
              <a:gd name="connsiteY2" fmla="*/ 1360256 h 2972746"/>
              <a:gd name="connsiteX3" fmla="*/ 8308297 w 8308297"/>
              <a:gd name="connsiteY3" fmla="*/ 396695 h 2972746"/>
              <a:gd name="connsiteX0" fmla="*/ 39 w 8308297"/>
              <a:gd name="connsiteY0" fmla="*/ 2972746 h 2972746"/>
              <a:gd name="connsiteX1" fmla="*/ 2812065 w 8308297"/>
              <a:gd name="connsiteY1" fmla="*/ 2097675 h 2972746"/>
              <a:gd name="connsiteX2" fmla="*/ 5653587 w 8308297"/>
              <a:gd name="connsiteY2" fmla="*/ 1360256 h 2972746"/>
              <a:gd name="connsiteX3" fmla="*/ 8308297 w 8308297"/>
              <a:gd name="connsiteY3" fmla="*/ 396695 h 2972746"/>
              <a:gd name="connsiteX0" fmla="*/ 39 w 8308297"/>
              <a:gd name="connsiteY0" fmla="*/ 2972746 h 2972746"/>
              <a:gd name="connsiteX1" fmla="*/ 2812065 w 8308297"/>
              <a:gd name="connsiteY1" fmla="*/ 2097675 h 2972746"/>
              <a:gd name="connsiteX2" fmla="*/ 5653587 w 8308297"/>
              <a:gd name="connsiteY2" fmla="*/ 1360256 h 2972746"/>
              <a:gd name="connsiteX3" fmla="*/ 8308297 w 8308297"/>
              <a:gd name="connsiteY3" fmla="*/ 396695 h 2972746"/>
              <a:gd name="connsiteX0" fmla="*/ 39 w 8308297"/>
              <a:gd name="connsiteY0" fmla="*/ 2990209 h 2990209"/>
              <a:gd name="connsiteX1" fmla="*/ 2812065 w 8308297"/>
              <a:gd name="connsiteY1" fmla="*/ 2115138 h 2990209"/>
              <a:gd name="connsiteX2" fmla="*/ 5653587 w 8308297"/>
              <a:gd name="connsiteY2" fmla="*/ 1377719 h 2990209"/>
              <a:gd name="connsiteX3" fmla="*/ 8308297 w 8308297"/>
              <a:gd name="connsiteY3" fmla="*/ 414158 h 2990209"/>
              <a:gd name="connsiteX0" fmla="*/ 39 w 8308297"/>
              <a:gd name="connsiteY0" fmla="*/ 2990209 h 2990209"/>
              <a:gd name="connsiteX1" fmla="*/ 2812065 w 8308297"/>
              <a:gd name="connsiteY1" fmla="*/ 2115138 h 2990209"/>
              <a:gd name="connsiteX2" fmla="*/ 5653587 w 8308297"/>
              <a:gd name="connsiteY2" fmla="*/ 1377719 h 2990209"/>
              <a:gd name="connsiteX3" fmla="*/ 8308297 w 8308297"/>
              <a:gd name="connsiteY3" fmla="*/ 414158 h 2990209"/>
              <a:gd name="connsiteX0" fmla="*/ 37 w 8308295"/>
              <a:gd name="connsiteY0" fmla="*/ 2990209 h 2990209"/>
              <a:gd name="connsiteX1" fmla="*/ 2812063 w 8308295"/>
              <a:gd name="connsiteY1" fmla="*/ 2115138 h 2990209"/>
              <a:gd name="connsiteX2" fmla="*/ 5653585 w 8308295"/>
              <a:gd name="connsiteY2" fmla="*/ 1377719 h 2990209"/>
              <a:gd name="connsiteX3" fmla="*/ 8308295 w 8308295"/>
              <a:gd name="connsiteY3" fmla="*/ 414158 h 2990209"/>
              <a:gd name="connsiteX0" fmla="*/ 37 w 8308295"/>
              <a:gd name="connsiteY0" fmla="*/ 2990209 h 2990209"/>
              <a:gd name="connsiteX1" fmla="*/ 2812063 w 8308295"/>
              <a:gd name="connsiteY1" fmla="*/ 2115138 h 2990209"/>
              <a:gd name="connsiteX2" fmla="*/ 5653585 w 8308295"/>
              <a:gd name="connsiteY2" fmla="*/ 1377719 h 2990209"/>
              <a:gd name="connsiteX3" fmla="*/ 8308295 w 8308295"/>
              <a:gd name="connsiteY3" fmla="*/ 414158 h 2990209"/>
              <a:gd name="connsiteX0" fmla="*/ 37 w 8308295"/>
              <a:gd name="connsiteY0" fmla="*/ 3053052 h 3053052"/>
              <a:gd name="connsiteX1" fmla="*/ 2812063 w 8308295"/>
              <a:gd name="connsiteY1" fmla="*/ 2177981 h 3053052"/>
              <a:gd name="connsiteX2" fmla="*/ 5653585 w 8308295"/>
              <a:gd name="connsiteY2" fmla="*/ 1440562 h 3053052"/>
              <a:gd name="connsiteX3" fmla="*/ 8308295 w 8308295"/>
              <a:gd name="connsiteY3" fmla="*/ 477001 h 3053052"/>
              <a:gd name="connsiteX0" fmla="*/ 0 w 8308258"/>
              <a:gd name="connsiteY0" fmla="*/ 3053052 h 3053052"/>
              <a:gd name="connsiteX1" fmla="*/ 2812026 w 8308258"/>
              <a:gd name="connsiteY1" fmla="*/ 2177981 h 3053052"/>
              <a:gd name="connsiteX2" fmla="*/ 5653548 w 8308258"/>
              <a:gd name="connsiteY2" fmla="*/ 1440562 h 3053052"/>
              <a:gd name="connsiteX3" fmla="*/ 8308258 w 8308258"/>
              <a:gd name="connsiteY3" fmla="*/ 477001 h 3053052"/>
              <a:gd name="connsiteX0" fmla="*/ 0 w 8308258"/>
              <a:gd name="connsiteY0" fmla="*/ 3053052 h 3053052"/>
              <a:gd name="connsiteX1" fmla="*/ 2812026 w 8308258"/>
              <a:gd name="connsiteY1" fmla="*/ 2177981 h 3053052"/>
              <a:gd name="connsiteX2" fmla="*/ 5653548 w 8308258"/>
              <a:gd name="connsiteY2" fmla="*/ 1440562 h 3053052"/>
              <a:gd name="connsiteX3" fmla="*/ 8308258 w 8308258"/>
              <a:gd name="connsiteY3" fmla="*/ 477001 h 3053052"/>
              <a:gd name="connsiteX0" fmla="*/ 0 w 8308258"/>
              <a:gd name="connsiteY0" fmla="*/ 3053052 h 3053052"/>
              <a:gd name="connsiteX1" fmla="*/ 2812026 w 8308258"/>
              <a:gd name="connsiteY1" fmla="*/ 2177981 h 3053052"/>
              <a:gd name="connsiteX2" fmla="*/ 5653548 w 8308258"/>
              <a:gd name="connsiteY2" fmla="*/ 1440562 h 3053052"/>
              <a:gd name="connsiteX3" fmla="*/ 8308258 w 8308258"/>
              <a:gd name="connsiteY3" fmla="*/ 477001 h 3053052"/>
              <a:gd name="connsiteX0" fmla="*/ 0 w 8308258"/>
              <a:gd name="connsiteY0" fmla="*/ 3053052 h 3053052"/>
              <a:gd name="connsiteX1" fmla="*/ 2812026 w 8308258"/>
              <a:gd name="connsiteY1" fmla="*/ 2177981 h 3053052"/>
              <a:gd name="connsiteX2" fmla="*/ 5653548 w 8308258"/>
              <a:gd name="connsiteY2" fmla="*/ 1440562 h 3053052"/>
              <a:gd name="connsiteX3" fmla="*/ 8308258 w 8308258"/>
              <a:gd name="connsiteY3" fmla="*/ 477001 h 3053052"/>
              <a:gd name="connsiteX0" fmla="*/ 0 w 8308258"/>
              <a:gd name="connsiteY0" fmla="*/ 3101400 h 3101400"/>
              <a:gd name="connsiteX1" fmla="*/ 2812026 w 8308258"/>
              <a:gd name="connsiteY1" fmla="*/ 2226329 h 3101400"/>
              <a:gd name="connsiteX2" fmla="*/ 5653548 w 8308258"/>
              <a:gd name="connsiteY2" fmla="*/ 1488910 h 3101400"/>
              <a:gd name="connsiteX3" fmla="*/ 8308258 w 8308258"/>
              <a:gd name="connsiteY3" fmla="*/ 525349 h 3101400"/>
              <a:gd name="connsiteX0" fmla="*/ 0 w 8308258"/>
              <a:gd name="connsiteY0" fmla="*/ 3119668 h 3119668"/>
              <a:gd name="connsiteX1" fmla="*/ 2812026 w 8308258"/>
              <a:gd name="connsiteY1" fmla="*/ 2244597 h 3119668"/>
              <a:gd name="connsiteX2" fmla="*/ 5609694 w 8308258"/>
              <a:gd name="connsiteY2" fmla="*/ 1441864 h 3119668"/>
              <a:gd name="connsiteX3" fmla="*/ 8308258 w 8308258"/>
              <a:gd name="connsiteY3" fmla="*/ 543617 h 3119668"/>
              <a:gd name="connsiteX0" fmla="*/ 0 w 8308258"/>
              <a:gd name="connsiteY0" fmla="*/ 3127664 h 3127664"/>
              <a:gd name="connsiteX1" fmla="*/ 2812026 w 8308258"/>
              <a:gd name="connsiteY1" fmla="*/ 2252593 h 3127664"/>
              <a:gd name="connsiteX2" fmla="*/ 5609694 w 8308258"/>
              <a:gd name="connsiteY2" fmla="*/ 1449860 h 3127664"/>
              <a:gd name="connsiteX3" fmla="*/ 8308258 w 8308258"/>
              <a:gd name="connsiteY3" fmla="*/ 551613 h 3127664"/>
              <a:gd name="connsiteX0" fmla="*/ 0 w 7867521"/>
              <a:gd name="connsiteY0" fmla="*/ 3380363 h 3380363"/>
              <a:gd name="connsiteX1" fmla="*/ 2812026 w 7867521"/>
              <a:gd name="connsiteY1" fmla="*/ 2505292 h 3380363"/>
              <a:gd name="connsiteX2" fmla="*/ 5609694 w 7867521"/>
              <a:gd name="connsiteY2" fmla="*/ 1702559 h 3380363"/>
              <a:gd name="connsiteX3" fmla="*/ 7867521 w 7867521"/>
              <a:gd name="connsiteY3" fmla="*/ 464677 h 3380363"/>
              <a:gd name="connsiteX0" fmla="*/ 0 w 7867521"/>
              <a:gd name="connsiteY0" fmla="*/ 3175950 h 3175950"/>
              <a:gd name="connsiteX1" fmla="*/ 2812026 w 7867521"/>
              <a:gd name="connsiteY1" fmla="*/ 2300879 h 3175950"/>
              <a:gd name="connsiteX2" fmla="*/ 5609694 w 7867521"/>
              <a:gd name="connsiteY2" fmla="*/ 1498146 h 3175950"/>
              <a:gd name="connsiteX3" fmla="*/ 7867521 w 7867521"/>
              <a:gd name="connsiteY3" fmla="*/ 260264 h 3175950"/>
              <a:gd name="connsiteX0" fmla="*/ 0 w 7867521"/>
              <a:gd name="connsiteY0" fmla="*/ 3170131 h 3170131"/>
              <a:gd name="connsiteX1" fmla="*/ 2812026 w 7867521"/>
              <a:gd name="connsiteY1" fmla="*/ 2295060 h 3170131"/>
              <a:gd name="connsiteX2" fmla="*/ 5609694 w 7867521"/>
              <a:gd name="connsiteY2" fmla="*/ 1492327 h 3170131"/>
              <a:gd name="connsiteX3" fmla="*/ 7867521 w 7867521"/>
              <a:gd name="connsiteY3" fmla="*/ 254445 h 3170131"/>
              <a:gd name="connsiteX0" fmla="*/ 0 w 7867521"/>
              <a:gd name="connsiteY0" fmla="*/ 3198736 h 3198736"/>
              <a:gd name="connsiteX1" fmla="*/ 2812026 w 7867521"/>
              <a:gd name="connsiteY1" fmla="*/ 2323665 h 3198736"/>
              <a:gd name="connsiteX2" fmla="*/ 5609694 w 7867521"/>
              <a:gd name="connsiteY2" fmla="*/ 1520932 h 3198736"/>
              <a:gd name="connsiteX3" fmla="*/ 7867521 w 7867521"/>
              <a:gd name="connsiteY3" fmla="*/ 283050 h 3198736"/>
              <a:gd name="connsiteX0" fmla="*/ 0 w 7867521"/>
              <a:gd name="connsiteY0" fmla="*/ 3233131 h 3233131"/>
              <a:gd name="connsiteX1" fmla="*/ 2812026 w 7867521"/>
              <a:gd name="connsiteY1" fmla="*/ 2358060 h 3233131"/>
              <a:gd name="connsiteX2" fmla="*/ 5609694 w 7867521"/>
              <a:gd name="connsiteY2" fmla="*/ 1555327 h 3233131"/>
              <a:gd name="connsiteX3" fmla="*/ 7867521 w 7867521"/>
              <a:gd name="connsiteY3" fmla="*/ 317445 h 323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7521" h="3233131">
                <a:moveTo>
                  <a:pt x="0" y="3233131"/>
                </a:moveTo>
                <a:cubicBezTo>
                  <a:pt x="23879" y="1804526"/>
                  <a:pt x="1811824" y="1232734"/>
                  <a:pt x="2812026" y="2358060"/>
                </a:cubicBezTo>
                <a:cubicBezTo>
                  <a:pt x="2774103" y="982835"/>
                  <a:pt x="4562008" y="293403"/>
                  <a:pt x="5609694" y="1555327"/>
                </a:cubicBezTo>
                <a:cubicBezTo>
                  <a:pt x="5604756" y="190282"/>
                  <a:pt x="6973566" y="-423228"/>
                  <a:pt x="7867521" y="317445"/>
                </a:cubicBezTo>
              </a:path>
            </a:pathLst>
          </a:custGeom>
          <a:noFill/>
          <a:ln cap="rnd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4B708-787A-F866-BF51-1081B50D6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/>
          <a:lstStyle/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Long-term Goals Slide Template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AFD6A8-BDF7-49BB-4AC0-A9FCE4159D82}"/>
              </a:ext>
            </a:extLst>
          </p:cNvPr>
          <p:cNvSpPr/>
          <p:nvPr/>
        </p:nvSpPr>
        <p:spPr>
          <a:xfrm>
            <a:off x="3405499" y="3740727"/>
            <a:ext cx="2601080" cy="24965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4B10FA-03B6-83BB-6EB7-0FD187625EC1}"/>
              </a:ext>
            </a:extLst>
          </p:cNvPr>
          <p:cNvSpPr/>
          <p:nvPr/>
        </p:nvSpPr>
        <p:spPr>
          <a:xfrm>
            <a:off x="6192161" y="2942705"/>
            <a:ext cx="2601080" cy="32946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9258B1-7440-F81B-8551-A9ADA1618BC0}"/>
              </a:ext>
            </a:extLst>
          </p:cNvPr>
          <p:cNvSpPr/>
          <p:nvPr/>
        </p:nvSpPr>
        <p:spPr>
          <a:xfrm>
            <a:off x="8978823" y="2128058"/>
            <a:ext cx="2601080" cy="41092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C58CFA-E565-53B9-91DD-B38AA8FACF7A}"/>
              </a:ext>
            </a:extLst>
          </p:cNvPr>
          <p:cNvSpPr txBox="1"/>
          <p:nvPr/>
        </p:nvSpPr>
        <p:spPr>
          <a:xfrm>
            <a:off x="3700983" y="3856724"/>
            <a:ext cx="2010112" cy="2741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2025</a:t>
            </a:r>
            <a:endParaRPr lang="en-US" sz="1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49ABB5-B278-93A6-48FE-47599AA47B53}"/>
              </a:ext>
            </a:extLst>
          </p:cNvPr>
          <p:cNvSpPr txBox="1"/>
          <p:nvPr/>
        </p:nvSpPr>
        <p:spPr>
          <a:xfrm>
            <a:off x="6487645" y="3079975"/>
            <a:ext cx="2010112" cy="2741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2026</a:t>
            </a:r>
            <a:endParaRPr lang="en-US" sz="1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D98CCE-3C44-7EEB-BFE9-0B4D95F49E6A}"/>
              </a:ext>
            </a:extLst>
          </p:cNvPr>
          <p:cNvSpPr txBox="1"/>
          <p:nvPr/>
        </p:nvSpPr>
        <p:spPr>
          <a:xfrm>
            <a:off x="9274307" y="2745679"/>
            <a:ext cx="2010112" cy="2741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2027</a:t>
            </a:r>
            <a:endParaRPr lang="en-US" sz="1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A5E4E9F-0694-5DBF-4C3F-E80C28D42F20}"/>
              </a:ext>
            </a:extLst>
          </p:cNvPr>
          <p:cNvCxnSpPr>
            <a:cxnSpLocks/>
          </p:cNvCxnSpPr>
          <p:nvPr/>
        </p:nvCxnSpPr>
        <p:spPr>
          <a:xfrm>
            <a:off x="3589915" y="4223411"/>
            <a:ext cx="223224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DBA563C-D83E-CD22-4646-D585463A179B}"/>
              </a:ext>
            </a:extLst>
          </p:cNvPr>
          <p:cNvCxnSpPr>
            <a:cxnSpLocks/>
          </p:cNvCxnSpPr>
          <p:nvPr/>
        </p:nvCxnSpPr>
        <p:spPr>
          <a:xfrm>
            <a:off x="6376577" y="3466327"/>
            <a:ext cx="223224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0AFF0AE-A14E-5849-E63B-BF762C7B5D5C}"/>
              </a:ext>
            </a:extLst>
          </p:cNvPr>
          <p:cNvCxnSpPr>
            <a:cxnSpLocks/>
          </p:cNvCxnSpPr>
          <p:nvPr/>
        </p:nvCxnSpPr>
        <p:spPr>
          <a:xfrm>
            <a:off x="9163239" y="3132030"/>
            <a:ext cx="223224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4947AB34-8B16-0D81-4F63-07F3E00839B9}"/>
              </a:ext>
            </a:extLst>
          </p:cNvPr>
          <p:cNvSpPr/>
          <p:nvPr/>
        </p:nvSpPr>
        <p:spPr>
          <a:xfrm>
            <a:off x="1811880" y="4250957"/>
            <a:ext cx="214994" cy="21499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E739DF1-3638-B393-7212-C7311F8CDBC6}"/>
              </a:ext>
            </a:extLst>
          </p:cNvPr>
          <p:cNvSpPr/>
          <p:nvPr/>
        </p:nvSpPr>
        <p:spPr>
          <a:xfrm>
            <a:off x="4598542" y="3434880"/>
            <a:ext cx="214994" cy="21499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0E515E0-673A-A7E2-2001-947533BD0889}"/>
              </a:ext>
            </a:extLst>
          </p:cNvPr>
          <p:cNvSpPr/>
          <p:nvPr/>
        </p:nvSpPr>
        <p:spPr>
          <a:xfrm>
            <a:off x="7385204" y="2648299"/>
            <a:ext cx="214994" cy="214994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102BFC6-6B28-7E32-8E03-52F824F8B719}"/>
              </a:ext>
            </a:extLst>
          </p:cNvPr>
          <p:cNvGrpSpPr/>
          <p:nvPr/>
        </p:nvGrpSpPr>
        <p:grpSpPr>
          <a:xfrm>
            <a:off x="3596001" y="4403084"/>
            <a:ext cx="2220077" cy="720078"/>
            <a:chOff x="2129878" y="2634740"/>
            <a:chExt cx="2220077" cy="720078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F051482-CE82-B3E6-5D12-C72430C6268B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BC5954C-1C6B-0D5E-E322-B4062262095D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E9A4170E-C580-8234-CF7F-F27FCA0D9D56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Rectangle 51">
                <a:extLst>
                  <a:ext uri="{FF2B5EF4-FFF2-40B4-BE49-F238E27FC236}">
                    <a16:creationId xmlns:a16="http://schemas.microsoft.com/office/drawing/2014/main" id="{F053EBC3-EDC7-2F4D-BE32-DC1B7390D023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C9E2E50-75B8-B79E-9482-8DEEB552C1CB}"/>
              </a:ext>
            </a:extLst>
          </p:cNvPr>
          <p:cNvGrpSpPr/>
          <p:nvPr/>
        </p:nvGrpSpPr>
        <p:grpSpPr>
          <a:xfrm>
            <a:off x="3596001" y="5270458"/>
            <a:ext cx="2220077" cy="720078"/>
            <a:chOff x="2129878" y="2634740"/>
            <a:chExt cx="2220077" cy="720078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28D3C66-5E57-C597-4F3F-05898DC70339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36785654-D830-2AF9-6EDC-3006A82D327E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66D4BC16-7370-ABCD-320B-C9B25282861A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Rectangle 51">
                <a:extLst>
                  <a:ext uri="{FF2B5EF4-FFF2-40B4-BE49-F238E27FC236}">
                    <a16:creationId xmlns:a16="http://schemas.microsoft.com/office/drawing/2014/main" id="{0A045AD6-7831-2431-643B-122783B0C7F0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58EAD75-CDB7-4CD1-DC59-8E5AE9468A4F}"/>
              </a:ext>
            </a:extLst>
          </p:cNvPr>
          <p:cNvGrpSpPr/>
          <p:nvPr/>
        </p:nvGrpSpPr>
        <p:grpSpPr>
          <a:xfrm>
            <a:off x="6382663" y="3753728"/>
            <a:ext cx="2220077" cy="720078"/>
            <a:chOff x="2129878" y="2634740"/>
            <a:chExt cx="2220077" cy="720078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34FDFB0-DC93-8CDA-C75D-C688D3AF78E5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09390FB-73D8-B410-C6EB-AE253B260EB9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8DAAEF46-3F9E-B30E-AEC1-6792615A00B6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Rectangle 51">
                <a:extLst>
                  <a:ext uri="{FF2B5EF4-FFF2-40B4-BE49-F238E27FC236}">
                    <a16:creationId xmlns:a16="http://schemas.microsoft.com/office/drawing/2014/main" id="{244C58CC-EAD2-DB56-2F3F-5F4DF218DC41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142C5AB-42BC-9ADB-03FE-552EE356AE39}"/>
              </a:ext>
            </a:extLst>
          </p:cNvPr>
          <p:cNvGrpSpPr/>
          <p:nvPr/>
        </p:nvGrpSpPr>
        <p:grpSpPr>
          <a:xfrm>
            <a:off x="6382663" y="4621102"/>
            <a:ext cx="2220077" cy="720078"/>
            <a:chOff x="2129878" y="2634740"/>
            <a:chExt cx="2220077" cy="720078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6739622-0F6F-9576-6C47-E89A5C5D12C9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700553B9-A4E2-7A9B-7772-A94ECF7979F4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65510415-A5BC-2EE2-3076-AD6A3507C969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Rectangle 51">
                <a:extLst>
                  <a:ext uri="{FF2B5EF4-FFF2-40B4-BE49-F238E27FC236}">
                    <a16:creationId xmlns:a16="http://schemas.microsoft.com/office/drawing/2014/main" id="{1B5725BE-5912-0EA6-3C80-F80FB10C6BF9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DBEA38B-327F-D033-7E97-B9F95ADE7BB2}"/>
              </a:ext>
            </a:extLst>
          </p:cNvPr>
          <p:cNvGrpSpPr/>
          <p:nvPr/>
        </p:nvGrpSpPr>
        <p:grpSpPr>
          <a:xfrm>
            <a:off x="9178871" y="3396181"/>
            <a:ext cx="2220077" cy="720078"/>
            <a:chOff x="2129878" y="2634740"/>
            <a:chExt cx="2220077" cy="720078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732A424-8EA5-DE01-60BA-D335386AE644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259672B1-6DED-4F97-BA96-27B6AFA386BA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0FA78134-6DCF-F2DF-6BEF-8F78B9D98C88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Rectangle 51">
                <a:extLst>
                  <a:ext uri="{FF2B5EF4-FFF2-40B4-BE49-F238E27FC236}">
                    <a16:creationId xmlns:a16="http://schemas.microsoft.com/office/drawing/2014/main" id="{5561D526-B47F-2ED8-9520-2259C797B212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557B3E2-D23B-0093-164E-FA626808B350}"/>
              </a:ext>
            </a:extLst>
          </p:cNvPr>
          <p:cNvGrpSpPr/>
          <p:nvPr/>
        </p:nvGrpSpPr>
        <p:grpSpPr>
          <a:xfrm>
            <a:off x="9178871" y="4269024"/>
            <a:ext cx="2220077" cy="720078"/>
            <a:chOff x="2129878" y="2634740"/>
            <a:chExt cx="2220077" cy="720078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9D1A431-1B02-0FF7-6CFF-42CE46604080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0EA5F066-8744-B966-82FE-53D2CF4F8451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F4C125B1-6A7C-4990-25D8-FA5BA2CE15EC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Rectangle 51">
                <a:extLst>
                  <a:ext uri="{FF2B5EF4-FFF2-40B4-BE49-F238E27FC236}">
                    <a16:creationId xmlns:a16="http://schemas.microsoft.com/office/drawing/2014/main" id="{3DA70145-2A92-D7A0-D451-36BB2371FD3A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1F92BD0-4531-CFE2-97EE-936EBD55831D}"/>
              </a:ext>
            </a:extLst>
          </p:cNvPr>
          <p:cNvGrpSpPr/>
          <p:nvPr/>
        </p:nvGrpSpPr>
        <p:grpSpPr>
          <a:xfrm>
            <a:off x="9178871" y="5141867"/>
            <a:ext cx="2220077" cy="720078"/>
            <a:chOff x="2129878" y="2634740"/>
            <a:chExt cx="2220077" cy="720078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46FA8F6-95E8-6401-4DFC-EB67E7A33DC3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1DEDFC5-2508-5B0B-A3C3-A999EE135574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AE04E9FD-818A-2A70-F4B3-95D14818575A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Rectangle 51">
                <a:extLst>
                  <a:ext uri="{FF2B5EF4-FFF2-40B4-BE49-F238E27FC236}">
                    <a16:creationId xmlns:a16="http://schemas.microsoft.com/office/drawing/2014/main" id="{2AC94A1F-4ABF-A436-2ABC-AB3B8EDA89C6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A3C6DCD7-D5D3-3576-2613-9326A8CDCF34}"/>
              </a:ext>
            </a:extLst>
          </p:cNvPr>
          <p:cNvSpPr txBox="1"/>
          <p:nvPr/>
        </p:nvSpPr>
        <p:spPr>
          <a:xfrm>
            <a:off x="978254" y="3795253"/>
            <a:ext cx="1882247" cy="2901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000" b="1" dirty="0"/>
              <a:t>Phase 01</a:t>
            </a:r>
            <a:endParaRPr lang="en-US" sz="2000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71339C2-DE2A-2E52-5606-B67395453F26}"/>
              </a:ext>
            </a:extLst>
          </p:cNvPr>
          <p:cNvSpPr txBox="1"/>
          <p:nvPr/>
        </p:nvSpPr>
        <p:spPr>
          <a:xfrm>
            <a:off x="3764916" y="2979176"/>
            <a:ext cx="1882247" cy="2901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000" b="1" dirty="0"/>
              <a:t>Phase 02</a:t>
            </a:r>
            <a:endParaRPr lang="en-US" sz="20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9059652-FF4E-212D-9023-659EE36A4581}"/>
              </a:ext>
            </a:extLst>
          </p:cNvPr>
          <p:cNvSpPr txBox="1"/>
          <p:nvPr/>
        </p:nvSpPr>
        <p:spPr>
          <a:xfrm>
            <a:off x="6551578" y="2182763"/>
            <a:ext cx="1882247" cy="2901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000" b="1" dirty="0"/>
              <a:t>Phase 03</a:t>
            </a:r>
            <a:endParaRPr lang="en-US" sz="20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471EACB-5D79-8B12-4225-E5FD51D43AF1}"/>
              </a:ext>
            </a:extLst>
          </p:cNvPr>
          <p:cNvSpPr txBox="1"/>
          <p:nvPr/>
        </p:nvSpPr>
        <p:spPr>
          <a:xfrm>
            <a:off x="9338240" y="1189705"/>
            <a:ext cx="1882247" cy="2901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000" b="1" dirty="0"/>
              <a:t>Phase 04</a:t>
            </a:r>
            <a:endParaRPr lang="en-US" sz="2000" b="1" dirty="0"/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0BA6B4E7-1E51-3BDE-3768-84A99B075109}"/>
              </a:ext>
            </a:extLst>
          </p:cNvPr>
          <p:cNvCxnSpPr>
            <a:cxnSpLocks/>
          </p:cNvCxnSpPr>
          <p:nvPr/>
        </p:nvCxnSpPr>
        <p:spPr>
          <a:xfrm>
            <a:off x="440506" y="6237312"/>
            <a:ext cx="113078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C40ABE1D-C288-D69A-267A-BD90392679A0}"/>
              </a:ext>
            </a:extLst>
          </p:cNvPr>
          <p:cNvGrpSpPr/>
          <p:nvPr/>
        </p:nvGrpSpPr>
        <p:grpSpPr>
          <a:xfrm>
            <a:off x="9765961" y="1617876"/>
            <a:ext cx="1026804" cy="1026804"/>
            <a:chOff x="9137976" y="-1304300"/>
            <a:chExt cx="1026804" cy="102680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4684716-04A7-595B-16B4-DE49B7669B50}"/>
                </a:ext>
              </a:extLst>
            </p:cNvPr>
            <p:cNvSpPr/>
            <p:nvPr/>
          </p:nvSpPr>
          <p:spPr>
            <a:xfrm>
              <a:off x="9137976" y="-1304300"/>
              <a:ext cx="1026804" cy="1026804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EC9BB41-2770-0A85-7F86-D084F8FDA51D}"/>
                </a:ext>
              </a:extLst>
            </p:cNvPr>
            <p:cNvSpPr/>
            <p:nvPr/>
          </p:nvSpPr>
          <p:spPr>
            <a:xfrm>
              <a:off x="9256454" y="-1185822"/>
              <a:ext cx="789848" cy="789848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B5319E0-9E76-F2AC-7A13-DE8EFBBC29B3}"/>
                </a:ext>
              </a:extLst>
            </p:cNvPr>
            <p:cNvSpPr/>
            <p:nvPr/>
          </p:nvSpPr>
          <p:spPr>
            <a:xfrm>
              <a:off x="9393665" y="-1048611"/>
              <a:ext cx="515427" cy="51542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E6E9952-EE9E-3A3A-BEDB-2E9A2D326889}"/>
                </a:ext>
              </a:extLst>
            </p:cNvPr>
            <p:cNvSpPr/>
            <p:nvPr/>
          </p:nvSpPr>
          <p:spPr>
            <a:xfrm>
              <a:off x="9550796" y="-891480"/>
              <a:ext cx="201164" cy="2011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48A1FCC-A4F2-05BD-8770-0089C4142F2D}"/>
              </a:ext>
            </a:extLst>
          </p:cNvPr>
          <p:cNvGrpSpPr/>
          <p:nvPr/>
        </p:nvGrpSpPr>
        <p:grpSpPr>
          <a:xfrm rot="2942001">
            <a:off x="9636844" y="1803657"/>
            <a:ext cx="798963" cy="108651"/>
            <a:chOff x="7324028" y="1612232"/>
            <a:chExt cx="1296144" cy="176262"/>
          </a:xfrm>
        </p:grpSpPr>
        <p:sp>
          <p:nvSpPr>
            <p:cNvPr id="20" name="Arrow: Chevron 19">
              <a:extLst>
                <a:ext uri="{FF2B5EF4-FFF2-40B4-BE49-F238E27FC236}">
                  <a16:creationId xmlns:a16="http://schemas.microsoft.com/office/drawing/2014/main" id="{95B4DCD8-9D98-66FB-53F8-C59D9076F9D3}"/>
                </a:ext>
              </a:extLst>
            </p:cNvPr>
            <p:cNvSpPr/>
            <p:nvPr/>
          </p:nvSpPr>
          <p:spPr>
            <a:xfrm>
              <a:off x="7346147" y="1612232"/>
              <a:ext cx="293773" cy="176262"/>
            </a:xfrm>
            <a:prstGeom prst="chevron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0DFE94A7-31CD-2599-B192-61F123399A39}"/>
                </a:ext>
              </a:extLst>
            </p:cNvPr>
            <p:cNvSpPr/>
            <p:nvPr/>
          </p:nvSpPr>
          <p:spPr>
            <a:xfrm>
              <a:off x="7324028" y="1628355"/>
              <a:ext cx="1296144" cy="144016"/>
            </a:xfrm>
            <a:prstGeom prst="right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6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8225484-6CB2-6F8D-A86B-3C131D1B598F}"/>
              </a:ext>
            </a:extLst>
          </p:cNvPr>
          <p:cNvSpPr/>
          <p:nvPr/>
        </p:nvSpPr>
        <p:spPr>
          <a:xfrm>
            <a:off x="1917330" y="1201215"/>
            <a:ext cx="7811620" cy="3233131"/>
          </a:xfrm>
          <a:custGeom>
            <a:avLst/>
            <a:gdLst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989245 h 2989245"/>
              <a:gd name="connsiteX1" fmla="*/ 2812026 w 8308258"/>
              <a:gd name="connsiteY1" fmla="*/ 2114174 h 2989245"/>
              <a:gd name="connsiteX2" fmla="*/ 5653548 w 8308258"/>
              <a:gd name="connsiteY2" fmla="*/ 1376755 h 2989245"/>
              <a:gd name="connsiteX3" fmla="*/ 8308258 w 8308258"/>
              <a:gd name="connsiteY3" fmla="*/ 413194 h 298924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39 w 8308297"/>
              <a:gd name="connsiteY0" fmla="*/ 2929585 h 2929585"/>
              <a:gd name="connsiteX1" fmla="*/ 2812065 w 8308297"/>
              <a:gd name="connsiteY1" fmla="*/ 2054514 h 2929585"/>
              <a:gd name="connsiteX2" fmla="*/ 5653587 w 8308297"/>
              <a:gd name="connsiteY2" fmla="*/ 1317095 h 2929585"/>
              <a:gd name="connsiteX3" fmla="*/ 8308297 w 8308297"/>
              <a:gd name="connsiteY3" fmla="*/ 353534 h 2929585"/>
              <a:gd name="connsiteX0" fmla="*/ 39 w 8308297"/>
              <a:gd name="connsiteY0" fmla="*/ 2929585 h 2929585"/>
              <a:gd name="connsiteX1" fmla="*/ 2812065 w 8308297"/>
              <a:gd name="connsiteY1" fmla="*/ 2054514 h 2929585"/>
              <a:gd name="connsiteX2" fmla="*/ 5653587 w 8308297"/>
              <a:gd name="connsiteY2" fmla="*/ 1317095 h 2929585"/>
              <a:gd name="connsiteX3" fmla="*/ 8308297 w 8308297"/>
              <a:gd name="connsiteY3" fmla="*/ 353534 h 2929585"/>
              <a:gd name="connsiteX0" fmla="*/ 39 w 8308297"/>
              <a:gd name="connsiteY0" fmla="*/ 2972746 h 2972746"/>
              <a:gd name="connsiteX1" fmla="*/ 2812065 w 8308297"/>
              <a:gd name="connsiteY1" fmla="*/ 2097675 h 2972746"/>
              <a:gd name="connsiteX2" fmla="*/ 5653587 w 8308297"/>
              <a:gd name="connsiteY2" fmla="*/ 1360256 h 2972746"/>
              <a:gd name="connsiteX3" fmla="*/ 8308297 w 8308297"/>
              <a:gd name="connsiteY3" fmla="*/ 396695 h 2972746"/>
              <a:gd name="connsiteX0" fmla="*/ 39 w 8308297"/>
              <a:gd name="connsiteY0" fmla="*/ 2972746 h 2972746"/>
              <a:gd name="connsiteX1" fmla="*/ 2812065 w 8308297"/>
              <a:gd name="connsiteY1" fmla="*/ 2097675 h 2972746"/>
              <a:gd name="connsiteX2" fmla="*/ 5653587 w 8308297"/>
              <a:gd name="connsiteY2" fmla="*/ 1360256 h 2972746"/>
              <a:gd name="connsiteX3" fmla="*/ 8308297 w 8308297"/>
              <a:gd name="connsiteY3" fmla="*/ 396695 h 2972746"/>
              <a:gd name="connsiteX0" fmla="*/ 39 w 8308297"/>
              <a:gd name="connsiteY0" fmla="*/ 2972746 h 2972746"/>
              <a:gd name="connsiteX1" fmla="*/ 2812065 w 8308297"/>
              <a:gd name="connsiteY1" fmla="*/ 2097675 h 2972746"/>
              <a:gd name="connsiteX2" fmla="*/ 5653587 w 8308297"/>
              <a:gd name="connsiteY2" fmla="*/ 1360256 h 2972746"/>
              <a:gd name="connsiteX3" fmla="*/ 8308297 w 8308297"/>
              <a:gd name="connsiteY3" fmla="*/ 396695 h 2972746"/>
              <a:gd name="connsiteX0" fmla="*/ 39 w 8308297"/>
              <a:gd name="connsiteY0" fmla="*/ 2990209 h 2990209"/>
              <a:gd name="connsiteX1" fmla="*/ 2812065 w 8308297"/>
              <a:gd name="connsiteY1" fmla="*/ 2115138 h 2990209"/>
              <a:gd name="connsiteX2" fmla="*/ 5653587 w 8308297"/>
              <a:gd name="connsiteY2" fmla="*/ 1377719 h 2990209"/>
              <a:gd name="connsiteX3" fmla="*/ 8308297 w 8308297"/>
              <a:gd name="connsiteY3" fmla="*/ 414158 h 2990209"/>
              <a:gd name="connsiteX0" fmla="*/ 39 w 8308297"/>
              <a:gd name="connsiteY0" fmla="*/ 2990209 h 2990209"/>
              <a:gd name="connsiteX1" fmla="*/ 2812065 w 8308297"/>
              <a:gd name="connsiteY1" fmla="*/ 2115138 h 2990209"/>
              <a:gd name="connsiteX2" fmla="*/ 5653587 w 8308297"/>
              <a:gd name="connsiteY2" fmla="*/ 1377719 h 2990209"/>
              <a:gd name="connsiteX3" fmla="*/ 8308297 w 8308297"/>
              <a:gd name="connsiteY3" fmla="*/ 414158 h 2990209"/>
              <a:gd name="connsiteX0" fmla="*/ 37 w 8308295"/>
              <a:gd name="connsiteY0" fmla="*/ 2990209 h 2990209"/>
              <a:gd name="connsiteX1" fmla="*/ 2812063 w 8308295"/>
              <a:gd name="connsiteY1" fmla="*/ 2115138 h 2990209"/>
              <a:gd name="connsiteX2" fmla="*/ 5653585 w 8308295"/>
              <a:gd name="connsiteY2" fmla="*/ 1377719 h 2990209"/>
              <a:gd name="connsiteX3" fmla="*/ 8308295 w 8308295"/>
              <a:gd name="connsiteY3" fmla="*/ 414158 h 2990209"/>
              <a:gd name="connsiteX0" fmla="*/ 37 w 8308295"/>
              <a:gd name="connsiteY0" fmla="*/ 2990209 h 2990209"/>
              <a:gd name="connsiteX1" fmla="*/ 2812063 w 8308295"/>
              <a:gd name="connsiteY1" fmla="*/ 2115138 h 2990209"/>
              <a:gd name="connsiteX2" fmla="*/ 5653585 w 8308295"/>
              <a:gd name="connsiteY2" fmla="*/ 1377719 h 2990209"/>
              <a:gd name="connsiteX3" fmla="*/ 8308295 w 8308295"/>
              <a:gd name="connsiteY3" fmla="*/ 414158 h 2990209"/>
              <a:gd name="connsiteX0" fmla="*/ 37 w 8308295"/>
              <a:gd name="connsiteY0" fmla="*/ 3053052 h 3053052"/>
              <a:gd name="connsiteX1" fmla="*/ 2812063 w 8308295"/>
              <a:gd name="connsiteY1" fmla="*/ 2177981 h 3053052"/>
              <a:gd name="connsiteX2" fmla="*/ 5653585 w 8308295"/>
              <a:gd name="connsiteY2" fmla="*/ 1440562 h 3053052"/>
              <a:gd name="connsiteX3" fmla="*/ 8308295 w 8308295"/>
              <a:gd name="connsiteY3" fmla="*/ 477001 h 3053052"/>
              <a:gd name="connsiteX0" fmla="*/ 0 w 8308258"/>
              <a:gd name="connsiteY0" fmla="*/ 3053052 h 3053052"/>
              <a:gd name="connsiteX1" fmla="*/ 2812026 w 8308258"/>
              <a:gd name="connsiteY1" fmla="*/ 2177981 h 3053052"/>
              <a:gd name="connsiteX2" fmla="*/ 5653548 w 8308258"/>
              <a:gd name="connsiteY2" fmla="*/ 1440562 h 3053052"/>
              <a:gd name="connsiteX3" fmla="*/ 8308258 w 8308258"/>
              <a:gd name="connsiteY3" fmla="*/ 477001 h 3053052"/>
              <a:gd name="connsiteX0" fmla="*/ 0 w 8308258"/>
              <a:gd name="connsiteY0" fmla="*/ 3053052 h 3053052"/>
              <a:gd name="connsiteX1" fmla="*/ 2812026 w 8308258"/>
              <a:gd name="connsiteY1" fmla="*/ 2177981 h 3053052"/>
              <a:gd name="connsiteX2" fmla="*/ 5653548 w 8308258"/>
              <a:gd name="connsiteY2" fmla="*/ 1440562 h 3053052"/>
              <a:gd name="connsiteX3" fmla="*/ 8308258 w 8308258"/>
              <a:gd name="connsiteY3" fmla="*/ 477001 h 3053052"/>
              <a:gd name="connsiteX0" fmla="*/ 0 w 8308258"/>
              <a:gd name="connsiteY0" fmla="*/ 3053052 h 3053052"/>
              <a:gd name="connsiteX1" fmla="*/ 2812026 w 8308258"/>
              <a:gd name="connsiteY1" fmla="*/ 2177981 h 3053052"/>
              <a:gd name="connsiteX2" fmla="*/ 5653548 w 8308258"/>
              <a:gd name="connsiteY2" fmla="*/ 1440562 h 3053052"/>
              <a:gd name="connsiteX3" fmla="*/ 8308258 w 8308258"/>
              <a:gd name="connsiteY3" fmla="*/ 477001 h 3053052"/>
              <a:gd name="connsiteX0" fmla="*/ 0 w 8308258"/>
              <a:gd name="connsiteY0" fmla="*/ 3053052 h 3053052"/>
              <a:gd name="connsiteX1" fmla="*/ 2812026 w 8308258"/>
              <a:gd name="connsiteY1" fmla="*/ 2177981 h 3053052"/>
              <a:gd name="connsiteX2" fmla="*/ 5653548 w 8308258"/>
              <a:gd name="connsiteY2" fmla="*/ 1440562 h 3053052"/>
              <a:gd name="connsiteX3" fmla="*/ 8308258 w 8308258"/>
              <a:gd name="connsiteY3" fmla="*/ 477001 h 3053052"/>
              <a:gd name="connsiteX0" fmla="*/ 0 w 8308258"/>
              <a:gd name="connsiteY0" fmla="*/ 3101400 h 3101400"/>
              <a:gd name="connsiteX1" fmla="*/ 2812026 w 8308258"/>
              <a:gd name="connsiteY1" fmla="*/ 2226329 h 3101400"/>
              <a:gd name="connsiteX2" fmla="*/ 5653548 w 8308258"/>
              <a:gd name="connsiteY2" fmla="*/ 1488910 h 3101400"/>
              <a:gd name="connsiteX3" fmla="*/ 8308258 w 8308258"/>
              <a:gd name="connsiteY3" fmla="*/ 525349 h 3101400"/>
              <a:gd name="connsiteX0" fmla="*/ 0 w 8308258"/>
              <a:gd name="connsiteY0" fmla="*/ 3119668 h 3119668"/>
              <a:gd name="connsiteX1" fmla="*/ 2812026 w 8308258"/>
              <a:gd name="connsiteY1" fmla="*/ 2244597 h 3119668"/>
              <a:gd name="connsiteX2" fmla="*/ 5609694 w 8308258"/>
              <a:gd name="connsiteY2" fmla="*/ 1441864 h 3119668"/>
              <a:gd name="connsiteX3" fmla="*/ 8308258 w 8308258"/>
              <a:gd name="connsiteY3" fmla="*/ 543617 h 3119668"/>
              <a:gd name="connsiteX0" fmla="*/ 0 w 8308258"/>
              <a:gd name="connsiteY0" fmla="*/ 3127664 h 3127664"/>
              <a:gd name="connsiteX1" fmla="*/ 2812026 w 8308258"/>
              <a:gd name="connsiteY1" fmla="*/ 2252593 h 3127664"/>
              <a:gd name="connsiteX2" fmla="*/ 5609694 w 8308258"/>
              <a:gd name="connsiteY2" fmla="*/ 1449860 h 3127664"/>
              <a:gd name="connsiteX3" fmla="*/ 8308258 w 8308258"/>
              <a:gd name="connsiteY3" fmla="*/ 551613 h 3127664"/>
              <a:gd name="connsiteX0" fmla="*/ 0 w 7867521"/>
              <a:gd name="connsiteY0" fmla="*/ 3380363 h 3380363"/>
              <a:gd name="connsiteX1" fmla="*/ 2812026 w 7867521"/>
              <a:gd name="connsiteY1" fmla="*/ 2505292 h 3380363"/>
              <a:gd name="connsiteX2" fmla="*/ 5609694 w 7867521"/>
              <a:gd name="connsiteY2" fmla="*/ 1702559 h 3380363"/>
              <a:gd name="connsiteX3" fmla="*/ 7867521 w 7867521"/>
              <a:gd name="connsiteY3" fmla="*/ 464677 h 3380363"/>
              <a:gd name="connsiteX0" fmla="*/ 0 w 7867521"/>
              <a:gd name="connsiteY0" fmla="*/ 3175950 h 3175950"/>
              <a:gd name="connsiteX1" fmla="*/ 2812026 w 7867521"/>
              <a:gd name="connsiteY1" fmla="*/ 2300879 h 3175950"/>
              <a:gd name="connsiteX2" fmla="*/ 5609694 w 7867521"/>
              <a:gd name="connsiteY2" fmla="*/ 1498146 h 3175950"/>
              <a:gd name="connsiteX3" fmla="*/ 7867521 w 7867521"/>
              <a:gd name="connsiteY3" fmla="*/ 260264 h 3175950"/>
              <a:gd name="connsiteX0" fmla="*/ 0 w 7867521"/>
              <a:gd name="connsiteY0" fmla="*/ 3170131 h 3170131"/>
              <a:gd name="connsiteX1" fmla="*/ 2812026 w 7867521"/>
              <a:gd name="connsiteY1" fmla="*/ 2295060 h 3170131"/>
              <a:gd name="connsiteX2" fmla="*/ 5609694 w 7867521"/>
              <a:gd name="connsiteY2" fmla="*/ 1492327 h 3170131"/>
              <a:gd name="connsiteX3" fmla="*/ 7867521 w 7867521"/>
              <a:gd name="connsiteY3" fmla="*/ 254445 h 3170131"/>
              <a:gd name="connsiteX0" fmla="*/ 0 w 7867521"/>
              <a:gd name="connsiteY0" fmla="*/ 3198736 h 3198736"/>
              <a:gd name="connsiteX1" fmla="*/ 2812026 w 7867521"/>
              <a:gd name="connsiteY1" fmla="*/ 2323665 h 3198736"/>
              <a:gd name="connsiteX2" fmla="*/ 5609694 w 7867521"/>
              <a:gd name="connsiteY2" fmla="*/ 1520932 h 3198736"/>
              <a:gd name="connsiteX3" fmla="*/ 7867521 w 7867521"/>
              <a:gd name="connsiteY3" fmla="*/ 283050 h 3198736"/>
              <a:gd name="connsiteX0" fmla="*/ 0 w 7867521"/>
              <a:gd name="connsiteY0" fmla="*/ 3233131 h 3233131"/>
              <a:gd name="connsiteX1" fmla="*/ 2812026 w 7867521"/>
              <a:gd name="connsiteY1" fmla="*/ 2358060 h 3233131"/>
              <a:gd name="connsiteX2" fmla="*/ 5609694 w 7867521"/>
              <a:gd name="connsiteY2" fmla="*/ 1555327 h 3233131"/>
              <a:gd name="connsiteX3" fmla="*/ 7867521 w 7867521"/>
              <a:gd name="connsiteY3" fmla="*/ 317445 h 323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7521" h="3233131">
                <a:moveTo>
                  <a:pt x="0" y="3233131"/>
                </a:moveTo>
                <a:cubicBezTo>
                  <a:pt x="23879" y="1804526"/>
                  <a:pt x="1811824" y="1232734"/>
                  <a:pt x="2812026" y="2358060"/>
                </a:cubicBezTo>
                <a:cubicBezTo>
                  <a:pt x="2774103" y="982835"/>
                  <a:pt x="4562008" y="293403"/>
                  <a:pt x="5609694" y="1555327"/>
                </a:cubicBezTo>
                <a:cubicBezTo>
                  <a:pt x="5604756" y="190282"/>
                  <a:pt x="6973566" y="-423228"/>
                  <a:pt x="7867521" y="317445"/>
                </a:cubicBezTo>
              </a:path>
            </a:pathLst>
          </a:custGeom>
          <a:noFill/>
          <a:ln cap="rnd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4B708-787A-F866-BF51-1081B50D6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/>
          <a:lstStyle/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Long-term Goals Slide Template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A1627E-05B5-534F-5ED1-E08EC3FA2210}"/>
              </a:ext>
            </a:extLst>
          </p:cNvPr>
          <p:cNvSpPr/>
          <p:nvPr/>
        </p:nvSpPr>
        <p:spPr>
          <a:xfrm>
            <a:off x="618837" y="4538749"/>
            <a:ext cx="2601080" cy="16985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4B10FA-03B6-83BB-6EB7-0FD187625EC1}"/>
              </a:ext>
            </a:extLst>
          </p:cNvPr>
          <p:cNvSpPr/>
          <p:nvPr/>
        </p:nvSpPr>
        <p:spPr>
          <a:xfrm>
            <a:off x="6192161" y="2942705"/>
            <a:ext cx="2601080" cy="32946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9258B1-7440-F81B-8551-A9ADA1618BC0}"/>
              </a:ext>
            </a:extLst>
          </p:cNvPr>
          <p:cNvSpPr/>
          <p:nvPr/>
        </p:nvSpPr>
        <p:spPr>
          <a:xfrm>
            <a:off x="8978823" y="2128058"/>
            <a:ext cx="2601080" cy="41092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1576D5-E247-7DC7-D0CF-F792DAC5897D}"/>
              </a:ext>
            </a:extLst>
          </p:cNvPr>
          <p:cNvSpPr txBox="1"/>
          <p:nvPr/>
        </p:nvSpPr>
        <p:spPr>
          <a:xfrm>
            <a:off x="914321" y="4643304"/>
            <a:ext cx="2010112" cy="2741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2024</a:t>
            </a:r>
            <a:endParaRPr lang="en-US" sz="1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49ABB5-B278-93A6-48FE-47599AA47B53}"/>
              </a:ext>
            </a:extLst>
          </p:cNvPr>
          <p:cNvSpPr txBox="1"/>
          <p:nvPr/>
        </p:nvSpPr>
        <p:spPr>
          <a:xfrm>
            <a:off x="6487645" y="3079975"/>
            <a:ext cx="2010112" cy="2741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2026</a:t>
            </a:r>
            <a:endParaRPr lang="en-US" sz="1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D98CCE-3C44-7EEB-BFE9-0B4D95F49E6A}"/>
              </a:ext>
            </a:extLst>
          </p:cNvPr>
          <p:cNvSpPr txBox="1"/>
          <p:nvPr/>
        </p:nvSpPr>
        <p:spPr>
          <a:xfrm>
            <a:off x="9274307" y="2745679"/>
            <a:ext cx="2010112" cy="2741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2027</a:t>
            </a:r>
            <a:endParaRPr lang="en-US" sz="1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0BECDF2-59CA-622E-C575-44337F92B766}"/>
              </a:ext>
            </a:extLst>
          </p:cNvPr>
          <p:cNvCxnSpPr>
            <a:cxnSpLocks/>
          </p:cNvCxnSpPr>
          <p:nvPr/>
        </p:nvCxnSpPr>
        <p:spPr>
          <a:xfrm>
            <a:off x="803253" y="4990328"/>
            <a:ext cx="223224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DBA563C-D83E-CD22-4646-D585463A179B}"/>
              </a:ext>
            </a:extLst>
          </p:cNvPr>
          <p:cNvCxnSpPr>
            <a:cxnSpLocks/>
          </p:cNvCxnSpPr>
          <p:nvPr/>
        </p:nvCxnSpPr>
        <p:spPr>
          <a:xfrm>
            <a:off x="6376577" y="3466327"/>
            <a:ext cx="223224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0AFF0AE-A14E-5849-E63B-BF762C7B5D5C}"/>
              </a:ext>
            </a:extLst>
          </p:cNvPr>
          <p:cNvCxnSpPr>
            <a:cxnSpLocks/>
          </p:cNvCxnSpPr>
          <p:nvPr/>
        </p:nvCxnSpPr>
        <p:spPr>
          <a:xfrm>
            <a:off x="9163239" y="3132030"/>
            <a:ext cx="223224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4947AB34-8B16-0D81-4F63-07F3E00839B9}"/>
              </a:ext>
            </a:extLst>
          </p:cNvPr>
          <p:cNvSpPr/>
          <p:nvPr/>
        </p:nvSpPr>
        <p:spPr>
          <a:xfrm>
            <a:off x="1811880" y="4250957"/>
            <a:ext cx="214994" cy="21499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E739DF1-3638-B393-7212-C7311F8CDBC6}"/>
              </a:ext>
            </a:extLst>
          </p:cNvPr>
          <p:cNvSpPr/>
          <p:nvPr/>
        </p:nvSpPr>
        <p:spPr>
          <a:xfrm>
            <a:off x="4598542" y="3434880"/>
            <a:ext cx="214994" cy="21499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0E515E0-673A-A7E2-2001-947533BD0889}"/>
              </a:ext>
            </a:extLst>
          </p:cNvPr>
          <p:cNvSpPr/>
          <p:nvPr/>
        </p:nvSpPr>
        <p:spPr>
          <a:xfrm>
            <a:off x="7385204" y="2648299"/>
            <a:ext cx="214994" cy="214994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3A493E2-6848-6151-9F22-82BCE977BFE4}"/>
              </a:ext>
            </a:extLst>
          </p:cNvPr>
          <p:cNvGrpSpPr/>
          <p:nvPr/>
        </p:nvGrpSpPr>
        <p:grpSpPr>
          <a:xfrm>
            <a:off x="809339" y="5129379"/>
            <a:ext cx="2220077" cy="720078"/>
            <a:chOff x="2129878" y="2634740"/>
            <a:chExt cx="2220077" cy="720078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80361A6-2AD4-737A-4991-E81B8717E2FD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814A3921-F19F-724B-48E2-A327DC0B6A70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35B1F84-E669-04C8-21DD-01B78C130E6C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Rectangle 51">
                <a:extLst>
                  <a:ext uri="{FF2B5EF4-FFF2-40B4-BE49-F238E27FC236}">
                    <a16:creationId xmlns:a16="http://schemas.microsoft.com/office/drawing/2014/main" id="{642469E8-1817-D87D-76AA-DFC6933444B2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58EAD75-CDB7-4CD1-DC59-8E5AE9468A4F}"/>
              </a:ext>
            </a:extLst>
          </p:cNvPr>
          <p:cNvGrpSpPr/>
          <p:nvPr/>
        </p:nvGrpSpPr>
        <p:grpSpPr>
          <a:xfrm>
            <a:off x="6382663" y="3753728"/>
            <a:ext cx="2220077" cy="720078"/>
            <a:chOff x="2129878" y="2634740"/>
            <a:chExt cx="2220077" cy="720078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34FDFB0-DC93-8CDA-C75D-C688D3AF78E5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09390FB-73D8-B410-C6EB-AE253B260EB9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8DAAEF46-3F9E-B30E-AEC1-6792615A00B6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Rectangle 51">
                <a:extLst>
                  <a:ext uri="{FF2B5EF4-FFF2-40B4-BE49-F238E27FC236}">
                    <a16:creationId xmlns:a16="http://schemas.microsoft.com/office/drawing/2014/main" id="{244C58CC-EAD2-DB56-2F3F-5F4DF218DC41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142C5AB-42BC-9ADB-03FE-552EE356AE39}"/>
              </a:ext>
            </a:extLst>
          </p:cNvPr>
          <p:cNvGrpSpPr/>
          <p:nvPr/>
        </p:nvGrpSpPr>
        <p:grpSpPr>
          <a:xfrm>
            <a:off x="6382663" y="4621102"/>
            <a:ext cx="2220077" cy="720078"/>
            <a:chOff x="2129878" y="2634740"/>
            <a:chExt cx="2220077" cy="720078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6739622-0F6F-9576-6C47-E89A5C5D12C9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700553B9-A4E2-7A9B-7772-A94ECF7979F4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65510415-A5BC-2EE2-3076-AD6A3507C969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Rectangle 51">
                <a:extLst>
                  <a:ext uri="{FF2B5EF4-FFF2-40B4-BE49-F238E27FC236}">
                    <a16:creationId xmlns:a16="http://schemas.microsoft.com/office/drawing/2014/main" id="{1B5725BE-5912-0EA6-3C80-F80FB10C6BF9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DBEA38B-327F-D033-7E97-B9F95ADE7BB2}"/>
              </a:ext>
            </a:extLst>
          </p:cNvPr>
          <p:cNvGrpSpPr/>
          <p:nvPr/>
        </p:nvGrpSpPr>
        <p:grpSpPr>
          <a:xfrm>
            <a:off x="9178871" y="3396181"/>
            <a:ext cx="2220077" cy="720078"/>
            <a:chOff x="2129878" y="2634740"/>
            <a:chExt cx="2220077" cy="720078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732A424-8EA5-DE01-60BA-D335386AE644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259672B1-6DED-4F97-BA96-27B6AFA386BA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0FA78134-6DCF-F2DF-6BEF-8F78B9D98C88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Rectangle 51">
                <a:extLst>
                  <a:ext uri="{FF2B5EF4-FFF2-40B4-BE49-F238E27FC236}">
                    <a16:creationId xmlns:a16="http://schemas.microsoft.com/office/drawing/2014/main" id="{5561D526-B47F-2ED8-9520-2259C797B212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557B3E2-D23B-0093-164E-FA626808B350}"/>
              </a:ext>
            </a:extLst>
          </p:cNvPr>
          <p:cNvGrpSpPr/>
          <p:nvPr/>
        </p:nvGrpSpPr>
        <p:grpSpPr>
          <a:xfrm>
            <a:off x="9178871" y="4269024"/>
            <a:ext cx="2220077" cy="720078"/>
            <a:chOff x="2129878" y="2634740"/>
            <a:chExt cx="2220077" cy="720078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9D1A431-1B02-0FF7-6CFF-42CE46604080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0EA5F066-8744-B966-82FE-53D2CF4F8451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F4C125B1-6A7C-4990-25D8-FA5BA2CE15EC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Rectangle 51">
                <a:extLst>
                  <a:ext uri="{FF2B5EF4-FFF2-40B4-BE49-F238E27FC236}">
                    <a16:creationId xmlns:a16="http://schemas.microsoft.com/office/drawing/2014/main" id="{3DA70145-2A92-D7A0-D451-36BB2371FD3A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1F92BD0-4531-CFE2-97EE-936EBD55831D}"/>
              </a:ext>
            </a:extLst>
          </p:cNvPr>
          <p:cNvGrpSpPr/>
          <p:nvPr/>
        </p:nvGrpSpPr>
        <p:grpSpPr>
          <a:xfrm>
            <a:off x="9178871" y="5141867"/>
            <a:ext cx="2220077" cy="720078"/>
            <a:chOff x="2129878" y="2634740"/>
            <a:chExt cx="2220077" cy="720078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46FA8F6-95E8-6401-4DFC-EB67E7A33DC3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1DEDFC5-2508-5B0B-A3C3-A999EE135574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AE04E9FD-818A-2A70-F4B3-95D14818575A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Rectangle 51">
                <a:extLst>
                  <a:ext uri="{FF2B5EF4-FFF2-40B4-BE49-F238E27FC236}">
                    <a16:creationId xmlns:a16="http://schemas.microsoft.com/office/drawing/2014/main" id="{2AC94A1F-4ABF-A436-2ABC-AB3B8EDA89C6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A3C6DCD7-D5D3-3576-2613-9326A8CDCF34}"/>
              </a:ext>
            </a:extLst>
          </p:cNvPr>
          <p:cNvSpPr txBox="1"/>
          <p:nvPr/>
        </p:nvSpPr>
        <p:spPr>
          <a:xfrm>
            <a:off x="978254" y="3795253"/>
            <a:ext cx="1882247" cy="2901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000" b="1" dirty="0"/>
              <a:t>Phase 01</a:t>
            </a:r>
            <a:endParaRPr lang="en-US" sz="2000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71339C2-DE2A-2E52-5606-B67395453F26}"/>
              </a:ext>
            </a:extLst>
          </p:cNvPr>
          <p:cNvSpPr txBox="1"/>
          <p:nvPr/>
        </p:nvSpPr>
        <p:spPr>
          <a:xfrm>
            <a:off x="3764916" y="2979176"/>
            <a:ext cx="1882247" cy="2901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000" b="1" dirty="0"/>
              <a:t>Phase 02</a:t>
            </a:r>
            <a:endParaRPr lang="en-US" sz="20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9059652-FF4E-212D-9023-659EE36A4581}"/>
              </a:ext>
            </a:extLst>
          </p:cNvPr>
          <p:cNvSpPr txBox="1"/>
          <p:nvPr/>
        </p:nvSpPr>
        <p:spPr>
          <a:xfrm>
            <a:off x="6551578" y="2182763"/>
            <a:ext cx="1882247" cy="2901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000" b="1" dirty="0"/>
              <a:t>Phase 03</a:t>
            </a:r>
            <a:endParaRPr lang="en-US" sz="20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471EACB-5D79-8B12-4225-E5FD51D43AF1}"/>
              </a:ext>
            </a:extLst>
          </p:cNvPr>
          <p:cNvSpPr txBox="1"/>
          <p:nvPr/>
        </p:nvSpPr>
        <p:spPr>
          <a:xfrm>
            <a:off x="9338240" y="1189705"/>
            <a:ext cx="1882247" cy="2901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000" b="1" dirty="0"/>
              <a:t>Phase 04</a:t>
            </a:r>
            <a:endParaRPr lang="en-US" sz="20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A7F4ED-1BAC-F8C7-DD24-53EC299CCD3B}"/>
              </a:ext>
            </a:extLst>
          </p:cNvPr>
          <p:cNvSpPr/>
          <p:nvPr/>
        </p:nvSpPr>
        <p:spPr>
          <a:xfrm>
            <a:off x="3405499" y="3740727"/>
            <a:ext cx="2601080" cy="249658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811270-72F2-2D64-5BC1-F78981F37F94}"/>
              </a:ext>
            </a:extLst>
          </p:cNvPr>
          <p:cNvSpPr txBox="1"/>
          <p:nvPr/>
        </p:nvSpPr>
        <p:spPr>
          <a:xfrm>
            <a:off x="3700983" y="3856724"/>
            <a:ext cx="2010112" cy="2741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</a:rPr>
              <a:t>2025</a:t>
            </a:r>
            <a:endParaRPr lang="en-US" sz="1800" b="1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40DDBB6-FF71-E804-57CC-7B2BAB10727E}"/>
              </a:ext>
            </a:extLst>
          </p:cNvPr>
          <p:cNvCxnSpPr>
            <a:cxnSpLocks/>
          </p:cNvCxnSpPr>
          <p:nvPr/>
        </p:nvCxnSpPr>
        <p:spPr>
          <a:xfrm>
            <a:off x="3589915" y="4223411"/>
            <a:ext cx="223224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C19B4C4-3B3F-BAAE-E84E-C9CB52CE84BA}"/>
              </a:ext>
            </a:extLst>
          </p:cNvPr>
          <p:cNvGrpSpPr/>
          <p:nvPr/>
        </p:nvGrpSpPr>
        <p:grpSpPr>
          <a:xfrm>
            <a:off x="3596001" y="4403084"/>
            <a:ext cx="2220077" cy="720078"/>
            <a:chOff x="2129878" y="2634740"/>
            <a:chExt cx="2220077" cy="72007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386F25-51DB-2C56-FA92-67756628A337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9B6028E-8D76-08C9-91AF-D856FC5EDE00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F70608C-FEB0-FF39-8645-AC5C2EF5B819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Rectangle 51">
                <a:extLst>
                  <a:ext uri="{FF2B5EF4-FFF2-40B4-BE49-F238E27FC236}">
                    <a16:creationId xmlns:a16="http://schemas.microsoft.com/office/drawing/2014/main" id="{DC937741-D7C3-108C-2459-56D3344F9374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A7930B0-1428-AD6F-935D-DD659B256DA8}"/>
              </a:ext>
            </a:extLst>
          </p:cNvPr>
          <p:cNvGrpSpPr/>
          <p:nvPr/>
        </p:nvGrpSpPr>
        <p:grpSpPr>
          <a:xfrm>
            <a:off x="3596001" y="5270458"/>
            <a:ext cx="2220077" cy="720078"/>
            <a:chOff x="2129878" y="2634740"/>
            <a:chExt cx="2220077" cy="72007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7C822AD-8CFD-3E30-FCD4-6F41BC17A4AA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CD1F810-504C-AB30-C57E-BCE567545A40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E7C76D5-46F7-A8F4-62CC-671F1F185E81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Rectangle 51">
                <a:extLst>
                  <a:ext uri="{FF2B5EF4-FFF2-40B4-BE49-F238E27FC236}">
                    <a16:creationId xmlns:a16="http://schemas.microsoft.com/office/drawing/2014/main" id="{ECF8BDC3-7E61-CFAC-CE5A-9F7CFFF9837B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0BA6B4E7-1E51-3BDE-3768-84A99B075109}"/>
              </a:ext>
            </a:extLst>
          </p:cNvPr>
          <p:cNvCxnSpPr>
            <a:cxnSpLocks/>
          </p:cNvCxnSpPr>
          <p:nvPr/>
        </p:nvCxnSpPr>
        <p:spPr>
          <a:xfrm>
            <a:off x="440506" y="6237312"/>
            <a:ext cx="113078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4CD115A-851C-BE6E-E505-527B36E6340B}"/>
              </a:ext>
            </a:extLst>
          </p:cNvPr>
          <p:cNvGrpSpPr/>
          <p:nvPr/>
        </p:nvGrpSpPr>
        <p:grpSpPr>
          <a:xfrm>
            <a:off x="9765961" y="1617876"/>
            <a:ext cx="1026804" cy="1026804"/>
            <a:chOff x="9137976" y="-1304300"/>
            <a:chExt cx="1026804" cy="10268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737EC0B-7372-A001-61B8-51049596C005}"/>
                </a:ext>
              </a:extLst>
            </p:cNvPr>
            <p:cNvSpPr/>
            <p:nvPr/>
          </p:nvSpPr>
          <p:spPr>
            <a:xfrm>
              <a:off x="9137976" y="-1304300"/>
              <a:ext cx="1026804" cy="1026804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8FF7F7C-C3A1-91DD-084A-C42D4010C2EE}"/>
                </a:ext>
              </a:extLst>
            </p:cNvPr>
            <p:cNvSpPr/>
            <p:nvPr/>
          </p:nvSpPr>
          <p:spPr>
            <a:xfrm>
              <a:off x="9256454" y="-1185822"/>
              <a:ext cx="789848" cy="789848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9619464-78ED-BC5B-A225-F2AF866AECA3}"/>
                </a:ext>
              </a:extLst>
            </p:cNvPr>
            <p:cNvSpPr/>
            <p:nvPr/>
          </p:nvSpPr>
          <p:spPr>
            <a:xfrm>
              <a:off x="9393665" y="-1048611"/>
              <a:ext cx="515427" cy="51542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974B668-435E-37DE-FFB8-BA85C8188F63}"/>
                </a:ext>
              </a:extLst>
            </p:cNvPr>
            <p:cNvSpPr/>
            <p:nvPr/>
          </p:nvSpPr>
          <p:spPr>
            <a:xfrm>
              <a:off x="9550796" y="-891480"/>
              <a:ext cx="201164" cy="2011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985129-6D69-3D74-7C3B-DB35CE07CFA5}"/>
              </a:ext>
            </a:extLst>
          </p:cNvPr>
          <p:cNvGrpSpPr/>
          <p:nvPr/>
        </p:nvGrpSpPr>
        <p:grpSpPr>
          <a:xfrm rot="2942001">
            <a:off x="9636844" y="1803657"/>
            <a:ext cx="798963" cy="108651"/>
            <a:chOff x="7324028" y="1612232"/>
            <a:chExt cx="1296144" cy="176262"/>
          </a:xfrm>
        </p:grpSpPr>
        <p:sp>
          <p:nvSpPr>
            <p:cNvPr id="25" name="Arrow: Chevron 24">
              <a:extLst>
                <a:ext uri="{FF2B5EF4-FFF2-40B4-BE49-F238E27FC236}">
                  <a16:creationId xmlns:a16="http://schemas.microsoft.com/office/drawing/2014/main" id="{8D324494-C5CD-FE4F-B9E6-9538100C5BDD}"/>
                </a:ext>
              </a:extLst>
            </p:cNvPr>
            <p:cNvSpPr/>
            <p:nvPr/>
          </p:nvSpPr>
          <p:spPr>
            <a:xfrm>
              <a:off x="7346147" y="1612232"/>
              <a:ext cx="293773" cy="176262"/>
            </a:xfrm>
            <a:prstGeom prst="chevron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8324A87B-14CE-2D8D-BA9E-469712CFB18C}"/>
                </a:ext>
              </a:extLst>
            </p:cNvPr>
            <p:cNvSpPr/>
            <p:nvPr/>
          </p:nvSpPr>
          <p:spPr>
            <a:xfrm>
              <a:off x="7324028" y="1628355"/>
              <a:ext cx="1296144" cy="144016"/>
            </a:xfrm>
            <a:prstGeom prst="right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48801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8225484-6CB2-6F8D-A86B-3C131D1B598F}"/>
              </a:ext>
            </a:extLst>
          </p:cNvPr>
          <p:cNvSpPr/>
          <p:nvPr/>
        </p:nvSpPr>
        <p:spPr>
          <a:xfrm>
            <a:off x="1917330" y="1201215"/>
            <a:ext cx="7811620" cy="3233131"/>
          </a:xfrm>
          <a:custGeom>
            <a:avLst/>
            <a:gdLst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989245 h 2989245"/>
              <a:gd name="connsiteX1" fmla="*/ 2812026 w 8308258"/>
              <a:gd name="connsiteY1" fmla="*/ 2114174 h 2989245"/>
              <a:gd name="connsiteX2" fmla="*/ 5653548 w 8308258"/>
              <a:gd name="connsiteY2" fmla="*/ 1376755 h 2989245"/>
              <a:gd name="connsiteX3" fmla="*/ 8308258 w 8308258"/>
              <a:gd name="connsiteY3" fmla="*/ 413194 h 298924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39 w 8308297"/>
              <a:gd name="connsiteY0" fmla="*/ 2929585 h 2929585"/>
              <a:gd name="connsiteX1" fmla="*/ 2812065 w 8308297"/>
              <a:gd name="connsiteY1" fmla="*/ 2054514 h 2929585"/>
              <a:gd name="connsiteX2" fmla="*/ 5653587 w 8308297"/>
              <a:gd name="connsiteY2" fmla="*/ 1317095 h 2929585"/>
              <a:gd name="connsiteX3" fmla="*/ 8308297 w 8308297"/>
              <a:gd name="connsiteY3" fmla="*/ 353534 h 2929585"/>
              <a:gd name="connsiteX0" fmla="*/ 39 w 8308297"/>
              <a:gd name="connsiteY0" fmla="*/ 2929585 h 2929585"/>
              <a:gd name="connsiteX1" fmla="*/ 2812065 w 8308297"/>
              <a:gd name="connsiteY1" fmla="*/ 2054514 h 2929585"/>
              <a:gd name="connsiteX2" fmla="*/ 5653587 w 8308297"/>
              <a:gd name="connsiteY2" fmla="*/ 1317095 h 2929585"/>
              <a:gd name="connsiteX3" fmla="*/ 8308297 w 8308297"/>
              <a:gd name="connsiteY3" fmla="*/ 353534 h 2929585"/>
              <a:gd name="connsiteX0" fmla="*/ 39 w 8308297"/>
              <a:gd name="connsiteY0" fmla="*/ 2972746 h 2972746"/>
              <a:gd name="connsiteX1" fmla="*/ 2812065 w 8308297"/>
              <a:gd name="connsiteY1" fmla="*/ 2097675 h 2972746"/>
              <a:gd name="connsiteX2" fmla="*/ 5653587 w 8308297"/>
              <a:gd name="connsiteY2" fmla="*/ 1360256 h 2972746"/>
              <a:gd name="connsiteX3" fmla="*/ 8308297 w 8308297"/>
              <a:gd name="connsiteY3" fmla="*/ 396695 h 2972746"/>
              <a:gd name="connsiteX0" fmla="*/ 39 w 8308297"/>
              <a:gd name="connsiteY0" fmla="*/ 2972746 h 2972746"/>
              <a:gd name="connsiteX1" fmla="*/ 2812065 w 8308297"/>
              <a:gd name="connsiteY1" fmla="*/ 2097675 h 2972746"/>
              <a:gd name="connsiteX2" fmla="*/ 5653587 w 8308297"/>
              <a:gd name="connsiteY2" fmla="*/ 1360256 h 2972746"/>
              <a:gd name="connsiteX3" fmla="*/ 8308297 w 8308297"/>
              <a:gd name="connsiteY3" fmla="*/ 396695 h 2972746"/>
              <a:gd name="connsiteX0" fmla="*/ 39 w 8308297"/>
              <a:gd name="connsiteY0" fmla="*/ 2972746 h 2972746"/>
              <a:gd name="connsiteX1" fmla="*/ 2812065 w 8308297"/>
              <a:gd name="connsiteY1" fmla="*/ 2097675 h 2972746"/>
              <a:gd name="connsiteX2" fmla="*/ 5653587 w 8308297"/>
              <a:gd name="connsiteY2" fmla="*/ 1360256 h 2972746"/>
              <a:gd name="connsiteX3" fmla="*/ 8308297 w 8308297"/>
              <a:gd name="connsiteY3" fmla="*/ 396695 h 2972746"/>
              <a:gd name="connsiteX0" fmla="*/ 39 w 8308297"/>
              <a:gd name="connsiteY0" fmla="*/ 2990209 h 2990209"/>
              <a:gd name="connsiteX1" fmla="*/ 2812065 w 8308297"/>
              <a:gd name="connsiteY1" fmla="*/ 2115138 h 2990209"/>
              <a:gd name="connsiteX2" fmla="*/ 5653587 w 8308297"/>
              <a:gd name="connsiteY2" fmla="*/ 1377719 h 2990209"/>
              <a:gd name="connsiteX3" fmla="*/ 8308297 w 8308297"/>
              <a:gd name="connsiteY3" fmla="*/ 414158 h 2990209"/>
              <a:gd name="connsiteX0" fmla="*/ 39 w 8308297"/>
              <a:gd name="connsiteY0" fmla="*/ 2990209 h 2990209"/>
              <a:gd name="connsiteX1" fmla="*/ 2812065 w 8308297"/>
              <a:gd name="connsiteY1" fmla="*/ 2115138 h 2990209"/>
              <a:gd name="connsiteX2" fmla="*/ 5653587 w 8308297"/>
              <a:gd name="connsiteY2" fmla="*/ 1377719 h 2990209"/>
              <a:gd name="connsiteX3" fmla="*/ 8308297 w 8308297"/>
              <a:gd name="connsiteY3" fmla="*/ 414158 h 2990209"/>
              <a:gd name="connsiteX0" fmla="*/ 37 w 8308295"/>
              <a:gd name="connsiteY0" fmla="*/ 2990209 h 2990209"/>
              <a:gd name="connsiteX1" fmla="*/ 2812063 w 8308295"/>
              <a:gd name="connsiteY1" fmla="*/ 2115138 h 2990209"/>
              <a:gd name="connsiteX2" fmla="*/ 5653585 w 8308295"/>
              <a:gd name="connsiteY2" fmla="*/ 1377719 h 2990209"/>
              <a:gd name="connsiteX3" fmla="*/ 8308295 w 8308295"/>
              <a:gd name="connsiteY3" fmla="*/ 414158 h 2990209"/>
              <a:gd name="connsiteX0" fmla="*/ 37 w 8308295"/>
              <a:gd name="connsiteY0" fmla="*/ 2990209 h 2990209"/>
              <a:gd name="connsiteX1" fmla="*/ 2812063 w 8308295"/>
              <a:gd name="connsiteY1" fmla="*/ 2115138 h 2990209"/>
              <a:gd name="connsiteX2" fmla="*/ 5653585 w 8308295"/>
              <a:gd name="connsiteY2" fmla="*/ 1377719 h 2990209"/>
              <a:gd name="connsiteX3" fmla="*/ 8308295 w 8308295"/>
              <a:gd name="connsiteY3" fmla="*/ 414158 h 2990209"/>
              <a:gd name="connsiteX0" fmla="*/ 37 w 8308295"/>
              <a:gd name="connsiteY0" fmla="*/ 3053052 h 3053052"/>
              <a:gd name="connsiteX1" fmla="*/ 2812063 w 8308295"/>
              <a:gd name="connsiteY1" fmla="*/ 2177981 h 3053052"/>
              <a:gd name="connsiteX2" fmla="*/ 5653585 w 8308295"/>
              <a:gd name="connsiteY2" fmla="*/ 1440562 h 3053052"/>
              <a:gd name="connsiteX3" fmla="*/ 8308295 w 8308295"/>
              <a:gd name="connsiteY3" fmla="*/ 477001 h 3053052"/>
              <a:gd name="connsiteX0" fmla="*/ 0 w 8308258"/>
              <a:gd name="connsiteY0" fmla="*/ 3053052 h 3053052"/>
              <a:gd name="connsiteX1" fmla="*/ 2812026 w 8308258"/>
              <a:gd name="connsiteY1" fmla="*/ 2177981 h 3053052"/>
              <a:gd name="connsiteX2" fmla="*/ 5653548 w 8308258"/>
              <a:gd name="connsiteY2" fmla="*/ 1440562 h 3053052"/>
              <a:gd name="connsiteX3" fmla="*/ 8308258 w 8308258"/>
              <a:gd name="connsiteY3" fmla="*/ 477001 h 3053052"/>
              <a:gd name="connsiteX0" fmla="*/ 0 w 8308258"/>
              <a:gd name="connsiteY0" fmla="*/ 3053052 h 3053052"/>
              <a:gd name="connsiteX1" fmla="*/ 2812026 w 8308258"/>
              <a:gd name="connsiteY1" fmla="*/ 2177981 h 3053052"/>
              <a:gd name="connsiteX2" fmla="*/ 5653548 w 8308258"/>
              <a:gd name="connsiteY2" fmla="*/ 1440562 h 3053052"/>
              <a:gd name="connsiteX3" fmla="*/ 8308258 w 8308258"/>
              <a:gd name="connsiteY3" fmla="*/ 477001 h 3053052"/>
              <a:gd name="connsiteX0" fmla="*/ 0 w 8308258"/>
              <a:gd name="connsiteY0" fmla="*/ 3053052 h 3053052"/>
              <a:gd name="connsiteX1" fmla="*/ 2812026 w 8308258"/>
              <a:gd name="connsiteY1" fmla="*/ 2177981 h 3053052"/>
              <a:gd name="connsiteX2" fmla="*/ 5653548 w 8308258"/>
              <a:gd name="connsiteY2" fmla="*/ 1440562 h 3053052"/>
              <a:gd name="connsiteX3" fmla="*/ 8308258 w 8308258"/>
              <a:gd name="connsiteY3" fmla="*/ 477001 h 3053052"/>
              <a:gd name="connsiteX0" fmla="*/ 0 w 8308258"/>
              <a:gd name="connsiteY0" fmla="*/ 3053052 h 3053052"/>
              <a:gd name="connsiteX1" fmla="*/ 2812026 w 8308258"/>
              <a:gd name="connsiteY1" fmla="*/ 2177981 h 3053052"/>
              <a:gd name="connsiteX2" fmla="*/ 5653548 w 8308258"/>
              <a:gd name="connsiteY2" fmla="*/ 1440562 h 3053052"/>
              <a:gd name="connsiteX3" fmla="*/ 8308258 w 8308258"/>
              <a:gd name="connsiteY3" fmla="*/ 477001 h 3053052"/>
              <a:gd name="connsiteX0" fmla="*/ 0 w 8308258"/>
              <a:gd name="connsiteY0" fmla="*/ 3101400 h 3101400"/>
              <a:gd name="connsiteX1" fmla="*/ 2812026 w 8308258"/>
              <a:gd name="connsiteY1" fmla="*/ 2226329 h 3101400"/>
              <a:gd name="connsiteX2" fmla="*/ 5653548 w 8308258"/>
              <a:gd name="connsiteY2" fmla="*/ 1488910 h 3101400"/>
              <a:gd name="connsiteX3" fmla="*/ 8308258 w 8308258"/>
              <a:gd name="connsiteY3" fmla="*/ 525349 h 3101400"/>
              <a:gd name="connsiteX0" fmla="*/ 0 w 8308258"/>
              <a:gd name="connsiteY0" fmla="*/ 3119668 h 3119668"/>
              <a:gd name="connsiteX1" fmla="*/ 2812026 w 8308258"/>
              <a:gd name="connsiteY1" fmla="*/ 2244597 h 3119668"/>
              <a:gd name="connsiteX2" fmla="*/ 5609694 w 8308258"/>
              <a:gd name="connsiteY2" fmla="*/ 1441864 h 3119668"/>
              <a:gd name="connsiteX3" fmla="*/ 8308258 w 8308258"/>
              <a:gd name="connsiteY3" fmla="*/ 543617 h 3119668"/>
              <a:gd name="connsiteX0" fmla="*/ 0 w 8308258"/>
              <a:gd name="connsiteY0" fmla="*/ 3127664 h 3127664"/>
              <a:gd name="connsiteX1" fmla="*/ 2812026 w 8308258"/>
              <a:gd name="connsiteY1" fmla="*/ 2252593 h 3127664"/>
              <a:gd name="connsiteX2" fmla="*/ 5609694 w 8308258"/>
              <a:gd name="connsiteY2" fmla="*/ 1449860 h 3127664"/>
              <a:gd name="connsiteX3" fmla="*/ 8308258 w 8308258"/>
              <a:gd name="connsiteY3" fmla="*/ 551613 h 3127664"/>
              <a:gd name="connsiteX0" fmla="*/ 0 w 7867521"/>
              <a:gd name="connsiteY0" fmla="*/ 3380363 h 3380363"/>
              <a:gd name="connsiteX1" fmla="*/ 2812026 w 7867521"/>
              <a:gd name="connsiteY1" fmla="*/ 2505292 h 3380363"/>
              <a:gd name="connsiteX2" fmla="*/ 5609694 w 7867521"/>
              <a:gd name="connsiteY2" fmla="*/ 1702559 h 3380363"/>
              <a:gd name="connsiteX3" fmla="*/ 7867521 w 7867521"/>
              <a:gd name="connsiteY3" fmla="*/ 464677 h 3380363"/>
              <a:gd name="connsiteX0" fmla="*/ 0 w 7867521"/>
              <a:gd name="connsiteY0" fmla="*/ 3175950 h 3175950"/>
              <a:gd name="connsiteX1" fmla="*/ 2812026 w 7867521"/>
              <a:gd name="connsiteY1" fmla="*/ 2300879 h 3175950"/>
              <a:gd name="connsiteX2" fmla="*/ 5609694 w 7867521"/>
              <a:gd name="connsiteY2" fmla="*/ 1498146 h 3175950"/>
              <a:gd name="connsiteX3" fmla="*/ 7867521 w 7867521"/>
              <a:gd name="connsiteY3" fmla="*/ 260264 h 3175950"/>
              <a:gd name="connsiteX0" fmla="*/ 0 w 7867521"/>
              <a:gd name="connsiteY0" fmla="*/ 3170131 h 3170131"/>
              <a:gd name="connsiteX1" fmla="*/ 2812026 w 7867521"/>
              <a:gd name="connsiteY1" fmla="*/ 2295060 h 3170131"/>
              <a:gd name="connsiteX2" fmla="*/ 5609694 w 7867521"/>
              <a:gd name="connsiteY2" fmla="*/ 1492327 h 3170131"/>
              <a:gd name="connsiteX3" fmla="*/ 7867521 w 7867521"/>
              <a:gd name="connsiteY3" fmla="*/ 254445 h 3170131"/>
              <a:gd name="connsiteX0" fmla="*/ 0 w 7867521"/>
              <a:gd name="connsiteY0" fmla="*/ 3198736 h 3198736"/>
              <a:gd name="connsiteX1" fmla="*/ 2812026 w 7867521"/>
              <a:gd name="connsiteY1" fmla="*/ 2323665 h 3198736"/>
              <a:gd name="connsiteX2" fmla="*/ 5609694 w 7867521"/>
              <a:gd name="connsiteY2" fmla="*/ 1520932 h 3198736"/>
              <a:gd name="connsiteX3" fmla="*/ 7867521 w 7867521"/>
              <a:gd name="connsiteY3" fmla="*/ 283050 h 3198736"/>
              <a:gd name="connsiteX0" fmla="*/ 0 w 7867521"/>
              <a:gd name="connsiteY0" fmla="*/ 3233131 h 3233131"/>
              <a:gd name="connsiteX1" fmla="*/ 2812026 w 7867521"/>
              <a:gd name="connsiteY1" fmla="*/ 2358060 h 3233131"/>
              <a:gd name="connsiteX2" fmla="*/ 5609694 w 7867521"/>
              <a:gd name="connsiteY2" fmla="*/ 1555327 h 3233131"/>
              <a:gd name="connsiteX3" fmla="*/ 7867521 w 7867521"/>
              <a:gd name="connsiteY3" fmla="*/ 317445 h 323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7521" h="3233131">
                <a:moveTo>
                  <a:pt x="0" y="3233131"/>
                </a:moveTo>
                <a:cubicBezTo>
                  <a:pt x="23879" y="1804526"/>
                  <a:pt x="1811824" y="1232734"/>
                  <a:pt x="2812026" y="2358060"/>
                </a:cubicBezTo>
                <a:cubicBezTo>
                  <a:pt x="2774103" y="982835"/>
                  <a:pt x="4562008" y="293403"/>
                  <a:pt x="5609694" y="1555327"/>
                </a:cubicBezTo>
                <a:cubicBezTo>
                  <a:pt x="5604756" y="190282"/>
                  <a:pt x="6973566" y="-423228"/>
                  <a:pt x="7867521" y="317445"/>
                </a:cubicBezTo>
              </a:path>
            </a:pathLst>
          </a:custGeom>
          <a:noFill/>
          <a:ln cap="rnd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4B708-787A-F866-BF51-1081B50D6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/>
          <a:lstStyle/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Long-term Goals Slide Template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A1627E-05B5-534F-5ED1-E08EC3FA2210}"/>
              </a:ext>
            </a:extLst>
          </p:cNvPr>
          <p:cNvSpPr/>
          <p:nvPr/>
        </p:nvSpPr>
        <p:spPr>
          <a:xfrm>
            <a:off x="618837" y="4538749"/>
            <a:ext cx="2601080" cy="16985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AFD6A8-BDF7-49BB-4AC0-A9FCE4159D82}"/>
              </a:ext>
            </a:extLst>
          </p:cNvPr>
          <p:cNvSpPr/>
          <p:nvPr/>
        </p:nvSpPr>
        <p:spPr>
          <a:xfrm>
            <a:off x="3405499" y="3740727"/>
            <a:ext cx="2601080" cy="24965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9258B1-7440-F81B-8551-A9ADA1618BC0}"/>
              </a:ext>
            </a:extLst>
          </p:cNvPr>
          <p:cNvSpPr/>
          <p:nvPr/>
        </p:nvSpPr>
        <p:spPr>
          <a:xfrm>
            <a:off x="8978823" y="2128058"/>
            <a:ext cx="2601080" cy="41092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1576D5-E247-7DC7-D0CF-F792DAC5897D}"/>
              </a:ext>
            </a:extLst>
          </p:cNvPr>
          <p:cNvSpPr txBox="1"/>
          <p:nvPr/>
        </p:nvSpPr>
        <p:spPr>
          <a:xfrm>
            <a:off x="914321" y="4643304"/>
            <a:ext cx="2010112" cy="2741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2024</a:t>
            </a:r>
            <a:endParaRPr lang="en-US" sz="1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C58CFA-E565-53B9-91DD-B38AA8FACF7A}"/>
              </a:ext>
            </a:extLst>
          </p:cNvPr>
          <p:cNvSpPr txBox="1"/>
          <p:nvPr/>
        </p:nvSpPr>
        <p:spPr>
          <a:xfrm>
            <a:off x="3700983" y="3856724"/>
            <a:ext cx="2010112" cy="2741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2025</a:t>
            </a:r>
            <a:endParaRPr lang="en-US" sz="1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D98CCE-3C44-7EEB-BFE9-0B4D95F49E6A}"/>
              </a:ext>
            </a:extLst>
          </p:cNvPr>
          <p:cNvSpPr txBox="1"/>
          <p:nvPr/>
        </p:nvSpPr>
        <p:spPr>
          <a:xfrm>
            <a:off x="9274307" y="2745679"/>
            <a:ext cx="2010112" cy="2741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2027</a:t>
            </a:r>
            <a:endParaRPr lang="en-US" sz="1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0BECDF2-59CA-622E-C575-44337F92B766}"/>
              </a:ext>
            </a:extLst>
          </p:cNvPr>
          <p:cNvCxnSpPr>
            <a:cxnSpLocks/>
          </p:cNvCxnSpPr>
          <p:nvPr/>
        </p:nvCxnSpPr>
        <p:spPr>
          <a:xfrm>
            <a:off x="803253" y="4990328"/>
            <a:ext cx="223224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A5E4E9F-0694-5DBF-4C3F-E80C28D42F20}"/>
              </a:ext>
            </a:extLst>
          </p:cNvPr>
          <p:cNvCxnSpPr>
            <a:cxnSpLocks/>
          </p:cNvCxnSpPr>
          <p:nvPr/>
        </p:nvCxnSpPr>
        <p:spPr>
          <a:xfrm>
            <a:off x="3589915" y="4223411"/>
            <a:ext cx="223224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0AFF0AE-A14E-5849-E63B-BF762C7B5D5C}"/>
              </a:ext>
            </a:extLst>
          </p:cNvPr>
          <p:cNvCxnSpPr>
            <a:cxnSpLocks/>
          </p:cNvCxnSpPr>
          <p:nvPr/>
        </p:nvCxnSpPr>
        <p:spPr>
          <a:xfrm>
            <a:off x="9163239" y="3132030"/>
            <a:ext cx="223224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4947AB34-8B16-0D81-4F63-07F3E00839B9}"/>
              </a:ext>
            </a:extLst>
          </p:cNvPr>
          <p:cNvSpPr/>
          <p:nvPr/>
        </p:nvSpPr>
        <p:spPr>
          <a:xfrm>
            <a:off x="1811880" y="4250957"/>
            <a:ext cx="214994" cy="21499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E739DF1-3638-B393-7212-C7311F8CDBC6}"/>
              </a:ext>
            </a:extLst>
          </p:cNvPr>
          <p:cNvSpPr/>
          <p:nvPr/>
        </p:nvSpPr>
        <p:spPr>
          <a:xfrm>
            <a:off x="4598542" y="3434880"/>
            <a:ext cx="214994" cy="21499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0E515E0-673A-A7E2-2001-947533BD0889}"/>
              </a:ext>
            </a:extLst>
          </p:cNvPr>
          <p:cNvSpPr/>
          <p:nvPr/>
        </p:nvSpPr>
        <p:spPr>
          <a:xfrm>
            <a:off x="7385204" y="2648299"/>
            <a:ext cx="214994" cy="214994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3A493E2-6848-6151-9F22-82BCE977BFE4}"/>
              </a:ext>
            </a:extLst>
          </p:cNvPr>
          <p:cNvGrpSpPr/>
          <p:nvPr/>
        </p:nvGrpSpPr>
        <p:grpSpPr>
          <a:xfrm>
            <a:off x="809339" y="5129379"/>
            <a:ext cx="2220077" cy="720078"/>
            <a:chOff x="2129878" y="2634740"/>
            <a:chExt cx="2220077" cy="720078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80361A6-2AD4-737A-4991-E81B8717E2FD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814A3921-F19F-724B-48E2-A327DC0B6A70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35B1F84-E669-04C8-21DD-01B78C130E6C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Rectangle 51">
                <a:extLst>
                  <a:ext uri="{FF2B5EF4-FFF2-40B4-BE49-F238E27FC236}">
                    <a16:creationId xmlns:a16="http://schemas.microsoft.com/office/drawing/2014/main" id="{642469E8-1817-D87D-76AA-DFC6933444B2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102BFC6-6B28-7E32-8E03-52F824F8B719}"/>
              </a:ext>
            </a:extLst>
          </p:cNvPr>
          <p:cNvGrpSpPr/>
          <p:nvPr/>
        </p:nvGrpSpPr>
        <p:grpSpPr>
          <a:xfrm>
            <a:off x="3596001" y="4403084"/>
            <a:ext cx="2220077" cy="720078"/>
            <a:chOff x="2129878" y="2634740"/>
            <a:chExt cx="2220077" cy="720078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F051482-CE82-B3E6-5D12-C72430C6268B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BC5954C-1C6B-0D5E-E322-B4062262095D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E9A4170E-C580-8234-CF7F-F27FCA0D9D56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Rectangle 51">
                <a:extLst>
                  <a:ext uri="{FF2B5EF4-FFF2-40B4-BE49-F238E27FC236}">
                    <a16:creationId xmlns:a16="http://schemas.microsoft.com/office/drawing/2014/main" id="{F053EBC3-EDC7-2F4D-BE32-DC1B7390D023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C9E2E50-75B8-B79E-9482-8DEEB552C1CB}"/>
              </a:ext>
            </a:extLst>
          </p:cNvPr>
          <p:cNvGrpSpPr/>
          <p:nvPr/>
        </p:nvGrpSpPr>
        <p:grpSpPr>
          <a:xfrm>
            <a:off x="3596001" y="5270458"/>
            <a:ext cx="2220077" cy="720078"/>
            <a:chOff x="2129878" y="2634740"/>
            <a:chExt cx="2220077" cy="720078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28D3C66-5E57-C597-4F3F-05898DC70339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36785654-D830-2AF9-6EDC-3006A82D327E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66D4BC16-7370-ABCD-320B-C9B25282861A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Rectangle 51">
                <a:extLst>
                  <a:ext uri="{FF2B5EF4-FFF2-40B4-BE49-F238E27FC236}">
                    <a16:creationId xmlns:a16="http://schemas.microsoft.com/office/drawing/2014/main" id="{0A045AD6-7831-2431-643B-122783B0C7F0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DBEA38B-327F-D033-7E97-B9F95ADE7BB2}"/>
              </a:ext>
            </a:extLst>
          </p:cNvPr>
          <p:cNvGrpSpPr/>
          <p:nvPr/>
        </p:nvGrpSpPr>
        <p:grpSpPr>
          <a:xfrm>
            <a:off x="9178871" y="3396181"/>
            <a:ext cx="2220077" cy="720078"/>
            <a:chOff x="2129878" y="2634740"/>
            <a:chExt cx="2220077" cy="720078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732A424-8EA5-DE01-60BA-D335386AE644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259672B1-6DED-4F97-BA96-27B6AFA386BA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0FA78134-6DCF-F2DF-6BEF-8F78B9D98C88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Rectangle 51">
                <a:extLst>
                  <a:ext uri="{FF2B5EF4-FFF2-40B4-BE49-F238E27FC236}">
                    <a16:creationId xmlns:a16="http://schemas.microsoft.com/office/drawing/2014/main" id="{5561D526-B47F-2ED8-9520-2259C797B212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557B3E2-D23B-0093-164E-FA626808B350}"/>
              </a:ext>
            </a:extLst>
          </p:cNvPr>
          <p:cNvGrpSpPr/>
          <p:nvPr/>
        </p:nvGrpSpPr>
        <p:grpSpPr>
          <a:xfrm>
            <a:off x="9178871" y="4269024"/>
            <a:ext cx="2220077" cy="720078"/>
            <a:chOff x="2129878" y="2634740"/>
            <a:chExt cx="2220077" cy="720078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9D1A431-1B02-0FF7-6CFF-42CE46604080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0EA5F066-8744-B966-82FE-53D2CF4F8451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F4C125B1-6A7C-4990-25D8-FA5BA2CE15EC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Rectangle 51">
                <a:extLst>
                  <a:ext uri="{FF2B5EF4-FFF2-40B4-BE49-F238E27FC236}">
                    <a16:creationId xmlns:a16="http://schemas.microsoft.com/office/drawing/2014/main" id="{3DA70145-2A92-D7A0-D451-36BB2371FD3A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1F92BD0-4531-CFE2-97EE-936EBD55831D}"/>
              </a:ext>
            </a:extLst>
          </p:cNvPr>
          <p:cNvGrpSpPr/>
          <p:nvPr/>
        </p:nvGrpSpPr>
        <p:grpSpPr>
          <a:xfrm>
            <a:off x="9178871" y="5141867"/>
            <a:ext cx="2220077" cy="720078"/>
            <a:chOff x="2129878" y="2634740"/>
            <a:chExt cx="2220077" cy="720078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46FA8F6-95E8-6401-4DFC-EB67E7A33DC3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1DEDFC5-2508-5B0B-A3C3-A999EE135574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AE04E9FD-818A-2A70-F4B3-95D14818575A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Rectangle 51">
                <a:extLst>
                  <a:ext uri="{FF2B5EF4-FFF2-40B4-BE49-F238E27FC236}">
                    <a16:creationId xmlns:a16="http://schemas.microsoft.com/office/drawing/2014/main" id="{2AC94A1F-4ABF-A436-2ABC-AB3B8EDA89C6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A3C6DCD7-D5D3-3576-2613-9326A8CDCF34}"/>
              </a:ext>
            </a:extLst>
          </p:cNvPr>
          <p:cNvSpPr txBox="1"/>
          <p:nvPr/>
        </p:nvSpPr>
        <p:spPr>
          <a:xfrm>
            <a:off x="978254" y="3795253"/>
            <a:ext cx="1882247" cy="2901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000" b="1" dirty="0"/>
              <a:t>Phase 01</a:t>
            </a:r>
            <a:endParaRPr lang="en-US" sz="2000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71339C2-DE2A-2E52-5606-B67395453F26}"/>
              </a:ext>
            </a:extLst>
          </p:cNvPr>
          <p:cNvSpPr txBox="1"/>
          <p:nvPr/>
        </p:nvSpPr>
        <p:spPr>
          <a:xfrm>
            <a:off x="3764916" y="2979176"/>
            <a:ext cx="1882247" cy="2901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000" b="1" dirty="0"/>
              <a:t>Phase 02</a:t>
            </a:r>
            <a:endParaRPr lang="en-US" sz="20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9059652-FF4E-212D-9023-659EE36A4581}"/>
              </a:ext>
            </a:extLst>
          </p:cNvPr>
          <p:cNvSpPr txBox="1"/>
          <p:nvPr/>
        </p:nvSpPr>
        <p:spPr>
          <a:xfrm>
            <a:off x="6551578" y="2182763"/>
            <a:ext cx="1882247" cy="2901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000" b="1" dirty="0"/>
              <a:t>Phase 03</a:t>
            </a:r>
            <a:endParaRPr lang="en-US" sz="20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471EACB-5D79-8B12-4225-E5FD51D43AF1}"/>
              </a:ext>
            </a:extLst>
          </p:cNvPr>
          <p:cNvSpPr txBox="1"/>
          <p:nvPr/>
        </p:nvSpPr>
        <p:spPr>
          <a:xfrm>
            <a:off x="9338240" y="1189705"/>
            <a:ext cx="1882247" cy="2901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000" b="1" dirty="0"/>
              <a:t>Phase 04</a:t>
            </a:r>
            <a:endParaRPr lang="en-US" sz="20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72FE5C-1ADD-9651-BE04-B3F9B8CBCCDA}"/>
              </a:ext>
            </a:extLst>
          </p:cNvPr>
          <p:cNvSpPr/>
          <p:nvPr/>
        </p:nvSpPr>
        <p:spPr>
          <a:xfrm>
            <a:off x="6192161" y="2942705"/>
            <a:ext cx="2601080" cy="32946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5AA858-7901-FCBF-9451-5237F291DC80}"/>
              </a:ext>
            </a:extLst>
          </p:cNvPr>
          <p:cNvSpPr txBox="1"/>
          <p:nvPr/>
        </p:nvSpPr>
        <p:spPr>
          <a:xfrm>
            <a:off x="6487645" y="3079975"/>
            <a:ext cx="2010112" cy="2741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</a:rPr>
              <a:t>2026</a:t>
            </a:r>
            <a:endParaRPr lang="en-US" sz="1800" b="1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0903BB-3A55-D1A2-2E03-5C12AD3B24F5}"/>
              </a:ext>
            </a:extLst>
          </p:cNvPr>
          <p:cNvCxnSpPr>
            <a:cxnSpLocks/>
          </p:cNvCxnSpPr>
          <p:nvPr/>
        </p:nvCxnSpPr>
        <p:spPr>
          <a:xfrm>
            <a:off x="6376577" y="3466327"/>
            <a:ext cx="223224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83D1B1AE-E28E-C1C8-5F50-E6B8E20706BB}"/>
              </a:ext>
            </a:extLst>
          </p:cNvPr>
          <p:cNvGrpSpPr/>
          <p:nvPr/>
        </p:nvGrpSpPr>
        <p:grpSpPr>
          <a:xfrm>
            <a:off x="6382663" y="3753728"/>
            <a:ext cx="2220077" cy="720078"/>
            <a:chOff x="2129878" y="2634740"/>
            <a:chExt cx="2220077" cy="72007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8C3E488-43AD-D0ED-539F-620BDC0E93BF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1BA112A-BDC3-5F20-CDE5-EC788503BB00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A5DE55A-ABFC-4DE2-8E54-B12B0E7F4205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Rectangle 51">
                <a:extLst>
                  <a:ext uri="{FF2B5EF4-FFF2-40B4-BE49-F238E27FC236}">
                    <a16:creationId xmlns:a16="http://schemas.microsoft.com/office/drawing/2014/main" id="{F5343228-7EC3-B397-D51C-1907C8E3175E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B5D3FA7-B0A9-A7ED-AE8C-1B3E5C6EA8B5}"/>
              </a:ext>
            </a:extLst>
          </p:cNvPr>
          <p:cNvGrpSpPr/>
          <p:nvPr/>
        </p:nvGrpSpPr>
        <p:grpSpPr>
          <a:xfrm>
            <a:off x="6382663" y="4621102"/>
            <a:ext cx="2220077" cy="720078"/>
            <a:chOff x="2129878" y="2634740"/>
            <a:chExt cx="2220077" cy="72007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B92658-7F9C-2B18-5E44-FD1E0A45FCAD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3FAD2AE-E723-4859-A5A1-1CC96FB7AB0C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571D0924-8C9A-23B1-40F9-BD9D0E752F3F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Rectangle 51">
                <a:extLst>
                  <a:ext uri="{FF2B5EF4-FFF2-40B4-BE49-F238E27FC236}">
                    <a16:creationId xmlns:a16="http://schemas.microsoft.com/office/drawing/2014/main" id="{FB96B6B6-F12D-9263-8E61-F7102A17BB8E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0BA6B4E7-1E51-3BDE-3768-84A99B075109}"/>
              </a:ext>
            </a:extLst>
          </p:cNvPr>
          <p:cNvCxnSpPr>
            <a:cxnSpLocks/>
          </p:cNvCxnSpPr>
          <p:nvPr/>
        </p:nvCxnSpPr>
        <p:spPr>
          <a:xfrm>
            <a:off x="440506" y="6237312"/>
            <a:ext cx="113078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C68206B-5B5F-2C64-E5EF-D6A84DAD7575}"/>
              </a:ext>
            </a:extLst>
          </p:cNvPr>
          <p:cNvGrpSpPr/>
          <p:nvPr/>
        </p:nvGrpSpPr>
        <p:grpSpPr>
          <a:xfrm>
            <a:off x="9765961" y="1617876"/>
            <a:ext cx="1026804" cy="1026804"/>
            <a:chOff x="9137976" y="-1304300"/>
            <a:chExt cx="1026804" cy="1026804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8E15853-31FE-2198-C36C-7472D7DCBC6A}"/>
                </a:ext>
              </a:extLst>
            </p:cNvPr>
            <p:cNvSpPr/>
            <p:nvPr/>
          </p:nvSpPr>
          <p:spPr>
            <a:xfrm>
              <a:off x="9137976" y="-1304300"/>
              <a:ext cx="1026804" cy="1026804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45029F0-23B1-55BA-D2F6-A69E67F9CE4F}"/>
                </a:ext>
              </a:extLst>
            </p:cNvPr>
            <p:cNvSpPr/>
            <p:nvPr/>
          </p:nvSpPr>
          <p:spPr>
            <a:xfrm>
              <a:off x="9256454" y="-1185822"/>
              <a:ext cx="789848" cy="789848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7710CCB-5281-05B5-195A-F34D55644986}"/>
                </a:ext>
              </a:extLst>
            </p:cNvPr>
            <p:cNvSpPr/>
            <p:nvPr/>
          </p:nvSpPr>
          <p:spPr>
            <a:xfrm>
              <a:off x="9393665" y="-1048611"/>
              <a:ext cx="515427" cy="51542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D410D78-AF09-DB10-0B59-FBFA5D315ACA}"/>
                </a:ext>
              </a:extLst>
            </p:cNvPr>
            <p:cNvSpPr/>
            <p:nvPr/>
          </p:nvSpPr>
          <p:spPr>
            <a:xfrm>
              <a:off x="9550796" y="-891480"/>
              <a:ext cx="201164" cy="2011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4A83C2D-8197-ABAB-144A-C1826075EA3B}"/>
              </a:ext>
            </a:extLst>
          </p:cNvPr>
          <p:cNvGrpSpPr/>
          <p:nvPr/>
        </p:nvGrpSpPr>
        <p:grpSpPr>
          <a:xfrm rot="2942001">
            <a:off x="9636844" y="1803657"/>
            <a:ext cx="798963" cy="108651"/>
            <a:chOff x="7324028" y="1612232"/>
            <a:chExt cx="1296144" cy="176262"/>
          </a:xfrm>
        </p:grpSpPr>
        <p:sp>
          <p:nvSpPr>
            <p:cNvPr id="102" name="Arrow: Chevron 101">
              <a:extLst>
                <a:ext uri="{FF2B5EF4-FFF2-40B4-BE49-F238E27FC236}">
                  <a16:creationId xmlns:a16="http://schemas.microsoft.com/office/drawing/2014/main" id="{5EAC7D7D-E1FB-4264-8DF8-696FE93A4A33}"/>
                </a:ext>
              </a:extLst>
            </p:cNvPr>
            <p:cNvSpPr/>
            <p:nvPr/>
          </p:nvSpPr>
          <p:spPr>
            <a:xfrm>
              <a:off x="7346147" y="1612232"/>
              <a:ext cx="293773" cy="176262"/>
            </a:xfrm>
            <a:prstGeom prst="chevron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1" name="Arrow: Right 100">
              <a:extLst>
                <a:ext uri="{FF2B5EF4-FFF2-40B4-BE49-F238E27FC236}">
                  <a16:creationId xmlns:a16="http://schemas.microsoft.com/office/drawing/2014/main" id="{C22B3AC7-3B94-8C0D-D683-738094331254}"/>
                </a:ext>
              </a:extLst>
            </p:cNvPr>
            <p:cNvSpPr/>
            <p:nvPr/>
          </p:nvSpPr>
          <p:spPr>
            <a:xfrm>
              <a:off x="7324028" y="1628355"/>
              <a:ext cx="1296144" cy="144016"/>
            </a:xfrm>
            <a:prstGeom prst="right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9612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F3A25C-AB23-1945-999A-6A18A2F354EA}"/>
              </a:ext>
            </a:extLst>
          </p:cNvPr>
          <p:cNvSpPr/>
          <p:nvPr/>
        </p:nvSpPr>
        <p:spPr>
          <a:xfrm>
            <a:off x="8978823" y="2128058"/>
            <a:ext cx="2601080" cy="410925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4E2AED-1C77-04BD-1D53-91B7BFA242FD}"/>
              </a:ext>
            </a:extLst>
          </p:cNvPr>
          <p:cNvSpPr txBox="1"/>
          <p:nvPr/>
        </p:nvSpPr>
        <p:spPr>
          <a:xfrm>
            <a:off x="9274307" y="2745679"/>
            <a:ext cx="2010112" cy="2741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</a:rPr>
              <a:t>2027</a:t>
            </a:r>
            <a:endParaRPr lang="en-US" sz="1800" b="1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A6265A6-2B59-CB53-4585-DB071067AF08}"/>
              </a:ext>
            </a:extLst>
          </p:cNvPr>
          <p:cNvCxnSpPr>
            <a:cxnSpLocks/>
          </p:cNvCxnSpPr>
          <p:nvPr/>
        </p:nvCxnSpPr>
        <p:spPr>
          <a:xfrm>
            <a:off x="9163239" y="3132030"/>
            <a:ext cx="223224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1610D551-65EA-2914-04AA-7359AA26D6B9}"/>
              </a:ext>
            </a:extLst>
          </p:cNvPr>
          <p:cNvGrpSpPr/>
          <p:nvPr/>
        </p:nvGrpSpPr>
        <p:grpSpPr>
          <a:xfrm>
            <a:off x="9178871" y="3396181"/>
            <a:ext cx="2220077" cy="720078"/>
            <a:chOff x="2129878" y="2634740"/>
            <a:chExt cx="2220077" cy="72007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EDE9337-8064-A9DE-9FD5-57BCDF3D9721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11A0588-0488-46FB-3614-12E31852E30A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0A5AD6F-FAD4-4FC7-2C82-0083D4DC2F42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Rectangle 51">
                <a:extLst>
                  <a:ext uri="{FF2B5EF4-FFF2-40B4-BE49-F238E27FC236}">
                    <a16:creationId xmlns:a16="http://schemas.microsoft.com/office/drawing/2014/main" id="{F8128389-9187-23FE-2ACE-85BF91C6EAEE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DC202AE-86BB-5EDB-24F6-17831D8A1EF2}"/>
              </a:ext>
            </a:extLst>
          </p:cNvPr>
          <p:cNvGrpSpPr/>
          <p:nvPr/>
        </p:nvGrpSpPr>
        <p:grpSpPr>
          <a:xfrm>
            <a:off x="9178871" y="4269024"/>
            <a:ext cx="2220077" cy="720078"/>
            <a:chOff x="2129878" y="2634740"/>
            <a:chExt cx="2220077" cy="72007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9EB5BD-4AC9-900E-AC59-4716F99CB81B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8A734BA-58A3-71B9-7FDF-6BC19547299D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4DC458A-9C6D-F196-4B0E-C4E551C6C443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Rectangle 51">
                <a:extLst>
                  <a:ext uri="{FF2B5EF4-FFF2-40B4-BE49-F238E27FC236}">
                    <a16:creationId xmlns:a16="http://schemas.microsoft.com/office/drawing/2014/main" id="{FA51BDED-5F0E-979B-D879-9F9B35897BBC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AFECC1-77D1-6293-AF4D-8D00DBDB4461}"/>
              </a:ext>
            </a:extLst>
          </p:cNvPr>
          <p:cNvGrpSpPr/>
          <p:nvPr/>
        </p:nvGrpSpPr>
        <p:grpSpPr>
          <a:xfrm>
            <a:off x="9178871" y="5141867"/>
            <a:ext cx="2220077" cy="720078"/>
            <a:chOff x="2129878" y="2634740"/>
            <a:chExt cx="2220077" cy="72007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965AE94-511A-6015-285F-DECD27B0A1A8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B48EE80-5267-0424-1780-E42B78F47DF7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26ED2FD-BB43-F7AB-BE4B-1A13420C71CE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Rectangle 51">
                <a:extLst>
                  <a:ext uri="{FF2B5EF4-FFF2-40B4-BE49-F238E27FC236}">
                    <a16:creationId xmlns:a16="http://schemas.microsoft.com/office/drawing/2014/main" id="{8E71444F-DE44-3D0A-D4B8-60D38E470A48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8225484-6CB2-6F8D-A86B-3C131D1B598F}"/>
              </a:ext>
            </a:extLst>
          </p:cNvPr>
          <p:cNvSpPr/>
          <p:nvPr/>
        </p:nvSpPr>
        <p:spPr>
          <a:xfrm>
            <a:off x="1917330" y="1201215"/>
            <a:ext cx="7811620" cy="3233131"/>
          </a:xfrm>
          <a:custGeom>
            <a:avLst/>
            <a:gdLst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576051 h 2576051"/>
              <a:gd name="connsiteX1" fmla="*/ 2812026 w 8308258"/>
              <a:gd name="connsiteY1" fmla="*/ 1700980 h 2576051"/>
              <a:gd name="connsiteX2" fmla="*/ 5653548 w 8308258"/>
              <a:gd name="connsiteY2" fmla="*/ 963561 h 2576051"/>
              <a:gd name="connsiteX3" fmla="*/ 8308258 w 8308258"/>
              <a:gd name="connsiteY3" fmla="*/ 0 h 2576051"/>
              <a:gd name="connsiteX0" fmla="*/ 0 w 8308258"/>
              <a:gd name="connsiteY0" fmla="*/ 2989245 h 2989245"/>
              <a:gd name="connsiteX1" fmla="*/ 2812026 w 8308258"/>
              <a:gd name="connsiteY1" fmla="*/ 2114174 h 2989245"/>
              <a:gd name="connsiteX2" fmla="*/ 5653548 w 8308258"/>
              <a:gd name="connsiteY2" fmla="*/ 1376755 h 2989245"/>
              <a:gd name="connsiteX3" fmla="*/ 8308258 w 8308258"/>
              <a:gd name="connsiteY3" fmla="*/ 413194 h 298924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0 w 8308258"/>
              <a:gd name="connsiteY0" fmla="*/ 2929585 h 2929585"/>
              <a:gd name="connsiteX1" fmla="*/ 2812026 w 8308258"/>
              <a:gd name="connsiteY1" fmla="*/ 2054514 h 2929585"/>
              <a:gd name="connsiteX2" fmla="*/ 5653548 w 8308258"/>
              <a:gd name="connsiteY2" fmla="*/ 1317095 h 2929585"/>
              <a:gd name="connsiteX3" fmla="*/ 8308258 w 8308258"/>
              <a:gd name="connsiteY3" fmla="*/ 353534 h 2929585"/>
              <a:gd name="connsiteX0" fmla="*/ 39 w 8308297"/>
              <a:gd name="connsiteY0" fmla="*/ 2929585 h 2929585"/>
              <a:gd name="connsiteX1" fmla="*/ 2812065 w 8308297"/>
              <a:gd name="connsiteY1" fmla="*/ 2054514 h 2929585"/>
              <a:gd name="connsiteX2" fmla="*/ 5653587 w 8308297"/>
              <a:gd name="connsiteY2" fmla="*/ 1317095 h 2929585"/>
              <a:gd name="connsiteX3" fmla="*/ 8308297 w 8308297"/>
              <a:gd name="connsiteY3" fmla="*/ 353534 h 2929585"/>
              <a:gd name="connsiteX0" fmla="*/ 39 w 8308297"/>
              <a:gd name="connsiteY0" fmla="*/ 2929585 h 2929585"/>
              <a:gd name="connsiteX1" fmla="*/ 2812065 w 8308297"/>
              <a:gd name="connsiteY1" fmla="*/ 2054514 h 2929585"/>
              <a:gd name="connsiteX2" fmla="*/ 5653587 w 8308297"/>
              <a:gd name="connsiteY2" fmla="*/ 1317095 h 2929585"/>
              <a:gd name="connsiteX3" fmla="*/ 8308297 w 8308297"/>
              <a:gd name="connsiteY3" fmla="*/ 353534 h 2929585"/>
              <a:gd name="connsiteX0" fmla="*/ 39 w 8308297"/>
              <a:gd name="connsiteY0" fmla="*/ 2972746 h 2972746"/>
              <a:gd name="connsiteX1" fmla="*/ 2812065 w 8308297"/>
              <a:gd name="connsiteY1" fmla="*/ 2097675 h 2972746"/>
              <a:gd name="connsiteX2" fmla="*/ 5653587 w 8308297"/>
              <a:gd name="connsiteY2" fmla="*/ 1360256 h 2972746"/>
              <a:gd name="connsiteX3" fmla="*/ 8308297 w 8308297"/>
              <a:gd name="connsiteY3" fmla="*/ 396695 h 2972746"/>
              <a:gd name="connsiteX0" fmla="*/ 39 w 8308297"/>
              <a:gd name="connsiteY0" fmla="*/ 2972746 h 2972746"/>
              <a:gd name="connsiteX1" fmla="*/ 2812065 w 8308297"/>
              <a:gd name="connsiteY1" fmla="*/ 2097675 h 2972746"/>
              <a:gd name="connsiteX2" fmla="*/ 5653587 w 8308297"/>
              <a:gd name="connsiteY2" fmla="*/ 1360256 h 2972746"/>
              <a:gd name="connsiteX3" fmla="*/ 8308297 w 8308297"/>
              <a:gd name="connsiteY3" fmla="*/ 396695 h 2972746"/>
              <a:gd name="connsiteX0" fmla="*/ 39 w 8308297"/>
              <a:gd name="connsiteY0" fmla="*/ 2972746 h 2972746"/>
              <a:gd name="connsiteX1" fmla="*/ 2812065 w 8308297"/>
              <a:gd name="connsiteY1" fmla="*/ 2097675 h 2972746"/>
              <a:gd name="connsiteX2" fmla="*/ 5653587 w 8308297"/>
              <a:gd name="connsiteY2" fmla="*/ 1360256 h 2972746"/>
              <a:gd name="connsiteX3" fmla="*/ 8308297 w 8308297"/>
              <a:gd name="connsiteY3" fmla="*/ 396695 h 2972746"/>
              <a:gd name="connsiteX0" fmla="*/ 39 w 8308297"/>
              <a:gd name="connsiteY0" fmla="*/ 2990209 h 2990209"/>
              <a:gd name="connsiteX1" fmla="*/ 2812065 w 8308297"/>
              <a:gd name="connsiteY1" fmla="*/ 2115138 h 2990209"/>
              <a:gd name="connsiteX2" fmla="*/ 5653587 w 8308297"/>
              <a:gd name="connsiteY2" fmla="*/ 1377719 h 2990209"/>
              <a:gd name="connsiteX3" fmla="*/ 8308297 w 8308297"/>
              <a:gd name="connsiteY3" fmla="*/ 414158 h 2990209"/>
              <a:gd name="connsiteX0" fmla="*/ 39 w 8308297"/>
              <a:gd name="connsiteY0" fmla="*/ 2990209 h 2990209"/>
              <a:gd name="connsiteX1" fmla="*/ 2812065 w 8308297"/>
              <a:gd name="connsiteY1" fmla="*/ 2115138 h 2990209"/>
              <a:gd name="connsiteX2" fmla="*/ 5653587 w 8308297"/>
              <a:gd name="connsiteY2" fmla="*/ 1377719 h 2990209"/>
              <a:gd name="connsiteX3" fmla="*/ 8308297 w 8308297"/>
              <a:gd name="connsiteY3" fmla="*/ 414158 h 2990209"/>
              <a:gd name="connsiteX0" fmla="*/ 37 w 8308295"/>
              <a:gd name="connsiteY0" fmla="*/ 2990209 h 2990209"/>
              <a:gd name="connsiteX1" fmla="*/ 2812063 w 8308295"/>
              <a:gd name="connsiteY1" fmla="*/ 2115138 h 2990209"/>
              <a:gd name="connsiteX2" fmla="*/ 5653585 w 8308295"/>
              <a:gd name="connsiteY2" fmla="*/ 1377719 h 2990209"/>
              <a:gd name="connsiteX3" fmla="*/ 8308295 w 8308295"/>
              <a:gd name="connsiteY3" fmla="*/ 414158 h 2990209"/>
              <a:gd name="connsiteX0" fmla="*/ 37 w 8308295"/>
              <a:gd name="connsiteY0" fmla="*/ 2990209 h 2990209"/>
              <a:gd name="connsiteX1" fmla="*/ 2812063 w 8308295"/>
              <a:gd name="connsiteY1" fmla="*/ 2115138 h 2990209"/>
              <a:gd name="connsiteX2" fmla="*/ 5653585 w 8308295"/>
              <a:gd name="connsiteY2" fmla="*/ 1377719 h 2990209"/>
              <a:gd name="connsiteX3" fmla="*/ 8308295 w 8308295"/>
              <a:gd name="connsiteY3" fmla="*/ 414158 h 2990209"/>
              <a:gd name="connsiteX0" fmla="*/ 37 w 8308295"/>
              <a:gd name="connsiteY0" fmla="*/ 3053052 h 3053052"/>
              <a:gd name="connsiteX1" fmla="*/ 2812063 w 8308295"/>
              <a:gd name="connsiteY1" fmla="*/ 2177981 h 3053052"/>
              <a:gd name="connsiteX2" fmla="*/ 5653585 w 8308295"/>
              <a:gd name="connsiteY2" fmla="*/ 1440562 h 3053052"/>
              <a:gd name="connsiteX3" fmla="*/ 8308295 w 8308295"/>
              <a:gd name="connsiteY3" fmla="*/ 477001 h 3053052"/>
              <a:gd name="connsiteX0" fmla="*/ 0 w 8308258"/>
              <a:gd name="connsiteY0" fmla="*/ 3053052 h 3053052"/>
              <a:gd name="connsiteX1" fmla="*/ 2812026 w 8308258"/>
              <a:gd name="connsiteY1" fmla="*/ 2177981 h 3053052"/>
              <a:gd name="connsiteX2" fmla="*/ 5653548 w 8308258"/>
              <a:gd name="connsiteY2" fmla="*/ 1440562 h 3053052"/>
              <a:gd name="connsiteX3" fmla="*/ 8308258 w 8308258"/>
              <a:gd name="connsiteY3" fmla="*/ 477001 h 3053052"/>
              <a:gd name="connsiteX0" fmla="*/ 0 w 8308258"/>
              <a:gd name="connsiteY0" fmla="*/ 3053052 h 3053052"/>
              <a:gd name="connsiteX1" fmla="*/ 2812026 w 8308258"/>
              <a:gd name="connsiteY1" fmla="*/ 2177981 h 3053052"/>
              <a:gd name="connsiteX2" fmla="*/ 5653548 w 8308258"/>
              <a:gd name="connsiteY2" fmla="*/ 1440562 h 3053052"/>
              <a:gd name="connsiteX3" fmla="*/ 8308258 w 8308258"/>
              <a:gd name="connsiteY3" fmla="*/ 477001 h 3053052"/>
              <a:gd name="connsiteX0" fmla="*/ 0 w 8308258"/>
              <a:gd name="connsiteY0" fmla="*/ 3053052 h 3053052"/>
              <a:gd name="connsiteX1" fmla="*/ 2812026 w 8308258"/>
              <a:gd name="connsiteY1" fmla="*/ 2177981 h 3053052"/>
              <a:gd name="connsiteX2" fmla="*/ 5653548 w 8308258"/>
              <a:gd name="connsiteY2" fmla="*/ 1440562 h 3053052"/>
              <a:gd name="connsiteX3" fmla="*/ 8308258 w 8308258"/>
              <a:gd name="connsiteY3" fmla="*/ 477001 h 3053052"/>
              <a:gd name="connsiteX0" fmla="*/ 0 w 8308258"/>
              <a:gd name="connsiteY0" fmla="*/ 3053052 h 3053052"/>
              <a:gd name="connsiteX1" fmla="*/ 2812026 w 8308258"/>
              <a:gd name="connsiteY1" fmla="*/ 2177981 h 3053052"/>
              <a:gd name="connsiteX2" fmla="*/ 5653548 w 8308258"/>
              <a:gd name="connsiteY2" fmla="*/ 1440562 h 3053052"/>
              <a:gd name="connsiteX3" fmla="*/ 8308258 w 8308258"/>
              <a:gd name="connsiteY3" fmla="*/ 477001 h 3053052"/>
              <a:gd name="connsiteX0" fmla="*/ 0 w 8308258"/>
              <a:gd name="connsiteY0" fmla="*/ 3101400 h 3101400"/>
              <a:gd name="connsiteX1" fmla="*/ 2812026 w 8308258"/>
              <a:gd name="connsiteY1" fmla="*/ 2226329 h 3101400"/>
              <a:gd name="connsiteX2" fmla="*/ 5653548 w 8308258"/>
              <a:gd name="connsiteY2" fmla="*/ 1488910 h 3101400"/>
              <a:gd name="connsiteX3" fmla="*/ 8308258 w 8308258"/>
              <a:gd name="connsiteY3" fmla="*/ 525349 h 3101400"/>
              <a:gd name="connsiteX0" fmla="*/ 0 w 8308258"/>
              <a:gd name="connsiteY0" fmla="*/ 3119668 h 3119668"/>
              <a:gd name="connsiteX1" fmla="*/ 2812026 w 8308258"/>
              <a:gd name="connsiteY1" fmla="*/ 2244597 h 3119668"/>
              <a:gd name="connsiteX2" fmla="*/ 5609694 w 8308258"/>
              <a:gd name="connsiteY2" fmla="*/ 1441864 h 3119668"/>
              <a:gd name="connsiteX3" fmla="*/ 8308258 w 8308258"/>
              <a:gd name="connsiteY3" fmla="*/ 543617 h 3119668"/>
              <a:gd name="connsiteX0" fmla="*/ 0 w 8308258"/>
              <a:gd name="connsiteY0" fmla="*/ 3127664 h 3127664"/>
              <a:gd name="connsiteX1" fmla="*/ 2812026 w 8308258"/>
              <a:gd name="connsiteY1" fmla="*/ 2252593 h 3127664"/>
              <a:gd name="connsiteX2" fmla="*/ 5609694 w 8308258"/>
              <a:gd name="connsiteY2" fmla="*/ 1449860 h 3127664"/>
              <a:gd name="connsiteX3" fmla="*/ 8308258 w 8308258"/>
              <a:gd name="connsiteY3" fmla="*/ 551613 h 3127664"/>
              <a:gd name="connsiteX0" fmla="*/ 0 w 7867521"/>
              <a:gd name="connsiteY0" fmla="*/ 3380363 h 3380363"/>
              <a:gd name="connsiteX1" fmla="*/ 2812026 w 7867521"/>
              <a:gd name="connsiteY1" fmla="*/ 2505292 h 3380363"/>
              <a:gd name="connsiteX2" fmla="*/ 5609694 w 7867521"/>
              <a:gd name="connsiteY2" fmla="*/ 1702559 h 3380363"/>
              <a:gd name="connsiteX3" fmla="*/ 7867521 w 7867521"/>
              <a:gd name="connsiteY3" fmla="*/ 464677 h 3380363"/>
              <a:gd name="connsiteX0" fmla="*/ 0 w 7867521"/>
              <a:gd name="connsiteY0" fmla="*/ 3175950 h 3175950"/>
              <a:gd name="connsiteX1" fmla="*/ 2812026 w 7867521"/>
              <a:gd name="connsiteY1" fmla="*/ 2300879 h 3175950"/>
              <a:gd name="connsiteX2" fmla="*/ 5609694 w 7867521"/>
              <a:gd name="connsiteY2" fmla="*/ 1498146 h 3175950"/>
              <a:gd name="connsiteX3" fmla="*/ 7867521 w 7867521"/>
              <a:gd name="connsiteY3" fmla="*/ 260264 h 3175950"/>
              <a:gd name="connsiteX0" fmla="*/ 0 w 7867521"/>
              <a:gd name="connsiteY0" fmla="*/ 3170131 h 3170131"/>
              <a:gd name="connsiteX1" fmla="*/ 2812026 w 7867521"/>
              <a:gd name="connsiteY1" fmla="*/ 2295060 h 3170131"/>
              <a:gd name="connsiteX2" fmla="*/ 5609694 w 7867521"/>
              <a:gd name="connsiteY2" fmla="*/ 1492327 h 3170131"/>
              <a:gd name="connsiteX3" fmla="*/ 7867521 w 7867521"/>
              <a:gd name="connsiteY3" fmla="*/ 254445 h 3170131"/>
              <a:gd name="connsiteX0" fmla="*/ 0 w 7867521"/>
              <a:gd name="connsiteY0" fmla="*/ 3198736 h 3198736"/>
              <a:gd name="connsiteX1" fmla="*/ 2812026 w 7867521"/>
              <a:gd name="connsiteY1" fmla="*/ 2323665 h 3198736"/>
              <a:gd name="connsiteX2" fmla="*/ 5609694 w 7867521"/>
              <a:gd name="connsiteY2" fmla="*/ 1520932 h 3198736"/>
              <a:gd name="connsiteX3" fmla="*/ 7867521 w 7867521"/>
              <a:gd name="connsiteY3" fmla="*/ 283050 h 3198736"/>
              <a:gd name="connsiteX0" fmla="*/ 0 w 7867521"/>
              <a:gd name="connsiteY0" fmla="*/ 3233131 h 3233131"/>
              <a:gd name="connsiteX1" fmla="*/ 2812026 w 7867521"/>
              <a:gd name="connsiteY1" fmla="*/ 2358060 h 3233131"/>
              <a:gd name="connsiteX2" fmla="*/ 5609694 w 7867521"/>
              <a:gd name="connsiteY2" fmla="*/ 1555327 h 3233131"/>
              <a:gd name="connsiteX3" fmla="*/ 7867521 w 7867521"/>
              <a:gd name="connsiteY3" fmla="*/ 317445 h 323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7521" h="3233131">
                <a:moveTo>
                  <a:pt x="0" y="3233131"/>
                </a:moveTo>
                <a:cubicBezTo>
                  <a:pt x="23879" y="1804526"/>
                  <a:pt x="1811824" y="1232734"/>
                  <a:pt x="2812026" y="2358060"/>
                </a:cubicBezTo>
                <a:cubicBezTo>
                  <a:pt x="2774103" y="982835"/>
                  <a:pt x="4562008" y="293403"/>
                  <a:pt x="5609694" y="1555327"/>
                </a:cubicBezTo>
                <a:cubicBezTo>
                  <a:pt x="5604756" y="190282"/>
                  <a:pt x="6973566" y="-423228"/>
                  <a:pt x="7867521" y="317445"/>
                </a:cubicBezTo>
              </a:path>
            </a:pathLst>
          </a:custGeom>
          <a:noFill/>
          <a:ln cap="rnd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4B708-787A-F866-BF51-1081B50D6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/>
          <a:lstStyle/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Long-term Goals Slide Template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A1627E-05B5-534F-5ED1-E08EC3FA2210}"/>
              </a:ext>
            </a:extLst>
          </p:cNvPr>
          <p:cNvSpPr/>
          <p:nvPr/>
        </p:nvSpPr>
        <p:spPr>
          <a:xfrm>
            <a:off x="618837" y="4538749"/>
            <a:ext cx="2601080" cy="16985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AFD6A8-BDF7-49BB-4AC0-A9FCE4159D82}"/>
              </a:ext>
            </a:extLst>
          </p:cNvPr>
          <p:cNvSpPr/>
          <p:nvPr/>
        </p:nvSpPr>
        <p:spPr>
          <a:xfrm>
            <a:off x="3405499" y="3740727"/>
            <a:ext cx="2601080" cy="24965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4B10FA-03B6-83BB-6EB7-0FD187625EC1}"/>
              </a:ext>
            </a:extLst>
          </p:cNvPr>
          <p:cNvSpPr/>
          <p:nvPr/>
        </p:nvSpPr>
        <p:spPr>
          <a:xfrm>
            <a:off x="6192161" y="2942705"/>
            <a:ext cx="2601080" cy="32946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6F3DF5B-1A78-1AB9-BAB8-F6A2325CFC3C}"/>
              </a:ext>
            </a:extLst>
          </p:cNvPr>
          <p:cNvGrpSpPr/>
          <p:nvPr/>
        </p:nvGrpSpPr>
        <p:grpSpPr>
          <a:xfrm>
            <a:off x="9765961" y="1617876"/>
            <a:ext cx="1026804" cy="1026804"/>
            <a:chOff x="9137976" y="-1304300"/>
            <a:chExt cx="1026804" cy="1026804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EA18CE5-F9FB-E8F6-2D9B-9052C1A42E95}"/>
                </a:ext>
              </a:extLst>
            </p:cNvPr>
            <p:cNvSpPr/>
            <p:nvPr/>
          </p:nvSpPr>
          <p:spPr>
            <a:xfrm>
              <a:off x="9137976" y="-1304300"/>
              <a:ext cx="1026804" cy="1026804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72E4E8D-EA86-242E-6CBC-6293EFA3B7DF}"/>
                </a:ext>
              </a:extLst>
            </p:cNvPr>
            <p:cNvSpPr/>
            <p:nvPr/>
          </p:nvSpPr>
          <p:spPr>
            <a:xfrm>
              <a:off x="9256454" y="-1185822"/>
              <a:ext cx="789848" cy="789848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61A574B-7D5D-CCEF-1D64-E1287DA0C4C1}"/>
                </a:ext>
              </a:extLst>
            </p:cNvPr>
            <p:cNvSpPr/>
            <p:nvPr/>
          </p:nvSpPr>
          <p:spPr>
            <a:xfrm>
              <a:off x="9393665" y="-1048611"/>
              <a:ext cx="515427" cy="51542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044C81F-B776-69DC-2DA0-CE753593D79B}"/>
                </a:ext>
              </a:extLst>
            </p:cNvPr>
            <p:cNvSpPr/>
            <p:nvPr/>
          </p:nvSpPr>
          <p:spPr>
            <a:xfrm>
              <a:off x="9550796" y="-891480"/>
              <a:ext cx="201164" cy="2011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D51576D5-E247-7DC7-D0CF-F792DAC5897D}"/>
              </a:ext>
            </a:extLst>
          </p:cNvPr>
          <p:cNvSpPr txBox="1"/>
          <p:nvPr/>
        </p:nvSpPr>
        <p:spPr>
          <a:xfrm>
            <a:off x="914321" y="4643304"/>
            <a:ext cx="2010112" cy="2741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2024</a:t>
            </a:r>
            <a:endParaRPr lang="en-US" sz="1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C58CFA-E565-53B9-91DD-B38AA8FACF7A}"/>
              </a:ext>
            </a:extLst>
          </p:cNvPr>
          <p:cNvSpPr txBox="1"/>
          <p:nvPr/>
        </p:nvSpPr>
        <p:spPr>
          <a:xfrm>
            <a:off x="3700983" y="3856724"/>
            <a:ext cx="2010112" cy="2741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2025</a:t>
            </a:r>
            <a:endParaRPr lang="en-US" sz="1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49ABB5-B278-93A6-48FE-47599AA47B53}"/>
              </a:ext>
            </a:extLst>
          </p:cNvPr>
          <p:cNvSpPr txBox="1"/>
          <p:nvPr/>
        </p:nvSpPr>
        <p:spPr>
          <a:xfrm>
            <a:off x="6487645" y="3079975"/>
            <a:ext cx="2010112" cy="2741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2026</a:t>
            </a:r>
            <a:endParaRPr lang="en-US" sz="1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0BECDF2-59CA-622E-C575-44337F92B766}"/>
              </a:ext>
            </a:extLst>
          </p:cNvPr>
          <p:cNvCxnSpPr>
            <a:cxnSpLocks/>
          </p:cNvCxnSpPr>
          <p:nvPr/>
        </p:nvCxnSpPr>
        <p:spPr>
          <a:xfrm>
            <a:off x="803253" y="4990328"/>
            <a:ext cx="223224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A5E4E9F-0694-5DBF-4C3F-E80C28D42F20}"/>
              </a:ext>
            </a:extLst>
          </p:cNvPr>
          <p:cNvCxnSpPr>
            <a:cxnSpLocks/>
          </p:cNvCxnSpPr>
          <p:nvPr/>
        </p:nvCxnSpPr>
        <p:spPr>
          <a:xfrm>
            <a:off x="3589915" y="4223411"/>
            <a:ext cx="223224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DBA563C-D83E-CD22-4646-D585463A179B}"/>
              </a:ext>
            </a:extLst>
          </p:cNvPr>
          <p:cNvCxnSpPr>
            <a:cxnSpLocks/>
          </p:cNvCxnSpPr>
          <p:nvPr/>
        </p:nvCxnSpPr>
        <p:spPr>
          <a:xfrm>
            <a:off x="6376577" y="3466327"/>
            <a:ext cx="223224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4947AB34-8B16-0D81-4F63-07F3E00839B9}"/>
              </a:ext>
            </a:extLst>
          </p:cNvPr>
          <p:cNvSpPr/>
          <p:nvPr/>
        </p:nvSpPr>
        <p:spPr>
          <a:xfrm>
            <a:off x="1811880" y="4250957"/>
            <a:ext cx="214994" cy="21499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E739DF1-3638-B393-7212-C7311F8CDBC6}"/>
              </a:ext>
            </a:extLst>
          </p:cNvPr>
          <p:cNvSpPr/>
          <p:nvPr/>
        </p:nvSpPr>
        <p:spPr>
          <a:xfrm>
            <a:off x="4598542" y="3434880"/>
            <a:ext cx="214994" cy="21499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0E515E0-673A-A7E2-2001-947533BD0889}"/>
              </a:ext>
            </a:extLst>
          </p:cNvPr>
          <p:cNvSpPr/>
          <p:nvPr/>
        </p:nvSpPr>
        <p:spPr>
          <a:xfrm>
            <a:off x="7385204" y="2648299"/>
            <a:ext cx="214994" cy="214994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3A493E2-6848-6151-9F22-82BCE977BFE4}"/>
              </a:ext>
            </a:extLst>
          </p:cNvPr>
          <p:cNvGrpSpPr/>
          <p:nvPr/>
        </p:nvGrpSpPr>
        <p:grpSpPr>
          <a:xfrm>
            <a:off x="809339" y="5129379"/>
            <a:ext cx="2220077" cy="720078"/>
            <a:chOff x="2129878" y="2634740"/>
            <a:chExt cx="2220077" cy="720078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80361A6-2AD4-737A-4991-E81B8717E2FD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814A3921-F19F-724B-48E2-A327DC0B6A70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35B1F84-E669-04C8-21DD-01B78C130E6C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Rectangle 51">
                <a:extLst>
                  <a:ext uri="{FF2B5EF4-FFF2-40B4-BE49-F238E27FC236}">
                    <a16:creationId xmlns:a16="http://schemas.microsoft.com/office/drawing/2014/main" id="{642469E8-1817-D87D-76AA-DFC6933444B2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102BFC6-6B28-7E32-8E03-52F824F8B719}"/>
              </a:ext>
            </a:extLst>
          </p:cNvPr>
          <p:cNvGrpSpPr/>
          <p:nvPr/>
        </p:nvGrpSpPr>
        <p:grpSpPr>
          <a:xfrm>
            <a:off x="3596001" y="4403084"/>
            <a:ext cx="2220077" cy="720078"/>
            <a:chOff x="2129878" y="2634740"/>
            <a:chExt cx="2220077" cy="720078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F051482-CE82-B3E6-5D12-C72430C6268B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BC5954C-1C6B-0D5E-E322-B4062262095D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E9A4170E-C580-8234-CF7F-F27FCA0D9D56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Rectangle 51">
                <a:extLst>
                  <a:ext uri="{FF2B5EF4-FFF2-40B4-BE49-F238E27FC236}">
                    <a16:creationId xmlns:a16="http://schemas.microsoft.com/office/drawing/2014/main" id="{F053EBC3-EDC7-2F4D-BE32-DC1B7390D023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C9E2E50-75B8-B79E-9482-8DEEB552C1CB}"/>
              </a:ext>
            </a:extLst>
          </p:cNvPr>
          <p:cNvGrpSpPr/>
          <p:nvPr/>
        </p:nvGrpSpPr>
        <p:grpSpPr>
          <a:xfrm>
            <a:off x="3596001" y="5270458"/>
            <a:ext cx="2220077" cy="720078"/>
            <a:chOff x="2129878" y="2634740"/>
            <a:chExt cx="2220077" cy="720078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28D3C66-5E57-C597-4F3F-05898DC70339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36785654-D830-2AF9-6EDC-3006A82D327E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66D4BC16-7370-ABCD-320B-C9B25282861A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Rectangle 51">
                <a:extLst>
                  <a:ext uri="{FF2B5EF4-FFF2-40B4-BE49-F238E27FC236}">
                    <a16:creationId xmlns:a16="http://schemas.microsoft.com/office/drawing/2014/main" id="{0A045AD6-7831-2431-643B-122783B0C7F0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58EAD75-CDB7-4CD1-DC59-8E5AE9468A4F}"/>
              </a:ext>
            </a:extLst>
          </p:cNvPr>
          <p:cNvGrpSpPr/>
          <p:nvPr/>
        </p:nvGrpSpPr>
        <p:grpSpPr>
          <a:xfrm>
            <a:off x="6382663" y="3753728"/>
            <a:ext cx="2220077" cy="720078"/>
            <a:chOff x="2129878" y="2634740"/>
            <a:chExt cx="2220077" cy="720078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34FDFB0-DC93-8CDA-C75D-C688D3AF78E5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09390FB-73D8-B410-C6EB-AE253B260EB9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8DAAEF46-3F9E-B30E-AEC1-6792615A00B6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Rectangle 51">
                <a:extLst>
                  <a:ext uri="{FF2B5EF4-FFF2-40B4-BE49-F238E27FC236}">
                    <a16:creationId xmlns:a16="http://schemas.microsoft.com/office/drawing/2014/main" id="{244C58CC-EAD2-DB56-2F3F-5F4DF218DC41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142C5AB-42BC-9ADB-03FE-552EE356AE39}"/>
              </a:ext>
            </a:extLst>
          </p:cNvPr>
          <p:cNvGrpSpPr/>
          <p:nvPr/>
        </p:nvGrpSpPr>
        <p:grpSpPr>
          <a:xfrm>
            <a:off x="6382663" y="4621102"/>
            <a:ext cx="2220077" cy="720078"/>
            <a:chOff x="2129878" y="2634740"/>
            <a:chExt cx="2220077" cy="720078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6739622-0F6F-9576-6C47-E89A5C5D12C9}"/>
                </a:ext>
              </a:extLst>
            </p:cNvPr>
            <p:cNvSpPr txBox="1"/>
            <p:nvPr/>
          </p:nvSpPr>
          <p:spPr>
            <a:xfrm>
              <a:off x="2542056" y="2634740"/>
              <a:ext cx="1807899" cy="7200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sz="14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This is a sample text. Insert your desired text here.</a:t>
              </a:r>
              <a:endParaRPr 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700553B9-A4E2-7A9B-7772-A94ECF7979F4}"/>
                </a:ext>
              </a:extLst>
            </p:cNvPr>
            <p:cNvGrpSpPr/>
            <p:nvPr/>
          </p:nvGrpSpPr>
          <p:grpSpPr>
            <a:xfrm>
              <a:off x="2129878" y="2664660"/>
              <a:ext cx="260650" cy="260648"/>
              <a:chOff x="2129878" y="2664660"/>
              <a:chExt cx="260650" cy="260648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65510415-A5BC-2EE2-3076-AD6A3507C969}"/>
                  </a:ext>
                </a:extLst>
              </p:cNvPr>
              <p:cNvSpPr/>
              <p:nvPr/>
            </p:nvSpPr>
            <p:spPr>
              <a:xfrm>
                <a:off x="2129878" y="2664660"/>
                <a:ext cx="260650" cy="260648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Rectangle 51">
                <a:extLst>
                  <a:ext uri="{FF2B5EF4-FFF2-40B4-BE49-F238E27FC236}">
                    <a16:creationId xmlns:a16="http://schemas.microsoft.com/office/drawing/2014/main" id="{1B5725BE-5912-0EA6-3C80-F80FB10C6BF9}"/>
                  </a:ext>
                </a:extLst>
              </p:cNvPr>
              <p:cNvSpPr/>
              <p:nvPr/>
            </p:nvSpPr>
            <p:spPr>
              <a:xfrm rot="19036600">
                <a:off x="2221330" y="2758014"/>
                <a:ext cx="77745" cy="45719"/>
              </a:xfrm>
              <a:custGeom>
                <a:avLst/>
                <a:gdLst>
                  <a:gd name="connsiteX0" fmla="*/ 0 w 403106"/>
                  <a:gd name="connsiteY0" fmla="*/ 0 h 252028"/>
                  <a:gd name="connsiteX1" fmla="*/ 403106 w 403106"/>
                  <a:gd name="connsiteY1" fmla="*/ 0 h 252028"/>
                  <a:gd name="connsiteX2" fmla="*/ 403106 w 403106"/>
                  <a:gd name="connsiteY2" fmla="*/ 252028 h 252028"/>
                  <a:gd name="connsiteX3" fmla="*/ 0 w 403106"/>
                  <a:gd name="connsiteY3" fmla="*/ 252028 h 252028"/>
                  <a:gd name="connsiteX4" fmla="*/ 0 w 403106"/>
                  <a:gd name="connsiteY4" fmla="*/ 0 h 252028"/>
                  <a:gd name="connsiteX0" fmla="*/ 403106 w 494546"/>
                  <a:gd name="connsiteY0" fmla="*/ 0 h 252028"/>
                  <a:gd name="connsiteX1" fmla="*/ 403106 w 494546"/>
                  <a:gd name="connsiteY1" fmla="*/ 252028 h 252028"/>
                  <a:gd name="connsiteX2" fmla="*/ 0 w 494546"/>
                  <a:gd name="connsiteY2" fmla="*/ 252028 h 252028"/>
                  <a:gd name="connsiteX3" fmla="*/ 0 w 494546"/>
                  <a:gd name="connsiteY3" fmla="*/ 0 h 252028"/>
                  <a:gd name="connsiteX4" fmla="*/ 494546 w 494546"/>
                  <a:gd name="connsiteY4" fmla="*/ 91440 h 252028"/>
                  <a:gd name="connsiteX0" fmla="*/ 403106 w 403106"/>
                  <a:gd name="connsiteY0" fmla="*/ 0 h 252028"/>
                  <a:gd name="connsiteX1" fmla="*/ 403106 w 403106"/>
                  <a:gd name="connsiteY1" fmla="*/ 252028 h 252028"/>
                  <a:gd name="connsiteX2" fmla="*/ 0 w 403106"/>
                  <a:gd name="connsiteY2" fmla="*/ 252028 h 252028"/>
                  <a:gd name="connsiteX3" fmla="*/ 0 w 403106"/>
                  <a:gd name="connsiteY3" fmla="*/ 0 h 252028"/>
                  <a:gd name="connsiteX0" fmla="*/ 403106 w 403106"/>
                  <a:gd name="connsiteY0" fmla="*/ 252028 h 252028"/>
                  <a:gd name="connsiteX1" fmla="*/ 0 w 403106"/>
                  <a:gd name="connsiteY1" fmla="*/ 252028 h 252028"/>
                  <a:gd name="connsiteX2" fmla="*/ 0 w 403106"/>
                  <a:gd name="connsiteY2" fmla="*/ 0 h 25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106" h="252028">
                    <a:moveTo>
                      <a:pt x="403106" y="252028"/>
                    </a:moveTo>
                    <a:lnTo>
                      <a:pt x="0" y="252028"/>
                    </a:lnTo>
                    <a:lnTo>
                      <a:pt x="0" y="0"/>
                    </a:lnTo>
                  </a:path>
                </a:pathLst>
              </a:custGeom>
              <a:noFill/>
              <a:ln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4A83C2D-8197-ABAB-144A-C1826075EA3B}"/>
              </a:ext>
            </a:extLst>
          </p:cNvPr>
          <p:cNvGrpSpPr/>
          <p:nvPr/>
        </p:nvGrpSpPr>
        <p:grpSpPr>
          <a:xfrm rot="2942001">
            <a:off x="9636844" y="1803657"/>
            <a:ext cx="798963" cy="108651"/>
            <a:chOff x="7324028" y="1612232"/>
            <a:chExt cx="1296144" cy="176262"/>
          </a:xfrm>
        </p:grpSpPr>
        <p:sp>
          <p:nvSpPr>
            <p:cNvPr id="102" name="Arrow: Chevron 101">
              <a:extLst>
                <a:ext uri="{FF2B5EF4-FFF2-40B4-BE49-F238E27FC236}">
                  <a16:creationId xmlns:a16="http://schemas.microsoft.com/office/drawing/2014/main" id="{5EAC7D7D-E1FB-4264-8DF8-696FE93A4A33}"/>
                </a:ext>
              </a:extLst>
            </p:cNvPr>
            <p:cNvSpPr/>
            <p:nvPr/>
          </p:nvSpPr>
          <p:spPr>
            <a:xfrm>
              <a:off x="7346147" y="1612232"/>
              <a:ext cx="293773" cy="176262"/>
            </a:xfrm>
            <a:prstGeom prst="chevron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1" name="Arrow: Right 100">
              <a:extLst>
                <a:ext uri="{FF2B5EF4-FFF2-40B4-BE49-F238E27FC236}">
                  <a16:creationId xmlns:a16="http://schemas.microsoft.com/office/drawing/2014/main" id="{C22B3AC7-3B94-8C0D-D683-738094331254}"/>
                </a:ext>
              </a:extLst>
            </p:cNvPr>
            <p:cNvSpPr/>
            <p:nvPr/>
          </p:nvSpPr>
          <p:spPr>
            <a:xfrm>
              <a:off x="7324028" y="1628355"/>
              <a:ext cx="1296144" cy="144016"/>
            </a:xfrm>
            <a:prstGeom prst="right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A3C6DCD7-D5D3-3576-2613-9326A8CDCF34}"/>
              </a:ext>
            </a:extLst>
          </p:cNvPr>
          <p:cNvSpPr txBox="1"/>
          <p:nvPr/>
        </p:nvSpPr>
        <p:spPr>
          <a:xfrm>
            <a:off x="978254" y="3795253"/>
            <a:ext cx="1882247" cy="2901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000" b="1" dirty="0"/>
              <a:t>Phase 01</a:t>
            </a:r>
            <a:endParaRPr lang="en-US" sz="2000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71339C2-DE2A-2E52-5606-B67395453F26}"/>
              </a:ext>
            </a:extLst>
          </p:cNvPr>
          <p:cNvSpPr txBox="1"/>
          <p:nvPr/>
        </p:nvSpPr>
        <p:spPr>
          <a:xfrm>
            <a:off x="3764916" y="2979176"/>
            <a:ext cx="1882247" cy="2901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000" b="1" dirty="0"/>
              <a:t>Phase 02</a:t>
            </a:r>
            <a:endParaRPr lang="en-US" sz="20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9059652-FF4E-212D-9023-659EE36A4581}"/>
              </a:ext>
            </a:extLst>
          </p:cNvPr>
          <p:cNvSpPr txBox="1"/>
          <p:nvPr/>
        </p:nvSpPr>
        <p:spPr>
          <a:xfrm>
            <a:off x="6551578" y="2182763"/>
            <a:ext cx="1882247" cy="2901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000" b="1" dirty="0"/>
              <a:t>Phase 03</a:t>
            </a:r>
            <a:endParaRPr lang="en-US" sz="20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471EACB-5D79-8B12-4225-E5FD51D43AF1}"/>
              </a:ext>
            </a:extLst>
          </p:cNvPr>
          <p:cNvSpPr txBox="1"/>
          <p:nvPr/>
        </p:nvSpPr>
        <p:spPr>
          <a:xfrm>
            <a:off x="9338240" y="1189705"/>
            <a:ext cx="1882247" cy="2901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2000" b="1" dirty="0"/>
              <a:t>Phase 04</a:t>
            </a:r>
            <a:endParaRPr lang="en-US" sz="2000" b="1" dirty="0"/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0BA6B4E7-1E51-3BDE-3768-84A99B075109}"/>
              </a:ext>
            </a:extLst>
          </p:cNvPr>
          <p:cNvCxnSpPr>
            <a:cxnSpLocks/>
          </p:cNvCxnSpPr>
          <p:nvPr/>
        </p:nvCxnSpPr>
        <p:spPr>
          <a:xfrm>
            <a:off x="440506" y="6237312"/>
            <a:ext cx="113078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04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ndustryAnalys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35A35"/>
      </a:accent1>
      <a:accent2>
        <a:srgbClr val="ECB448"/>
      </a:accent2>
      <a:accent3>
        <a:srgbClr val="8BB74C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5539</TotalTime>
  <Words>595</Words>
  <Application>Microsoft Office PowerPoint</Application>
  <PresentationFormat>Custom</PresentationFormat>
  <Paragraphs>87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Segoe UI</vt:lpstr>
      <vt:lpstr>Office Theme</vt:lpstr>
      <vt:lpstr>Long-term Goals Slide Template</vt:lpstr>
      <vt:lpstr>Long-term Goals Slide Template</vt:lpstr>
      <vt:lpstr>Long-term Goals Slide Template</vt:lpstr>
      <vt:lpstr>Long-term Goals Slide Template</vt:lpstr>
      <vt:lpstr>Long-term Goals Slide Template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Julian M</cp:lastModifiedBy>
  <cp:revision>107</cp:revision>
  <dcterms:created xsi:type="dcterms:W3CDTF">2013-09-12T13:05:01Z</dcterms:created>
  <dcterms:modified xsi:type="dcterms:W3CDTF">2023-10-31T16:35:27Z</dcterms:modified>
</cp:coreProperties>
</file>