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8" r:id="rId2"/>
    <p:sldId id="290" r:id="rId3"/>
    <p:sldId id="292" r:id="rId4"/>
    <p:sldId id="289" r:id="rId5"/>
    <p:sldId id="287" r:id="rId6"/>
    <p:sldId id="284" r:id="rId7"/>
    <p:sldId id="285" r:id="rId8"/>
    <p:sldId id="286" r:id="rId9"/>
    <p:sldId id="291" r:id="rId10"/>
    <p:sldId id="268" r:id="rId1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CF7"/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A51E39-B557-4E89-8A9F-0482669964D0}" v="298" dt="2023-11-22T08:59:44.509"/>
    <p1510:client id="{7BD8F5AA-AE2A-467D-8A7C-B0AEE6AA44C6}" v="30" dt="2023-11-21T09:26:42.8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3001" autoAdjust="0"/>
  </p:normalViewPr>
  <p:slideViewPr>
    <p:cSldViewPr>
      <p:cViewPr varScale="1">
        <p:scale>
          <a:sx n="78" d="100"/>
          <a:sy n="78" d="100"/>
        </p:scale>
        <p:origin x="72" y="13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e Marayag" userId="6244a8f90c46a2b9" providerId="LiveId" clId="{5CA51E39-B557-4E89-8A9F-0482669964D0}"/>
    <pc:docChg chg="undo custSel addSld delSld modSld sldOrd modMainMaster">
      <pc:chgData name="Boe Marayag" userId="6244a8f90c46a2b9" providerId="LiveId" clId="{5CA51E39-B557-4E89-8A9F-0482669964D0}" dt="2023-11-22T08:59:44.509" v="2488" actId="207"/>
      <pc:docMkLst>
        <pc:docMk/>
      </pc:docMkLst>
      <pc:sldChg chg="delSp">
        <pc:chgData name="Boe Marayag" userId="6244a8f90c46a2b9" providerId="LiveId" clId="{5CA51E39-B557-4E89-8A9F-0482669964D0}" dt="2023-11-22T07:54:08.061" v="1831" actId="21"/>
        <pc:sldMkLst>
          <pc:docMk/>
          <pc:sldMk cId="896161359" sldId="268"/>
        </pc:sldMkLst>
        <pc:picChg chg="del">
          <ac:chgData name="Boe Marayag" userId="6244a8f90c46a2b9" providerId="LiveId" clId="{5CA51E39-B557-4E89-8A9F-0482669964D0}" dt="2023-11-22T07:54:08.061" v="1831" actId="21"/>
          <ac:picMkLst>
            <pc:docMk/>
            <pc:sldMk cId="896161359" sldId="268"/>
            <ac:picMk id="1026" creationId="{00000000-0000-0000-0000-000000000000}"/>
          </ac:picMkLst>
        </pc:picChg>
      </pc:sldChg>
      <pc:sldChg chg="del">
        <pc:chgData name="Boe Marayag" userId="6244a8f90c46a2b9" providerId="LiveId" clId="{5CA51E39-B557-4E89-8A9F-0482669964D0}" dt="2023-11-22T07:53:49.719" v="1830" actId="47"/>
        <pc:sldMkLst>
          <pc:docMk/>
          <pc:sldMk cId="3293146638" sldId="281"/>
        </pc:sldMkLst>
      </pc:sldChg>
      <pc:sldChg chg="del">
        <pc:chgData name="Boe Marayag" userId="6244a8f90c46a2b9" providerId="LiveId" clId="{5CA51E39-B557-4E89-8A9F-0482669964D0}" dt="2023-11-21T18:15:24.388" v="192" actId="47"/>
        <pc:sldMkLst>
          <pc:docMk/>
          <pc:sldMk cId="2140237949" sldId="282"/>
        </pc:sldMkLst>
      </pc:sldChg>
      <pc:sldChg chg="del">
        <pc:chgData name="Boe Marayag" userId="6244a8f90c46a2b9" providerId="LiveId" clId="{5CA51E39-B557-4E89-8A9F-0482669964D0}" dt="2023-11-21T22:18:42.468" v="1554" actId="47"/>
        <pc:sldMkLst>
          <pc:docMk/>
          <pc:sldMk cId="3747195026" sldId="283"/>
        </pc:sldMkLst>
      </pc:sldChg>
      <pc:sldChg chg="addSp delSp modSp mod">
        <pc:chgData name="Boe Marayag" userId="6244a8f90c46a2b9" providerId="LiveId" clId="{5CA51E39-B557-4E89-8A9F-0482669964D0}" dt="2023-11-21T22:35:21.542" v="1626" actId="571"/>
        <pc:sldMkLst>
          <pc:docMk/>
          <pc:sldMk cId="3587840741" sldId="284"/>
        </pc:sldMkLst>
        <pc:spChg chg="del">
          <ac:chgData name="Boe Marayag" userId="6244a8f90c46a2b9" providerId="LiveId" clId="{5CA51E39-B557-4E89-8A9F-0482669964D0}" dt="2023-11-21T18:17:04.866" v="193" actId="478"/>
          <ac:spMkLst>
            <pc:docMk/>
            <pc:sldMk cId="3587840741" sldId="284"/>
            <ac:spMk id="7" creationId="{B3CADF43-54E1-F82D-EC48-CBD7CE196707}"/>
          </ac:spMkLst>
        </pc:spChg>
        <pc:spChg chg="del">
          <ac:chgData name="Boe Marayag" userId="6244a8f90c46a2b9" providerId="LiveId" clId="{5CA51E39-B557-4E89-8A9F-0482669964D0}" dt="2023-11-21T18:17:04.866" v="193" actId="478"/>
          <ac:spMkLst>
            <pc:docMk/>
            <pc:sldMk cId="3587840741" sldId="284"/>
            <ac:spMk id="8" creationId="{2284CE2E-1929-99AD-3492-9959A6A9BA7F}"/>
          </ac:spMkLst>
        </pc:spChg>
        <pc:spChg chg="del">
          <ac:chgData name="Boe Marayag" userId="6244a8f90c46a2b9" providerId="LiveId" clId="{5CA51E39-B557-4E89-8A9F-0482669964D0}" dt="2023-11-21T18:17:04.866" v="193" actId="478"/>
          <ac:spMkLst>
            <pc:docMk/>
            <pc:sldMk cId="3587840741" sldId="284"/>
            <ac:spMk id="9" creationId="{02E6F317-09EA-510A-4E8A-EBABF9D7EF89}"/>
          </ac:spMkLst>
        </pc:spChg>
        <pc:spChg chg="mod">
          <ac:chgData name="Boe Marayag" userId="6244a8f90c46a2b9" providerId="LiveId" clId="{5CA51E39-B557-4E89-8A9F-0482669964D0}" dt="2023-11-21T18:19:19.861" v="213" actId="207"/>
          <ac:spMkLst>
            <pc:docMk/>
            <pc:sldMk cId="3587840741" sldId="284"/>
            <ac:spMk id="10" creationId="{27D3E568-A1C1-2B30-8E84-FE123F7AE886}"/>
          </ac:spMkLst>
        </pc:spChg>
        <pc:spChg chg="mod">
          <ac:chgData name="Boe Marayag" userId="6244a8f90c46a2b9" providerId="LiveId" clId="{5CA51E39-B557-4E89-8A9F-0482669964D0}" dt="2023-11-21T18:19:19.861" v="213" actId="207"/>
          <ac:spMkLst>
            <pc:docMk/>
            <pc:sldMk cId="3587840741" sldId="284"/>
            <ac:spMk id="11" creationId="{1FC36958-D7D3-734F-60D0-F574A29B2931}"/>
          </ac:spMkLst>
        </pc:spChg>
        <pc:spChg chg="mod">
          <ac:chgData name="Boe Marayag" userId="6244a8f90c46a2b9" providerId="LiveId" clId="{5CA51E39-B557-4E89-8A9F-0482669964D0}" dt="2023-11-21T18:19:19.861" v="213" actId="207"/>
          <ac:spMkLst>
            <pc:docMk/>
            <pc:sldMk cId="3587840741" sldId="284"/>
            <ac:spMk id="12" creationId="{D522EA9C-2B08-C916-E65C-C10E608B612D}"/>
          </ac:spMkLst>
        </pc:spChg>
        <pc:spChg chg="mod">
          <ac:chgData name="Boe Marayag" userId="6244a8f90c46a2b9" providerId="LiveId" clId="{5CA51E39-B557-4E89-8A9F-0482669964D0}" dt="2023-11-21T18:19:19.861" v="213" actId="207"/>
          <ac:spMkLst>
            <pc:docMk/>
            <pc:sldMk cId="3587840741" sldId="284"/>
            <ac:spMk id="13" creationId="{078A2A02-B222-DA1D-D73F-B481CE5BCEEB}"/>
          </ac:spMkLst>
        </pc:spChg>
        <pc:spChg chg="mod">
          <ac:chgData name="Boe Marayag" userId="6244a8f90c46a2b9" providerId="LiveId" clId="{5CA51E39-B557-4E89-8A9F-0482669964D0}" dt="2023-11-21T18:19:19.861" v="213" actId="207"/>
          <ac:spMkLst>
            <pc:docMk/>
            <pc:sldMk cId="3587840741" sldId="284"/>
            <ac:spMk id="14" creationId="{E86479CF-4E66-E80D-709C-CBE4FAED630F}"/>
          </ac:spMkLst>
        </pc:spChg>
        <pc:spChg chg="del">
          <ac:chgData name="Boe Marayag" userId="6244a8f90c46a2b9" providerId="LiveId" clId="{5CA51E39-B557-4E89-8A9F-0482669964D0}" dt="2023-11-21T18:17:04.866" v="193" actId="478"/>
          <ac:spMkLst>
            <pc:docMk/>
            <pc:sldMk cId="3587840741" sldId="284"/>
            <ac:spMk id="15" creationId="{467CC6A4-90B2-4093-DF09-2CCB4798F173}"/>
          </ac:spMkLst>
        </pc:spChg>
        <pc:spChg chg="del">
          <ac:chgData name="Boe Marayag" userId="6244a8f90c46a2b9" providerId="LiveId" clId="{5CA51E39-B557-4E89-8A9F-0482669964D0}" dt="2023-11-21T18:17:04.866" v="193" actId="478"/>
          <ac:spMkLst>
            <pc:docMk/>
            <pc:sldMk cId="3587840741" sldId="284"/>
            <ac:spMk id="16" creationId="{72F5EDE2-6D61-99BE-B280-7A05E7D10F92}"/>
          </ac:spMkLst>
        </pc:spChg>
        <pc:spChg chg="add mod ord">
          <ac:chgData name="Boe Marayag" userId="6244a8f90c46a2b9" providerId="LiveId" clId="{5CA51E39-B557-4E89-8A9F-0482669964D0}" dt="2023-11-21T22:34:05.945" v="1613" actId="207"/>
          <ac:spMkLst>
            <pc:docMk/>
            <pc:sldMk cId="3587840741" sldId="284"/>
            <ac:spMk id="22" creationId="{812567BD-ECC0-81D6-E5A2-5AFBB384B9C1}"/>
          </ac:spMkLst>
        </pc:spChg>
        <pc:spChg chg="del mod">
          <ac:chgData name="Boe Marayag" userId="6244a8f90c46a2b9" providerId="LiveId" clId="{5CA51E39-B557-4E89-8A9F-0482669964D0}" dt="2023-11-21T21:05:47.900" v="854" actId="478"/>
          <ac:spMkLst>
            <pc:docMk/>
            <pc:sldMk cId="3587840741" sldId="284"/>
            <ac:spMk id="34" creationId="{5F974B7E-30C4-18F2-FB91-7B096C2FFAC2}"/>
          </ac:spMkLst>
        </pc:spChg>
        <pc:spChg chg="mod">
          <ac:chgData name="Boe Marayag" userId="6244a8f90c46a2b9" providerId="LiveId" clId="{5CA51E39-B557-4E89-8A9F-0482669964D0}" dt="2023-11-21T21:05:59.443" v="856" actId="1036"/>
          <ac:spMkLst>
            <pc:docMk/>
            <pc:sldMk cId="3587840741" sldId="284"/>
            <ac:spMk id="35" creationId="{5A21F252-CDBE-2347-CC24-81CD506BBDEF}"/>
          </ac:spMkLst>
        </pc:spChg>
        <pc:spChg chg="mod">
          <ac:chgData name="Boe Marayag" userId="6244a8f90c46a2b9" providerId="LiveId" clId="{5CA51E39-B557-4E89-8A9F-0482669964D0}" dt="2023-11-21T21:05:59.443" v="856" actId="1036"/>
          <ac:spMkLst>
            <pc:docMk/>
            <pc:sldMk cId="3587840741" sldId="284"/>
            <ac:spMk id="36" creationId="{1B19C341-10E7-6128-4F94-F72C8C7D2A2A}"/>
          </ac:spMkLst>
        </pc:spChg>
        <pc:spChg chg="del mod">
          <ac:chgData name="Boe Marayag" userId="6244a8f90c46a2b9" providerId="LiveId" clId="{5CA51E39-B557-4E89-8A9F-0482669964D0}" dt="2023-11-21T21:05:47.900" v="854" actId="478"/>
          <ac:spMkLst>
            <pc:docMk/>
            <pc:sldMk cId="3587840741" sldId="284"/>
            <ac:spMk id="37" creationId="{4B9BAB5D-6BE9-34F1-6EEA-4CF2B7A4A407}"/>
          </ac:spMkLst>
        </pc:spChg>
        <pc:spChg chg="mod">
          <ac:chgData name="Boe Marayag" userId="6244a8f90c46a2b9" providerId="LiveId" clId="{5CA51E39-B557-4E89-8A9F-0482669964D0}" dt="2023-11-21T21:05:59.443" v="856" actId="1036"/>
          <ac:spMkLst>
            <pc:docMk/>
            <pc:sldMk cId="3587840741" sldId="284"/>
            <ac:spMk id="38" creationId="{DDEDB8E6-0115-FE6E-F2F8-BC7E93E09F3F}"/>
          </ac:spMkLst>
        </pc:spChg>
        <pc:spChg chg="mod">
          <ac:chgData name="Boe Marayag" userId="6244a8f90c46a2b9" providerId="LiveId" clId="{5CA51E39-B557-4E89-8A9F-0482669964D0}" dt="2023-11-21T21:05:59.443" v="856" actId="1036"/>
          <ac:spMkLst>
            <pc:docMk/>
            <pc:sldMk cId="3587840741" sldId="284"/>
            <ac:spMk id="39" creationId="{3BD4447B-578D-16A8-A6C3-E7BC0A71539B}"/>
          </ac:spMkLst>
        </pc:spChg>
        <pc:spChg chg="del">
          <ac:chgData name="Boe Marayag" userId="6244a8f90c46a2b9" providerId="LiveId" clId="{5CA51E39-B557-4E89-8A9F-0482669964D0}" dt="2023-11-21T18:17:27.592" v="198" actId="478"/>
          <ac:spMkLst>
            <pc:docMk/>
            <pc:sldMk cId="3587840741" sldId="284"/>
            <ac:spMk id="40" creationId="{DA45BB31-EAFF-899C-5B5A-0363D07F7457}"/>
          </ac:spMkLst>
        </pc:spChg>
        <pc:spChg chg="mod">
          <ac:chgData name="Boe Marayag" userId="6244a8f90c46a2b9" providerId="LiveId" clId="{5CA51E39-B557-4E89-8A9F-0482669964D0}" dt="2023-11-21T21:05:59.443" v="856" actId="1036"/>
          <ac:spMkLst>
            <pc:docMk/>
            <pc:sldMk cId="3587840741" sldId="284"/>
            <ac:spMk id="44" creationId="{096557F2-EE5C-3560-B2B5-4F48E989AE26}"/>
          </ac:spMkLst>
        </pc:spChg>
        <pc:spChg chg="mod">
          <ac:chgData name="Boe Marayag" userId="6244a8f90c46a2b9" providerId="LiveId" clId="{5CA51E39-B557-4E89-8A9F-0482669964D0}" dt="2023-11-21T21:05:59.443" v="856" actId="1036"/>
          <ac:spMkLst>
            <pc:docMk/>
            <pc:sldMk cId="3587840741" sldId="284"/>
            <ac:spMk id="45" creationId="{6C2A8789-25A9-C462-16BB-78A6CB79393C}"/>
          </ac:spMkLst>
        </pc:spChg>
        <pc:spChg chg="mod">
          <ac:chgData name="Boe Marayag" userId="6244a8f90c46a2b9" providerId="LiveId" clId="{5CA51E39-B557-4E89-8A9F-0482669964D0}" dt="2023-11-21T21:05:59.443" v="856" actId="1036"/>
          <ac:spMkLst>
            <pc:docMk/>
            <pc:sldMk cId="3587840741" sldId="284"/>
            <ac:spMk id="46" creationId="{88F3DD78-55C0-05D7-7E06-F80FD95E1B44}"/>
          </ac:spMkLst>
        </pc:spChg>
        <pc:spChg chg="mod">
          <ac:chgData name="Boe Marayag" userId="6244a8f90c46a2b9" providerId="LiveId" clId="{5CA51E39-B557-4E89-8A9F-0482669964D0}" dt="2023-11-21T21:05:59.443" v="856" actId="1036"/>
          <ac:spMkLst>
            <pc:docMk/>
            <pc:sldMk cId="3587840741" sldId="284"/>
            <ac:spMk id="47" creationId="{E1AF0F3E-40C4-1C00-9031-70113C5EC81E}"/>
          </ac:spMkLst>
        </pc:spChg>
        <pc:spChg chg="mod">
          <ac:chgData name="Boe Marayag" userId="6244a8f90c46a2b9" providerId="LiveId" clId="{5CA51E39-B557-4E89-8A9F-0482669964D0}" dt="2023-11-21T22:35:21.542" v="1626" actId="571"/>
          <ac:spMkLst>
            <pc:docMk/>
            <pc:sldMk cId="3587840741" sldId="284"/>
            <ac:spMk id="50" creationId="{7CAECF2B-79E2-1DD1-939D-7CCC5CB9BE5F}"/>
          </ac:spMkLst>
        </pc:spChg>
        <pc:spChg chg="mod">
          <ac:chgData name="Boe Marayag" userId="6244a8f90c46a2b9" providerId="LiveId" clId="{5CA51E39-B557-4E89-8A9F-0482669964D0}" dt="2023-11-21T22:35:21.542" v="1626" actId="571"/>
          <ac:spMkLst>
            <pc:docMk/>
            <pc:sldMk cId="3587840741" sldId="284"/>
            <ac:spMk id="52" creationId="{B486FF00-708F-7A79-9716-5519FC0898CC}"/>
          </ac:spMkLst>
        </pc:spChg>
        <pc:spChg chg="add mod">
          <ac:chgData name="Boe Marayag" userId="6244a8f90c46a2b9" providerId="LiveId" clId="{5CA51E39-B557-4E89-8A9F-0482669964D0}" dt="2023-11-21T22:35:21.542" v="1626" actId="571"/>
          <ac:spMkLst>
            <pc:docMk/>
            <pc:sldMk cId="3587840741" sldId="284"/>
            <ac:spMk id="53" creationId="{EF72DEE7-C05F-CAE5-954D-BA91BCE9941A}"/>
          </ac:spMkLst>
        </pc:spChg>
        <pc:spChg chg="mod">
          <ac:chgData name="Boe Marayag" userId="6244a8f90c46a2b9" providerId="LiveId" clId="{5CA51E39-B557-4E89-8A9F-0482669964D0}" dt="2023-11-21T22:35:21.542" v="1626" actId="571"/>
          <ac:spMkLst>
            <pc:docMk/>
            <pc:sldMk cId="3587840741" sldId="284"/>
            <ac:spMk id="55" creationId="{6B3D6778-98E2-7B08-A48A-10507C536E03}"/>
          </ac:spMkLst>
        </pc:spChg>
        <pc:spChg chg="mod">
          <ac:chgData name="Boe Marayag" userId="6244a8f90c46a2b9" providerId="LiveId" clId="{5CA51E39-B557-4E89-8A9F-0482669964D0}" dt="2023-11-21T22:35:21.542" v="1626" actId="571"/>
          <ac:spMkLst>
            <pc:docMk/>
            <pc:sldMk cId="3587840741" sldId="284"/>
            <ac:spMk id="56" creationId="{18FEDE0E-A765-7BAA-0B42-07ACEADED453}"/>
          </ac:spMkLst>
        </pc:spChg>
        <pc:spChg chg="add mod">
          <ac:chgData name="Boe Marayag" userId="6244a8f90c46a2b9" providerId="LiveId" clId="{5CA51E39-B557-4E89-8A9F-0482669964D0}" dt="2023-11-21T22:35:21.542" v="1626" actId="571"/>
          <ac:spMkLst>
            <pc:docMk/>
            <pc:sldMk cId="3587840741" sldId="284"/>
            <ac:spMk id="57" creationId="{69BD4896-2108-9DA8-92DD-5F2626390028}"/>
          </ac:spMkLst>
        </pc:spChg>
        <pc:spChg chg="mod">
          <ac:chgData name="Boe Marayag" userId="6244a8f90c46a2b9" providerId="LiveId" clId="{5CA51E39-B557-4E89-8A9F-0482669964D0}" dt="2023-11-21T22:35:21.542" v="1626" actId="571"/>
          <ac:spMkLst>
            <pc:docMk/>
            <pc:sldMk cId="3587840741" sldId="284"/>
            <ac:spMk id="59" creationId="{48C0C281-37A2-636A-FF51-7B5551F80822}"/>
          </ac:spMkLst>
        </pc:spChg>
        <pc:spChg chg="mod">
          <ac:chgData name="Boe Marayag" userId="6244a8f90c46a2b9" providerId="LiveId" clId="{5CA51E39-B557-4E89-8A9F-0482669964D0}" dt="2023-11-21T22:35:21.542" v="1626" actId="571"/>
          <ac:spMkLst>
            <pc:docMk/>
            <pc:sldMk cId="3587840741" sldId="284"/>
            <ac:spMk id="60" creationId="{FB32AF8B-B2BD-5083-2AED-F2EBC6B69D37}"/>
          </ac:spMkLst>
        </pc:spChg>
        <pc:spChg chg="add mod">
          <ac:chgData name="Boe Marayag" userId="6244a8f90c46a2b9" providerId="LiveId" clId="{5CA51E39-B557-4E89-8A9F-0482669964D0}" dt="2023-11-21T22:35:21.542" v="1626" actId="571"/>
          <ac:spMkLst>
            <pc:docMk/>
            <pc:sldMk cId="3587840741" sldId="284"/>
            <ac:spMk id="61" creationId="{364CF08E-EAA0-D259-1DC8-BF8DAD2398E9}"/>
          </ac:spMkLst>
        </pc:spChg>
        <pc:spChg chg="mod">
          <ac:chgData name="Boe Marayag" userId="6244a8f90c46a2b9" providerId="LiveId" clId="{5CA51E39-B557-4E89-8A9F-0482669964D0}" dt="2023-11-21T22:35:21.542" v="1626" actId="571"/>
          <ac:spMkLst>
            <pc:docMk/>
            <pc:sldMk cId="3587840741" sldId="284"/>
            <ac:spMk id="63" creationId="{9E1C26CC-B2EA-93C4-4220-32429331D821}"/>
          </ac:spMkLst>
        </pc:spChg>
        <pc:spChg chg="mod">
          <ac:chgData name="Boe Marayag" userId="6244a8f90c46a2b9" providerId="LiveId" clId="{5CA51E39-B557-4E89-8A9F-0482669964D0}" dt="2023-11-21T22:35:21.542" v="1626" actId="571"/>
          <ac:spMkLst>
            <pc:docMk/>
            <pc:sldMk cId="3587840741" sldId="284"/>
            <ac:spMk id="64" creationId="{AC112FE8-0430-7AAF-8C71-C79B31D93D5A}"/>
          </ac:spMkLst>
        </pc:spChg>
        <pc:spChg chg="add mod">
          <ac:chgData name="Boe Marayag" userId="6244a8f90c46a2b9" providerId="LiveId" clId="{5CA51E39-B557-4E89-8A9F-0482669964D0}" dt="2023-11-21T22:35:21.542" v="1626" actId="571"/>
          <ac:spMkLst>
            <pc:docMk/>
            <pc:sldMk cId="3587840741" sldId="284"/>
            <ac:spMk id="68" creationId="{55240520-0C48-6C66-C371-4004F0CC37ED}"/>
          </ac:spMkLst>
        </pc:spChg>
        <pc:spChg chg="mod">
          <ac:chgData name="Boe Marayag" userId="6244a8f90c46a2b9" providerId="LiveId" clId="{5CA51E39-B557-4E89-8A9F-0482669964D0}" dt="2023-11-21T22:34:32.884" v="1614" actId="1076"/>
          <ac:spMkLst>
            <pc:docMk/>
            <pc:sldMk cId="3587840741" sldId="284"/>
            <ac:spMk id="70" creationId="{0155DE3C-8714-DA91-50DC-81BC22948E41}"/>
          </ac:spMkLst>
        </pc:spChg>
        <pc:spChg chg="mod">
          <ac:chgData name="Boe Marayag" userId="6244a8f90c46a2b9" providerId="LiveId" clId="{5CA51E39-B557-4E89-8A9F-0482669964D0}" dt="2023-11-21T21:05:59.443" v="856" actId="1036"/>
          <ac:spMkLst>
            <pc:docMk/>
            <pc:sldMk cId="3587840741" sldId="284"/>
            <ac:spMk id="74" creationId="{E5396B75-4038-B859-FC17-7EB66FCB9B93}"/>
          </ac:spMkLst>
        </pc:spChg>
        <pc:spChg chg="del mod">
          <ac:chgData name="Boe Marayag" userId="6244a8f90c46a2b9" providerId="LiveId" clId="{5CA51E39-B557-4E89-8A9F-0482669964D0}" dt="2023-11-21T22:35:14.935" v="1625" actId="478"/>
          <ac:spMkLst>
            <pc:docMk/>
            <pc:sldMk cId="3587840741" sldId="284"/>
            <ac:spMk id="78" creationId="{7B0357B3-CD50-66C7-F09D-A3A6ADA94959}"/>
          </ac:spMkLst>
        </pc:spChg>
        <pc:spChg chg="del mod">
          <ac:chgData name="Boe Marayag" userId="6244a8f90c46a2b9" providerId="LiveId" clId="{5CA51E39-B557-4E89-8A9F-0482669964D0}" dt="2023-11-21T22:35:14.935" v="1625" actId="478"/>
          <ac:spMkLst>
            <pc:docMk/>
            <pc:sldMk cId="3587840741" sldId="284"/>
            <ac:spMk id="82" creationId="{6E589215-4A5E-94ED-0861-2456329F1D0C}"/>
          </ac:spMkLst>
        </pc:spChg>
        <pc:spChg chg="del">
          <ac:chgData name="Boe Marayag" userId="6244a8f90c46a2b9" providerId="LiveId" clId="{5CA51E39-B557-4E89-8A9F-0482669964D0}" dt="2023-11-21T18:17:27.592" v="198" actId="478"/>
          <ac:spMkLst>
            <pc:docMk/>
            <pc:sldMk cId="3587840741" sldId="284"/>
            <ac:spMk id="84" creationId="{AE04E6ED-8F11-8AE6-D772-01BDEEE92572}"/>
          </ac:spMkLst>
        </pc:spChg>
        <pc:spChg chg="mod">
          <ac:chgData name="Boe Marayag" userId="6244a8f90c46a2b9" providerId="LiveId" clId="{5CA51E39-B557-4E89-8A9F-0482669964D0}" dt="2023-11-21T22:34:32.884" v="1614" actId="1076"/>
          <ac:spMkLst>
            <pc:docMk/>
            <pc:sldMk cId="3587840741" sldId="284"/>
            <ac:spMk id="89" creationId="{6B406724-302B-0210-0201-81022DD3B94E}"/>
          </ac:spMkLst>
        </pc:spChg>
        <pc:spChg chg="mod">
          <ac:chgData name="Boe Marayag" userId="6244a8f90c46a2b9" providerId="LiveId" clId="{5CA51E39-B557-4E89-8A9F-0482669964D0}" dt="2023-11-21T21:05:59.443" v="856" actId="1036"/>
          <ac:spMkLst>
            <pc:docMk/>
            <pc:sldMk cId="3587840741" sldId="284"/>
            <ac:spMk id="93" creationId="{D102E289-ADE4-34CB-A20F-096C626B25C5}"/>
          </ac:spMkLst>
        </pc:spChg>
        <pc:spChg chg="del mod">
          <ac:chgData name="Boe Marayag" userId="6244a8f90c46a2b9" providerId="LiveId" clId="{5CA51E39-B557-4E89-8A9F-0482669964D0}" dt="2023-11-21T22:35:14.935" v="1625" actId="478"/>
          <ac:spMkLst>
            <pc:docMk/>
            <pc:sldMk cId="3587840741" sldId="284"/>
            <ac:spMk id="100" creationId="{D93BF4AD-E731-D586-A652-8E5CDC26EDFA}"/>
          </ac:spMkLst>
        </pc:spChg>
        <pc:spChg chg="del mod">
          <ac:chgData name="Boe Marayag" userId="6244a8f90c46a2b9" providerId="LiveId" clId="{5CA51E39-B557-4E89-8A9F-0482669964D0}" dt="2023-11-21T22:35:14.935" v="1625" actId="478"/>
          <ac:spMkLst>
            <pc:docMk/>
            <pc:sldMk cId="3587840741" sldId="284"/>
            <ac:spMk id="104" creationId="{AAB14924-73BC-27B0-B2F4-80F4C69AB9AE}"/>
          </ac:spMkLst>
        </pc:spChg>
        <pc:spChg chg="mod">
          <ac:chgData name="Boe Marayag" userId="6244a8f90c46a2b9" providerId="LiveId" clId="{5CA51E39-B557-4E89-8A9F-0482669964D0}" dt="2023-11-21T21:05:59.443" v="856" actId="1036"/>
          <ac:spMkLst>
            <pc:docMk/>
            <pc:sldMk cId="3587840741" sldId="284"/>
            <ac:spMk id="114" creationId="{237E0093-22CF-CEBB-01A5-A3D6A9AB9D4E}"/>
          </ac:spMkLst>
        </pc:spChg>
        <pc:spChg chg="mod">
          <ac:chgData name="Boe Marayag" userId="6244a8f90c46a2b9" providerId="LiveId" clId="{5CA51E39-B557-4E89-8A9F-0482669964D0}" dt="2023-11-21T21:05:59.443" v="856" actId="1036"/>
          <ac:spMkLst>
            <pc:docMk/>
            <pc:sldMk cId="3587840741" sldId="284"/>
            <ac:spMk id="115" creationId="{31CFA3BC-1952-9C0E-E29D-EEF71B4481BD}"/>
          </ac:spMkLst>
        </pc:spChg>
        <pc:spChg chg="mod">
          <ac:chgData name="Boe Marayag" userId="6244a8f90c46a2b9" providerId="LiveId" clId="{5CA51E39-B557-4E89-8A9F-0482669964D0}" dt="2023-11-21T21:05:59.443" v="856" actId="1036"/>
          <ac:spMkLst>
            <pc:docMk/>
            <pc:sldMk cId="3587840741" sldId="284"/>
            <ac:spMk id="116" creationId="{09706CD6-8CFC-BEBC-04C3-B9870AE3DCD5}"/>
          </ac:spMkLst>
        </pc:spChg>
        <pc:spChg chg="mod">
          <ac:chgData name="Boe Marayag" userId="6244a8f90c46a2b9" providerId="LiveId" clId="{5CA51E39-B557-4E89-8A9F-0482669964D0}" dt="2023-11-21T21:05:59.443" v="856" actId="1036"/>
          <ac:spMkLst>
            <pc:docMk/>
            <pc:sldMk cId="3587840741" sldId="284"/>
            <ac:spMk id="117" creationId="{F46E8C4A-E756-61C2-E31C-24AE02461F04}"/>
          </ac:spMkLst>
        </pc:spChg>
        <pc:grpChg chg="add mod">
          <ac:chgData name="Boe Marayag" userId="6244a8f90c46a2b9" providerId="LiveId" clId="{5CA51E39-B557-4E89-8A9F-0482669964D0}" dt="2023-11-21T22:35:21.542" v="1626" actId="571"/>
          <ac:grpSpMkLst>
            <pc:docMk/>
            <pc:sldMk cId="3587840741" sldId="284"/>
            <ac:grpSpMk id="48" creationId="{EFD3D79B-9855-538C-FD9B-6C4F40EAE7F8}"/>
          </ac:grpSpMkLst>
        </pc:grpChg>
        <pc:grpChg chg="add mod">
          <ac:chgData name="Boe Marayag" userId="6244a8f90c46a2b9" providerId="LiveId" clId="{5CA51E39-B557-4E89-8A9F-0482669964D0}" dt="2023-11-21T22:35:21.542" v="1626" actId="571"/>
          <ac:grpSpMkLst>
            <pc:docMk/>
            <pc:sldMk cId="3587840741" sldId="284"/>
            <ac:grpSpMk id="54" creationId="{9554EB59-0524-2C33-206D-4CBB79DC9F6B}"/>
          </ac:grpSpMkLst>
        </pc:grpChg>
        <pc:grpChg chg="add mod">
          <ac:chgData name="Boe Marayag" userId="6244a8f90c46a2b9" providerId="LiveId" clId="{5CA51E39-B557-4E89-8A9F-0482669964D0}" dt="2023-11-21T22:35:21.542" v="1626" actId="571"/>
          <ac:grpSpMkLst>
            <pc:docMk/>
            <pc:sldMk cId="3587840741" sldId="284"/>
            <ac:grpSpMk id="58" creationId="{010CA17A-6D8E-18AF-856D-3BE63392770A}"/>
          </ac:grpSpMkLst>
        </pc:grpChg>
        <pc:grpChg chg="add mod">
          <ac:chgData name="Boe Marayag" userId="6244a8f90c46a2b9" providerId="LiveId" clId="{5CA51E39-B557-4E89-8A9F-0482669964D0}" dt="2023-11-21T22:35:21.542" v="1626" actId="571"/>
          <ac:grpSpMkLst>
            <pc:docMk/>
            <pc:sldMk cId="3587840741" sldId="284"/>
            <ac:grpSpMk id="62" creationId="{9E26FC3E-6591-9DA8-1A7B-FF4DB6C9C8BD}"/>
          </ac:grpSpMkLst>
        </pc:grpChg>
        <pc:grpChg chg="mod">
          <ac:chgData name="Boe Marayag" userId="6244a8f90c46a2b9" providerId="LiveId" clId="{5CA51E39-B557-4E89-8A9F-0482669964D0}" dt="2023-11-21T22:34:32.884" v="1614" actId="1076"/>
          <ac:grpSpMkLst>
            <pc:docMk/>
            <pc:sldMk cId="3587840741" sldId="284"/>
            <ac:grpSpMk id="67" creationId="{190B307F-8124-9BD5-0C47-CA6A8D0D777A}"/>
          </ac:grpSpMkLst>
        </pc:grpChg>
        <pc:grpChg chg="mod">
          <ac:chgData name="Boe Marayag" userId="6244a8f90c46a2b9" providerId="LiveId" clId="{5CA51E39-B557-4E89-8A9F-0482669964D0}" dt="2023-11-21T21:05:59.443" v="856" actId="1036"/>
          <ac:grpSpMkLst>
            <pc:docMk/>
            <pc:sldMk cId="3587840741" sldId="284"/>
            <ac:grpSpMk id="71" creationId="{5A28CCF0-335A-683C-C67A-57B250947FBD}"/>
          </ac:grpSpMkLst>
        </pc:grpChg>
        <pc:grpChg chg="del mod">
          <ac:chgData name="Boe Marayag" userId="6244a8f90c46a2b9" providerId="LiveId" clId="{5CA51E39-B557-4E89-8A9F-0482669964D0}" dt="2023-11-21T22:35:14.935" v="1625" actId="478"/>
          <ac:grpSpMkLst>
            <pc:docMk/>
            <pc:sldMk cId="3587840741" sldId="284"/>
            <ac:grpSpMk id="75" creationId="{F62D331F-9A90-4E43-C92D-6644117279A9}"/>
          </ac:grpSpMkLst>
        </pc:grpChg>
        <pc:grpChg chg="del mod">
          <ac:chgData name="Boe Marayag" userId="6244a8f90c46a2b9" providerId="LiveId" clId="{5CA51E39-B557-4E89-8A9F-0482669964D0}" dt="2023-11-21T22:35:14.935" v="1625" actId="478"/>
          <ac:grpSpMkLst>
            <pc:docMk/>
            <pc:sldMk cId="3587840741" sldId="284"/>
            <ac:grpSpMk id="79" creationId="{1AC02EEE-D350-FF30-AC44-F83DED23B1A6}"/>
          </ac:grpSpMkLst>
        </pc:grpChg>
        <pc:grpChg chg="mod">
          <ac:chgData name="Boe Marayag" userId="6244a8f90c46a2b9" providerId="LiveId" clId="{5CA51E39-B557-4E89-8A9F-0482669964D0}" dt="2023-11-21T22:34:32.884" v="1614" actId="1076"/>
          <ac:grpSpMkLst>
            <pc:docMk/>
            <pc:sldMk cId="3587840741" sldId="284"/>
            <ac:grpSpMk id="86" creationId="{BFD2CDB7-0E79-1C54-A7E8-9E3CF3117A14}"/>
          </ac:grpSpMkLst>
        </pc:grpChg>
        <pc:grpChg chg="mod">
          <ac:chgData name="Boe Marayag" userId="6244a8f90c46a2b9" providerId="LiveId" clId="{5CA51E39-B557-4E89-8A9F-0482669964D0}" dt="2023-11-21T21:05:59.443" v="856" actId="1036"/>
          <ac:grpSpMkLst>
            <pc:docMk/>
            <pc:sldMk cId="3587840741" sldId="284"/>
            <ac:grpSpMk id="90" creationId="{115016CE-676F-3737-58F9-2D5202F17523}"/>
          </ac:grpSpMkLst>
        </pc:grpChg>
        <pc:grpChg chg="del mod">
          <ac:chgData name="Boe Marayag" userId="6244a8f90c46a2b9" providerId="LiveId" clId="{5CA51E39-B557-4E89-8A9F-0482669964D0}" dt="2023-11-21T22:35:14.935" v="1625" actId="478"/>
          <ac:grpSpMkLst>
            <pc:docMk/>
            <pc:sldMk cId="3587840741" sldId="284"/>
            <ac:grpSpMk id="97" creationId="{DFFD3FA2-0A5C-120A-5AFA-FB0DD1F82055}"/>
          </ac:grpSpMkLst>
        </pc:grpChg>
        <pc:grpChg chg="del mod">
          <ac:chgData name="Boe Marayag" userId="6244a8f90c46a2b9" providerId="LiveId" clId="{5CA51E39-B557-4E89-8A9F-0482669964D0}" dt="2023-11-21T22:35:14.935" v="1625" actId="478"/>
          <ac:grpSpMkLst>
            <pc:docMk/>
            <pc:sldMk cId="3587840741" sldId="284"/>
            <ac:grpSpMk id="101" creationId="{AC9B7965-9780-84C8-08E6-DE819FD054D3}"/>
          </ac:grpSpMkLst>
        </pc:grpChg>
        <pc:picChg chg="mod">
          <ac:chgData name="Boe Marayag" userId="6244a8f90c46a2b9" providerId="LiveId" clId="{5CA51E39-B557-4E89-8A9F-0482669964D0}" dt="2023-11-21T18:19:13.752" v="212" actId="207"/>
          <ac:picMkLst>
            <pc:docMk/>
            <pc:sldMk cId="3587840741" sldId="284"/>
            <ac:picMk id="23" creationId="{92290718-89DB-0BE9-6AB2-F9F6C25FAE31}"/>
          </ac:picMkLst>
        </pc:picChg>
        <pc:picChg chg="mod">
          <ac:chgData name="Boe Marayag" userId="6244a8f90c46a2b9" providerId="LiveId" clId="{5CA51E39-B557-4E89-8A9F-0482669964D0}" dt="2023-11-21T18:19:13.752" v="212" actId="207"/>
          <ac:picMkLst>
            <pc:docMk/>
            <pc:sldMk cId="3587840741" sldId="284"/>
            <ac:picMk id="27" creationId="{394A1E37-611F-EBA8-2280-1931A0F0E87B}"/>
          </ac:picMkLst>
        </pc:picChg>
        <pc:picChg chg="mod">
          <ac:chgData name="Boe Marayag" userId="6244a8f90c46a2b9" providerId="LiveId" clId="{5CA51E39-B557-4E89-8A9F-0482669964D0}" dt="2023-11-21T18:19:13.752" v="212" actId="207"/>
          <ac:picMkLst>
            <pc:docMk/>
            <pc:sldMk cId="3587840741" sldId="284"/>
            <ac:picMk id="29" creationId="{36448680-6797-7905-8DE6-6545F9E9242F}"/>
          </ac:picMkLst>
        </pc:picChg>
        <pc:picChg chg="mod">
          <ac:chgData name="Boe Marayag" userId="6244a8f90c46a2b9" providerId="LiveId" clId="{5CA51E39-B557-4E89-8A9F-0482669964D0}" dt="2023-11-21T18:19:13.752" v="212" actId="207"/>
          <ac:picMkLst>
            <pc:docMk/>
            <pc:sldMk cId="3587840741" sldId="284"/>
            <ac:picMk id="31" creationId="{C0485193-3770-28C0-2C67-37827AC33D29}"/>
          </ac:picMkLst>
        </pc:picChg>
        <pc:picChg chg="mod">
          <ac:chgData name="Boe Marayag" userId="6244a8f90c46a2b9" providerId="LiveId" clId="{5CA51E39-B557-4E89-8A9F-0482669964D0}" dt="2023-11-21T18:19:13.752" v="212" actId="207"/>
          <ac:picMkLst>
            <pc:docMk/>
            <pc:sldMk cId="3587840741" sldId="284"/>
            <ac:picMk id="33" creationId="{C415533F-BCC3-E0B7-1DDF-FED8F8CBC56C}"/>
          </ac:picMkLst>
        </pc:picChg>
        <pc:cxnChg chg="add del mod">
          <ac:chgData name="Boe Marayag" userId="6244a8f90c46a2b9" providerId="LiveId" clId="{5CA51E39-B557-4E89-8A9F-0482669964D0}" dt="2023-11-21T18:19:25.088" v="214" actId="478"/>
          <ac:cxnSpMkLst>
            <pc:docMk/>
            <pc:sldMk cId="3587840741" sldId="284"/>
            <ac:cxnSpMk id="4" creationId="{2A52F148-C00F-9C9A-3211-192B137B96F6}"/>
          </ac:cxnSpMkLst>
        </pc:cxnChg>
        <pc:cxnChg chg="add del mod">
          <ac:chgData name="Boe Marayag" userId="6244a8f90c46a2b9" providerId="LiveId" clId="{5CA51E39-B557-4E89-8A9F-0482669964D0}" dt="2023-11-21T18:19:25.088" v="214" actId="478"/>
          <ac:cxnSpMkLst>
            <pc:docMk/>
            <pc:sldMk cId="3587840741" sldId="284"/>
            <ac:cxnSpMk id="17" creationId="{24F42220-35EC-2EC7-9FE9-6E0BEED550FE}"/>
          </ac:cxnSpMkLst>
        </pc:cxnChg>
        <pc:cxnChg chg="mod">
          <ac:chgData name="Boe Marayag" userId="6244a8f90c46a2b9" providerId="LiveId" clId="{5CA51E39-B557-4E89-8A9F-0482669964D0}" dt="2023-11-21T18:17:25.266" v="197" actId="1076"/>
          <ac:cxnSpMkLst>
            <pc:docMk/>
            <pc:sldMk cId="3587840741" sldId="284"/>
            <ac:cxnSpMk id="18" creationId="{3D0A20D1-8017-3E13-CA2E-D7FC3195FB29}"/>
          </ac:cxnSpMkLst>
        </pc:cxnChg>
        <pc:cxnChg chg="mod">
          <ac:chgData name="Boe Marayag" userId="6244a8f90c46a2b9" providerId="LiveId" clId="{5CA51E39-B557-4E89-8A9F-0482669964D0}" dt="2023-11-21T18:17:25.266" v="197" actId="1076"/>
          <ac:cxnSpMkLst>
            <pc:docMk/>
            <pc:sldMk cId="3587840741" sldId="284"/>
            <ac:cxnSpMk id="19" creationId="{999E5103-B485-F4C2-DC93-B5C983C442A3}"/>
          </ac:cxnSpMkLst>
        </pc:cxnChg>
        <pc:cxnChg chg="mod">
          <ac:chgData name="Boe Marayag" userId="6244a8f90c46a2b9" providerId="LiveId" clId="{5CA51E39-B557-4E89-8A9F-0482669964D0}" dt="2023-11-21T18:17:25.266" v="197" actId="1076"/>
          <ac:cxnSpMkLst>
            <pc:docMk/>
            <pc:sldMk cId="3587840741" sldId="284"/>
            <ac:cxnSpMk id="20" creationId="{14CAA036-6390-B380-32D6-838EC3E42E4C}"/>
          </ac:cxnSpMkLst>
        </pc:cxnChg>
        <pc:cxnChg chg="mod">
          <ac:chgData name="Boe Marayag" userId="6244a8f90c46a2b9" providerId="LiveId" clId="{5CA51E39-B557-4E89-8A9F-0482669964D0}" dt="2023-11-21T18:17:25.266" v="197" actId="1076"/>
          <ac:cxnSpMkLst>
            <pc:docMk/>
            <pc:sldMk cId="3587840741" sldId="284"/>
            <ac:cxnSpMk id="21" creationId="{B729D341-AFB0-F3E6-F5D9-0DEFD711433E}"/>
          </ac:cxnSpMkLst>
        </pc:cxnChg>
        <pc:cxnChg chg="add del mod">
          <ac:chgData name="Boe Marayag" userId="6244a8f90c46a2b9" providerId="LiveId" clId="{5CA51E39-B557-4E89-8A9F-0482669964D0}" dt="2023-11-21T21:52:59.946" v="1240" actId="21"/>
          <ac:cxnSpMkLst>
            <pc:docMk/>
            <pc:sldMk cId="3587840741" sldId="284"/>
            <ac:cxnSpMk id="25" creationId="{2F94EA0F-5ACF-989E-9B57-F0ED7B555401}"/>
          </ac:cxnSpMkLst>
        </pc:cxnChg>
        <pc:cxnChg chg="add del mod">
          <ac:chgData name="Boe Marayag" userId="6244a8f90c46a2b9" providerId="LiveId" clId="{5CA51E39-B557-4E89-8A9F-0482669964D0}" dt="2023-11-21T21:52:59.946" v="1240" actId="21"/>
          <ac:cxnSpMkLst>
            <pc:docMk/>
            <pc:sldMk cId="3587840741" sldId="284"/>
            <ac:cxnSpMk id="26" creationId="{DBB3FD12-0EF8-467C-E6D4-C98C9D225B4A}"/>
          </ac:cxnSpMkLst>
        </pc:cxnChg>
        <pc:cxnChg chg="add mod">
          <ac:chgData name="Boe Marayag" userId="6244a8f90c46a2b9" providerId="LiveId" clId="{5CA51E39-B557-4E89-8A9F-0482669964D0}" dt="2023-11-21T22:34:56.786" v="1622" actId="692"/>
          <ac:cxnSpMkLst>
            <pc:docMk/>
            <pc:sldMk cId="3587840741" sldId="284"/>
            <ac:cxnSpMk id="28" creationId="{BE65C8AE-B0AC-AC9D-A17B-604F9BA4C4A2}"/>
          </ac:cxnSpMkLst>
        </pc:cxnChg>
        <pc:cxnChg chg="add mod">
          <ac:chgData name="Boe Marayag" userId="6244a8f90c46a2b9" providerId="LiveId" clId="{5CA51E39-B557-4E89-8A9F-0482669964D0}" dt="2023-11-21T22:35:03.095" v="1624" actId="14100"/>
          <ac:cxnSpMkLst>
            <pc:docMk/>
            <pc:sldMk cId="3587840741" sldId="284"/>
            <ac:cxnSpMk id="42" creationId="{0BBA69F1-CCBC-A784-13B2-C9E0C86F33E9}"/>
          </ac:cxnSpMkLst>
        </pc:cxnChg>
        <pc:cxnChg chg="mod">
          <ac:chgData name="Boe Marayag" userId="6244a8f90c46a2b9" providerId="LiveId" clId="{5CA51E39-B557-4E89-8A9F-0482669964D0}" dt="2023-11-21T21:05:59.443" v="856" actId="1036"/>
          <ac:cxnSpMkLst>
            <pc:docMk/>
            <pc:sldMk cId="3587840741" sldId="284"/>
            <ac:cxnSpMk id="49" creationId="{811EB815-D14D-B5E1-CDF0-659F3EAF6B67}"/>
          </ac:cxnSpMkLst>
        </pc:cxnChg>
        <pc:cxnChg chg="mod">
          <ac:chgData name="Boe Marayag" userId="6244a8f90c46a2b9" providerId="LiveId" clId="{5CA51E39-B557-4E89-8A9F-0482669964D0}" dt="2023-11-21T21:05:59.443" v="856" actId="1036"/>
          <ac:cxnSpMkLst>
            <pc:docMk/>
            <pc:sldMk cId="3587840741" sldId="284"/>
            <ac:cxnSpMk id="51" creationId="{7FE4AF6A-96D9-86E0-4F21-234D5952A293}"/>
          </ac:cxnSpMkLst>
        </pc:cxnChg>
        <pc:cxnChg chg="add mod">
          <ac:chgData name="Boe Marayag" userId="6244a8f90c46a2b9" providerId="LiveId" clId="{5CA51E39-B557-4E89-8A9F-0482669964D0}" dt="2023-11-21T22:35:21.542" v="1626" actId="571"/>
          <ac:cxnSpMkLst>
            <pc:docMk/>
            <pc:sldMk cId="3587840741" sldId="284"/>
            <ac:cxnSpMk id="69" creationId="{9728D4D2-67CC-EDA9-4204-1780864A1A8C}"/>
          </ac:cxnSpMkLst>
        </pc:cxnChg>
        <pc:cxnChg chg="mod">
          <ac:chgData name="Boe Marayag" userId="6244a8f90c46a2b9" providerId="LiveId" clId="{5CA51E39-B557-4E89-8A9F-0482669964D0}" dt="2023-11-21T21:05:59.443" v="856" actId="1036"/>
          <ac:cxnSpMkLst>
            <pc:docMk/>
            <pc:sldMk cId="3587840741" sldId="284"/>
            <ac:cxnSpMk id="83" creationId="{6656DED9-484A-0D51-C503-09515C300E2E}"/>
          </ac:cxnSpMkLst>
        </pc:cxnChg>
        <pc:cxnChg chg="add mod">
          <ac:chgData name="Boe Marayag" userId="6244a8f90c46a2b9" providerId="LiveId" clId="{5CA51E39-B557-4E89-8A9F-0482669964D0}" dt="2023-11-21T22:35:21.542" v="1626" actId="571"/>
          <ac:cxnSpMkLst>
            <pc:docMk/>
            <pc:sldMk cId="3587840741" sldId="284"/>
            <ac:cxnSpMk id="85" creationId="{B45CDCF4-A009-C744-932D-9897901D2602}"/>
          </ac:cxnSpMkLst>
        </pc:cxnChg>
        <pc:cxnChg chg="mod">
          <ac:chgData name="Boe Marayag" userId="6244a8f90c46a2b9" providerId="LiveId" clId="{5CA51E39-B557-4E89-8A9F-0482669964D0}" dt="2023-11-21T21:05:59.443" v="856" actId="1036"/>
          <ac:cxnSpMkLst>
            <pc:docMk/>
            <pc:sldMk cId="3587840741" sldId="284"/>
            <ac:cxnSpMk id="94" creationId="{A22E64D9-6450-15BE-2314-B2FCD3303CB4}"/>
          </ac:cxnSpMkLst>
        </pc:cxnChg>
        <pc:cxnChg chg="mod">
          <ac:chgData name="Boe Marayag" userId="6244a8f90c46a2b9" providerId="LiveId" clId="{5CA51E39-B557-4E89-8A9F-0482669964D0}" dt="2023-11-21T21:05:59.443" v="856" actId="1036"/>
          <ac:cxnSpMkLst>
            <pc:docMk/>
            <pc:sldMk cId="3587840741" sldId="284"/>
            <ac:cxnSpMk id="118" creationId="{385E4452-B759-1FCC-4457-1E5EF9D9B239}"/>
          </ac:cxnSpMkLst>
        </pc:cxnChg>
      </pc:sldChg>
      <pc:sldChg chg="addSp delSp modSp mod">
        <pc:chgData name="Boe Marayag" userId="6244a8f90c46a2b9" providerId="LiveId" clId="{5CA51E39-B557-4E89-8A9F-0482669964D0}" dt="2023-11-21T21:12:09.891" v="931" actId="478"/>
        <pc:sldMkLst>
          <pc:docMk/>
          <pc:sldMk cId="13059575" sldId="285"/>
        </pc:sldMkLst>
        <pc:spChg chg="add del mod">
          <ac:chgData name="Boe Marayag" userId="6244a8f90c46a2b9" providerId="LiveId" clId="{5CA51E39-B557-4E89-8A9F-0482669964D0}" dt="2023-11-21T21:12:01.926" v="918" actId="478"/>
          <ac:spMkLst>
            <pc:docMk/>
            <pc:sldMk cId="13059575" sldId="285"/>
            <ac:spMk id="6" creationId="{ACF05001-8632-8D71-E7CE-37B31BBADBE3}"/>
          </ac:spMkLst>
        </pc:spChg>
        <pc:spChg chg="add mod">
          <ac:chgData name="Boe Marayag" userId="6244a8f90c46a2b9" providerId="LiveId" clId="{5CA51E39-B557-4E89-8A9F-0482669964D0}" dt="2023-11-21T20:10:23.724" v="240" actId="571"/>
          <ac:spMkLst>
            <pc:docMk/>
            <pc:sldMk cId="13059575" sldId="285"/>
            <ac:spMk id="7" creationId="{589DB07C-EBC8-EAFD-EDC1-7EA467E9F6FE}"/>
          </ac:spMkLst>
        </pc:spChg>
        <pc:spChg chg="add mod">
          <ac:chgData name="Boe Marayag" userId="6244a8f90c46a2b9" providerId="LiveId" clId="{5CA51E39-B557-4E89-8A9F-0482669964D0}" dt="2023-11-21T20:18:37.394" v="516" actId="14100"/>
          <ac:spMkLst>
            <pc:docMk/>
            <pc:sldMk cId="13059575" sldId="285"/>
            <ac:spMk id="8" creationId="{169220B8-B0FE-604B-4017-753232FD6044}"/>
          </ac:spMkLst>
        </pc:spChg>
        <pc:spChg chg="add mod">
          <ac:chgData name="Boe Marayag" userId="6244a8f90c46a2b9" providerId="LiveId" clId="{5CA51E39-B557-4E89-8A9F-0482669964D0}" dt="2023-11-21T20:10:41.474" v="261" actId="571"/>
          <ac:spMkLst>
            <pc:docMk/>
            <pc:sldMk cId="13059575" sldId="285"/>
            <ac:spMk id="9" creationId="{74398EB4-D57C-9AF4-9F81-701B7BC38F43}"/>
          </ac:spMkLst>
        </pc:spChg>
        <pc:spChg chg="add del mod">
          <ac:chgData name="Boe Marayag" userId="6244a8f90c46a2b9" providerId="LiveId" clId="{5CA51E39-B557-4E89-8A9F-0482669964D0}" dt="2023-11-21T21:12:03.242" v="921" actId="478"/>
          <ac:spMkLst>
            <pc:docMk/>
            <pc:sldMk cId="13059575" sldId="285"/>
            <ac:spMk id="10" creationId="{81736A43-9312-3EFA-22CF-6071D40C82AA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11" creationId="{65221A9B-1499-DAD5-3136-7B998D367C66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12" creationId="{6D22E0D3-0C49-BE07-32D6-4D0E9F438A27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13" creationId="{59867E42-36C0-D8CC-37EE-372F4C584763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15" creationId="{ED12743A-1A79-B3A0-7143-2D1D0237D609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16" creationId="{889D7767-BD8E-19DB-AEEA-68B09FF9E52F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17" creationId="{FC13D1A9-418B-41B6-3BC5-17C4C8F71A1C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18" creationId="{C02A0D5B-3CBD-54EB-DF55-C605D47B55E3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19" creationId="{093F1612-0355-33A0-1C92-EAE4B6E795B3}"/>
          </ac:spMkLst>
        </pc:spChg>
        <pc:spChg chg="add mod">
          <ac:chgData name="Boe Marayag" userId="6244a8f90c46a2b9" providerId="LiveId" clId="{5CA51E39-B557-4E89-8A9F-0482669964D0}" dt="2023-11-21T20:21:24.455" v="549" actId="1076"/>
          <ac:spMkLst>
            <pc:docMk/>
            <pc:sldMk cId="13059575" sldId="285"/>
            <ac:spMk id="20" creationId="{F4767497-DA87-E353-4FE0-88DBD842A648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21" creationId="{05A1336D-A68A-580D-D95B-25EDF8C5C104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22" creationId="{F6D78F97-306E-0643-A0BE-CB91877828F5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23" creationId="{F0C909E4-A5EE-2716-25ED-9E8573959CDA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25" creationId="{749C14F6-B8E0-2702-C3A5-59E40913A840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26" creationId="{7806A7F9-93E3-C262-6E1B-D0B5F5DED140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27" creationId="{7656AF02-A586-9E6B-F406-55AA1792C06D}"/>
          </ac:spMkLst>
        </pc:spChg>
        <pc:spChg chg="add mod">
          <ac:chgData name="Boe Marayag" userId="6244a8f90c46a2b9" providerId="LiveId" clId="{5CA51E39-B557-4E89-8A9F-0482669964D0}" dt="2023-11-21T20:21:24.455" v="549" actId="1076"/>
          <ac:spMkLst>
            <pc:docMk/>
            <pc:sldMk cId="13059575" sldId="285"/>
            <ac:spMk id="30" creationId="{4EAE82EA-BD15-6F19-A5DE-CDB1E231CFAF}"/>
          </ac:spMkLst>
        </pc:spChg>
        <pc:spChg chg="add 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33" creationId="{ED2E7721-4E2C-29B1-BE26-4EF7B4E783C9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38" creationId="{33C2E557-4F69-470D-2FD3-00E5EA87A77E}"/>
          </ac:spMkLst>
        </pc:spChg>
        <pc:spChg chg="add 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39" creationId="{94956B57-4584-F033-5474-1DA7DE687BEC}"/>
          </ac:spMkLst>
        </pc:spChg>
        <pc:spChg chg="mod">
          <ac:chgData name="Boe Marayag" userId="6244a8f90c46a2b9" providerId="LiveId" clId="{5CA51E39-B557-4E89-8A9F-0482669964D0}" dt="2023-11-21T20:21:24.455" v="549" actId="1076"/>
          <ac:spMkLst>
            <pc:docMk/>
            <pc:sldMk cId="13059575" sldId="285"/>
            <ac:spMk id="41" creationId="{95693856-428D-366C-3629-64D1950F2CC8}"/>
          </ac:spMkLst>
        </pc:spChg>
        <pc:spChg chg="mod">
          <ac:chgData name="Boe Marayag" userId="6244a8f90c46a2b9" providerId="LiveId" clId="{5CA51E39-B557-4E89-8A9F-0482669964D0}" dt="2023-11-21T20:21:24.455" v="549" actId="1076"/>
          <ac:spMkLst>
            <pc:docMk/>
            <pc:sldMk cId="13059575" sldId="285"/>
            <ac:spMk id="42" creationId="{A3628C3C-F2EB-15B6-6D20-74AD5E0A25FD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43" creationId="{D84EC56F-C749-4456-8352-BB5C796B9752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44" creationId="{8654A9A5-97A6-3DEB-F8C5-C13BF30A0A74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45" creationId="{FF9D34CF-3F79-D8DA-FFDB-8A6500F9F4D5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46" creationId="{5877B5FA-754C-61CA-906C-445688443AFC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53" creationId="{B5ABD3CB-4D69-D492-F5CC-96EF295ADF1F}"/>
          </ac:spMkLst>
        </pc:spChg>
        <pc:spChg chg="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54" creationId="{6E2BCD95-B220-23EB-86F3-7F97ED62CDF1}"/>
          </ac:spMkLst>
        </pc:spChg>
        <pc:spChg chg="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55" creationId="{757FADD1-ADD0-6B7D-F4DC-66A4716B94B4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57" creationId="{77655D9A-47C3-2038-8FCD-0B392F04074C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58" creationId="{A11D1882-CE91-8D6C-9455-26943DE40181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59" creationId="{A9FDF1B6-E0FC-30CA-4A77-B7B43CA9EC0E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60" creationId="{4C9326B6-8068-10F1-B41D-F8A6E74F4211}"/>
          </ac:spMkLst>
        </pc:spChg>
        <pc:spChg chg="del">
          <ac:chgData name="Boe Marayag" userId="6244a8f90c46a2b9" providerId="LiveId" clId="{5CA51E39-B557-4E89-8A9F-0482669964D0}" dt="2023-11-21T20:09:45.584" v="221" actId="478"/>
          <ac:spMkLst>
            <pc:docMk/>
            <pc:sldMk cId="13059575" sldId="285"/>
            <ac:spMk id="67" creationId="{B89A5922-F9AF-3A1F-51F3-D45B798A5474}"/>
          </ac:spMkLst>
        </pc:spChg>
        <pc:spChg chg="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68" creationId="{6B165FEC-ABC6-84A7-C758-589B54E5F85C}"/>
          </ac:spMkLst>
        </pc:spChg>
        <pc:spChg chg="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69" creationId="{BB011E70-57C0-67E9-2F47-A40FAFD1DD29}"/>
          </ac:spMkLst>
        </pc:spChg>
        <pc:spChg chg="add 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71" creationId="{2FFBDB3D-8922-6A18-D7E0-CC3E82359B24}"/>
          </ac:spMkLst>
        </pc:spChg>
        <pc:spChg chg="mod">
          <ac:chgData name="Boe Marayag" userId="6244a8f90c46a2b9" providerId="LiveId" clId="{5CA51E39-B557-4E89-8A9F-0482669964D0}" dt="2023-11-21T20:21:24.455" v="549" actId="1076"/>
          <ac:spMkLst>
            <pc:docMk/>
            <pc:sldMk cId="13059575" sldId="285"/>
            <ac:spMk id="73" creationId="{659774DE-17F8-8341-F826-92108D0419A0}"/>
          </ac:spMkLst>
        </pc:spChg>
        <pc:spChg chg="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74" creationId="{F5E98E20-6823-C956-DAB5-59A93ADADF89}"/>
          </ac:spMkLst>
        </pc:spChg>
        <pc:spChg chg="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75" creationId="{D4CD89A5-C5F1-EF40-FE39-19949F260BAF}"/>
          </ac:spMkLst>
        </pc:spChg>
        <pc:spChg chg="add 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77" creationId="{99E9E5A4-42E6-08D7-D417-5047F4EA8BFE}"/>
          </ac:spMkLst>
        </pc:spChg>
        <pc:spChg chg="add del mod">
          <ac:chgData name="Boe Marayag" userId="6244a8f90c46a2b9" providerId="LiveId" clId="{5CA51E39-B557-4E89-8A9F-0482669964D0}" dt="2023-11-21T20:14:35.381" v="366" actId="478"/>
          <ac:spMkLst>
            <pc:docMk/>
            <pc:sldMk cId="13059575" sldId="285"/>
            <ac:spMk id="85" creationId="{5A4F5F7D-5737-7CC5-8007-5A30CCC569BB}"/>
          </ac:spMkLst>
        </pc:spChg>
        <pc:spChg chg="add del mod">
          <ac:chgData name="Boe Marayag" userId="6244a8f90c46a2b9" providerId="LiveId" clId="{5CA51E39-B557-4E89-8A9F-0482669964D0}" dt="2023-11-21T20:16:12.349" v="413" actId="478"/>
          <ac:spMkLst>
            <pc:docMk/>
            <pc:sldMk cId="13059575" sldId="285"/>
            <ac:spMk id="87" creationId="{B30352FE-41B4-2C66-543F-F0EE72BBED88}"/>
          </ac:spMkLst>
        </pc:spChg>
        <pc:spChg chg="add del mod">
          <ac:chgData name="Boe Marayag" userId="6244a8f90c46a2b9" providerId="LiveId" clId="{5CA51E39-B557-4E89-8A9F-0482669964D0}" dt="2023-11-21T20:16:12.349" v="413" actId="478"/>
          <ac:spMkLst>
            <pc:docMk/>
            <pc:sldMk cId="13059575" sldId="285"/>
            <ac:spMk id="88" creationId="{CA2A9C11-4F94-F7E8-4046-3053B6B9045A}"/>
          </ac:spMkLst>
        </pc:spChg>
        <pc:spChg chg="add del mod">
          <ac:chgData name="Boe Marayag" userId="6244a8f90c46a2b9" providerId="LiveId" clId="{5CA51E39-B557-4E89-8A9F-0482669964D0}" dt="2023-11-21T20:16:12.349" v="413" actId="478"/>
          <ac:spMkLst>
            <pc:docMk/>
            <pc:sldMk cId="13059575" sldId="285"/>
            <ac:spMk id="89" creationId="{5E6A8AF8-5141-D9AC-61BE-EE743745B00E}"/>
          </ac:spMkLst>
        </pc:spChg>
        <pc:spChg chg="add del mod">
          <ac:chgData name="Boe Marayag" userId="6244a8f90c46a2b9" providerId="LiveId" clId="{5CA51E39-B557-4E89-8A9F-0482669964D0}" dt="2023-11-21T20:16:12.349" v="413" actId="478"/>
          <ac:spMkLst>
            <pc:docMk/>
            <pc:sldMk cId="13059575" sldId="285"/>
            <ac:spMk id="90" creationId="{D061D323-D52B-A888-B5B0-300F48B23BDA}"/>
          </ac:spMkLst>
        </pc:spChg>
        <pc:spChg chg="add del mod">
          <ac:chgData name="Boe Marayag" userId="6244a8f90c46a2b9" providerId="LiveId" clId="{5CA51E39-B557-4E89-8A9F-0482669964D0}" dt="2023-11-21T20:16:12.349" v="413" actId="478"/>
          <ac:spMkLst>
            <pc:docMk/>
            <pc:sldMk cId="13059575" sldId="285"/>
            <ac:spMk id="91" creationId="{F9ABFEB4-BF86-FF35-34B6-12C78DB638DC}"/>
          </ac:spMkLst>
        </pc:spChg>
        <pc:spChg chg="add del mod">
          <ac:chgData name="Boe Marayag" userId="6244a8f90c46a2b9" providerId="LiveId" clId="{5CA51E39-B557-4E89-8A9F-0482669964D0}" dt="2023-11-21T20:16:12.349" v="413" actId="478"/>
          <ac:spMkLst>
            <pc:docMk/>
            <pc:sldMk cId="13059575" sldId="285"/>
            <ac:spMk id="92" creationId="{8EE721D2-F4EE-8F3D-5376-3D8DE97336D9}"/>
          </ac:spMkLst>
        </pc:spChg>
        <pc:spChg chg="add del mod">
          <ac:chgData name="Boe Marayag" userId="6244a8f90c46a2b9" providerId="LiveId" clId="{5CA51E39-B557-4E89-8A9F-0482669964D0}" dt="2023-11-21T20:16:12.349" v="413" actId="478"/>
          <ac:spMkLst>
            <pc:docMk/>
            <pc:sldMk cId="13059575" sldId="285"/>
            <ac:spMk id="93" creationId="{1B9A5EF8-09CA-2DC3-671B-66EC75AD5CFA}"/>
          </ac:spMkLst>
        </pc:spChg>
        <pc:spChg chg="add del mod">
          <ac:chgData name="Boe Marayag" userId="6244a8f90c46a2b9" providerId="LiveId" clId="{5CA51E39-B557-4E89-8A9F-0482669964D0}" dt="2023-11-21T20:16:12.349" v="413" actId="478"/>
          <ac:spMkLst>
            <pc:docMk/>
            <pc:sldMk cId="13059575" sldId="285"/>
            <ac:spMk id="94" creationId="{0B71D2E9-96BB-F402-53FE-7B63489C9E23}"/>
          </ac:spMkLst>
        </pc:spChg>
        <pc:spChg chg="add mod">
          <ac:chgData name="Boe Marayag" userId="6244a8f90c46a2b9" providerId="LiveId" clId="{5CA51E39-B557-4E89-8A9F-0482669964D0}" dt="2023-11-21T20:21:24.455" v="549" actId="1076"/>
          <ac:spMkLst>
            <pc:docMk/>
            <pc:sldMk cId="13059575" sldId="285"/>
            <ac:spMk id="95" creationId="{1C91F6D7-6D1C-1DC2-DA54-E9FA1A728D89}"/>
          </ac:spMkLst>
        </pc:spChg>
        <pc:spChg chg="add mod">
          <ac:chgData name="Boe Marayag" userId="6244a8f90c46a2b9" providerId="LiveId" clId="{5CA51E39-B557-4E89-8A9F-0482669964D0}" dt="2023-11-21T20:21:24.455" v="549" actId="1076"/>
          <ac:spMkLst>
            <pc:docMk/>
            <pc:sldMk cId="13059575" sldId="285"/>
            <ac:spMk id="96" creationId="{32CE15D1-D1FB-6AC9-516C-8783A4645A65}"/>
          </ac:spMkLst>
        </pc:spChg>
        <pc:spChg chg="add mod">
          <ac:chgData name="Boe Marayag" userId="6244a8f90c46a2b9" providerId="LiveId" clId="{5CA51E39-B557-4E89-8A9F-0482669964D0}" dt="2023-11-21T20:21:24.455" v="549" actId="1076"/>
          <ac:spMkLst>
            <pc:docMk/>
            <pc:sldMk cId="13059575" sldId="285"/>
            <ac:spMk id="97" creationId="{3721C090-F9CA-DC0E-0F23-121150433E45}"/>
          </ac:spMkLst>
        </pc:spChg>
        <pc:spChg chg="add mod">
          <ac:chgData name="Boe Marayag" userId="6244a8f90c46a2b9" providerId="LiveId" clId="{5CA51E39-B557-4E89-8A9F-0482669964D0}" dt="2023-11-21T20:21:24.455" v="549" actId="1076"/>
          <ac:spMkLst>
            <pc:docMk/>
            <pc:sldMk cId="13059575" sldId="285"/>
            <ac:spMk id="98" creationId="{58EE82B1-D490-EA50-1EFB-D375ABE41FFE}"/>
          </ac:spMkLst>
        </pc:spChg>
        <pc:spChg chg="add mod">
          <ac:chgData name="Boe Marayag" userId="6244a8f90c46a2b9" providerId="LiveId" clId="{5CA51E39-B557-4E89-8A9F-0482669964D0}" dt="2023-11-21T20:21:24.455" v="549" actId="1076"/>
          <ac:spMkLst>
            <pc:docMk/>
            <pc:sldMk cId="13059575" sldId="285"/>
            <ac:spMk id="99" creationId="{7F58C5FC-54B8-B3B2-B443-C125511B19EA}"/>
          </ac:spMkLst>
        </pc:spChg>
        <pc:spChg chg="add mod">
          <ac:chgData name="Boe Marayag" userId="6244a8f90c46a2b9" providerId="LiveId" clId="{5CA51E39-B557-4E89-8A9F-0482669964D0}" dt="2023-11-21T20:21:24.455" v="549" actId="1076"/>
          <ac:spMkLst>
            <pc:docMk/>
            <pc:sldMk cId="13059575" sldId="285"/>
            <ac:spMk id="100" creationId="{09E5138C-EE69-3E00-72AC-A42934797A32}"/>
          </ac:spMkLst>
        </pc:spChg>
        <pc:spChg chg="add 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101" creationId="{5045B74D-81C0-4636-3D7C-2C9F08EC538C}"/>
          </ac:spMkLst>
        </pc:spChg>
        <pc:spChg chg="add 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102" creationId="{9CCD26A7-D72A-4A04-F878-B9C718B84C0D}"/>
          </ac:spMkLst>
        </pc:spChg>
        <pc:spChg chg="add 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103" creationId="{21B91071-9E8E-3498-912D-E655820E2E44}"/>
          </ac:spMkLst>
        </pc:spChg>
        <pc:spChg chg="add 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104" creationId="{947E4C2A-1AE9-A161-720E-5755B98461D0}"/>
          </ac:spMkLst>
        </pc:spChg>
        <pc:spChg chg="add 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105" creationId="{7E77571F-90BB-5075-9B87-0486B2B2FE09}"/>
          </ac:spMkLst>
        </pc:spChg>
        <pc:spChg chg="add 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106" creationId="{86A7B3F6-B625-C388-4E3F-02880C0A9687}"/>
          </ac:spMkLst>
        </pc:spChg>
        <pc:spChg chg="add mod">
          <ac:chgData name="Boe Marayag" userId="6244a8f90c46a2b9" providerId="LiveId" clId="{5CA51E39-B557-4E89-8A9F-0482669964D0}" dt="2023-11-21T20:18:45.781" v="519" actId="571"/>
          <ac:spMkLst>
            <pc:docMk/>
            <pc:sldMk cId="13059575" sldId="285"/>
            <ac:spMk id="107" creationId="{3008120F-E370-B945-0D0E-516339C1720D}"/>
          </ac:spMkLst>
        </pc:spChg>
        <pc:spChg chg="add mod">
          <ac:chgData name="Boe Marayag" userId="6244a8f90c46a2b9" providerId="LiveId" clId="{5CA51E39-B557-4E89-8A9F-0482669964D0}" dt="2023-11-21T20:18:45.781" v="519" actId="571"/>
          <ac:spMkLst>
            <pc:docMk/>
            <pc:sldMk cId="13059575" sldId="285"/>
            <ac:spMk id="108" creationId="{4CA3E961-17C5-1AD2-D3D1-1F070E82A5FF}"/>
          </ac:spMkLst>
        </pc:spChg>
        <pc:spChg chg="add mod">
          <ac:chgData name="Boe Marayag" userId="6244a8f90c46a2b9" providerId="LiveId" clId="{5CA51E39-B557-4E89-8A9F-0482669964D0}" dt="2023-11-21T20:18:45.781" v="519" actId="571"/>
          <ac:spMkLst>
            <pc:docMk/>
            <pc:sldMk cId="13059575" sldId="285"/>
            <ac:spMk id="109" creationId="{55588818-EC25-E514-0191-295E6C6B767E}"/>
          </ac:spMkLst>
        </pc:spChg>
        <pc:spChg chg="add mod">
          <ac:chgData name="Boe Marayag" userId="6244a8f90c46a2b9" providerId="LiveId" clId="{5CA51E39-B557-4E89-8A9F-0482669964D0}" dt="2023-11-21T20:18:45.781" v="519" actId="571"/>
          <ac:spMkLst>
            <pc:docMk/>
            <pc:sldMk cId="13059575" sldId="285"/>
            <ac:spMk id="110" creationId="{1479570A-8CB0-3BA6-7663-15AB58C8534D}"/>
          </ac:spMkLst>
        </pc:spChg>
        <pc:spChg chg="add mod">
          <ac:chgData name="Boe Marayag" userId="6244a8f90c46a2b9" providerId="LiveId" clId="{5CA51E39-B557-4E89-8A9F-0482669964D0}" dt="2023-11-21T20:18:45.781" v="519" actId="571"/>
          <ac:spMkLst>
            <pc:docMk/>
            <pc:sldMk cId="13059575" sldId="285"/>
            <ac:spMk id="111" creationId="{6D72150F-D104-60DD-1CC4-F6482EE7486C}"/>
          </ac:spMkLst>
        </pc:spChg>
        <pc:spChg chg="add mod">
          <ac:chgData name="Boe Marayag" userId="6244a8f90c46a2b9" providerId="LiveId" clId="{5CA51E39-B557-4E89-8A9F-0482669964D0}" dt="2023-11-21T20:18:45.781" v="519" actId="571"/>
          <ac:spMkLst>
            <pc:docMk/>
            <pc:sldMk cId="13059575" sldId="285"/>
            <ac:spMk id="112" creationId="{618D001F-DC4C-495C-3385-DF1D58B043D0}"/>
          </ac:spMkLst>
        </pc:spChg>
        <pc:spChg chg="add 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113" creationId="{3782D004-CDC8-57B0-FB79-CB79F8CEC569}"/>
          </ac:spMkLst>
        </pc:spChg>
        <pc:spChg chg="add 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114" creationId="{1CBACB74-736B-90DE-89C2-89AC100562A1}"/>
          </ac:spMkLst>
        </pc:spChg>
        <pc:spChg chg="add 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115" creationId="{06362526-6A9C-3D3F-A7DF-7CD24BF51003}"/>
          </ac:spMkLst>
        </pc:spChg>
        <pc:spChg chg="add 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116" creationId="{7B537627-3590-A272-D334-8968C99F27FD}"/>
          </ac:spMkLst>
        </pc:spChg>
        <pc:spChg chg="add 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117" creationId="{8B02F1A6-447F-E5FC-A54B-6B13FC5FDF3F}"/>
          </ac:spMkLst>
        </pc:spChg>
        <pc:spChg chg="add mo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118" creationId="{A09A56AD-633A-0AAC-F3BB-C9B8C47AE243}"/>
          </ac:spMkLst>
        </pc:spChg>
        <pc:spChg chg="add mod ord">
          <ac:chgData name="Boe Marayag" userId="6244a8f90c46a2b9" providerId="LiveId" clId="{5CA51E39-B557-4E89-8A9F-0482669964D0}" dt="2023-11-21T20:21:52.987" v="558" actId="207"/>
          <ac:spMkLst>
            <pc:docMk/>
            <pc:sldMk cId="13059575" sldId="285"/>
            <ac:spMk id="125" creationId="{A44C5A95-ABF3-48F0-1249-7901EF39F300}"/>
          </ac:spMkLst>
        </pc:spChg>
        <pc:spChg chg="add mod ord">
          <ac:chgData name="Boe Marayag" userId="6244a8f90c46a2b9" providerId="LiveId" clId="{5CA51E39-B557-4E89-8A9F-0482669964D0}" dt="2023-11-21T20:22:10.877" v="563" actId="14100"/>
          <ac:spMkLst>
            <pc:docMk/>
            <pc:sldMk cId="13059575" sldId="285"/>
            <ac:spMk id="126" creationId="{4426AAB3-F78E-5A23-CB96-65E70D89D0D2}"/>
          </ac:spMkLst>
        </pc:spChg>
        <pc:spChg chg="add mod or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127" creationId="{51649BBA-97F5-6CD5-E358-5C68C8489E11}"/>
          </ac:spMkLst>
        </pc:spChg>
        <pc:spChg chg="add mod ord">
          <ac:chgData name="Boe Marayag" userId="6244a8f90c46a2b9" providerId="LiveId" clId="{5CA51E39-B557-4E89-8A9F-0482669964D0}" dt="2023-11-21T20:22:24.705" v="564" actId="1076"/>
          <ac:spMkLst>
            <pc:docMk/>
            <pc:sldMk cId="13059575" sldId="285"/>
            <ac:spMk id="128" creationId="{8946C3D7-5321-773F-3754-5F2823331201}"/>
          </ac:spMkLst>
        </pc:spChg>
        <pc:spChg chg="mod ord">
          <ac:chgData name="Boe Marayag" userId="6244a8f90c46a2b9" providerId="LiveId" clId="{5CA51E39-B557-4E89-8A9F-0482669964D0}" dt="2023-11-21T21:12:07.081" v="928" actId="20577"/>
          <ac:spMkLst>
            <pc:docMk/>
            <pc:sldMk cId="13059575" sldId="285"/>
            <ac:spMk id="131" creationId="{6D244915-95B4-6139-EF51-752A359A69A8}"/>
          </ac:spMkLst>
        </pc:spChg>
        <pc:spChg chg="add del mod">
          <ac:chgData name="Boe Marayag" userId="6244a8f90c46a2b9" providerId="LiveId" clId="{5CA51E39-B557-4E89-8A9F-0482669964D0}" dt="2023-11-21T21:12:01.657" v="917" actId="571"/>
          <ac:spMkLst>
            <pc:docMk/>
            <pc:sldMk cId="13059575" sldId="285"/>
            <ac:spMk id="132" creationId="{6D385777-7C8C-25B7-8DF1-CDF29EDF8572}"/>
          </ac:spMkLst>
        </pc:spChg>
        <pc:grpChg chg="del">
          <ac:chgData name="Boe Marayag" userId="6244a8f90c46a2b9" providerId="LiveId" clId="{5CA51E39-B557-4E89-8A9F-0482669964D0}" dt="2023-11-21T20:09:45.584" v="221" actId="478"/>
          <ac:grpSpMkLst>
            <pc:docMk/>
            <pc:sldMk cId="13059575" sldId="285"/>
            <ac:grpSpMk id="37" creationId="{90E2185A-CA0E-9E83-A195-FE8F67EBDC46}"/>
          </ac:grpSpMkLst>
        </pc:grpChg>
        <pc:grpChg chg="del">
          <ac:chgData name="Boe Marayag" userId="6244a8f90c46a2b9" providerId="LiveId" clId="{5CA51E39-B557-4E89-8A9F-0482669964D0}" dt="2023-11-21T20:09:45.584" v="221" actId="478"/>
          <ac:grpSpMkLst>
            <pc:docMk/>
            <pc:sldMk cId="13059575" sldId="285"/>
            <ac:grpSpMk id="48" creationId="{DAF4FA2C-177D-C03A-0474-64DC8754CBAE}"/>
          </ac:grpSpMkLst>
        </pc:grpChg>
        <pc:grpChg chg="del">
          <ac:chgData name="Boe Marayag" userId="6244a8f90c46a2b9" providerId="LiveId" clId="{5CA51E39-B557-4E89-8A9F-0482669964D0}" dt="2023-11-21T20:09:45.584" v="221" actId="478"/>
          <ac:grpSpMkLst>
            <pc:docMk/>
            <pc:sldMk cId="13059575" sldId="285"/>
            <ac:grpSpMk id="62" creationId="{AB3036EC-5EDC-4A69-33B1-79DD1DF53705}"/>
          </ac:grpSpMkLst>
        </pc:grpChg>
        <pc:picChg chg="add mod">
          <ac:chgData name="Boe Marayag" userId="6244a8f90c46a2b9" providerId="LiveId" clId="{5CA51E39-B557-4E89-8A9F-0482669964D0}" dt="2023-11-21T20:21:24.455" v="549" actId="1076"/>
          <ac:picMkLst>
            <pc:docMk/>
            <pc:sldMk cId="13059575" sldId="285"/>
            <ac:picMk id="28" creationId="{8F735EDD-49EB-0C88-6BBC-35DA8E4AFCD1}"/>
          </ac:picMkLst>
        </pc:picChg>
        <pc:picChg chg="add mod">
          <ac:chgData name="Boe Marayag" userId="6244a8f90c46a2b9" providerId="LiveId" clId="{5CA51E39-B557-4E89-8A9F-0482669964D0}" dt="2023-11-21T20:21:24.455" v="549" actId="1076"/>
          <ac:picMkLst>
            <pc:docMk/>
            <pc:sldMk cId="13059575" sldId="285"/>
            <ac:picMk id="32" creationId="{79D299B9-9780-4861-6115-150AEEE0A01A}"/>
          </ac:picMkLst>
        </pc:picChg>
        <pc:picChg chg="add mod">
          <ac:chgData name="Boe Marayag" userId="6244a8f90c46a2b9" providerId="LiveId" clId="{5CA51E39-B557-4E89-8A9F-0482669964D0}" dt="2023-11-21T20:22:24.705" v="564" actId="1076"/>
          <ac:picMkLst>
            <pc:docMk/>
            <pc:sldMk cId="13059575" sldId="285"/>
            <ac:picMk id="34" creationId="{7EB65520-2884-F07E-8D69-4941EE0C1080}"/>
          </ac:picMkLst>
        </pc:picChg>
        <pc:picChg chg="add mod">
          <ac:chgData name="Boe Marayag" userId="6244a8f90c46a2b9" providerId="LiveId" clId="{5CA51E39-B557-4E89-8A9F-0482669964D0}" dt="2023-11-21T20:22:24.705" v="564" actId="1076"/>
          <ac:picMkLst>
            <pc:docMk/>
            <pc:sldMk cId="13059575" sldId="285"/>
            <ac:picMk id="66" creationId="{283D41CB-A2F6-1128-7498-62F3DDCAE416}"/>
          </ac:picMkLst>
        </pc:picChg>
        <pc:picChg chg="add mod">
          <ac:chgData name="Boe Marayag" userId="6244a8f90c46a2b9" providerId="LiveId" clId="{5CA51E39-B557-4E89-8A9F-0482669964D0}" dt="2023-11-21T20:22:24.705" v="564" actId="1076"/>
          <ac:picMkLst>
            <pc:docMk/>
            <pc:sldMk cId="13059575" sldId="285"/>
            <ac:picMk id="76" creationId="{D01BF04D-A899-FEEB-A1E9-E3CE61FD4D0E}"/>
          </ac:picMkLst>
        </pc:picChg>
        <pc:picChg chg="add mod">
          <ac:chgData name="Boe Marayag" userId="6244a8f90c46a2b9" providerId="LiveId" clId="{5CA51E39-B557-4E89-8A9F-0482669964D0}" dt="2023-11-21T20:22:24.705" v="564" actId="1076"/>
          <ac:picMkLst>
            <pc:docMk/>
            <pc:sldMk cId="13059575" sldId="285"/>
            <ac:picMk id="78" creationId="{7486F4A8-E8E4-3759-98C8-E18DA6173207}"/>
          </ac:picMkLst>
        </pc:picChg>
        <pc:picChg chg="add del mod">
          <ac:chgData name="Boe Marayag" userId="6244a8f90c46a2b9" providerId="LiveId" clId="{5CA51E39-B557-4E89-8A9F-0482669964D0}" dt="2023-11-21T20:13:55.113" v="362" actId="478"/>
          <ac:picMkLst>
            <pc:docMk/>
            <pc:sldMk cId="13059575" sldId="285"/>
            <ac:picMk id="79" creationId="{27F653B8-2434-C985-0245-FAD19527FFFA}"/>
          </ac:picMkLst>
        </pc:picChg>
        <pc:picChg chg="add del mod">
          <ac:chgData name="Boe Marayag" userId="6244a8f90c46a2b9" providerId="LiveId" clId="{5CA51E39-B557-4E89-8A9F-0482669964D0}" dt="2023-11-21T20:13:55.113" v="362" actId="478"/>
          <ac:picMkLst>
            <pc:docMk/>
            <pc:sldMk cId="13059575" sldId="285"/>
            <ac:picMk id="80" creationId="{49AC1828-1A89-EF1D-D489-1CD00EFFA141}"/>
          </ac:picMkLst>
        </pc:picChg>
        <pc:picChg chg="add del mod">
          <ac:chgData name="Boe Marayag" userId="6244a8f90c46a2b9" providerId="LiveId" clId="{5CA51E39-B557-4E89-8A9F-0482669964D0}" dt="2023-11-21T20:13:55.113" v="362" actId="478"/>
          <ac:picMkLst>
            <pc:docMk/>
            <pc:sldMk cId="13059575" sldId="285"/>
            <ac:picMk id="81" creationId="{3AE6AB92-E810-6374-86B1-1D2B76AA56BC}"/>
          </ac:picMkLst>
        </pc:picChg>
        <pc:picChg chg="add del mod">
          <ac:chgData name="Boe Marayag" userId="6244a8f90c46a2b9" providerId="LiveId" clId="{5CA51E39-B557-4E89-8A9F-0482669964D0}" dt="2023-11-21T20:13:55.113" v="362" actId="478"/>
          <ac:picMkLst>
            <pc:docMk/>
            <pc:sldMk cId="13059575" sldId="285"/>
            <ac:picMk id="82" creationId="{A3C1304D-65B2-6F7F-7C4F-0F76E0E670DD}"/>
          </ac:picMkLst>
        </pc:picChg>
        <pc:picChg chg="add del mod">
          <ac:chgData name="Boe Marayag" userId="6244a8f90c46a2b9" providerId="LiveId" clId="{5CA51E39-B557-4E89-8A9F-0482669964D0}" dt="2023-11-21T20:13:55.113" v="362" actId="478"/>
          <ac:picMkLst>
            <pc:docMk/>
            <pc:sldMk cId="13059575" sldId="285"/>
            <ac:picMk id="83" creationId="{B4207E4D-3A68-D39A-25D4-B7D84AE456CD}"/>
          </ac:picMkLst>
        </pc:picChg>
        <pc:picChg chg="add del mod">
          <ac:chgData name="Boe Marayag" userId="6244a8f90c46a2b9" providerId="LiveId" clId="{5CA51E39-B557-4E89-8A9F-0482669964D0}" dt="2023-11-21T20:13:55.113" v="362" actId="478"/>
          <ac:picMkLst>
            <pc:docMk/>
            <pc:sldMk cId="13059575" sldId="285"/>
            <ac:picMk id="84" creationId="{AE219144-5411-2EA6-1563-9741DCBD5995}"/>
          </ac:picMkLst>
        </pc:picChg>
        <pc:picChg chg="add del mod">
          <ac:chgData name="Boe Marayag" userId="6244a8f90c46a2b9" providerId="LiveId" clId="{5CA51E39-B557-4E89-8A9F-0482669964D0}" dt="2023-11-21T20:14:35.381" v="366" actId="478"/>
          <ac:picMkLst>
            <pc:docMk/>
            <pc:sldMk cId="13059575" sldId="285"/>
            <ac:picMk id="86" creationId="{54DA1C45-AA9C-EDFD-1D62-26F549676CF5}"/>
          </ac:picMkLst>
        </pc:picChg>
        <pc:picChg chg="add mod">
          <ac:chgData name="Boe Marayag" userId="6244a8f90c46a2b9" providerId="LiveId" clId="{5CA51E39-B557-4E89-8A9F-0482669964D0}" dt="2023-11-21T20:21:24.455" v="549" actId="1076"/>
          <ac:picMkLst>
            <pc:docMk/>
            <pc:sldMk cId="13059575" sldId="285"/>
            <ac:picMk id="120" creationId="{31F6B531-DB4C-8C5D-65A1-4259DDA2A49C}"/>
          </ac:picMkLst>
        </pc:picChg>
        <pc:picChg chg="add mod">
          <ac:chgData name="Boe Marayag" userId="6244a8f90c46a2b9" providerId="LiveId" clId="{5CA51E39-B557-4E89-8A9F-0482669964D0}" dt="2023-11-21T20:22:24.705" v="564" actId="1076"/>
          <ac:picMkLst>
            <pc:docMk/>
            <pc:sldMk cId="13059575" sldId="285"/>
            <ac:picMk id="122" creationId="{B9B2B979-7806-B2DC-6F7C-3871D8385A43}"/>
          </ac:picMkLst>
        </pc:picChg>
        <pc:picChg chg="add mod">
          <ac:chgData name="Boe Marayag" userId="6244a8f90c46a2b9" providerId="LiveId" clId="{5CA51E39-B557-4E89-8A9F-0482669964D0}" dt="2023-11-21T20:22:24.705" v="564" actId="1076"/>
          <ac:picMkLst>
            <pc:docMk/>
            <pc:sldMk cId="13059575" sldId="285"/>
            <ac:picMk id="124" creationId="{072CE720-4B96-AE74-DAE4-CA1F002FD431}"/>
          </ac:picMkLst>
        </pc:picChg>
        <pc:picChg chg="add del mod">
          <ac:chgData name="Boe Marayag" userId="6244a8f90c46a2b9" providerId="LiveId" clId="{5CA51E39-B557-4E89-8A9F-0482669964D0}" dt="2023-11-21T21:12:09.891" v="931" actId="478"/>
          <ac:picMkLst>
            <pc:docMk/>
            <pc:sldMk cId="13059575" sldId="285"/>
            <ac:picMk id="130" creationId="{6D244915-95B4-6139-EF51-752A359A69A8}"/>
          </ac:picMkLst>
        </pc:picChg>
        <pc:cxnChg chg="del">
          <ac:chgData name="Boe Marayag" userId="6244a8f90c46a2b9" providerId="LiveId" clId="{5CA51E39-B557-4E89-8A9F-0482669964D0}" dt="2023-11-21T20:09:45.584" v="221" actId="478"/>
          <ac:cxnSpMkLst>
            <pc:docMk/>
            <pc:sldMk cId="13059575" sldId="285"/>
            <ac:cxnSpMk id="29" creationId="{A480008D-41DA-B118-3DF9-60A162A9EF26}"/>
          </ac:cxnSpMkLst>
        </pc:cxnChg>
        <pc:cxnChg chg="del">
          <ac:chgData name="Boe Marayag" userId="6244a8f90c46a2b9" providerId="LiveId" clId="{5CA51E39-B557-4E89-8A9F-0482669964D0}" dt="2023-11-21T20:09:45.584" v="221" actId="478"/>
          <ac:cxnSpMkLst>
            <pc:docMk/>
            <pc:sldMk cId="13059575" sldId="285"/>
            <ac:cxnSpMk id="47" creationId="{3ABEB1CD-76FE-1C38-9D75-C5F5EAAE025D}"/>
          </ac:cxnSpMkLst>
        </pc:cxnChg>
        <pc:cxnChg chg="del">
          <ac:chgData name="Boe Marayag" userId="6244a8f90c46a2b9" providerId="LiveId" clId="{5CA51E39-B557-4E89-8A9F-0482669964D0}" dt="2023-11-21T20:09:45.584" v="221" actId="478"/>
          <ac:cxnSpMkLst>
            <pc:docMk/>
            <pc:sldMk cId="13059575" sldId="285"/>
            <ac:cxnSpMk id="61" creationId="{AE1B743B-78D0-79A3-F5F0-552920EF5816}"/>
          </ac:cxnSpMkLst>
        </pc:cxnChg>
        <pc:cxnChg chg="del">
          <ac:chgData name="Boe Marayag" userId="6244a8f90c46a2b9" providerId="LiveId" clId="{5CA51E39-B557-4E89-8A9F-0482669964D0}" dt="2023-11-21T20:21:04.618" v="543" actId="478"/>
          <ac:cxnSpMkLst>
            <pc:docMk/>
            <pc:sldMk cId="13059575" sldId="285"/>
            <ac:cxnSpMk id="70" creationId="{B96C2539-C61D-4615-E1DB-4EBCEFC36699}"/>
          </ac:cxnSpMkLst>
        </pc:cxnChg>
        <pc:cxnChg chg="del">
          <ac:chgData name="Boe Marayag" userId="6244a8f90c46a2b9" providerId="LiveId" clId="{5CA51E39-B557-4E89-8A9F-0482669964D0}" dt="2023-11-21T20:21:04.618" v="543" actId="478"/>
          <ac:cxnSpMkLst>
            <pc:docMk/>
            <pc:sldMk cId="13059575" sldId="285"/>
            <ac:cxnSpMk id="72" creationId="{B0DEC789-4687-140F-9D0B-056BB4C0BE92}"/>
          </ac:cxnSpMkLst>
        </pc:cxnChg>
      </pc:sldChg>
      <pc:sldChg chg="addSp delSp modSp mod modClrScheme chgLayout modNotesTx">
        <pc:chgData name="Boe Marayag" userId="6244a8f90c46a2b9" providerId="LiveId" clId="{5CA51E39-B557-4E89-8A9F-0482669964D0}" dt="2023-11-21T21:12:28.324" v="933" actId="207"/>
        <pc:sldMkLst>
          <pc:docMk/>
          <pc:sldMk cId="3231206075" sldId="286"/>
        </pc:sldMkLst>
        <pc:spChg chg="mod ord">
          <ac:chgData name="Boe Marayag" userId="6244a8f90c46a2b9" providerId="LiveId" clId="{5CA51E39-B557-4E89-8A9F-0482669964D0}" dt="2023-11-21T21:03:23.038" v="843" actId="6264"/>
          <ac:spMkLst>
            <pc:docMk/>
            <pc:sldMk cId="3231206075" sldId="286"/>
            <ac:spMk id="2" creationId="{3ADCCE0E-ABA7-B0B6-CF77-1DAB49EBADB5}"/>
          </ac:spMkLst>
        </pc:spChg>
        <pc:spChg chg="mod ord">
          <ac:chgData name="Boe Marayag" userId="6244a8f90c46a2b9" providerId="LiveId" clId="{5CA51E39-B557-4E89-8A9F-0482669964D0}" dt="2023-11-21T21:03:23.038" v="843" actId="6264"/>
          <ac:spMkLst>
            <pc:docMk/>
            <pc:sldMk cId="3231206075" sldId="286"/>
            <ac:spMk id="3" creationId="{51BE4FB9-3CFB-676E-00D4-F3A9E9D8A020}"/>
          </ac:spMkLst>
        </pc:spChg>
        <pc:spChg chg="del mod topLvl">
          <ac:chgData name="Boe Marayag" userId="6244a8f90c46a2b9" providerId="LiveId" clId="{5CA51E39-B557-4E89-8A9F-0482669964D0}" dt="2023-11-21T20:30:36.536" v="565" actId="478"/>
          <ac:spMkLst>
            <pc:docMk/>
            <pc:sldMk cId="3231206075" sldId="286"/>
            <ac:spMk id="6" creationId="{254FF763-5D66-1191-F625-F371572B9B20}"/>
          </ac:spMkLst>
        </pc:spChg>
        <pc:spChg chg="add del mod topLvl">
          <ac:chgData name="Boe Marayag" userId="6244a8f90c46a2b9" providerId="LiveId" clId="{5CA51E39-B557-4E89-8A9F-0482669964D0}" dt="2023-11-21T20:30:36.536" v="565" actId="478"/>
          <ac:spMkLst>
            <pc:docMk/>
            <pc:sldMk cId="3231206075" sldId="286"/>
            <ac:spMk id="7" creationId="{B8C65604-F538-39DC-E402-51A640AD46B3}"/>
          </ac:spMkLst>
        </pc:spChg>
        <pc:spChg chg="add del mod topLvl">
          <ac:chgData name="Boe Marayag" userId="6244a8f90c46a2b9" providerId="LiveId" clId="{5CA51E39-B557-4E89-8A9F-0482669964D0}" dt="2023-11-21T20:30:36.536" v="565" actId="478"/>
          <ac:spMkLst>
            <pc:docMk/>
            <pc:sldMk cId="3231206075" sldId="286"/>
            <ac:spMk id="8" creationId="{59B01E4E-76B4-26C5-A970-F9F2C7DE3123}"/>
          </ac:spMkLst>
        </pc:spChg>
        <pc:spChg chg="add del mod topLvl">
          <ac:chgData name="Boe Marayag" userId="6244a8f90c46a2b9" providerId="LiveId" clId="{5CA51E39-B557-4E89-8A9F-0482669964D0}" dt="2023-11-21T20:30:36.536" v="565" actId="478"/>
          <ac:spMkLst>
            <pc:docMk/>
            <pc:sldMk cId="3231206075" sldId="286"/>
            <ac:spMk id="9" creationId="{0B2912D7-2C06-201A-E606-92EAEBDB0074}"/>
          </ac:spMkLst>
        </pc:spChg>
        <pc:spChg chg="add del mod topLvl">
          <ac:chgData name="Boe Marayag" userId="6244a8f90c46a2b9" providerId="LiveId" clId="{5CA51E39-B557-4E89-8A9F-0482669964D0}" dt="2023-11-21T20:30:36.536" v="565" actId="478"/>
          <ac:spMkLst>
            <pc:docMk/>
            <pc:sldMk cId="3231206075" sldId="286"/>
            <ac:spMk id="10" creationId="{CC36176D-F6BA-0377-F77C-F82917721FF6}"/>
          </ac:spMkLst>
        </pc:spChg>
        <pc:spChg chg="add del mod topLvl">
          <ac:chgData name="Boe Marayag" userId="6244a8f90c46a2b9" providerId="LiveId" clId="{5CA51E39-B557-4E89-8A9F-0482669964D0}" dt="2023-11-21T12:24:51.357" v="12" actId="478"/>
          <ac:spMkLst>
            <pc:docMk/>
            <pc:sldMk cId="3231206075" sldId="286"/>
            <ac:spMk id="12" creationId="{A791468C-B307-CC0D-48DE-ACF753EC2781}"/>
          </ac:spMkLst>
        </pc:spChg>
        <pc:spChg chg="add del mod topLvl">
          <ac:chgData name="Boe Marayag" userId="6244a8f90c46a2b9" providerId="LiveId" clId="{5CA51E39-B557-4E89-8A9F-0482669964D0}" dt="2023-11-21T12:24:51.357" v="12" actId="478"/>
          <ac:spMkLst>
            <pc:docMk/>
            <pc:sldMk cId="3231206075" sldId="286"/>
            <ac:spMk id="13" creationId="{FC0D252B-EFE0-B979-A50D-49F114CCA060}"/>
          </ac:spMkLst>
        </pc:spChg>
        <pc:spChg chg="add del mod topLvl">
          <ac:chgData name="Boe Marayag" userId="6244a8f90c46a2b9" providerId="LiveId" clId="{5CA51E39-B557-4E89-8A9F-0482669964D0}" dt="2023-11-21T12:24:51.357" v="12" actId="478"/>
          <ac:spMkLst>
            <pc:docMk/>
            <pc:sldMk cId="3231206075" sldId="286"/>
            <ac:spMk id="15" creationId="{AF21C91B-308F-426A-0C6A-B1A4FDD42B8A}"/>
          </ac:spMkLst>
        </pc:spChg>
        <pc:spChg chg="add del mod topLvl">
          <ac:chgData name="Boe Marayag" userId="6244a8f90c46a2b9" providerId="LiveId" clId="{5CA51E39-B557-4E89-8A9F-0482669964D0}" dt="2023-11-21T12:24:51.357" v="12" actId="478"/>
          <ac:spMkLst>
            <pc:docMk/>
            <pc:sldMk cId="3231206075" sldId="286"/>
            <ac:spMk id="16" creationId="{B22FE343-7422-775A-1B94-A71AB87E7FA0}"/>
          </ac:spMkLst>
        </pc:spChg>
        <pc:spChg chg="add del mod topLvl">
          <ac:chgData name="Boe Marayag" userId="6244a8f90c46a2b9" providerId="LiveId" clId="{5CA51E39-B557-4E89-8A9F-0482669964D0}" dt="2023-11-21T20:30:36.536" v="565" actId="478"/>
          <ac:spMkLst>
            <pc:docMk/>
            <pc:sldMk cId="3231206075" sldId="286"/>
            <ac:spMk id="17" creationId="{CCCDC4B0-8AC9-1EA9-1A77-99967B636A22}"/>
          </ac:spMkLst>
        </pc:spChg>
        <pc:spChg chg="del mod topLvl">
          <ac:chgData name="Boe Marayag" userId="6244a8f90c46a2b9" providerId="LiveId" clId="{5CA51E39-B557-4E89-8A9F-0482669964D0}" dt="2023-11-21T20:30:36.536" v="565" actId="478"/>
          <ac:spMkLst>
            <pc:docMk/>
            <pc:sldMk cId="3231206075" sldId="286"/>
            <ac:spMk id="20" creationId="{4D0DA29A-23D2-1585-68F1-08248235CCC4}"/>
          </ac:spMkLst>
        </pc:spChg>
        <pc:spChg chg="add mod">
          <ac:chgData name="Boe Marayag" userId="6244a8f90c46a2b9" providerId="LiveId" clId="{5CA51E39-B557-4E89-8A9F-0482669964D0}" dt="2023-11-21T12:25:13.051" v="21" actId="20577"/>
          <ac:spMkLst>
            <pc:docMk/>
            <pc:sldMk cId="3231206075" sldId="286"/>
            <ac:spMk id="21" creationId="{E0553A91-68F1-F426-8717-5CCF17C3FCEA}"/>
          </ac:spMkLst>
        </pc:spChg>
        <pc:spChg chg="add mod">
          <ac:chgData name="Boe Marayag" userId="6244a8f90c46a2b9" providerId="LiveId" clId="{5CA51E39-B557-4E89-8A9F-0482669964D0}" dt="2023-11-21T12:25:10.951" v="20" actId="1076"/>
          <ac:spMkLst>
            <pc:docMk/>
            <pc:sldMk cId="3231206075" sldId="286"/>
            <ac:spMk id="22" creationId="{F6CB57E7-C19A-0A2D-E5BF-FAD2BD508C30}"/>
          </ac:spMkLst>
        </pc:spChg>
        <pc:spChg chg="add mod">
          <ac:chgData name="Boe Marayag" userId="6244a8f90c46a2b9" providerId="LiveId" clId="{5CA51E39-B557-4E89-8A9F-0482669964D0}" dt="2023-11-21T12:24:58.266" v="16" actId="164"/>
          <ac:spMkLst>
            <pc:docMk/>
            <pc:sldMk cId="3231206075" sldId="286"/>
            <ac:spMk id="23" creationId="{A4C2D54D-BEC4-9ED6-E941-E6BF409FD7CE}"/>
          </ac:spMkLst>
        </pc:spChg>
        <pc:spChg chg="add mod">
          <ac:chgData name="Boe Marayag" userId="6244a8f90c46a2b9" providerId="LiveId" clId="{5CA51E39-B557-4E89-8A9F-0482669964D0}" dt="2023-11-21T12:25:38.584" v="30" actId="207"/>
          <ac:spMkLst>
            <pc:docMk/>
            <pc:sldMk cId="3231206075" sldId="286"/>
            <ac:spMk id="24" creationId="{CE14A335-BC5D-E2EB-8030-3A7122AA9EB7}"/>
          </ac:spMkLst>
        </pc:spChg>
        <pc:spChg chg="add mod">
          <ac:chgData name="Boe Marayag" userId="6244a8f90c46a2b9" providerId="LiveId" clId="{5CA51E39-B557-4E89-8A9F-0482669964D0}" dt="2023-11-21T12:25:35.041" v="29" actId="207"/>
          <ac:spMkLst>
            <pc:docMk/>
            <pc:sldMk cId="3231206075" sldId="286"/>
            <ac:spMk id="26" creationId="{AD7F323E-2C33-711F-371E-3A1934DDF6E4}"/>
          </ac:spMkLst>
        </pc:spChg>
        <pc:spChg chg="mod">
          <ac:chgData name="Boe Marayag" userId="6244a8f90c46a2b9" providerId="LiveId" clId="{5CA51E39-B557-4E89-8A9F-0482669964D0}" dt="2023-11-21T12:25:26.293" v="27" actId="20577"/>
          <ac:spMkLst>
            <pc:docMk/>
            <pc:sldMk cId="3231206075" sldId="286"/>
            <ac:spMk id="29" creationId="{F93A70FA-6B4F-E241-9ECA-7AAD895A4F10}"/>
          </ac:spMkLst>
        </pc:spChg>
        <pc:spChg chg="mod">
          <ac:chgData name="Boe Marayag" userId="6244a8f90c46a2b9" providerId="LiveId" clId="{5CA51E39-B557-4E89-8A9F-0482669964D0}" dt="2023-11-21T12:25:16.961" v="22" actId="571"/>
          <ac:spMkLst>
            <pc:docMk/>
            <pc:sldMk cId="3231206075" sldId="286"/>
            <ac:spMk id="30" creationId="{744073B7-75BB-0F25-0BBB-40329F6D1B5A}"/>
          </ac:spMkLst>
        </pc:spChg>
        <pc:spChg chg="mod">
          <ac:chgData name="Boe Marayag" userId="6244a8f90c46a2b9" providerId="LiveId" clId="{5CA51E39-B557-4E89-8A9F-0482669964D0}" dt="2023-11-21T12:25:16.961" v="22" actId="571"/>
          <ac:spMkLst>
            <pc:docMk/>
            <pc:sldMk cId="3231206075" sldId="286"/>
            <ac:spMk id="31" creationId="{3BCD1F07-9114-A1E5-9DD2-BA5F4698C533}"/>
          </ac:spMkLst>
        </pc:spChg>
        <pc:spChg chg="mod">
          <ac:chgData name="Boe Marayag" userId="6244a8f90c46a2b9" providerId="LiveId" clId="{5CA51E39-B557-4E89-8A9F-0482669964D0}" dt="2023-11-21T12:25:43.835" v="31" actId="207"/>
          <ac:spMkLst>
            <pc:docMk/>
            <pc:sldMk cId="3231206075" sldId="286"/>
            <ac:spMk id="32" creationId="{FB76E213-7BB3-DD50-B6FD-83D31E14D3DA}"/>
          </ac:spMkLst>
        </pc:spChg>
        <pc:spChg chg="mod">
          <ac:chgData name="Boe Marayag" userId="6244a8f90c46a2b9" providerId="LiveId" clId="{5CA51E39-B557-4E89-8A9F-0482669964D0}" dt="2023-11-21T12:25:47.570" v="32" actId="207"/>
          <ac:spMkLst>
            <pc:docMk/>
            <pc:sldMk cId="3231206075" sldId="286"/>
            <ac:spMk id="34" creationId="{2649F44F-70A9-F498-3014-4A6E9A289A95}"/>
          </ac:spMkLst>
        </pc:spChg>
        <pc:spChg chg="add del mod">
          <ac:chgData name="Boe Marayag" userId="6244a8f90c46a2b9" providerId="LiveId" clId="{5CA51E39-B557-4E89-8A9F-0482669964D0}" dt="2023-11-21T20:34:36.148" v="617" actId="6264"/>
          <ac:spMkLst>
            <pc:docMk/>
            <pc:sldMk cId="3231206075" sldId="286"/>
            <ac:spMk id="35" creationId="{D6373CA2-14A3-29CB-19F2-DFC57D066191}"/>
          </ac:spMkLst>
        </pc:spChg>
        <pc:spChg chg="add del mod">
          <ac:chgData name="Boe Marayag" userId="6244a8f90c46a2b9" providerId="LiveId" clId="{5CA51E39-B557-4E89-8A9F-0482669964D0}" dt="2023-11-21T20:34:36.148" v="617" actId="6264"/>
          <ac:spMkLst>
            <pc:docMk/>
            <pc:sldMk cId="3231206075" sldId="286"/>
            <ac:spMk id="36" creationId="{2FF2C83D-1F62-50BF-798E-F2DEE55961D2}"/>
          </ac:spMkLst>
        </pc:spChg>
        <pc:spChg chg="add del mod">
          <ac:chgData name="Boe Marayag" userId="6244a8f90c46a2b9" providerId="LiveId" clId="{5CA51E39-B557-4E89-8A9F-0482669964D0}" dt="2023-11-21T20:34:46.826" v="619" actId="6264"/>
          <ac:spMkLst>
            <pc:docMk/>
            <pc:sldMk cId="3231206075" sldId="286"/>
            <ac:spMk id="37" creationId="{EDA7F3A9-4A3F-0B30-4817-9A703D900112}"/>
          </ac:spMkLst>
        </pc:spChg>
        <pc:spChg chg="add del mod">
          <ac:chgData name="Boe Marayag" userId="6244a8f90c46a2b9" providerId="LiveId" clId="{5CA51E39-B557-4E89-8A9F-0482669964D0}" dt="2023-11-21T20:34:46.826" v="619" actId="6264"/>
          <ac:spMkLst>
            <pc:docMk/>
            <pc:sldMk cId="3231206075" sldId="286"/>
            <ac:spMk id="38" creationId="{175289AF-4500-AF84-0464-773FC2E5D1E5}"/>
          </ac:spMkLst>
        </pc:spChg>
        <pc:spChg chg="add mod ord">
          <ac:chgData name="Boe Marayag" userId="6244a8f90c46a2b9" providerId="LiveId" clId="{5CA51E39-B557-4E89-8A9F-0482669964D0}" dt="2023-11-21T21:12:24.836" v="932" actId="207"/>
          <ac:spMkLst>
            <pc:docMk/>
            <pc:sldMk cId="3231206075" sldId="286"/>
            <ac:spMk id="39" creationId="{85F2362F-62E0-ADC2-36EA-B8DC46B83F00}"/>
          </ac:spMkLst>
        </pc:spChg>
        <pc:spChg chg="add mod">
          <ac:chgData name="Boe Marayag" userId="6244a8f90c46a2b9" providerId="LiveId" clId="{5CA51E39-B557-4E89-8A9F-0482669964D0}" dt="2023-11-21T20:35:46.254" v="642" actId="1076"/>
          <ac:spMkLst>
            <pc:docMk/>
            <pc:sldMk cId="3231206075" sldId="286"/>
            <ac:spMk id="40" creationId="{8493265D-B70B-4F98-094E-38B7EA7BC341}"/>
          </ac:spMkLst>
        </pc:spChg>
        <pc:spChg chg="add del mod">
          <ac:chgData name="Boe Marayag" userId="6244a8f90c46a2b9" providerId="LiveId" clId="{5CA51E39-B557-4E89-8A9F-0482669964D0}" dt="2023-11-21T20:35:16.990" v="630" actId="478"/>
          <ac:spMkLst>
            <pc:docMk/>
            <pc:sldMk cId="3231206075" sldId="286"/>
            <ac:spMk id="41" creationId="{6716AB6A-12C9-335D-9DC7-4F94BEA272CF}"/>
          </ac:spMkLst>
        </pc:spChg>
        <pc:spChg chg="add mod">
          <ac:chgData name="Boe Marayag" userId="6244a8f90c46a2b9" providerId="LiveId" clId="{5CA51E39-B557-4E89-8A9F-0482669964D0}" dt="2023-11-21T20:35:59.844" v="672" actId="20577"/>
          <ac:spMkLst>
            <pc:docMk/>
            <pc:sldMk cId="3231206075" sldId="286"/>
            <ac:spMk id="42" creationId="{5CB8F2EF-357D-16A2-19FB-69AFC9C7C8EF}"/>
          </ac:spMkLst>
        </pc:spChg>
        <pc:spChg chg="add del mod">
          <ac:chgData name="Boe Marayag" userId="6244a8f90c46a2b9" providerId="LiveId" clId="{5CA51E39-B557-4E89-8A9F-0482669964D0}" dt="2023-11-21T20:37:38.050" v="705" actId="478"/>
          <ac:spMkLst>
            <pc:docMk/>
            <pc:sldMk cId="3231206075" sldId="286"/>
            <ac:spMk id="43" creationId="{77668338-9932-622A-1980-2FAB73F3CEED}"/>
          </ac:spMkLst>
        </pc:spChg>
        <pc:spChg chg="add mod">
          <ac:chgData name="Boe Marayag" userId="6244a8f90c46a2b9" providerId="LiveId" clId="{5CA51E39-B557-4E89-8A9F-0482669964D0}" dt="2023-11-21T20:39:20.759" v="735" actId="1076"/>
          <ac:spMkLst>
            <pc:docMk/>
            <pc:sldMk cId="3231206075" sldId="286"/>
            <ac:spMk id="44" creationId="{999900BA-AFF2-361D-B745-22D80FD5492D}"/>
          </ac:spMkLst>
        </pc:spChg>
        <pc:spChg chg="add mod">
          <ac:chgData name="Boe Marayag" userId="6244a8f90c46a2b9" providerId="LiveId" clId="{5CA51E39-B557-4E89-8A9F-0482669964D0}" dt="2023-11-21T20:39:20.759" v="735" actId="1076"/>
          <ac:spMkLst>
            <pc:docMk/>
            <pc:sldMk cId="3231206075" sldId="286"/>
            <ac:spMk id="45" creationId="{7C8CF371-74E9-BD33-A20F-3A75C66107B5}"/>
          </ac:spMkLst>
        </pc:spChg>
        <pc:spChg chg="add del mod">
          <ac:chgData name="Boe Marayag" userId="6244a8f90c46a2b9" providerId="LiveId" clId="{5CA51E39-B557-4E89-8A9F-0482669964D0}" dt="2023-11-21T20:38:57.585" v="727" actId="478"/>
          <ac:spMkLst>
            <pc:docMk/>
            <pc:sldMk cId="3231206075" sldId="286"/>
            <ac:spMk id="46" creationId="{0D0C12EC-58D4-2A5A-6C9A-98AF6E849ECD}"/>
          </ac:spMkLst>
        </pc:spChg>
        <pc:spChg chg="add mod">
          <ac:chgData name="Boe Marayag" userId="6244a8f90c46a2b9" providerId="LiveId" clId="{5CA51E39-B557-4E89-8A9F-0482669964D0}" dt="2023-11-21T21:01:42.044" v="819" actId="1076"/>
          <ac:spMkLst>
            <pc:docMk/>
            <pc:sldMk cId="3231206075" sldId="286"/>
            <ac:spMk id="47" creationId="{A8730278-F942-EB09-0BAD-0D309256A568}"/>
          </ac:spMkLst>
        </pc:spChg>
        <pc:spChg chg="add mod">
          <ac:chgData name="Boe Marayag" userId="6244a8f90c46a2b9" providerId="LiveId" clId="{5CA51E39-B557-4E89-8A9F-0482669964D0}" dt="2023-11-21T21:01:42.044" v="819" actId="1076"/>
          <ac:spMkLst>
            <pc:docMk/>
            <pc:sldMk cId="3231206075" sldId="286"/>
            <ac:spMk id="48" creationId="{31AFF870-EAC1-4BAD-77F9-8C67273013C3}"/>
          </ac:spMkLst>
        </pc:spChg>
        <pc:spChg chg="add del mod">
          <ac:chgData name="Boe Marayag" userId="6244a8f90c46a2b9" providerId="LiveId" clId="{5CA51E39-B557-4E89-8A9F-0482669964D0}" dt="2023-11-21T20:38:57.585" v="727" actId="478"/>
          <ac:spMkLst>
            <pc:docMk/>
            <pc:sldMk cId="3231206075" sldId="286"/>
            <ac:spMk id="49" creationId="{2EBE0375-A2C6-89BA-D971-4A51F62B5AF5}"/>
          </ac:spMkLst>
        </pc:spChg>
        <pc:spChg chg="add mod">
          <ac:chgData name="Boe Marayag" userId="6244a8f90c46a2b9" providerId="LiveId" clId="{5CA51E39-B557-4E89-8A9F-0482669964D0}" dt="2023-11-21T21:01:42.044" v="819" actId="1076"/>
          <ac:spMkLst>
            <pc:docMk/>
            <pc:sldMk cId="3231206075" sldId="286"/>
            <ac:spMk id="50" creationId="{88B4D32B-1766-DA5A-A182-847FDB6F64EE}"/>
          </ac:spMkLst>
        </pc:spChg>
        <pc:spChg chg="add mod">
          <ac:chgData name="Boe Marayag" userId="6244a8f90c46a2b9" providerId="LiveId" clId="{5CA51E39-B557-4E89-8A9F-0482669964D0}" dt="2023-11-21T21:01:42.044" v="819" actId="1076"/>
          <ac:spMkLst>
            <pc:docMk/>
            <pc:sldMk cId="3231206075" sldId="286"/>
            <ac:spMk id="51" creationId="{2B7F2C4D-E67B-8E29-794E-91E4974DAF00}"/>
          </ac:spMkLst>
        </pc:spChg>
        <pc:spChg chg="add del mod">
          <ac:chgData name="Boe Marayag" userId="6244a8f90c46a2b9" providerId="LiveId" clId="{5CA51E39-B557-4E89-8A9F-0482669964D0}" dt="2023-11-21T20:37:17.875" v="695" actId="478"/>
          <ac:spMkLst>
            <pc:docMk/>
            <pc:sldMk cId="3231206075" sldId="286"/>
            <ac:spMk id="52" creationId="{5301C238-A0BF-FB95-9B25-8343D1B2247B}"/>
          </ac:spMkLst>
        </pc:spChg>
        <pc:spChg chg="add del mod">
          <ac:chgData name="Boe Marayag" userId="6244a8f90c46a2b9" providerId="LiveId" clId="{5CA51E39-B557-4E89-8A9F-0482669964D0}" dt="2023-11-21T20:38:19.586" v="717" actId="478"/>
          <ac:spMkLst>
            <pc:docMk/>
            <pc:sldMk cId="3231206075" sldId="286"/>
            <ac:spMk id="56" creationId="{A3B0C29F-B67F-154C-3FAA-2B8317C11F61}"/>
          </ac:spMkLst>
        </pc:spChg>
        <pc:spChg chg="add mod">
          <ac:chgData name="Boe Marayag" userId="6244a8f90c46a2b9" providerId="LiveId" clId="{5CA51E39-B557-4E89-8A9F-0482669964D0}" dt="2023-11-21T20:38:15.405" v="716" actId="1076"/>
          <ac:spMkLst>
            <pc:docMk/>
            <pc:sldMk cId="3231206075" sldId="286"/>
            <ac:spMk id="57" creationId="{FC823CF0-4022-1576-D7CE-B1641CED9F6B}"/>
          </ac:spMkLst>
        </pc:spChg>
        <pc:spChg chg="add mod">
          <ac:chgData name="Boe Marayag" userId="6244a8f90c46a2b9" providerId="LiveId" clId="{5CA51E39-B557-4E89-8A9F-0482669964D0}" dt="2023-11-21T20:39:20.759" v="735" actId="1076"/>
          <ac:spMkLst>
            <pc:docMk/>
            <pc:sldMk cId="3231206075" sldId="286"/>
            <ac:spMk id="58" creationId="{885191DD-7ACA-D945-05C1-34FD3EF400B2}"/>
          </ac:spMkLst>
        </pc:spChg>
        <pc:spChg chg="add mod">
          <ac:chgData name="Boe Marayag" userId="6244a8f90c46a2b9" providerId="LiveId" clId="{5CA51E39-B557-4E89-8A9F-0482669964D0}" dt="2023-11-21T21:12:24.836" v="932" actId="207"/>
          <ac:spMkLst>
            <pc:docMk/>
            <pc:sldMk cId="3231206075" sldId="286"/>
            <ac:spMk id="60" creationId="{6E9079B7-BD59-FA3E-4480-006B99F3D8EA}"/>
          </ac:spMkLst>
        </pc:spChg>
        <pc:spChg chg="add mod">
          <ac:chgData name="Boe Marayag" userId="6244a8f90c46a2b9" providerId="LiveId" clId="{5CA51E39-B557-4E89-8A9F-0482669964D0}" dt="2023-11-21T20:38:36.162" v="726" actId="571"/>
          <ac:spMkLst>
            <pc:docMk/>
            <pc:sldMk cId="3231206075" sldId="286"/>
            <ac:spMk id="61" creationId="{75171493-819B-3CD7-184F-1746E83A869C}"/>
          </ac:spMkLst>
        </pc:spChg>
        <pc:spChg chg="add mod">
          <ac:chgData name="Boe Marayag" userId="6244a8f90c46a2b9" providerId="LiveId" clId="{5CA51E39-B557-4E89-8A9F-0482669964D0}" dt="2023-11-21T20:38:36.162" v="726" actId="571"/>
          <ac:spMkLst>
            <pc:docMk/>
            <pc:sldMk cId="3231206075" sldId="286"/>
            <ac:spMk id="63" creationId="{67E191E9-4965-223C-D7AE-10B41AEC1507}"/>
          </ac:spMkLst>
        </pc:spChg>
        <pc:spChg chg="add mod">
          <ac:chgData name="Boe Marayag" userId="6244a8f90c46a2b9" providerId="LiveId" clId="{5CA51E39-B557-4E89-8A9F-0482669964D0}" dt="2023-11-21T20:38:36.162" v="726" actId="571"/>
          <ac:spMkLst>
            <pc:docMk/>
            <pc:sldMk cId="3231206075" sldId="286"/>
            <ac:spMk id="64" creationId="{98AFEEDE-5695-F683-6693-A7D0DFD63049}"/>
          </ac:spMkLst>
        </pc:spChg>
        <pc:spChg chg="add mod">
          <ac:chgData name="Boe Marayag" userId="6244a8f90c46a2b9" providerId="LiveId" clId="{5CA51E39-B557-4E89-8A9F-0482669964D0}" dt="2023-11-21T20:38:36.162" v="726" actId="571"/>
          <ac:spMkLst>
            <pc:docMk/>
            <pc:sldMk cId="3231206075" sldId="286"/>
            <ac:spMk id="67" creationId="{71698D79-834A-9C0D-68DB-5A9EBD7F1B09}"/>
          </ac:spMkLst>
        </pc:spChg>
        <pc:spChg chg="add mod">
          <ac:chgData name="Boe Marayag" userId="6244a8f90c46a2b9" providerId="LiveId" clId="{5CA51E39-B557-4E89-8A9F-0482669964D0}" dt="2023-11-21T21:01:42.044" v="819" actId="1076"/>
          <ac:spMkLst>
            <pc:docMk/>
            <pc:sldMk cId="3231206075" sldId="286"/>
            <ac:spMk id="68" creationId="{A5F9F22A-4682-E017-1F22-60E8BD21874C}"/>
          </ac:spMkLst>
        </pc:spChg>
        <pc:spChg chg="add mod">
          <ac:chgData name="Boe Marayag" userId="6244a8f90c46a2b9" providerId="LiveId" clId="{5CA51E39-B557-4E89-8A9F-0482669964D0}" dt="2023-11-21T21:12:28.324" v="933" actId="207"/>
          <ac:spMkLst>
            <pc:docMk/>
            <pc:sldMk cId="3231206075" sldId="286"/>
            <ac:spMk id="70" creationId="{4359927C-DCC4-E086-5F9D-CAC3EB4AFD92}"/>
          </ac:spMkLst>
        </pc:spChg>
        <pc:spChg chg="add mod">
          <ac:chgData name="Boe Marayag" userId="6244a8f90c46a2b9" providerId="LiveId" clId="{5CA51E39-B557-4E89-8A9F-0482669964D0}" dt="2023-11-21T21:01:42.044" v="819" actId="1076"/>
          <ac:spMkLst>
            <pc:docMk/>
            <pc:sldMk cId="3231206075" sldId="286"/>
            <ac:spMk id="71" creationId="{98DB5AA5-B3A8-3D9E-8CF4-9229353E1349}"/>
          </ac:spMkLst>
        </pc:spChg>
        <pc:spChg chg="add mod">
          <ac:chgData name="Boe Marayag" userId="6244a8f90c46a2b9" providerId="LiveId" clId="{5CA51E39-B557-4E89-8A9F-0482669964D0}" dt="2023-11-21T21:12:28.324" v="933" actId="207"/>
          <ac:spMkLst>
            <pc:docMk/>
            <pc:sldMk cId="3231206075" sldId="286"/>
            <ac:spMk id="73" creationId="{8E898094-90F1-0D44-4579-3FF6C812A250}"/>
          </ac:spMkLst>
        </pc:spChg>
        <pc:spChg chg="del mod topLvl">
          <ac:chgData name="Boe Marayag" userId="6244a8f90c46a2b9" providerId="LiveId" clId="{5CA51E39-B557-4E89-8A9F-0482669964D0}" dt="2023-11-21T20:30:36.536" v="565" actId="478"/>
          <ac:spMkLst>
            <pc:docMk/>
            <pc:sldMk cId="3231206075" sldId="286"/>
            <ac:spMk id="78" creationId="{62F7564D-1544-2B29-69A5-560CC33E8130}"/>
          </ac:spMkLst>
        </pc:spChg>
        <pc:spChg chg="add del mod">
          <ac:chgData name="Boe Marayag" userId="6244a8f90c46a2b9" providerId="LiveId" clId="{5CA51E39-B557-4E89-8A9F-0482669964D0}" dt="2023-11-21T20:43:57.872" v="787" actId="6264"/>
          <ac:spMkLst>
            <pc:docMk/>
            <pc:sldMk cId="3231206075" sldId="286"/>
            <ac:spMk id="80" creationId="{19100B74-F9DF-F11A-F6DE-26EDF1350268}"/>
          </ac:spMkLst>
        </pc:spChg>
        <pc:spChg chg="del mod topLvl">
          <ac:chgData name="Boe Marayag" userId="6244a8f90c46a2b9" providerId="LiveId" clId="{5CA51E39-B557-4E89-8A9F-0482669964D0}" dt="2023-11-21T20:30:36.536" v="565" actId="478"/>
          <ac:spMkLst>
            <pc:docMk/>
            <pc:sldMk cId="3231206075" sldId="286"/>
            <ac:spMk id="81" creationId="{74E8C753-8A07-D7FE-0BB4-8862FF89F394}"/>
          </ac:spMkLst>
        </pc:spChg>
        <pc:spChg chg="del mod topLvl">
          <ac:chgData name="Boe Marayag" userId="6244a8f90c46a2b9" providerId="LiveId" clId="{5CA51E39-B557-4E89-8A9F-0482669964D0}" dt="2023-11-21T20:30:36.536" v="565" actId="478"/>
          <ac:spMkLst>
            <pc:docMk/>
            <pc:sldMk cId="3231206075" sldId="286"/>
            <ac:spMk id="82" creationId="{744BB215-7F8C-B1C5-2529-4AAF11A49AA6}"/>
          </ac:spMkLst>
        </pc:spChg>
        <pc:spChg chg="add del mod">
          <ac:chgData name="Boe Marayag" userId="6244a8f90c46a2b9" providerId="LiveId" clId="{5CA51E39-B557-4E89-8A9F-0482669964D0}" dt="2023-11-21T20:43:57.872" v="787" actId="6264"/>
          <ac:spMkLst>
            <pc:docMk/>
            <pc:sldMk cId="3231206075" sldId="286"/>
            <ac:spMk id="83" creationId="{E363C6FC-E706-4393-13DC-6E973CCA0768}"/>
          </ac:spMkLst>
        </pc:spChg>
        <pc:spChg chg="del mod topLvl">
          <ac:chgData name="Boe Marayag" userId="6244a8f90c46a2b9" providerId="LiveId" clId="{5CA51E39-B557-4E89-8A9F-0482669964D0}" dt="2023-11-21T12:24:54.137" v="13" actId="478"/>
          <ac:spMkLst>
            <pc:docMk/>
            <pc:sldMk cId="3231206075" sldId="286"/>
            <ac:spMk id="84" creationId="{EE28EDCD-768C-2B54-FAE4-8DA4895F998D}"/>
          </ac:spMkLst>
        </pc:spChg>
        <pc:spChg chg="del mod topLvl">
          <ac:chgData name="Boe Marayag" userId="6244a8f90c46a2b9" providerId="LiveId" clId="{5CA51E39-B557-4E89-8A9F-0482669964D0}" dt="2023-11-21T12:24:54.137" v="13" actId="478"/>
          <ac:spMkLst>
            <pc:docMk/>
            <pc:sldMk cId="3231206075" sldId="286"/>
            <ac:spMk id="85" creationId="{64A09AE1-3BA9-07E8-187C-3A145C0F1561}"/>
          </ac:spMkLst>
        </pc:spChg>
        <pc:spChg chg="add del mod ord">
          <ac:chgData name="Boe Marayag" userId="6244a8f90c46a2b9" providerId="LiveId" clId="{5CA51E39-B557-4E89-8A9F-0482669964D0}" dt="2023-11-21T20:59:29.356" v="789"/>
          <ac:spMkLst>
            <pc:docMk/>
            <pc:sldMk cId="3231206075" sldId="286"/>
            <ac:spMk id="87" creationId="{AAEE6403-F15D-BC38-5C9E-C00E163C3CFC}"/>
          </ac:spMkLst>
        </pc:spChg>
        <pc:spChg chg="del mod">
          <ac:chgData name="Boe Marayag" userId="6244a8f90c46a2b9" providerId="LiveId" clId="{5CA51E39-B557-4E89-8A9F-0482669964D0}" dt="2023-11-21T21:00:26.912" v="800"/>
          <ac:spMkLst>
            <pc:docMk/>
            <pc:sldMk cId="3231206075" sldId="286"/>
            <ac:spMk id="92" creationId="{39D12A5B-433C-6624-6B03-DE92B7623A3C}"/>
          </ac:spMkLst>
        </pc:spChg>
        <pc:spChg chg="add del mod">
          <ac:chgData name="Boe Marayag" userId="6244a8f90c46a2b9" providerId="LiveId" clId="{5CA51E39-B557-4E89-8A9F-0482669964D0}" dt="2023-11-21T21:00:26.912" v="800"/>
          <ac:spMkLst>
            <pc:docMk/>
            <pc:sldMk cId="3231206075" sldId="286"/>
            <ac:spMk id="93" creationId="{B9284799-51CF-A088-89A4-E98901CF3133}"/>
          </ac:spMkLst>
        </pc:spChg>
        <pc:spChg chg="mod ord">
          <ac:chgData name="Boe Marayag" userId="6244a8f90c46a2b9" providerId="LiveId" clId="{5CA51E39-B557-4E89-8A9F-0482669964D0}" dt="2023-11-21T21:02:26.342" v="822" actId="207"/>
          <ac:spMkLst>
            <pc:docMk/>
            <pc:sldMk cId="3231206075" sldId="286"/>
            <ac:spMk id="94" creationId="{82F8A852-6FD8-FB70-0360-B2381929FF36}"/>
          </ac:spMkLst>
        </pc:spChg>
        <pc:spChg chg="add mod ord">
          <ac:chgData name="Boe Marayag" userId="6244a8f90c46a2b9" providerId="LiveId" clId="{5CA51E39-B557-4E89-8A9F-0482669964D0}" dt="2023-11-21T21:02:19.537" v="821" actId="207"/>
          <ac:spMkLst>
            <pc:docMk/>
            <pc:sldMk cId="3231206075" sldId="286"/>
            <ac:spMk id="95" creationId="{7C37E022-2921-4531-C201-8DFF2C37D354}"/>
          </ac:spMkLst>
        </pc:spChg>
        <pc:spChg chg="del mod topLvl">
          <ac:chgData name="Boe Marayag" userId="6244a8f90c46a2b9" providerId="LiveId" clId="{5CA51E39-B557-4E89-8A9F-0482669964D0}" dt="2023-11-21T12:24:54.137" v="13" actId="478"/>
          <ac:spMkLst>
            <pc:docMk/>
            <pc:sldMk cId="3231206075" sldId="286"/>
            <ac:spMk id="96" creationId="{00E79409-4999-0A33-4904-0275F812E55D}"/>
          </ac:spMkLst>
        </pc:spChg>
        <pc:spChg chg="del mod topLvl">
          <ac:chgData name="Boe Marayag" userId="6244a8f90c46a2b9" providerId="LiveId" clId="{5CA51E39-B557-4E89-8A9F-0482669964D0}" dt="2023-11-21T12:24:54.137" v="13" actId="478"/>
          <ac:spMkLst>
            <pc:docMk/>
            <pc:sldMk cId="3231206075" sldId="286"/>
            <ac:spMk id="97" creationId="{86AA861A-6AF9-415A-1E9F-E1F003E61E54}"/>
          </ac:spMkLst>
        </pc:spChg>
        <pc:spChg chg="add del mod">
          <ac:chgData name="Boe Marayag" userId="6244a8f90c46a2b9" providerId="LiveId" clId="{5CA51E39-B557-4E89-8A9F-0482669964D0}" dt="2023-11-21T21:03:23.038" v="843" actId="6264"/>
          <ac:spMkLst>
            <pc:docMk/>
            <pc:sldMk cId="3231206075" sldId="286"/>
            <ac:spMk id="98" creationId="{043EEADA-71E1-127E-DE52-1939B055741B}"/>
          </ac:spMkLst>
        </pc:spChg>
        <pc:spChg chg="add del mod">
          <ac:chgData name="Boe Marayag" userId="6244a8f90c46a2b9" providerId="LiveId" clId="{5CA51E39-B557-4E89-8A9F-0482669964D0}" dt="2023-11-21T21:03:23.038" v="843" actId="6264"/>
          <ac:spMkLst>
            <pc:docMk/>
            <pc:sldMk cId="3231206075" sldId="286"/>
            <ac:spMk id="99" creationId="{A5039269-8BC8-F22B-29CF-11E16DC7ABCC}"/>
          </ac:spMkLst>
        </pc:spChg>
        <pc:spChg chg="del mod topLvl">
          <ac:chgData name="Boe Marayag" userId="6244a8f90c46a2b9" providerId="LiveId" clId="{5CA51E39-B557-4E89-8A9F-0482669964D0}" dt="2023-11-21T20:30:36.536" v="565" actId="478"/>
          <ac:spMkLst>
            <pc:docMk/>
            <pc:sldMk cId="3231206075" sldId="286"/>
            <ac:spMk id="100" creationId="{E92D903D-60E6-173A-313D-E47E51ED3F3E}"/>
          </ac:spMkLst>
        </pc:spChg>
        <pc:spChg chg="add del mod">
          <ac:chgData name="Boe Marayag" userId="6244a8f90c46a2b9" providerId="LiveId" clId="{5CA51E39-B557-4E89-8A9F-0482669964D0}" dt="2023-11-21T21:03:23.038" v="843" actId="6264"/>
          <ac:spMkLst>
            <pc:docMk/>
            <pc:sldMk cId="3231206075" sldId="286"/>
            <ac:spMk id="101" creationId="{D3AA565A-D8CB-FA7D-3E40-8DDE71B8C69E}"/>
          </ac:spMkLst>
        </pc:spChg>
        <pc:spChg chg="del mod topLvl">
          <ac:chgData name="Boe Marayag" userId="6244a8f90c46a2b9" providerId="LiveId" clId="{5CA51E39-B557-4E89-8A9F-0482669964D0}" dt="2023-11-21T20:30:36.536" v="565" actId="478"/>
          <ac:spMkLst>
            <pc:docMk/>
            <pc:sldMk cId="3231206075" sldId="286"/>
            <ac:spMk id="103" creationId="{19D3A8B2-15DC-B136-4E81-0570C7788284}"/>
          </ac:spMkLst>
        </pc:spChg>
        <pc:spChg chg="del mod topLvl">
          <ac:chgData name="Boe Marayag" userId="6244a8f90c46a2b9" providerId="LiveId" clId="{5CA51E39-B557-4E89-8A9F-0482669964D0}" dt="2023-11-21T20:30:36.536" v="565" actId="478"/>
          <ac:spMkLst>
            <pc:docMk/>
            <pc:sldMk cId="3231206075" sldId="286"/>
            <ac:spMk id="107" creationId="{39AF2852-5127-1BFB-A411-5B6AB9BB7F9F}"/>
          </ac:spMkLst>
        </pc:spChg>
        <pc:grpChg chg="add del mod topLvl">
          <ac:chgData name="Boe Marayag" userId="6244a8f90c46a2b9" providerId="LiveId" clId="{5CA51E39-B557-4E89-8A9F-0482669964D0}" dt="2023-11-21T12:24:49.384" v="11" actId="165"/>
          <ac:grpSpMkLst>
            <pc:docMk/>
            <pc:sldMk cId="3231206075" sldId="286"/>
            <ac:grpSpMk id="18" creationId="{674C8724-A758-808B-E761-5465D67BECB9}"/>
          </ac:grpSpMkLst>
        </pc:grpChg>
        <pc:grpChg chg="add del mod">
          <ac:chgData name="Boe Marayag" userId="6244a8f90c46a2b9" providerId="LiveId" clId="{5CA51E39-B557-4E89-8A9F-0482669964D0}" dt="2023-11-21T12:24:41.858" v="10" actId="165"/>
          <ac:grpSpMkLst>
            <pc:docMk/>
            <pc:sldMk cId="3231206075" sldId="286"/>
            <ac:grpSpMk id="19" creationId="{8906B36D-DF9C-A7F8-18DD-4987D5EAC6F6}"/>
          </ac:grpSpMkLst>
        </pc:grpChg>
        <pc:grpChg chg="add del mod">
          <ac:chgData name="Boe Marayag" userId="6244a8f90c46a2b9" providerId="LiveId" clId="{5CA51E39-B557-4E89-8A9F-0482669964D0}" dt="2023-11-21T20:30:36.536" v="565" actId="478"/>
          <ac:grpSpMkLst>
            <pc:docMk/>
            <pc:sldMk cId="3231206075" sldId="286"/>
            <ac:grpSpMk id="27" creationId="{193DA597-B7B3-438B-CDA6-9805C41F103C}"/>
          </ac:grpSpMkLst>
        </pc:grpChg>
        <pc:grpChg chg="add del mod">
          <ac:chgData name="Boe Marayag" userId="6244a8f90c46a2b9" providerId="LiveId" clId="{5CA51E39-B557-4E89-8A9F-0482669964D0}" dt="2023-11-21T20:30:36.536" v="565" actId="478"/>
          <ac:grpSpMkLst>
            <pc:docMk/>
            <pc:sldMk cId="3231206075" sldId="286"/>
            <ac:grpSpMk id="28" creationId="{0805FE51-F9C0-B4C3-8A4A-F0E6313EF9CF}"/>
          </ac:grpSpMkLst>
        </pc:grpChg>
        <pc:picChg chg="add mod ord">
          <ac:chgData name="Boe Marayag" userId="6244a8f90c46a2b9" providerId="LiveId" clId="{5CA51E39-B557-4E89-8A9F-0482669964D0}" dt="2023-11-21T20:38:00.361" v="713" actId="166"/>
          <ac:picMkLst>
            <pc:docMk/>
            <pc:sldMk cId="3231206075" sldId="286"/>
            <ac:picMk id="54" creationId="{A343A0D6-2102-3863-09C6-CA5CC4281C59}"/>
          </ac:picMkLst>
        </pc:picChg>
        <pc:picChg chg="add del mod">
          <ac:chgData name="Boe Marayag" userId="6244a8f90c46a2b9" providerId="LiveId" clId="{5CA51E39-B557-4E89-8A9F-0482669964D0}" dt="2023-11-21T20:38:19.586" v="717" actId="478"/>
          <ac:picMkLst>
            <pc:docMk/>
            <pc:sldMk cId="3231206075" sldId="286"/>
            <ac:picMk id="55" creationId="{395C6813-FB7E-C5DF-FB93-290319A74F27}"/>
          </ac:picMkLst>
        </pc:picChg>
        <pc:picChg chg="add mod">
          <ac:chgData name="Boe Marayag" userId="6244a8f90c46a2b9" providerId="LiveId" clId="{5CA51E39-B557-4E89-8A9F-0482669964D0}" dt="2023-11-21T20:39:20.759" v="735" actId="1076"/>
          <ac:picMkLst>
            <pc:docMk/>
            <pc:sldMk cId="3231206075" sldId="286"/>
            <ac:picMk id="59" creationId="{5C5A0D62-8867-4BAA-D8CF-265A31A787F1}"/>
          </ac:picMkLst>
        </pc:picChg>
        <pc:picChg chg="add mod">
          <ac:chgData name="Boe Marayag" userId="6244a8f90c46a2b9" providerId="LiveId" clId="{5CA51E39-B557-4E89-8A9F-0482669964D0}" dt="2023-11-21T20:38:36.162" v="726" actId="571"/>
          <ac:picMkLst>
            <pc:docMk/>
            <pc:sldMk cId="3231206075" sldId="286"/>
            <ac:picMk id="62" creationId="{9960312A-07A6-024B-4F71-299E7986CE7B}"/>
          </ac:picMkLst>
        </pc:picChg>
        <pc:picChg chg="add mod">
          <ac:chgData name="Boe Marayag" userId="6244a8f90c46a2b9" providerId="LiveId" clId="{5CA51E39-B557-4E89-8A9F-0482669964D0}" dt="2023-11-21T20:38:36.162" v="726" actId="571"/>
          <ac:picMkLst>
            <pc:docMk/>
            <pc:sldMk cId="3231206075" sldId="286"/>
            <ac:picMk id="65" creationId="{5F1AD1AE-B812-B3FC-5CC1-94A27458C8B6}"/>
          </ac:picMkLst>
        </pc:picChg>
        <pc:picChg chg="add mod">
          <ac:chgData name="Boe Marayag" userId="6244a8f90c46a2b9" providerId="LiveId" clId="{5CA51E39-B557-4E89-8A9F-0482669964D0}" dt="2023-11-21T21:01:42.044" v="819" actId="1076"/>
          <ac:picMkLst>
            <pc:docMk/>
            <pc:sldMk cId="3231206075" sldId="286"/>
            <ac:picMk id="69" creationId="{5A0C1DEE-912F-49F4-3BBA-86BAF00B1586}"/>
          </ac:picMkLst>
        </pc:picChg>
        <pc:picChg chg="add mod">
          <ac:chgData name="Boe Marayag" userId="6244a8f90c46a2b9" providerId="LiveId" clId="{5CA51E39-B557-4E89-8A9F-0482669964D0}" dt="2023-11-21T21:01:42.044" v="819" actId="1076"/>
          <ac:picMkLst>
            <pc:docMk/>
            <pc:sldMk cId="3231206075" sldId="286"/>
            <ac:picMk id="72" creationId="{2FBC849D-8E0C-3C21-CD04-83DC277C2FD7}"/>
          </ac:picMkLst>
        </pc:picChg>
        <pc:picChg chg="add del mod modCrop">
          <ac:chgData name="Boe Marayag" userId="6244a8f90c46a2b9" providerId="LiveId" clId="{5CA51E39-B557-4E89-8A9F-0482669964D0}" dt="2023-11-21T20:40:34.311" v="748" actId="21"/>
          <ac:picMkLst>
            <pc:docMk/>
            <pc:sldMk cId="3231206075" sldId="286"/>
            <ac:picMk id="79" creationId="{4F6510FC-A124-83E5-4413-4A02F5CC6182}"/>
          </ac:picMkLst>
        </pc:picChg>
        <pc:picChg chg="add mod ord">
          <ac:chgData name="Boe Marayag" userId="6244a8f90c46a2b9" providerId="LiveId" clId="{5CA51E39-B557-4E89-8A9F-0482669964D0}" dt="2023-11-21T21:03:23.038" v="843" actId="6264"/>
          <ac:picMkLst>
            <pc:docMk/>
            <pc:sldMk cId="3231206075" sldId="286"/>
            <ac:picMk id="89" creationId="{5E33C22C-9DCD-E141-B0E6-492D8D21DDEC}"/>
          </ac:picMkLst>
        </pc:picChg>
        <pc:picChg chg="add del mod ord modCrop">
          <ac:chgData name="Boe Marayag" userId="6244a8f90c46a2b9" providerId="LiveId" clId="{5CA51E39-B557-4E89-8A9F-0482669964D0}" dt="2023-11-21T21:00:14.003" v="797" actId="27803"/>
          <ac:picMkLst>
            <pc:docMk/>
            <pc:sldMk cId="3231206075" sldId="286"/>
            <ac:picMk id="91" creationId="{39D12A5B-433C-6624-6B03-DE92B7623A3C}"/>
          </ac:picMkLst>
        </pc:picChg>
        <pc:cxnChg chg="add del mod topLvl">
          <ac:chgData name="Boe Marayag" userId="6244a8f90c46a2b9" providerId="LiveId" clId="{5CA51E39-B557-4E89-8A9F-0482669964D0}" dt="2023-11-21T20:30:36.536" v="565" actId="478"/>
          <ac:cxnSpMkLst>
            <pc:docMk/>
            <pc:sldMk cId="3231206075" sldId="286"/>
            <ac:cxnSpMk id="11" creationId="{520F8F7A-C78F-0929-2CAD-9E4B9977AEC4}"/>
          </ac:cxnSpMkLst>
        </pc:cxnChg>
        <pc:cxnChg chg="add del mod topLvl">
          <ac:chgData name="Boe Marayag" userId="6244a8f90c46a2b9" providerId="LiveId" clId="{5CA51E39-B557-4E89-8A9F-0482669964D0}" dt="2023-11-21T12:24:51.357" v="12" actId="478"/>
          <ac:cxnSpMkLst>
            <pc:docMk/>
            <pc:sldMk cId="3231206075" sldId="286"/>
            <ac:cxnSpMk id="14" creationId="{1B53D664-A37F-8D84-8B6E-86C3665411E4}"/>
          </ac:cxnSpMkLst>
        </pc:cxnChg>
        <pc:cxnChg chg="add mod">
          <ac:chgData name="Boe Marayag" userId="6244a8f90c46a2b9" providerId="LiveId" clId="{5CA51E39-B557-4E89-8A9F-0482669964D0}" dt="2023-11-21T20:30:36.536" v="565" actId="478"/>
          <ac:cxnSpMkLst>
            <pc:docMk/>
            <pc:sldMk cId="3231206075" sldId="286"/>
            <ac:cxnSpMk id="25" creationId="{6D0402A7-436A-BD97-01C6-E6AF566DC362}"/>
          </ac:cxnSpMkLst>
        </pc:cxnChg>
        <pc:cxnChg chg="mod">
          <ac:chgData name="Boe Marayag" userId="6244a8f90c46a2b9" providerId="LiveId" clId="{5CA51E39-B557-4E89-8A9F-0482669964D0}" dt="2023-11-21T20:30:36.536" v="565" actId="478"/>
          <ac:cxnSpMkLst>
            <pc:docMk/>
            <pc:sldMk cId="3231206075" sldId="286"/>
            <ac:cxnSpMk id="33" creationId="{7E674BBD-247F-38F2-41BD-522B65105376}"/>
          </ac:cxnSpMkLst>
        </pc:cxnChg>
        <pc:cxnChg chg="del mod topLvl">
          <ac:chgData name="Boe Marayag" userId="6244a8f90c46a2b9" providerId="LiveId" clId="{5CA51E39-B557-4E89-8A9F-0482669964D0}" dt="2023-11-21T20:30:36.536" v="565" actId="478"/>
          <ac:cxnSpMkLst>
            <pc:docMk/>
            <pc:sldMk cId="3231206075" sldId="286"/>
            <ac:cxnSpMk id="66" creationId="{C94679C0-68E4-3E23-8622-A163D31F01F2}"/>
          </ac:cxnSpMkLst>
        </pc:cxnChg>
        <pc:cxnChg chg="add mod">
          <ac:chgData name="Boe Marayag" userId="6244a8f90c46a2b9" providerId="LiveId" clId="{5CA51E39-B557-4E89-8A9F-0482669964D0}" dt="2023-11-21T20:39:32.508" v="738" actId="692"/>
          <ac:cxnSpMkLst>
            <pc:docMk/>
            <pc:sldMk cId="3231206075" sldId="286"/>
            <ac:cxnSpMk id="75" creationId="{9C5D5104-8191-488F-4868-26978E87ABC9}"/>
          </ac:cxnSpMkLst>
        </pc:cxnChg>
        <pc:cxnChg chg="add mod">
          <ac:chgData name="Boe Marayag" userId="6244a8f90c46a2b9" providerId="LiveId" clId="{5CA51E39-B557-4E89-8A9F-0482669964D0}" dt="2023-11-21T21:01:42.044" v="819" actId="1076"/>
          <ac:cxnSpMkLst>
            <pc:docMk/>
            <pc:sldMk cId="3231206075" sldId="286"/>
            <ac:cxnSpMk id="76" creationId="{764A839E-3ED7-1019-B3C0-CED445E40F72}"/>
          </ac:cxnSpMkLst>
        </pc:cxnChg>
        <pc:cxnChg chg="del mod topLvl">
          <ac:chgData name="Boe Marayag" userId="6244a8f90c46a2b9" providerId="LiveId" clId="{5CA51E39-B557-4E89-8A9F-0482669964D0}" dt="2023-11-21T12:24:54.137" v="13" actId="478"/>
          <ac:cxnSpMkLst>
            <pc:docMk/>
            <pc:sldMk cId="3231206075" sldId="286"/>
            <ac:cxnSpMk id="86" creationId="{4621B2E7-BDBE-3DD2-AE74-3BE2A25A1AB6}"/>
          </ac:cxnSpMkLst>
        </pc:cxnChg>
      </pc:sldChg>
      <pc:sldChg chg="addSp delSp modSp add mod modClrScheme chgLayout">
        <pc:chgData name="Boe Marayag" userId="6244a8f90c46a2b9" providerId="LiveId" clId="{5CA51E39-B557-4E89-8A9F-0482669964D0}" dt="2023-11-22T08:05:55.015" v="1943" actId="1076"/>
        <pc:sldMkLst>
          <pc:docMk/>
          <pc:sldMk cId="3331725963" sldId="287"/>
        </pc:sldMkLst>
        <pc:spChg chg="mod ord">
          <ac:chgData name="Boe Marayag" userId="6244a8f90c46a2b9" providerId="LiveId" clId="{5CA51E39-B557-4E89-8A9F-0482669964D0}" dt="2023-11-22T08:03:01.367" v="1908" actId="6264"/>
          <ac:spMkLst>
            <pc:docMk/>
            <pc:sldMk cId="3331725963" sldId="287"/>
            <ac:spMk id="2" creationId="{0C929990-217D-784B-1ABA-526C069F2A54}"/>
          </ac:spMkLst>
        </pc:spChg>
        <pc:spChg chg="mod ord">
          <ac:chgData name="Boe Marayag" userId="6244a8f90c46a2b9" providerId="LiveId" clId="{5CA51E39-B557-4E89-8A9F-0482669964D0}" dt="2023-11-22T08:03:01.367" v="1908" actId="6264"/>
          <ac:spMkLst>
            <pc:docMk/>
            <pc:sldMk cId="3331725963" sldId="287"/>
            <ac:spMk id="3" creationId="{1D1DA9F8-8E0C-20D5-4B5A-740007C119F4}"/>
          </ac:spMkLst>
        </pc:spChg>
        <pc:spChg chg="mod">
          <ac:chgData name="Boe Marayag" userId="6244a8f90c46a2b9" providerId="LiveId" clId="{5CA51E39-B557-4E89-8A9F-0482669964D0}" dt="2023-11-22T08:02:08.449" v="1899" actId="1076"/>
          <ac:spMkLst>
            <pc:docMk/>
            <pc:sldMk cId="3331725963" sldId="287"/>
            <ac:spMk id="5" creationId="{ABD3AB46-F1A4-FD08-B36D-48DF423AEE43}"/>
          </ac:spMkLst>
        </pc:spChg>
        <pc:spChg chg="add mo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12" creationId="{0BCC642E-3DE7-0DD6-E756-986A3E3E3DCD}"/>
          </ac:spMkLst>
        </pc:spChg>
        <pc:spChg chg="add mo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13" creationId="{86238DCB-50B6-60A9-18D0-D9691ACAF6EC}"/>
          </ac:spMkLst>
        </pc:spChg>
        <pc:spChg chg="add mo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14" creationId="{6D8EFA08-2E2C-E2C3-31A0-09763309E0F0}"/>
          </ac:spMkLst>
        </pc:spChg>
        <pc:spChg chg="add mod or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15" creationId="{168FF779-F83C-FAE2-150D-BBF6F54F6562}"/>
          </ac:spMkLst>
        </pc:spChg>
        <pc:spChg chg="add mod or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16" creationId="{DE8A2B66-AB48-F831-3FE2-7CB18FE50B46}"/>
          </ac:spMkLst>
        </pc:spChg>
        <pc:spChg chg="add mod or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18" creationId="{C570F990-71BA-E4CE-EE26-48E2BA8CD858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22" creationId="{D0B237A4-B835-776F-D62F-E5592895A250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23" creationId="{16C080CE-25B4-47F1-B122-DC4B12355079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27" creationId="{0BC37C14-75DA-A2F9-4615-5BA60872A900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28" creationId="{9351D043-96F2-D70D-8D2D-803CBA67E44A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32" creationId="{5CD007BC-00A2-2418-5AA7-B48E4AFBF1B5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33" creationId="{99C11253-EFE0-DB49-B250-B358B731AA45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37" creationId="{B76C7C0F-76CB-ADD1-0A87-4D16FF656BB9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38" creationId="{871A5E51-3312-B1FA-24C7-FDBB9F041196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41" creationId="{E36D1E7A-D4B9-9411-EF78-4E4AE0EFA324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42" creationId="{9AC91D5F-79CD-78AE-6DC2-CE3C36DB32B1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43" creationId="{5EA1CCB2-BDE9-B9C3-02B4-B5A12CA1711F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44" creationId="{653934C4-5CB3-F4A5-1938-A80EE16E91E9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45" creationId="{0B72754E-B422-0CEB-EE85-D9871C7689E4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46" creationId="{B23C9A18-8800-BA82-012E-924A0CD55545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47" creationId="{14869A8D-A991-3906-6C15-FD5DA55EBBB1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48" creationId="{5C2B87F3-419C-C443-EE9F-692BC996AAC9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49" creationId="{AFC162C6-73AE-E910-7FA5-9D3514B8DC96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50" creationId="{66D2EB34-D291-3797-CB21-AA0D90F5E58A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51" creationId="{EC3A9A9F-09CF-DDB5-C29D-738AF49ABE07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52" creationId="{CE85FFA3-884F-95A0-BB60-C7D3B796C845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53" creationId="{59E79606-482F-A975-7B8A-C12A86575B65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54" creationId="{EB9545EA-ACA1-EFDA-184D-F5B3EE66372F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55" creationId="{A3934FD8-444A-CEAD-B6C4-A08906D99E1B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56" creationId="{804F6046-409B-7992-48E9-DAE821DC6C0D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57" creationId="{BC533D94-9A9C-5F90-5B74-5BF2FBD3C7CA}"/>
          </ac:spMkLst>
        </pc:spChg>
        <pc:spChg chg="add del">
          <ac:chgData name="Boe Marayag" userId="6244a8f90c46a2b9" providerId="LiveId" clId="{5CA51E39-B557-4E89-8A9F-0482669964D0}" dt="2023-11-21T15:33:04.122" v="36" actId="478"/>
          <ac:spMkLst>
            <pc:docMk/>
            <pc:sldMk cId="3331725963" sldId="287"/>
            <ac:spMk id="58" creationId="{767296ED-B605-1D1B-21BB-5B05C23958D2}"/>
          </ac:spMkLst>
        </pc:spChg>
        <pc:spChg chg="add mo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60" creationId="{3BE1EBD8-E43A-5C43-9DA2-FBD69DC99C00}"/>
          </ac:spMkLst>
        </pc:spChg>
        <pc:spChg chg="add mo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61" creationId="{7A8588F0-F029-DF16-2535-DF26247B0502}"/>
          </ac:spMkLst>
        </pc:spChg>
        <pc:spChg chg="add mod">
          <ac:chgData name="Boe Marayag" userId="6244a8f90c46a2b9" providerId="LiveId" clId="{5CA51E39-B557-4E89-8A9F-0482669964D0}" dt="2023-11-21T18:12:14.534" v="138" actId="571"/>
          <ac:spMkLst>
            <pc:docMk/>
            <pc:sldMk cId="3331725963" sldId="287"/>
            <ac:spMk id="65" creationId="{ACACD6F9-76E0-6BF6-4629-5FA2E66740BE}"/>
          </ac:spMkLst>
        </pc:spChg>
        <pc:spChg chg="add mod">
          <ac:chgData name="Boe Marayag" userId="6244a8f90c46a2b9" providerId="LiveId" clId="{5CA51E39-B557-4E89-8A9F-0482669964D0}" dt="2023-11-21T18:12:14.534" v="138" actId="571"/>
          <ac:spMkLst>
            <pc:docMk/>
            <pc:sldMk cId="3331725963" sldId="287"/>
            <ac:spMk id="66" creationId="{61182DA5-F894-BC1A-78C2-CED67D6029E2}"/>
          </ac:spMkLst>
        </pc:spChg>
        <pc:spChg chg="add mod">
          <ac:chgData name="Boe Marayag" userId="6244a8f90c46a2b9" providerId="LiveId" clId="{5CA51E39-B557-4E89-8A9F-0482669964D0}" dt="2023-11-21T18:12:14.534" v="138" actId="571"/>
          <ac:spMkLst>
            <pc:docMk/>
            <pc:sldMk cId="3331725963" sldId="287"/>
            <ac:spMk id="67" creationId="{6BA61A93-EEAC-3AF1-2A4E-670F1F4D1FD5}"/>
          </ac:spMkLst>
        </pc:spChg>
        <pc:spChg chg="add mo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68" creationId="{C7607FF0-90F3-C11C-F101-EBAD9FC5F20D}"/>
          </ac:spMkLst>
        </pc:spChg>
        <pc:spChg chg="add mo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69" creationId="{105C03D7-CD9F-D957-A072-3A66027C2FCE}"/>
          </ac:spMkLst>
        </pc:spChg>
        <pc:spChg chg="add mo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70" creationId="{7F9FA77C-FDB5-A987-C524-8ACD8CC5D9CB}"/>
          </ac:spMkLst>
        </pc:spChg>
        <pc:spChg chg="add mo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71" creationId="{15D839D3-1707-495F-4095-95FE5D05BCA1}"/>
          </ac:spMkLst>
        </pc:spChg>
        <pc:spChg chg="add mo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72" creationId="{40D2C86E-204C-4EC4-E9F0-38F76516F380}"/>
          </ac:spMkLst>
        </pc:spChg>
        <pc:spChg chg="add mo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73" creationId="{43B303F4-DFB6-A26A-5C2B-9009CFE0FAB5}"/>
          </ac:spMkLst>
        </pc:spChg>
        <pc:spChg chg="add mod or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74" creationId="{9199B701-BFAB-F8E5-BD91-D3143B2E5D20}"/>
          </ac:spMkLst>
        </pc:spChg>
        <pc:spChg chg="add mod or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75" creationId="{45FE852C-D78F-DDC2-D382-FE733461219A}"/>
          </ac:spMkLst>
        </pc:spChg>
        <pc:spChg chg="add mod or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76" creationId="{F453AF54-3BF4-E968-E2DE-1C433F7D3001}"/>
          </ac:spMkLst>
        </pc:spChg>
        <pc:spChg chg="add mod or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77" creationId="{8D58DFCD-14A8-B84F-0BFC-51D59D501514}"/>
          </ac:spMkLst>
        </pc:spChg>
        <pc:spChg chg="add mod ord">
          <ac:chgData name="Boe Marayag" userId="6244a8f90c46a2b9" providerId="LiveId" clId="{5CA51E39-B557-4E89-8A9F-0482669964D0}" dt="2023-11-22T08:02:21.102" v="1900" actId="164"/>
          <ac:spMkLst>
            <pc:docMk/>
            <pc:sldMk cId="3331725963" sldId="287"/>
            <ac:spMk id="105" creationId="{D431F576-43B9-BAD2-9D81-6E83DE454958}"/>
          </ac:spMkLst>
        </pc:spChg>
        <pc:spChg chg="add del ord">
          <ac:chgData name="Boe Marayag" userId="6244a8f90c46a2b9" providerId="LiveId" clId="{5CA51E39-B557-4E89-8A9F-0482669964D0}" dt="2023-11-21T21:05:19.808" v="853" actId="478"/>
          <ac:spMkLst>
            <pc:docMk/>
            <pc:sldMk cId="3331725963" sldId="287"/>
            <ac:spMk id="107" creationId="{0943798A-36B7-195D-BF25-0436FB069A23}"/>
          </ac:spMkLst>
        </pc:spChg>
        <pc:spChg chg="add del mod">
          <ac:chgData name="Boe Marayag" userId="6244a8f90c46a2b9" providerId="LiveId" clId="{5CA51E39-B557-4E89-8A9F-0482669964D0}" dt="2023-11-22T08:00:53.676" v="1880" actId="6264"/>
          <ac:spMkLst>
            <pc:docMk/>
            <pc:sldMk cId="3331725963" sldId="287"/>
            <ac:spMk id="112" creationId="{31F14B66-A896-F392-B2E3-F4B4413DF562}"/>
          </ac:spMkLst>
        </pc:spChg>
        <pc:spChg chg="add del mod">
          <ac:chgData name="Boe Marayag" userId="6244a8f90c46a2b9" providerId="LiveId" clId="{5CA51E39-B557-4E89-8A9F-0482669964D0}" dt="2023-11-22T08:00:53.676" v="1880" actId="6264"/>
          <ac:spMkLst>
            <pc:docMk/>
            <pc:sldMk cId="3331725963" sldId="287"/>
            <ac:spMk id="113" creationId="{FE81A4E0-3759-E8B2-D146-FEF784C00A06}"/>
          </ac:spMkLst>
        </pc:spChg>
        <pc:spChg chg="add del mod">
          <ac:chgData name="Boe Marayag" userId="6244a8f90c46a2b9" providerId="LiveId" clId="{5CA51E39-B557-4E89-8A9F-0482669964D0}" dt="2023-11-22T08:03:01.367" v="1908" actId="6264"/>
          <ac:spMkLst>
            <pc:docMk/>
            <pc:sldMk cId="3331725963" sldId="287"/>
            <ac:spMk id="115" creationId="{FAEB009F-0DCE-7BE9-BE87-971250C5F6C0}"/>
          </ac:spMkLst>
        </pc:spChg>
        <pc:spChg chg="add del mod">
          <ac:chgData name="Boe Marayag" userId="6244a8f90c46a2b9" providerId="LiveId" clId="{5CA51E39-B557-4E89-8A9F-0482669964D0}" dt="2023-11-22T08:03:01.367" v="1908" actId="6264"/>
          <ac:spMkLst>
            <pc:docMk/>
            <pc:sldMk cId="3331725963" sldId="287"/>
            <ac:spMk id="116" creationId="{9A488A71-2105-10B7-1AD3-B938C0FA9133}"/>
          </ac:spMkLst>
        </pc:spChg>
        <pc:spChg chg="add del mod ord">
          <ac:chgData name="Boe Marayag" userId="6244a8f90c46a2b9" providerId="LiveId" clId="{5CA51E39-B557-4E89-8A9F-0482669964D0}" dt="2023-11-22T08:03:08.366" v="1909" actId="478"/>
          <ac:spMkLst>
            <pc:docMk/>
            <pc:sldMk cId="3331725963" sldId="287"/>
            <ac:spMk id="117" creationId="{EAF1B791-0ECC-E2F0-ED76-2DB52749E560}"/>
          </ac:spMkLst>
        </pc:spChg>
        <pc:spChg chg="add mod">
          <ac:chgData name="Boe Marayag" userId="6244a8f90c46a2b9" providerId="LiveId" clId="{5CA51E39-B557-4E89-8A9F-0482669964D0}" dt="2023-11-22T08:05:55.015" v="1943" actId="1076"/>
          <ac:spMkLst>
            <pc:docMk/>
            <pc:sldMk cId="3331725963" sldId="287"/>
            <ac:spMk id="118" creationId="{0FBDEDBA-6EB1-75F5-7D87-9AB6E04F760A}"/>
          </ac:spMkLst>
        </pc:spChg>
        <pc:spChg chg="add mod ord">
          <ac:chgData name="Boe Marayag" userId="6244a8f90c46a2b9" providerId="LiveId" clId="{5CA51E39-B557-4E89-8A9F-0482669964D0}" dt="2023-11-22T08:05:55.015" v="1943" actId="1076"/>
          <ac:spMkLst>
            <pc:docMk/>
            <pc:sldMk cId="3331725963" sldId="287"/>
            <ac:spMk id="119" creationId="{5A1B1E9F-E6C6-D604-EDC3-9493503356F2}"/>
          </ac:spMkLst>
        </pc:spChg>
        <pc:spChg chg="add mod">
          <ac:chgData name="Boe Marayag" userId="6244a8f90c46a2b9" providerId="LiveId" clId="{5CA51E39-B557-4E89-8A9F-0482669964D0}" dt="2023-11-22T08:05:55.015" v="1943" actId="1076"/>
          <ac:spMkLst>
            <pc:docMk/>
            <pc:sldMk cId="3331725963" sldId="287"/>
            <ac:spMk id="120" creationId="{FDE91EDC-554C-82DC-24B3-332590963FB9}"/>
          </ac:spMkLst>
        </pc:spChg>
        <pc:spChg chg="add mod">
          <ac:chgData name="Boe Marayag" userId="6244a8f90c46a2b9" providerId="LiveId" clId="{5CA51E39-B557-4E89-8A9F-0482669964D0}" dt="2023-11-22T08:05:55.015" v="1943" actId="1076"/>
          <ac:spMkLst>
            <pc:docMk/>
            <pc:sldMk cId="3331725963" sldId="287"/>
            <ac:spMk id="121" creationId="{0E7E8979-9451-3697-D24C-E845E1E800CA}"/>
          </ac:spMkLst>
        </pc:spChg>
        <pc:spChg chg="add mod">
          <ac:chgData name="Boe Marayag" userId="6244a8f90c46a2b9" providerId="LiveId" clId="{5CA51E39-B557-4E89-8A9F-0482669964D0}" dt="2023-11-22T08:05:55.015" v="1943" actId="1076"/>
          <ac:spMkLst>
            <pc:docMk/>
            <pc:sldMk cId="3331725963" sldId="287"/>
            <ac:spMk id="122" creationId="{F3D94C6D-7773-A8B4-34F6-A8975CA1FAC6}"/>
          </ac:spMkLst>
        </pc:spChg>
        <pc:grpChg chg="add del">
          <ac:chgData name="Boe Marayag" userId="6244a8f90c46a2b9" providerId="LiveId" clId="{5CA51E39-B557-4E89-8A9F-0482669964D0}" dt="2023-11-21T15:33:04.122" v="36" actId="478"/>
          <ac:grpSpMkLst>
            <pc:docMk/>
            <pc:sldMk cId="3331725963" sldId="287"/>
            <ac:grpSpMk id="17" creationId="{7F10D6BC-A191-5975-5A3B-A8B1A2775CC0}"/>
          </ac:grpSpMkLst>
        </pc:grpChg>
        <pc:grpChg chg="add del">
          <ac:chgData name="Boe Marayag" userId="6244a8f90c46a2b9" providerId="LiveId" clId="{5CA51E39-B557-4E89-8A9F-0482669964D0}" dt="2023-11-21T15:33:04.122" v="36" actId="478"/>
          <ac:grpSpMkLst>
            <pc:docMk/>
            <pc:sldMk cId="3331725963" sldId="287"/>
            <ac:grpSpMk id="24" creationId="{7B98DAF9-0617-5BAC-9638-A29D10FF02E4}"/>
          </ac:grpSpMkLst>
        </pc:grpChg>
        <pc:grpChg chg="add del">
          <ac:chgData name="Boe Marayag" userId="6244a8f90c46a2b9" providerId="LiveId" clId="{5CA51E39-B557-4E89-8A9F-0482669964D0}" dt="2023-11-21T15:33:04.122" v="36" actId="478"/>
          <ac:grpSpMkLst>
            <pc:docMk/>
            <pc:sldMk cId="3331725963" sldId="287"/>
            <ac:grpSpMk id="29" creationId="{5FDF62FA-1EDC-4F8D-5AEF-1E91C5C3F971}"/>
          </ac:grpSpMkLst>
        </pc:grpChg>
        <pc:grpChg chg="add del">
          <ac:chgData name="Boe Marayag" userId="6244a8f90c46a2b9" providerId="LiveId" clId="{5CA51E39-B557-4E89-8A9F-0482669964D0}" dt="2023-11-21T15:33:04.122" v="36" actId="478"/>
          <ac:grpSpMkLst>
            <pc:docMk/>
            <pc:sldMk cId="3331725963" sldId="287"/>
            <ac:grpSpMk id="34" creationId="{A25E379F-3DBB-4EAA-96C9-799848D60207}"/>
          </ac:grpSpMkLst>
        </pc:grpChg>
        <pc:grpChg chg="add del">
          <ac:chgData name="Boe Marayag" userId="6244a8f90c46a2b9" providerId="LiveId" clId="{5CA51E39-B557-4E89-8A9F-0482669964D0}" dt="2023-11-21T15:33:04.122" v="36" actId="478"/>
          <ac:grpSpMkLst>
            <pc:docMk/>
            <pc:sldMk cId="3331725963" sldId="287"/>
            <ac:grpSpMk id="64" creationId="{DB388B92-664C-535B-8A08-75C347DF2196}"/>
          </ac:grpSpMkLst>
        </pc:grpChg>
        <pc:grpChg chg="add del">
          <ac:chgData name="Boe Marayag" userId="6244a8f90c46a2b9" providerId="LiveId" clId="{5CA51E39-B557-4E89-8A9F-0482669964D0}" dt="2023-11-21T15:33:04.122" v="36" actId="478"/>
          <ac:grpSpMkLst>
            <pc:docMk/>
            <pc:sldMk cId="3331725963" sldId="287"/>
            <ac:grpSpMk id="78" creationId="{E5A687B7-2421-4707-E4A2-14D6D8451583}"/>
          </ac:grpSpMkLst>
        </pc:grpChg>
        <pc:grpChg chg="add del">
          <ac:chgData name="Boe Marayag" userId="6244a8f90c46a2b9" providerId="LiveId" clId="{5CA51E39-B557-4E89-8A9F-0482669964D0}" dt="2023-11-21T15:33:04.122" v="36" actId="478"/>
          <ac:grpSpMkLst>
            <pc:docMk/>
            <pc:sldMk cId="3331725963" sldId="287"/>
            <ac:grpSpMk id="81" creationId="{CAC655B9-7534-9AA7-6439-C50102ED1560}"/>
          </ac:grpSpMkLst>
        </pc:grpChg>
        <pc:grpChg chg="add del">
          <ac:chgData name="Boe Marayag" userId="6244a8f90c46a2b9" providerId="LiveId" clId="{5CA51E39-B557-4E89-8A9F-0482669964D0}" dt="2023-11-21T15:33:04.122" v="36" actId="478"/>
          <ac:grpSpMkLst>
            <pc:docMk/>
            <pc:sldMk cId="3331725963" sldId="287"/>
            <ac:grpSpMk id="84" creationId="{AE22DA7C-01E3-DA97-735A-DDDF8AB8D6E0}"/>
          </ac:grpSpMkLst>
        </pc:grpChg>
        <pc:grpChg chg="add del">
          <ac:chgData name="Boe Marayag" userId="6244a8f90c46a2b9" providerId="LiveId" clId="{5CA51E39-B557-4E89-8A9F-0482669964D0}" dt="2023-11-21T15:33:04.122" v="36" actId="478"/>
          <ac:grpSpMkLst>
            <pc:docMk/>
            <pc:sldMk cId="3331725963" sldId="287"/>
            <ac:grpSpMk id="87" creationId="{3851C97C-830F-DBB1-EE82-5B41C2941CDC}"/>
          </ac:grpSpMkLst>
        </pc:grpChg>
        <pc:grpChg chg="add del">
          <ac:chgData name="Boe Marayag" userId="6244a8f90c46a2b9" providerId="LiveId" clId="{5CA51E39-B557-4E89-8A9F-0482669964D0}" dt="2023-11-21T15:33:04.122" v="36" actId="478"/>
          <ac:grpSpMkLst>
            <pc:docMk/>
            <pc:sldMk cId="3331725963" sldId="287"/>
            <ac:grpSpMk id="90" creationId="{6DBA70FC-7B75-169E-60BA-94E5CD0B7B60}"/>
          </ac:grpSpMkLst>
        </pc:grpChg>
        <pc:grpChg chg="add del">
          <ac:chgData name="Boe Marayag" userId="6244a8f90c46a2b9" providerId="LiveId" clId="{5CA51E39-B557-4E89-8A9F-0482669964D0}" dt="2023-11-21T15:33:04.122" v="36" actId="478"/>
          <ac:grpSpMkLst>
            <pc:docMk/>
            <pc:sldMk cId="3331725963" sldId="287"/>
            <ac:grpSpMk id="93" creationId="{249EC140-7084-A09E-0F2C-BDC96A572F5D}"/>
          </ac:grpSpMkLst>
        </pc:grpChg>
        <pc:grpChg chg="add del">
          <ac:chgData name="Boe Marayag" userId="6244a8f90c46a2b9" providerId="LiveId" clId="{5CA51E39-B557-4E89-8A9F-0482669964D0}" dt="2023-11-21T15:33:04.122" v="36" actId="478"/>
          <ac:grpSpMkLst>
            <pc:docMk/>
            <pc:sldMk cId="3331725963" sldId="287"/>
            <ac:grpSpMk id="96" creationId="{58AEDA0B-8AC4-C424-CEA1-BE23AF243DDD}"/>
          </ac:grpSpMkLst>
        </pc:grpChg>
        <pc:grpChg chg="add del">
          <ac:chgData name="Boe Marayag" userId="6244a8f90c46a2b9" providerId="LiveId" clId="{5CA51E39-B557-4E89-8A9F-0482669964D0}" dt="2023-11-21T15:33:04.122" v="36" actId="478"/>
          <ac:grpSpMkLst>
            <pc:docMk/>
            <pc:sldMk cId="3331725963" sldId="287"/>
            <ac:grpSpMk id="111" creationId="{68929D92-4511-1D19-A364-DBF3FC3F4A9C}"/>
          </ac:grpSpMkLst>
        </pc:grpChg>
        <pc:grpChg chg="add mod">
          <ac:chgData name="Boe Marayag" userId="6244a8f90c46a2b9" providerId="LiveId" clId="{5CA51E39-B557-4E89-8A9F-0482669964D0}" dt="2023-11-22T08:05:55.015" v="1943" actId="1076"/>
          <ac:grpSpMkLst>
            <pc:docMk/>
            <pc:sldMk cId="3331725963" sldId="287"/>
            <ac:grpSpMk id="114" creationId="{DC321931-57F1-3EC3-B490-4BF3818BF4F5}"/>
          </ac:grpSpMkLst>
        </pc:grpChg>
        <pc:picChg chg="mod">
          <ac:chgData name="Boe Marayag" userId="6244a8f90c46a2b9" providerId="LiveId" clId="{5CA51E39-B557-4E89-8A9F-0482669964D0}" dt="2023-11-22T08:02:08.449" v="1899" actId="1076"/>
          <ac:picMkLst>
            <pc:docMk/>
            <pc:sldMk cId="3331725963" sldId="287"/>
            <ac:picMk id="4" creationId="{AC9D9C15-852C-B7D0-6D80-B43D3D84E56F}"/>
          </ac:picMkLst>
        </pc:picChg>
        <pc:picChg chg="add del mod">
          <ac:chgData name="Boe Marayag" userId="6244a8f90c46a2b9" providerId="LiveId" clId="{5CA51E39-B557-4E89-8A9F-0482669964D0}" dt="2023-11-21T15:43:15.207" v="44" actId="478"/>
          <ac:picMkLst>
            <pc:docMk/>
            <pc:sldMk cId="3331725963" sldId="287"/>
            <ac:picMk id="7" creationId="{40EDD714-B254-71E7-608B-B0377A1D2703}"/>
          </ac:picMkLst>
        </pc:picChg>
        <pc:picChg chg="add del mod">
          <ac:chgData name="Boe Marayag" userId="6244a8f90c46a2b9" providerId="LiveId" clId="{5CA51E39-B557-4E89-8A9F-0482669964D0}" dt="2023-11-21T15:43:15.207" v="44" actId="478"/>
          <ac:picMkLst>
            <pc:docMk/>
            <pc:sldMk cId="3331725963" sldId="287"/>
            <ac:picMk id="11" creationId="{DF8B9CBC-8309-C04E-9885-0089F761344C}"/>
          </ac:picMkLst>
        </pc:picChg>
        <pc:picChg chg="add mod">
          <ac:chgData name="Boe Marayag" userId="6244a8f90c46a2b9" providerId="LiveId" clId="{5CA51E39-B557-4E89-8A9F-0482669964D0}" dt="2023-11-22T08:02:21.102" v="1900" actId="164"/>
          <ac:picMkLst>
            <pc:docMk/>
            <pc:sldMk cId="3331725963" sldId="287"/>
            <ac:picMk id="20" creationId="{C45FF0F9-9B28-4C2A-E690-634ABAAE560E}"/>
          </ac:picMkLst>
        </pc:picChg>
        <pc:picChg chg="add mod">
          <ac:chgData name="Boe Marayag" userId="6244a8f90c46a2b9" providerId="LiveId" clId="{5CA51E39-B557-4E89-8A9F-0482669964D0}" dt="2023-11-22T08:02:21.102" v="1900" actId="164"/>
          <ac:picMkLst>
            <pc:docMk/>
            <pc:sldMk cId="3331725963" sldId="287"/>
            <ac:picMk id="39" creationId="{5AE0D3F6-6376-49DA-A794-AAE4D8F72581}"/>
          </ac:picMkLst>
        </pc:picChg>
        <pc:picChg chg="add mod">
          <ac:chgData name="Boe Marayag" userId="6244a8f90c46a2b9" providerId="LiveId" clId="{5CA51E39-B557-4E89-8A9F-0482669964D0}" dt="2023-11-22T08:02:21.102" v="1900" actId="164"/>
          <ac:picMkLst>
            <pc:docMk/>
            <pc:sldMk cId="3331725963" sldId="287"/>
            <ac:picMk id="59" creationId="{97A1CC21-93B1-9B02-1AFC-8569689E4081}"/>
          </ac:picMkLst>
        </pc:picChg>
        <pc:picChg chg="add del mod">
          <ac:chgData name="Boe Marayag" userId="6244a8f90c46a2b9" providerId="LiveId" clId="{5CA51E39-B557-4E89-8A9F-0482669964D0}" dt="2023-11-21T18:17:48.378" v="201" actId="478"/>
          <ac:picMkLst>
            <pc:docMk/>
            <pc:sldMk cId="3331725963" sldId="287"/>
            <ac:picMk id="99" creationId="{F5E312D1-2686-F9BC-7BDF-3DA024F9341E}"/>
          </ac:picMkLst>
        </pc:picChg>
        <pc:picChg chg="add del">
          <ac:chgData name="Boe Marayag" userId="6244a8f90c46a2b9" providerId="LiveId" clId="{5CA51E39-B557-4E89-8A9F-0482669964D0}" dt="2023-11-21T15:33:04.122" v="36" actId="478"/>
          <ac:picMkLst>
            <pc:docMk/>
            <pc:sldMk cId="3331725963" sldId="287"/>
            <ac:picMk id="100" creationId="{79E573F8-5B7D-04A8-C1B0-697E422FC0B9}"/>
          </ac:picMkLst>
        </pc:picChg>
        <pc:picChg chg="add del">
          <ac:chgData name="Boe Marayag" userId="6244a8f90c46a2b9" providerId="LiveId" clId="{5CA51E39-B557-4E89-8A9F-0482669964D0}" dt="2023-11-21T15:33:04.122" v="36" actId="478"/>
          <ac:picMkLst>
            <pc:docMk/>
            <pc:sldMk cId="3331725963" sldId="287"/>
            <ac:picMk id="104" creationId="{B9BA6741-6624-6B63-82F9-BF2F69D7E6AE}"/>
          </ac:picMkLst>
        </pc:picChg>
        <pc:picChg chg="add del">
          <ac:chgData name="Boe Marayag" userId="6244a8f90c46a2b9" providerId="LiveId" clId="{5CA51E39-B557-4E89-8A9F-0482669964D0}" dt="2023-11-21T15:33:04.122" v="36" actId="478"/>
          <ac:picMkLst>
            <pc:docMk/>
            <pc:sldMk cId="3331725963" sldId="287"/>
            <ac:picMk id="106" creationId="{A3CAD787-D7E6-7641-C939-0CBB0E0E0494}"/>
          </ac:picMkLst>
        </pc:picChg>
        <pc:cxnChg chg="add del">
          <ac:chgData name="Boe Marayag" userId="6244a8f90c46a2b9" providerId="LiveId" clId="{5CA51E39-B557-4E89-8A9F-0482669964D0}" dt="2023-11-21T18:17:59.436" v="204" actId="21"/>
          <ac:cxnSpMkLst>
            <pc:docMk/>
            <pc:sldMk cId="3331725963" sldId="287"/>
            <ac:cxnSpMk id="102" creationId="{6031F7A7-B3BA-9ED7-F334-D00713FD6937}"/>
          </ac:cxnSpMkLst>
        </pc:cxnChg>
        <pc:cxnChg chg="add del mod">
          <ac:chgData name="Boe Marayag" userId="6244a8f90c46a2b9" providerId="LiveId" clId="{5CA51E39-B557-4E89-8A9F-0482669964D0}" dt="2023-11-21T18:17:59.436" v="204" actId="21"/>
          <ac:cxnSpMkLst>
            <pc:docMk/>
            <pc:sldMk cId="3331725963" sldId="287"/>
            <ac:cxnSpMk id="103" creationId="{A95604EA-8697-27BF-3C9F-71FE8A86C606}"/>
          </ac:cxnSpMkLst>
        </pc:cxnChg>
      </pc:sldChg>
      <pc:sldChg chg="addSp delSp modSp new mod ord modClrScheme chgLayout">
        <pc:chgData name="Boe Marayag" userId="6244a8f90c46a2b9" providerId="LiveId" clId="{5CA51E39-B557-4E89-8A9F-0482669964D0}" dt="2023-11-21T23:23:58.408" v="1808" actId="21"/>
        <pc:sldMkLst>
          <pc:docMk/>
          <pc:sldMk cId="3577978547" sldId="288"/>
        </pc:sldMkLst>
        <pc:spChg chg="del mod ord">
          <ac:chgData name="Boe Marayag" userId="6244a8f90c46a2b9" providerId="LiveId" clId="{5CA51E39-B557-4E89-8A9F-0482669964D0}" dt="2023-11-21T21:16:16.097" v="963" actId="700"/>
          <ac:spMkLst>
            <pc:docMk/>
            <pc:sldMk cId="3577978547" sldId="288"/>
            <ac:spMk id="2" creationId="{8C8E56FE-59F5-D999-CE76-D3424E897985}"/>
          </ac:spMkLst>
        </pc:spChg>
        <pc:spChg chg="del mod ord">
          <ac:chgData name="Boe Marayag" userId="6244a8f90c46a2b9" providerId="LiveId" clId="{5CA51E39-B557-4E89-8A9F-0482669964D0}" dt="2023-11-21T21:16:16.097" v="963" actId="700"/>
          <ac:spMkLst>
            <pc:docMk/>
            <pc:sldMk cId="3577978547" sldId="288"/>
            <ac:spMk id="3" creationId="{4A40B5A8-7072-96B7-11BC-BEB18721DFE3}"/>
          </ac:spMkLst>
        </pc:spChg>
        <pc:spChg chg="add mod ord">
          <ac:chgData name="Boe Marayag" userId="6244a8f90c46a2b9" providerId="LiveId" clId="{5CA51E39-B557-4E89-8A9F-0482669964D0}" dt="2023-11-21T21:29:06.349" v="1205" actId="6264"/>
          <ac:spMkLst>
            <pc:docMk/>
            <pc:sldMk cId="3577978547" sldId="288"/>
            <ac:spMk id="4" creationId="{F867D0E2-E0DC-A0B8-95BE-8DE3ABD1364C}"/>
          </ac:spMkLst>
        </pc:spChg>
        <pc:spChg chg="add mod ord">
          <ac:chgData name="Boe Marayag" userId="6244a8f90c46a2b9" providerId="LiveId" clId="{5CA51E39-B557-4E89-8A9F-0482669964D0}" dt="2023-11-21T21:29:06.349" v="1205" actId="6264"/>
          <ac:spMkLst>
            <pc:docMk/>
            <pc:sldMk cId="3577978547" sldId="288"/>
            <ac:spMk id="5" creationId="{A1AC0962-D2FC-AC42-8B46-C85BF143F21B}"/>
          </ac:spMkLst>
        </pc:spChg>
        <pc:spChg chg="add mod">
          <ac:chgData name="Boe Marayag" userId="6244a8f90c46a2b9" providerId="LiveId" clId="{5CA51E39-B557-4E89-8A9F-0482669964D0}" dt="2023-11-21T22:21:42.186" v="1605" actId="14100"/>
          <ac:spMkLst>
            <pc:docMk/>
            <pc:sldMk cId="3577978547" sldId="288"/>
            <ac:spMk id="7" creationId="{77623EE3-9CDE-FA66-6EB9-74FB24B10F9B}"/>
          </ac:spMkLst>
        </pc:spChg>
        <pc:spChg chg="add del mod">
          <ac:chgData name="Boe Marayag" userId="6244a8f90c46a2b9" providerId="LiveId" clId="{5CA51E39-B557-4E89-8A9F-0482669964D0}" dt="2023-11-21T21:21:32.412" v="1170" actId="6264"/>
          <ac:spMkLst>
            <pc:docMk/>
            <pc:sldMk cId="3577978547" sldId="288"/>
            <ac:spMk id="9" creationId="{98131BAD-FC48-E47A-14E5-907039407520}"/>
          </ac:spMkLst>
        </pc:spChg>
        <pc:spChg chg="add del mod">
          <ac:chgData name="Boe Marayag" userId="6244a8f90c46a2b9" providerId="LiveId" clId="{5CA51E39-B557-4E89-8A9F-0482669964D0}" dt="2023-11-21T21:21:32.412" v="1170" actId="6264"/>
          <ac:spMkLst>
            <pc:docMk/>
            <pc:sldMk cId="3577978547" sldId="288"/>
            <ac:spMk id="10" creationId="{D28E9875-EA1F-74E9-9954-E0CC77D41C81}"/>
          </ac:spMkLst>
        </pc:spChg>
        <pc:spChg chg="add del mod ord">
          <ac:chgData name="Boe Marayag" userId="6244a8f90c46a2b9" providerId="LiveId" clId="{5CA51E39-B557-4E89-8A9F-0482669964D0}" dt="2023-11-21T21:22:38.435" v="1171"/>
          <ac:spMkLst>
            <pc:docMk/>
            <pc:sldMk cId="3577978547" sldId="288"/>
            <ac:spMk id="11" creationId="{CE80B44D-897F-9E5B-68F9-1A7B4EF12D7D}"/>
          </ac:spMkLst>
        </pc:spChg>
        <pc:spChg chg="add del mod">
          <ac:chgData name="Boe Marayag" userId="6244a8f90c46a2b9" providerId="LiveId" clId="{5CA51E39-B557-4E89-8A9F-0482669964D0}" dt="2023-11-21T21:23:54.048" v="1183" actId="478"/>
          <ac:spMkLst>
            <pc:docMk/>
            <pc:sldMk cId="3577978547" sldId="288"/>
            <ac:spMk id="14" creationId="{CC42DEE3-D76F-72F8-4788-B9D3E71D31DA}"/>
          </ac:spMkLst>
        </pc:spChg>
        <pc:spChg chg="add del mod ord">
          <ac:chgData name="Boe Marayag" userId="6244a8f90c46a2b9" providerId="LiveId" clId="{5CA51E39-B557-4E89-8A9F-0482669964D0}" dt="2023-11-21T21:23:54.048" v="1183" actId="478"/>
          <ac:spMkLst>
            <pc:docMk/>
            <pc:sldMk cId="3577978547" sldId="288"/>
            <ac:spMk id="15" creationId="{F3227B97-F856-E285-36E0-1A21C80F12A5}"/>
          </ac:spMkLst>
        </pc:spChg>
        <pc:spChg chg="add del mod">
          <ac:chgData name="Boe Marayag" userId="6244a8f90c46a2b9" providerId="LiveId" clId="{5CA51E39-B557-4E89-8A9F-0482669964D0}" dt="2023-11-21T21:26:39.444" v="1185"/>
          <ac:spMkLst>
            <pc:docMk/>
            <pc:sldMk cId="3577978547" sldId="288"/>
            <ac:spMk id="17" creationId="{F1B2313D-8DA0-98D0-9C47-10A51FF243A6}"/>
          </ac:spMkLst>
        </pc:spChg>
        <pc:spChg chg="add del mod">
          <ac:chgData name="Boe Marayag" userId="6244a8f90c46a2b9" providerId="LiveId" clId="{5CA51E39-B557-4E89-8A9F-0482669964D0}" dt="2023-11-21T21:29:06.349" v="1205" actId="6264"/>
          <ac:spMkLst>
            <pc:docMk/>
            <pc:sldMk cId="3577978547" sldId="288"/>
            <ac:spMk id="21" creationId="{B447BA39-B1FF-505D-6D44-0E9FB5B6DBEB}"/>
          </ac:spMkLst>
        </pc:spChg>
        <pc:spChg chg="add del mod">
          <ac:chgData name="Boe Marayag" userId="6244a8f90c46a2b9" providerId="LiveId" clId="{5CA51E39-B557-4E89-8A9F-0482669964D0}" dt="2023-11-21T21:29:06.349" v="1205" actId="6264"/>
          <ac:spMkLst>
            <pc:docMk/>
            <pc:sldMk cId="3577978547" sldId="288"/>
            <ac:spMk id="22" creationId="{AD001C0E-1C41-010B-420B-3E83CA4236BD}"/>
          </ac:spMkLst>
        </pc:spChg>
        <pc:spChg chg="add del mod">
          <ac:chgData name="Boe Marayag" userId="6244a8f90c46a2b9" providerId="LiveId" clId="{5CA51E39-B557-4E89-8A9F-0482669964D0}" dt="2023-11-21T21:29:06.349" v="1205" actId="6264"/>
          <ac:spMkLst>
            <pc:docMk/>
            <pc:sldMk cId="3577978547" sldId="288"/>
            <ac:spMk id="23" creationId="{68D1C458-44D1-2CA1-3C33-9E07F49652F2}"/>
          </ac:spMkLst>
        </pc:spChg>
        <pc:spChg chg="add del mod ord">
          <ac:chgData name="Boe Marayag" userId="6244a8f90c46a2b9" providerId="LiveId" clId="{5CA51E39-B557-4E89-8A9F-0482669964D0}" dt="2023-11-21T21:33:22.166" v="1206"/>
          <ac:spMkLst>
            <pc:docMk/>
            <pc:sldMk cId="3577978547" sldId="288"/>
            <ac:spMk id="24" creationId="{41086868-3A74-085F-7950-EE5877AF3F67}"/>
          </ac:spMkLst>
        </pc:spChg>
        <pc:spChg chg="add del mod">
          <ac:chgData name="Boe Marayag" userId="6244a8f90c46a2b9" providerId="LiveId" clId="{5CA51E39-B557-4E89-8A9F-0482669964D0}" dt="2023-11-21T23:23:58.408" v="1808" actId="21"/>
          <ac:spMkLst>
            <pc:docMk/>
            <pc:sldMk cId="3577978547" sldId="288"/>
            <ac:spMk id="30" creationId="{F4071988-1B63-F442-35FE-888BF0F62518}"/>
          </ac:spMkLst>
        </pc:spChg>
        <pc:grpChg chg="add mod">
          <ac:chgData name="Boe Marayag" userId="6244a8f90c46a2b9" providerId="LiveId" clId="{5CA51E39-B557-4E89-8A9F-0482669964D0}" dt="2023-11-21T22:21:46.467" v="1606" actId="1076"/>
          <ac:grpSpMkLst>
            <pc:docMk/>
            <pc:sldMk cId="3577978547" sldId="288"/>
            <ac:grpSpMk id="8" creationId="{BD1651AE-DBEA-E418-C3D4-0275291F1DF9}"/>
          </ac:grpSpMkLst>
        </pc:grpChg>
        <pc:picChg chg="add mod">
          <ac:chgData name="Boe Marayag" userId="6244a8f90c46a2b9" providerId="LiveId" clId="{5CA51E39-B557-4E89-8A9F-0482669964D0}" dt="2023-11-21T21:19:15.424" v="1092" actId="207"/>
          <ac:picMkLst>
            <pc:docMk/>
            <pc:sldMk cId="3577978547" sldId="288"/>
            <ac:picMk id="6" creationId="{9DD8B596-852D-0A20-E4A6-23E5AB610EE1}"/>
          </ac:picMkLst>
        </pc:picChg>
        <pc:picChg chg="add del mod ord">
          <ac:chgData name="Boe Marayag" userId="6244a8f90c46a2b9" providerId="LiveId" clId="{5CA51E39-B557-4E89-8A9F-0482669964D0}" dt="2023-11-21T21:23:55.602" v="1184" actId="478"/>
          <ac:picMkLst>
            <pc:docMk/>
            <pc:sldMk cId="3577978547" sldId="288"/>
            <ac:picMk id="13" creationId="{1F665D1B-FCBB-CAE9-8B35-876C11DBBDE9}"/>
          </ac:picMkLst>
        </pc:picChg>
        <pc:picChg chg="add del mod">
          <ac:chgData name="Boe Marayag" userId="6244a8f90c46a2b9" providerId="LiveId" clId="{5CA51E39-B557-4E89-8A9F-0482669964D0}" dt="2023-11-21T21:27:04.890" v="1188" actId="478"/>
          <ac:picMkLst>
            <pc:docMk/>
            <pc:sldMk cId="3577978547" sldId="288"/>
            <ac:picMk id="19" creationId="{7A4828BC-E3EF-FEDA-58CC-070C12A3B5C5}"/>
          </ac:picMkLst>
        </pc:picChg>
        <pc:picChg chg="add mod modCrop">
          <ac:chgData name="Boe Marayag" userId="6244a8f90c46a2b9" providerId="LiveId" clId="{5CA51E39-B557-4E89-8A9F-0482669964D0}" dt="2023-11-21T21:33:43.085" v="1227" actId="18131"/>
          <ac:picMkLst>
            <pc:docMk/>
            <pc:sldMk cId="3577978547" sldId="288"/>
            <ac:picMk id="26" creationId="{4CC74875-D464-361B-60BD-8727D62C5978}"/>
          </ac:picMkLst>
        </pc:picChg>
        <pc:cxnChg chg="add del mod">
          <ac:chgData name="Boe Marayag" userId="6244a8f90c46a2b9" providerId="LiveId" clId="{5CA51E39-B557-4E89-8A9F-0482669964D0}" dt="2023-11-21T21:52:52.296" v="1236" actId="21"/>
          <ac:cxnSpMkLst>
            <pc:docMk/>
            <pc:sldMk cId="3577978547" sldId="288"/>
            <ac:cxnSpMk id="28" creationId="{389F3BBB-6E7D-B520-1862-E9B605D28819}"/>
          </ac:cxnSpMkLst>
        </pc:cxnChg>
        <pc:cxnChg chg="add del mod">
          <ac:chgData name="Boe Marayag" userId="6244a8f90c46a2b9" providerId="LiveId" clId="{5CA51E39-B557-4E89-8A9F-0482669964D0}" dt="2023-11-21T22:21:52.841" v="1607" actId="478"/>
          <ac:cxnSpMkLst>
            <pc:docMk/>
            <pc:sldMk cId="3577978547" sldId="288"/>
            <ac:cxnSpMk id="29" creationId="{B5920634-C387-0932-2595-33590CF83223}"/>
          </ac:cxnSpMkLst>
        </pc:cxnChg>
      </pc:sldChg>
      <pc:sldChg chg="addSp delSp modSp add mod">
        <pc:chgData name="Boe Marayag" userId="6244a8f90c46a2b9" providerId="LiveId" clId="{5CA51E39-B557-4E89-8A9F-0482669964D0}" dt="2023-11-21T22:18:03.801" v="1553" actId="207"/>
        <pc:sldMkLst>
          <pc:docMk/>
          <pc:sldMk cId="1094147990" sldId="289"/>
        </pc:sldMkLst>
        <pc:spChg chg="add mod">
          <ac:chgData name="Boe Marayag" userId="6244a8f90c46a2b9" providerId="LiveId" clId="{5CA51E39-B557-4E89-8A9F-0482669964D0}" dt="2023-11-21T22:05:28.743" v="1427" actId="1076"/>
          <ac:spMkLst>
            <pc:docMk/>
            <pc:sldMk cId="1094147990" sldId="289"/>
            <ac:spMk id="10" creationId="{5C6BA454-D33B-1161-05DA-4334C869C33F}"/>
          </ac:spMkLst>
        </pc:spChg>
        <pc:spChg chg="add mod">
          <ac:chgData name="Boe Marayag" userId="6244a8f90c46a2b9" providerId="LiveId" clId="{5CA51E39-B557-4E89-8A9F-0482669964D0}" dt="2023-11-21T22:11:49.383" v="1487" actId="1076"/>
          <ac:spMkLst>
            <pc:docMk/>
            <pc:sldMk cId="1094147990" sldId="289"/>
            <ac:spMk id="11" creationId="{2C0AF339-1893-96E1-8C7F-2D3EA6C45227}"/>
          </ac:spMkLst>
        </pc:spChg>
        <pc:spChg chg="add mod ord">
          <ac:chgData name="Boe Marayag" userId="6244a8f90c46a2b9" providerId="LiveId" clId="{5CA51E39-B557-4E89-8A9F-0482669964D0}" dt="2023-11-21T22:14:21.624" v="1509" actId="167"/>
          <ac:spMkLst>
            <pc:docMk/>
            <pc:sldMk cId="1094147990" sldId="289"/>
            <ac:spMk id="12" creationId="{A7E95032-C873-C17B-BF82-6DFB7B5EC238}"/>
          </ac:spMkLst>
        </pc:spChg>
        <pc:spChg chg="add mod">
          <ac:chgData name="Boe Marayag" userId="6244a8f90c46a2b9" providerId="LiveId" clId="{5CA51E39-B557-4E89-8A9F-0482669964D0}" dt="2023-11-21T22:04:35" v="1415" actId="14100"/>
          <ac:spMkLst>
            <pc:docMk/>
            <pc:sldMk cId="1094147990" sldId="289"/>
            <ac:spMk id="13" creationId="{9A049E1B-E4E0-E0B5-F06F-A60E40745B2C}"/>
          </ac:spMkLst>
        </pc:spChg>
        <pc:spChg chg="add mod">
          <ac:chgData name="Boe Marayag" userId="6244a8f90c46a2b9" providerId="LiveId" clId="{5CA51E39-B557-4E89-8A9F-0482669964D0}" dt="2023-11-21T22:04:35" v="1415" actId="14100"/>
          <ac:spMkLst>
            <pc:docMk/>
            <pc:sldMk cId="1094147990" sldId="289"/>
            <ac:spMk id="14" creationId="{530B856D-26A3-2414-3880-AC47923A853F}"/>
          </ac:spMkLst>
        </pc:spChg>
        <pc:spChg chg="add mod">
          <ac:chgData name="Boe Marayag" userId="6244a8f90c46a2b9" providerId="LiveId" clId="{5CA51E39-B557-4E89-8A9F-0482669964D0}" dt="2023-11-21T22:04:35" v="1415" actId="14100"/>
          <ac:spMkLst>
            <pc:docMk/>
            <pc:sldMk cId="1094147990" sldId="289"/>
            <ac:spMk id="15" creationId="{3A57FF49-0CC3-0407-C95E-20D919E0D6FE}"/>
          </ac:spMkLst>
        </pc:spChg>
        <pc:spChg chg="add mod">
          <ac:chgData name="Boe Marayag" userId="6244a8f90c46a2b9" providerId="LiveId" clId="{5CA51E39-B557-4E89-8A9F-0482669964D0}" dt="2023-11-21T22:02:46.106" v="1395" actId="1076"/>
          <ac:spMkLst>
            <pc:docMk/>
            <pc:sldMk cId="1094147990" sldId="289"/>
            <ac:spMk id="18" creationId="{700DE336-D322-564A-B72B-9EB1957FC2EE}"/>
          </ac:spMkLst>
        </pc:spChg>
        <pc:spChg chg="add mod">
          <ac:chgData name="Boe Marayag" userId="6244a8f90c46a2b9" providerId="LiveId" clId="{5CA51E39-B557-4E89-8A9F-0482669964D0}" dt="2023-11-21T22:02:41.669" v="1394" actId="1076"/>
          <ac:spMkLst>
            <pc:docMk/>
            <pc:sldMk cId="1094147990" sldId="289"/>
            <ac:spMk id="19" creationId="{EADE6F77-D282-F455-2A8A-89A215E9BB57}"/>
          </ac:spMkLst>
        </pc:spChg>
        <pc:spChg chg="add mod">
          <ac:chgData name="Boe Marayag" userId="6244a8f90c46a2b9" providerId="LiveId" clId="{5CA51E39-B557-4E89-8A9F-0482669964D0}" dt="2023-11-21T22:02:32.672" v="1391" actId="1076"/>
          <ac:spMkLst>
            <pc:docMk/>
            <pc:sldMk cId="1094147990" sldId="289"/>
            <ac:spMk id="20" creationId="{3A6D208F-D362-7800-1E7D-758FEDE3E54D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22" creationId="{D0B237A4-B835-776F-D62F-E5592895A250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23" creationId="{16C080CE-25B4-47F1-B122-DC4B12355079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27" creationId="{0BC37C14-75DA-A2F9-4615-5BA60872A900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28" creationId="{9351D043-96F2-D70D-8D2D-803CBA67E44A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32" creationId="{5CD007BC-00A2-2418-5AA7-B48E4AFBF1B5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33" creationId="{99C11253-EFE0-DB49-B250-B358B731AA45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37" creationId="{B76C7C0F-76CB-ADD1-0A87-4D16FF656BB9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38" creationId="{871A5E51-3312-B1FA-24C7-FDBB9F041196}"/>
          </ac:spMkLst>
        </pc:spChg>
        <pc:spChg chg="mod">
          <ac:chgData name="Boe Marayag" userId="6244a8f90c46a2b9" providerId="LiveId" clId="{5CA51E39-B557-4E89-8A9F-0482669964D0}" dt="2023-11-21T22:01:45.653" v="1389" actId="571"/>
          <ac:spMkLst>
            <pc:docMk/>
            <pc:sldMk cId="1094147990" sldId="289"/>
            <ac:spMk id="39" creationId="{DC7000B1-92D9-B5EC-2238-EA1227570168}"/>
          </ac:spMkLst>
        </pc:spChg>
        <pc:spChg chg="mod">
          <ac:chgData name="Boe Marayag" userId="6244a8f90c46a2b9" providerId="LiveId" clId="{5CA51E39-B557-4E89-8A9F-0482669964D0}" dt="2023-11-21T22:01:45.653" v="1389" actId="571"/>
          <ac:spMkLst>
            <pc:docMk/>
            <pc:sldMk cId="1094147990" sldId="289"/>
            <ac:spMk id="40" creationId="{84BB9FC4-941F-C779-2FFC-CA2753B58B08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41" creationId="{E36D1E7A-D4B9-9411-EF78-4E4AE0EFA324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42" creationId="{9AC91D5F-79CD-78AE-6DC2-CE3C36DB32B1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43" creationId="{5EA1CCB2-BDE9-B9C3-02B4-B5A12CA1711F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44" creationId="{653934C4-5CB3-F4A5-1938-A80EE16E91E9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45" creationId="{0B72754E-B422-0CEB-EE85-D9871C7689E4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46" creationId="{B23C9A18-8800-BA82-012E-924A0CD55545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47" creationId="{14869A8D-A991-3906-6C15-FD5DA55EBBB1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48" creationId="{5C2B87F3-419C-C443-EE9F-692BC996AAC9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49" creationId="{AFC162C6-73AE-E910-7FA5-9D3514B8DC96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50" creationId="{66D2EB34-D291-3797-CB21-AA0D90F5E58A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51" creationId="{EC3A9A9F-09CF-DDB5-C29D-738AF49ABE07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52" creationId="{CE85FFA3-884F-95A0-BB60-C7D3B796C845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53" creationId="{59E79606-482F-A975-7B8A-C12A86575B65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54" creationId="{EB9545EA-ACA1-EFDA-184D-F5B3EE66372F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55" creationId="{A3934FD8-444A-CEAD-B6C4-A08906D99E1B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56" creationId="{804F6046-409B-7992-48E9-DAE821DC6C0D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57" creationId="{BC533D94-9A9C-5F90-5B74-5BF2FBD3C7CA}"/>
          </ac:spMkLst>
        </pc:spChg>
        <pc:spChg chg="del">
          <ac:chgData name="Boe Marayag" userId="6244a8f90c46a2b9" providerId="LiveId" clId="{5CA51E39-B557-4E89-8A9F-0482669964D0}" dt="2023-11-21T21:53:08.983" v="1242" actId="478"/>
          <ac:spMkLst>
            <pc:docMk/>
            <pc:sldMk cId="1094147990" sldId="289"/>
            <ac:spMk id="58" creationId="{767296ED-B605-1D1B-21BB-5B05C23958D2}"/>
          </ac:spMkLst>
        </pc:spChg>
        <pc:spChg chg="mod">
          <ac:chgData name="Boe Marayag" userId="6244a8f90c46a2b9" providerId="LiveId" clId="{5CA51E39-B557-4E89-8A9F-0482669964D0}" dt="2023-11-21T22:01:45.653" v="1389" actId="571"/>
          <ac:spMkLst>
            <pc:docMk/>
            <pc:sldMk cId="1094147990" sldId="289"/>
            <ac:spMk id="59" creationId="{0DCC177D-C7A9-52EF-37DC-70CA3B2FEA84}"/>
          </ac:spMkLst>
        </pc:spChg>
        <pc:spChg chg="add mod">
          <ac:chgData name="Boe Marayag" userId="6244a8f90c46a2b9" providerId="LiveId" clId="{5CA51E39-B557-4E89-8A9F-0482669964D0}" dt="2023-11-21T22:05:28.743" v="1427" actId="1076"/>
          <ac:spMkLst>
            <pc:docMk/>
            <pc:sldMk cId="1094147990" sldId="289"/>
            <ac:spMk id="60" creationId="{646BA107-118D-805C-E19B-BFDD557FB82F}"/>
          </ac:spMkLst>
        </pc:spChg>
        <pc:spChg chg="add mod">
          <ac:chgData name="Boe Marayag" userId="6244a8f90c46a2b9" providerId="LiveId" clId="{5CA51E39-B557-4E89-8A9F-0482669964D0}" dt="2023-11-21T22:05:28.743" v="1427" actId="1076"/>
          <ac:spMkLst>
            <pc:docMk/>
            <pc:sldMk cId="1094147990" sldId="289"/>
            <ac:spMk id="61" creationId="{8D6CF50C-65BF-3035-3731-37E45874F499}"/>
          </ac:spMkLst>
        </pc:spChg>
        <pc:spChg chg="add mod">
          <ac:chgData name="Boe Marayag" userId="6244a8f90c46a2b9" providerId="LiveId" clId="{5CA51E39-B557-4E89-8A9F-0482669964D0}" dt="2023-11-21T22:11:49.383" v="1487" actId="1076"/>
          <ac:spMkLst>
            <pc:docMk/>
            <pc:sldMk cId="1094147990" sldId="289"/>
            <ac:spMk id="65" creationId="{DF98577A-E3F4-B745-E6D8-107693C7018B}"/>
          </ac:spMkLst>
        </pc:spChg>
        <pc:spChg chg="add mod">
          <ac:chgData name="Boe Marayag" userId="6244a8f90c46a2b9" providerId="LiveId" clId="{5CA51E39-B557-4E89-8A9F-0482669964D0}" dt="2023-11-21T22:11:49.383" v="1487" actId="1076"/>
          <ac:spMkLst>
            <pc:docMk/>
            <pc:sldMk cId="1094147990" sldId="289"/>
            <ac:spMk id="66" creationId="{FAC88BF3-48F8-1BE4-8B73-903DD209BCAE}"/>
          </ac:spMkLst>
        </pc:spChg>
        <pc:spChg chg="del mod">
          <ac:chgData name="Boe Marayag" userId="6244a8f90c46a2b9" providerId="LiveId" clId="{5CA51E39-B557-4E89-8A9F-0482669964D0}" dt="2023-11-21T22:08:23.094" v="1434" actId="478"/>
          <ac:spMkLst>
            <pc:docMk/>
            <pc:sldMk cId="1094147990" sldId="289"/>
            <ac:spMk id="70" creationId="{2DF818E7-ACBA-09EA-2EDC-E2DC16D9ECE5}"/>
          </ac:spMkLst>
        </pc:spChg>
        <pc:spChg chg="del mod">
          <ac:chgData name="Boe Marayag" userId="6244a8f90c46a2b9" providerId="LiveId" clId="{5CA51E39-B557-4E89-8A9F-0482669964D0}" dt="2023-11-21T22:08:23.094" v="1434" actId="478"/>
          <ac:spMkLst>
            <pc:docMk/>
            <pc:sldMk cId="1094147990" sldId="289"/>
            <ac:spMk id="71" creationId="{B9802C22-C488-D842-E06A-FD6AC1E2A6EA}"/>
          </ac:spMkLst>
        </pc:spChg>
        <pc:spChg chg="del mod">
          <ac:chgData name="Boe Marayag" userId="6244a8f90c46a2b9" providerId="LiveId" clId="{5CA51E39-B557-4E89-8A9F-0482669964D0}" dt="2023-11-21T22:08:23.094" v="1434" actId="478"/>
          <ac:spMkLst>
            <pc:docMk/>
            <pc:sldMk cId="1094147990" sldId="289"/>
            <ac:spMk id="72" creationId="{5A86BF9A-5587-CDD0-F0A7-FA2597827B98}"/>
          </ac:spMkLst>
        </pc:spChg>
        <pc:spChg chg="del mod">
          <ac:chgData name="Boe Marayag" userId="6244a8f90c46a2b9" providerId="LiveId" clId="{5CA51E39-B557-4E89-8A9F-0482669964D0}" dt="2023-11-21T22:08:23.094" v="1434" actId="478"/>
          <ac:spMkLst>
            <pc:docMk/>
            <pc:sldMk cId="1094147990" sldId="289"/>
            <ac:spMk id="73" creationId="{FAFDD278-EBEF-CEE4-CDFD-2DB988D351EC}"/>
          </ac:spMkLst>
        </pc:spChg>
        <pc:spChg chg="del mod">
          <ac:chgData name="Boe Marayag" userId="6244a8f90c46a2b9" providerId="LiveId" clId="{5CA51E39-B557-4E89-8A9F-0482669964D0}" dt="2023-11-21T22:08:23.094" v="1434" actId="478"/>
          <ac:spMkLst>
            <pc:docMk/>
            <pc:sldMk cId="1094147990" sldId="289"/>
            <ac:spMk id="74" creationId="{C9E00307-2F06-4B94-FF50-4CBEA51FAA08}"/>
          </ac:spMkLst>
        </pc:spChg>
        <pc:spChg chg="del mod">
          <ac:chgData name="Boe Marayag" userId="6244a8f90c46a2b9" providerId="LiveId" clId="{5CA51E39-B557-4E89-8A9F-0482669964D0}" dt="2023-11-21T22:08:23.094" v="1434" actId="478"/>
          <ac:spMkLst>
            <pc:docMk/>
            <pc:sldMk cId="1094147990" sldId="289"/>
            <ac:spMk id="75" creationId="{996C2E64-75C7-432E-1015-5A01B825A45B}"/>
          </ac:spMkLst>
        </pc:spChg>
        <pc:spChg chg="mod">
          <ac:chgData name="Boe Marayag" userId="6244a8f90c46a2b9" providerId="LiveId" clId="{5CA51E39-B557-4E89-8A9F-0482669964D0}" dt="2023-11-21T22:11:49.383" v="1487" actId="1076"/>
          <ac:spMkLst>
            <pc:docMk/>
            <pc:sldMk cId="1094147990" sldId="289"/>
            <ac:spMk id="76" creationId="{9F44C853-EA48-F172-65DE-D64311ACB398}"/>
          </ac:spMkLst>
        </pc:spChg>
        <pc:spChg chg="add mod">
          <ac:chgData name="Boe Marayag" userId="6244a8f90c46a2b9" providerId="LiveId" clId="{5CA51E39-B557-4E89-8A9F-0482669964D0}" dt="2023-11-21T22:11:49.383" v="1487" actId="1076"/>
          <ac:spMkLst>
            <pc:docMk/>
            <pc:sldMk cId="1094147990" sldId="289"/>
            <ac:spMk id="77" creationId="{12A3660A-743C-1158-5240-63166BFB06C4}"/>
          </ac:spMkLst>
        </pc:spChg>
        <pc:spChg chg="add mod">
          <ac:chgData name="Boe Marayag" userId="6244a8f90c46a2b9" providerId="LiveId" clId="{5CA51E39-B557-4E89-8A9F-0482669964D0}" dt="2023-11-21T22:11:49.383" v="1487" actId="1076"/>
          <ac:spMkLst>
            <pc:docMk/>
            <pc:sldMk cId="1094147990" sldId="289"/>
            <ac:spMk id="99" creationId="{B39184E6-A653-EB9A-3A8C-24AA5075530D}"/>
          </ac:spMkLst>
        </pc:spChg>
        <pc:spChg chg="add mod">
          <ac:chgData name="Boe Marayag" userId="6244a8f90c46a2b9" providerId="LiveId" clId="{5CA51E39-B557-4E89-8A9F-0482669964D0}" dt="2023-11-21T22:11:49.383" v="1487" actId="1076"/>
          <ac:spMkLst>
            <pc:docMk/>
            <pc:sldMk cId="1094147990" sldId="289"/>
            <ac:spMk id="101" creationId="{E1EDCD2E-29EC-89E4-CAEE-802B48E07B3A}"/>
          </ac:spMkLst>
        </pc:spChg>
        <pc:spChg chg="add mod">
          <ac:chgData name="Boe Marayag" userId="6244a8f90c46a2b9" providerId="LiveId" clId="{5CA51E39-B557-4E89-8A9F-0482669964D0}" dt="2023-11-21T22:11:49.383" v="1487" actId="1076"/>
          <ac:spMkLst>
            <pc:docMk/>
            <pc:sldMk cId="1094147990" sldId="289"/>
            <ac:spMk id="102" creationId="{4E970EF1-0D0C-8D87-46C6-B476AD36DCA2}"/>
          </ac:spMkLst>
        </pc:spChg>
        <pc:spChg chg="add mod">
          <ac:chgData name="Boe Marayag" userId="6244a8f90c46a2b9" providerId="LiveId" clId="{5CA51E39-B557-4E89-8A9F-0482669964D0}" dt="2023-11-21T22:11:49.383" v="1487" actId="1076"/>
          <ac:spMkLst>
            <pc:docMk/>
            <pc:sldMk cId="1094147990" sldId="289"/>
            <ac:spMk id="103" creationId="{82ACE2AF-B40D-6D00-7E37-6D3AF93319C9}"/>
          </ac:spMkLst>
        </pc:spChg>
        <pc:spChg chg="add mod">
          <ac:chgData name="Boe Marayag" userId="6244a8f90c46a2b9" providerId="LiveId" clId="{5CA51E39-B557-4E89-8A9F-0482669964D0}" dt="2023-11-21T22:11:49.383" v="1487" actId="1076"/>
          <ac:spMkLst>
            <pc:docMk/>
            <pc:sldMk cId="1094147990" sldId="289"/>
            <ac:spMk id="105" creationId="{337D7788-06F5-62CE-F491-33B0B633D453}"/>
          </ac:spMkLst>
        </pc:spChg>
        <pc:spChg chg="add mod">
          <ac:chgData name="Boe Marayag" userId="6244a8f90c46a2b9" providerId="LiveId" clId="{5CA51E39-B557-4E89-8A9F-0482669964D0}" dt="2023-11-21T22:11:49.383" v="1487" actId="1076"/>
          <ac:spMkLst>
            <pc:docMk/>
            <pc:sldMk cId="1094147990" sldId="289"/>
            <ac:spMk id="107" creationId="{F16A45ED-2FE2-BDFF-7DC8-DD29107BBE39}"/>
          </ac:spMkLst>
        </pc:spChg>
        <pc:spChg chg="add mod">
          <ac:chgData name="Boe Marayag" userId="6244a8f90c46a2b9" providerId="LiveId" clId="{5CA51E39-B557-4E89-8A9F-0482669964D0}" dt="2023-11-21T22:11:49.383" v="1487" actId="1076"/>
          <ac:spMkLst>
            <pc:docMk/>
            <pc:sldMk cId="1094147990" sldId="289"/>
            <ac:spMk id="112" creationId="{5F91708F-AA79-7339-AC56-24C889281227}"/>
          </ac:spMkLst>
        </pc:spChg>
        <pc:spChg chg="add mod">
          <ac:chgData name="Boe Marayag" userId="6244a8f90c46a2b9" providerId="LiveId" clId="{5CA51E39-B557-4E89-8A9F-0482669964D0}" dt="2023-11-21T22:11:49.383" v="1487" actId="1076"/>
          <ac:spMkLst>
            <pc:docMk/>
            <pc:sldMk cId="1094147990" sldId="289"/>
            <ac:spMk id="113" creationId="{8499FEE5-D4FA-9C84-3D17-D242DC414665}"/>
          </ac:spMkLst>
        </pc:spChg>
        <pc:spChg chg="add mod">
          <ac:chgData name="Boe Marayag" userId="6244a8f90c46a2b9" providerId="LiveId" clId="{5CA51E39-B557-4E89-8A9F-0482669964D0}" dt="2023-11-21T22:11:49.383" v="1487" actId="1076"/>
          <ac:spMkLst>
            <pc:docMk/>
            <pc:sldMk cId="1094147990" sldId="289"/>
            <ac:spMk id="114" creationId="{E3963C99-0431-9107-54E9-68B2BF3413C9}"/>
          </ac:spMkLst>
        </pc:spChg>
        <pc:spChg chg="add mod">
          <ac:chgData name="Boe Marayag" userId="6244a8f90c46a2b9" providerId="LiveId" clId="{5CA51E39-B557-4E89-8A9F-0482669964D0}" dt="2023-11-21T22:11:49.383" v="1487" actId="1076"/>
          <ac:spMkLst>
            <pc:docMk/>
            <pc:sldMk cId="1094147990" sldId="289"/>
            <ac:spMk id="115" creationId="{3556E511-80E1-0322-4A49-1A3765FB1324}"/>
          </ac:spMkLst>
        </pc:spChg>
        <pc:spChg chg="add mod">
          <ac:chgData name="Boe Marayag" userId="6244a8f90c46a2b9" providerId="LiveId" clId="{5CA51E39-B557-4E89-8A9F-0482669964D0}" dt="2023-11-21T22:12:46.225" v="1497" actId="1035"/>
          <ac:spMkLst>
            <pc:docMk/>
            <pc:sldMk cId="1094147990" sldId="289"/>
            <ac:spMk id="120" creationId="{28AC2FB8-741C-B9BF-5BAE-8D5ECC45972A}"/>
          </ac:spMkLst>
        </pc:spChg>
        <pc:spChg chg="add mod">
          <ac:chgData name="Boe Marayag" userId="6244a8f90c46a2b9" providerId="LiveId" clId="{5CA51E39-B557-4E89-8A9F-0482669964D0}" dt="2023-11-21T22:12:46.225" v="1497" actId="1035"/>
          <ac:spMkLst>
            <pc:docMk/>
            <pc:sldMk cId="1094147990" sldId="289"/>
            <ac:spMk id="121" creationId="{63D440C7-A39B-3B24-6FA7-95E3A7848634}"/>
          </ac:spMkLst>
        </pc:spChg>
        <pc:spChg chg="add mod">
          <ac:chgData name="Boe Marayag" userId="6244a8f90c46a2b9" providerId="LiveId" clId="{5CA51E39-B557-4E89-8A9F-0482669964D0}" dt="2023-11-21T22:12:46.225" v="1497" actId="1035"/>
          <ac:spMkLst>
            <pc:docMk/>
            <pc:sldMk cId="1094147990" sldId="289"/>
            <ac:spMk id="122" creationId="{D52D4EC9-F1AB-450C-0865-CB5F26A1BAAD}"/>
          </ac:spMkLst>
        </pc:spChg>
        <pc:spChg chg="add mod ord">
          <ac:chgData name="Boe Marayag" userId="6244a8f90c46a2b9" providerId="LiveId" clId="{5CA51E39-B557-4E89-8A9F-0482669964D0}" dt="2023-11-21T22:14:44.818" v="1534" actId="167"/>
          <ac:spMkLst>
            <pc:docMk/>
            <pc:sldMk cId="1094147990" sldId="289"/>
            <ac:spMk id="123" creationId="{E7670B03-9290-95B6-A86C-99C37D86ED4E}"/>
          </ac:spMkLst>
        </pc:spChg>
        <pc:spChg chg="add mod">
          <ac:chgData name="Boe Marayag" userId="6244a8f90c46a2b9" providerId="LiveId" clId="{5CA51E39-B557-4E89-8A9F-0482669964D0}" dt="2023-11-21T22:11:57.361" v="1489" actId="1076"/>
          <ac:spMkLst>
            <pc:docMk/>
            <pc:sldMk cId="1094147990" sldId="289"/>
            <ac:spMk id="124" creationId="{A1F008D0-B36C-2EBD-5C44-6F5C67E4DB24}"/>
          </ac:spMkLst>
        </pc:spChg>
        <pc:spChg chg="mod">
          <ac:chgData name="Boe Marayag" userId="6244a8f90c46a2b9" providerId="LiveId" clId="{5CA51E39-B557-4E89-8A9F-0482669964D0}" dt="2023-11-21T22:11:03.810" v="1476" actId="207"/>
          <ac:spMkLst>
            <pc:docMk/>
            <pc:sldMk cId="1094147990" sldId="289"/>
            <ac:spMk id="126" creationId="{31ACAD6F-BAA0-9D69-CDCD-A620F7D6B709}"/>
          </ac:spMkLst>
        </pc:spChg>
        <pc:spChg chg="mod">
          <ac:chgData name="Boe Marayag" userId="6244a8f90c46a2b9" providerId="LiveId" clId="{5CA51E39-B557-4E89-8A9F-0482669964D0}" dt="2023-11-21T22:11:03.810" v="1476" actId="207"/>
          <ac:spMkLst>
            <pc:docMk/>
            <pc:sldMk cId="1094147990" sldId="289"/>
            <ac:spMk id="127" creationId="{830F5CC4-A2B5-3A8C-A75F-BA16A6D78028}"/>
          </ac:spMkLst>
        </pc:spChg>
        <pc:spChg chg="add mod">
          <ac:chgData name="Boe Marayag" userId="6244a8f90c46a2b9" providerId="LiveId" clId="{5CA51E39-B557-4E89-8A9F-0482669964D0}" dt="2023-11-21T22:11:57.361" v="1489" actId="1076"/>
          <ac:spMkLst>
            <pc:docMk/>
            <pc:sldMk cId="1094147990" sldId="289"/>
            <ac:spMk id="128" creationId="{051F4F8D-FB94-36B7-B634-6D89E6EBA5FF}"/>
          </ac:spMkLst>
        </pc:spChg>
        <pc:spChg chg="mod">
          <ac:chgData name="Boe Marayag" userId="6244a8f90c46a2b9" providerId="LiveId" clId="{5CA51E39-B557-4E89-8A9F-0482669964D0}" dt="2023-11-21T22:11:13.297" v="1479" actId="571"/>
          <ac:spMkLst>
            <pc:docMk/>
            <pc:sldMk cId="1094147990" sldId="289"/>
            <ac:spMk id="130" creationId="{D590EC20-0814-946A-1220-8B0E50EAD7B6}"/>
          </ac:spMkLst>
        </pc:spChg>
        <pc:spChg chg="mod">
          <ac:chgData name="Boe Marayag" userId="6244a8f90c46a2b9" providerId="LiveId" clId="{5CA51E39-B557-4E89-8A9F-0482669964D0}" dt="2023-11-21T22:11:13.297" v="1479" actId="571"/>
          <ac:spMkLst>
            <pc:docMk/>
            <pc:sldMk cId="1094147990" sldId="289"/>
            <ac:spMk id="131" creationId="{53D13FD3-01CC-E32F-43BD-4761C25E8806}"/>
          </ac:spMkLst>
        </pc:spChg>
        <pc:spChg chg="add mod">
          <ac:chgData name="Boe Marayag" userId="6244a8f90c46a2b9" providerId="LiveId" clId="{5CA51E39-B557-4E89-8A9F-0482669964D0}" dt="2023-11-21T22:11:57.361" v="1489" actId="1076"/>
          <ac:spMkLst>
            <pc:docMk/>
            <pc:sldMk cId="1094147990" sldId="289"/>
            <ac:spMk id="132" creationId="{F0CA7B86-45B2-0732-F383-1D6C9A368657}"/>
          </ac:spMkLst>
        </pc:spChg>
        <pc:spChg chg="mod">
          <ac:chgData name="Boe Marayag" userId="6244a8f90c46a2b9" providerId="LiveId" clId="{5CA51E39-B557-4E89-8A9F-0482669964D0}" dt="2023-11-21T22:11:19.762" v="1482" actId="948"/>
          <ac:spMkLst>
            <pc:docMk/>
            <pc:sldMk cId="1094147990" sldId="289"/>
            <ac:spMk id="134" creationId="{AB5F3329-70BB-7A7F-A973-12615CDAC2E6}"/>
          </ac:spMkLst>
        </pc:spChg>
        <pc:spChg chg="mod">
          <ac:chgData name="Boe Marayag" userId="6244a8f90c46a2b9" providerId="LiveId" clId="{5CA51E39-B557-4E89-8A9F-0482669964D0}" dt="2023-11-21T22:11:19.762" v="1482" actId="948"/>
          <ac:spMkLst>
            <pc:docMk/>
            <pc:sldMk cId="1094147990" sldId="289"/>
            <ac:spMk id="135" creationId="{45999C3A-D29D-D9F8-F82A-2337EA2F248D}"/>
          </ac:spMkLst>
        </pc:spChg>
        <pc:spChg chg="add mod">
          <ac:chgData name="Boe Marayag" userId="6244a8f90c46a2b9" providerId="LiveId" clId="{5CA51E39-B557-4E89-8A9F-0482669964D0}" dt="2023-11-21T22:11:57.361" v="1489" actId="1076"/>
          <ac:spMkLst>
            <pc:docMk/>
            <pc:sldMk cId="1094147990" sldId="289"/>
            <ac:spMk id="136" creationId="{CDE9F43F-EF8D-8BF8-8587-0CF1FB8DFC66}"/>
          </ac:spMkLst>
        </pc:spChg>
        <pc:spChg chg="mod">
          <ac:chgData name="Boe Marayag" userId="6244a8f90c46a2b9" providerId="LiveId" clId="{5CA51E39-B557-4E89-8A9F-0482669964D0}" dt="2023-11-21T22:11:19.762" v="1482" actId="948"/>
          <ac:spMkLst>
            <pc:docMk/>
            <pc:sldMk cId="1094147990" sldId="289"/>
            <ac:spMk id="138" creationId="{B08CFCFA-8341-5141-8475-E29C461B7B01}"/>
          </ac:spMkLst>
        </pc:spChg>
        <pc:spChg chg="mod">
          <ac:chgData name="Boe Marayag" userId="6244a8f90c46a2b9" providerId="LiveId" clId="{5CA51E39-B557-4E89-8A9F-0482669964D0}" dt="2023-11-21T22:11:19.762" v="1482" actId="948"/>
          <ac:spMkLst>
            <pc:docMk/>
            <pc:sldMk cId="1094147990" sldId="289"/>
            <ac:spMk id="139" creationId="{36EAB708-4F6E-230D-F0D9-876373D9E23A}"/>
          </ac:spMkLst>
        </pc:spChg>
        <pc:spChg chg="add mod">
          <ac:chgData name="Boe Marayag" userId="6244a8f90c46a2b9" providerId="LiveId" clId="{5CA51E39-B557-4E89-8A9F-0482669964D0}" dt="2023-11-21T22:11:57.361" v="1489" actId="1076"/>
          <ac:spMkLst>
            <pc:docMk/>
            <pc:sldMk cId="1094147990" sldId="289"/>
            <ac:spMk id="140" creationId="{2A8D8160-3CA7-754E-23F4-E475F5372A87}"/>
          </ac:spMkLst>
        </pc:spChg>
        <pc:spChg chg="mod">
          <ac:chgData name="Boe Marayag" userId="6244a8f90c46a2b9" providerId="LiveId" clId="{5CA51E39-B557-4E89-8A9F-0482669964D0}" dt="2023-11-21T22:11:25.087" v="1483" actId="571"/>
          <ac:spMkLst>
            <pc:docMk/>
            <pc:sldMk cId="1094147990" sldId="289"/>
            <ac:spMk id="142" creationId="{FAEF6D15-A338-2A54-568C-A086DDA704E2}"/>
          </ac:spMkLst>
        </pc:spChg>
        <pc:spChg chg="mod">
          <ac:chgData name="Boe Marayag" userId="6244a8f90c46a2b9" providerId="LiveId" clId="{5CA51E39-B557-4E89-8A9F-0482669964D0}" dt="2023-11-21T22:11:25.087" v="1483" actId="571"/>
          <ac:spMkLst>
            <pc:docMk/>
            <pc:sldMk cId="1094147990" sldId="289"/>
            <ac:spMk id="143" creationId="{B09EB314-D7D6-A172-22B0-4E1E6A235CC9}"/>
          </ac:spMkLst>
        </pc:spChg>
        <pc:spChg chg="add mod">
          <ac:chgData name="Boe Marayag" userId="6244a8f90c46a2b9" providerId="LiveId" clId="{5CA51E39-B557-4E89-8A9F-0482669964D0}" dt="2023-11-21T22:11:57.361" v="1489" actId="1076"/>
          <ac:spMkLst>
            <pc:docMk/>
            <pc:sldMk cId="1094147990" sldId="289"/>
            <ac:spMk id="144" creationId="{E2E1D2FF-5723-E65C-C566-1F2A1ACB2F80}"/>
          </ac:spMkLst>
        </pc:spChg>
        <pc:spChg chg="mod">
          <ac:chgData name="Boe Marayag" userId="6244a8f90c46a2b9" providerId="LiveId" clId="{5CA51E39-B557-4E89-8A9F-0482669964D0}" dt="2023-11-21T22:11:25.087" v="1483" actId="571"/>
          <ac:spMkLst>
            <pc:docMk/>
            <pc:sldMk cId="1094147990" sldId="289"/>
            <ac:spMk id="146" creationId="{0BA87855-98EF-640F-10A2-55AD9DEC8707}"/>
          </ac:spMkLst>
        </pc:spChg>
        <pc:spChg chg="mod">
          <ac:chgData name="Boe Marayag" userId="6244a8f90c46a2b9" providerId="LiveId" clId="{5CA51E39-B557-4E89-8A9F-0482669964D0}" dt="2023-11-21T22:11:25.087" v="1483" actId="571"/>
          <ac:spMkLst>
            <pc:docMk/>
            <pc:sldMk cId="1094147990" sldId="289"/>
            <ac:spMk id="147" creationId="{E79FCE2F-D64B-0142-FBEE-2807EAA5A888}"/>
          </ac:spMkLst>
        </pc:spChg>
        <pc:spChg chg="add mod">
          <ac:chgData name="Boe Marayag" userId="6244a8f90c46a2b9" providerId="LiveId" clId="{5CA51E39-B557-4E89-8A9F-0482669964D0}" dt="2023-11-21T22:12:03.792" v="1492" actId="20577"/>
          <ac:spMkLst>
            <pc:docMk/>
            <pc:sldMk cId="1094147990" sldId="289"/>
            <ac:spMk id="148" creationId="{44308B47-90BA-9EE1-811E-1C6D1D21AEF5}"/>
          </ac:spMkLst>
        </pc:spChg>
        <pc:spChg chg="mod">
          <ac:chgData name="Boe Marayag" userId="6244a8f90c46a2b9" providerId="LiveId" clId="{5CA51E39-B557-4E89-8A9F-0482669964D0}" dt="2023-11-21T22:12:02.610" v="1491" actId="948"/>
          <ac:spMkLst>
            <pc:docMk/>
            <pc:sldMk cId="1094147990" sldId="289"/>
            <ac:spMk id="150" creationId="{BD460F14-6C1E-4F8D-078A-997A380E9039}"/>
          </ac:spMkLst>
        </pc:spChg>
        <pc:spChg chg="mod">
          <ac:chgData name="Boe Marayag" userId="6244a8f90c46a2b9" providerId="LiveId" clId="{5CA51E39-B557-4E89-8A9F-0482669964D0}" dt="2023-11-21T22:12:02.610" v="1491" actId="948"/>
          <ac:spMkLst>
            <pc:docMk/>
            <pc:sldMk cId="1094147990" sldId="289"/>
            <ac:spMk id="151" creationId="{C738E994-CE6B-CC46-BE12-F377A39DAEB2}"/>
          </ac:spMkLst>
        </pc:spChg>
        <pc:spChg chg="add mod">
          <ac:chgData name="Boe Marayag" userId="6244a8f90c46a2b9" providerId="LiveId" clId="{5CA51E39-B557-4E89-8A9F-0482669964D0}" dt="2023-11-21T22:12:05.060" v="1493" actId="20577"/>
          <ac:spMkLst>
            <pc:docMk/>
            <pc:sldMk cId="1094147990" sldId="289"/>
            <ac:spMk id="152" creationId="{D746AABF-C4FC-FFDD-772D-4344F039196A}"/>
          </ac:spMkLst>
        </pc:spChg>
        <pc:spChg chg="mod">
          <ac:chgData name="Boe Marayag" userId="6244a8f90c46a2b9" providerId="LiveId" clId="{5CA51E39-B557-4E89-8A9F-0482669964D0}" dt="2023-11-21T22:12:02.610" v="1491" actId="948"/>
          <ac:spMkLst>
            <pc:docMk/>
            <pc:sldMk cId="1094147990" sldId="289"/>
            <ac:spMk id="154" creationId="{13DFBB64-5F97-49B2-2465-36AD937F5E25}"/>
          </ac:spMkLst>
        </pc:spChg>
        <pc:spChg chg="mod">
          <ac:chgData name="Boe Marayag" userId="6244a8f90c46a2b9" providerId="LiveId" clId="{5CA51E39-B557-4E89-8A9F-0482669964D0}" dt="2023-11-21T22:12:02.610" v="1491" actId="948"/>
          <ac:spMkLst>
            <pc:docMk/>
            <pc:sldMk cId="1094147990" sldId="289"/>
            <ac:spMk id="155" creationId="{1A770F9E-BEC2-0E4F-80F2-AEF16315CE3E}"/>
          </ac:spMkLst>
        </pc:spChg>
        <pc:spChg chg="add mod">
          <ac:chgData name="Boe Marayag" userId="6244a8f90c46a2b9" providerId="LiveId" clId="{5CA51E39-B557-4E89-8A9F-0482669964D0}" dt="2023-11-21T22:12:07.507" v="1494" actId="20577"/>
          <ac:spMkLst>
            <pc:docMk/>
            <pc:sldMk cId="1094147990" sldId="289"/>
            <ac:spMk id="156" creationId="{D73FE737-4482-A99E-B8AE-6CCAAFAA52A8}"/>
          </ac:spMkLst>
        </pc:spChg>
        <pc:spChg chg="mod">
          <ac:chgData name="Boe Marayag" userId="6244a8f90c46a2b9" providerId="LiveId" clId="{5CA51E39-B557-4E89-8A9F-0482669964D0}" dt="2023-11-21T22:12:02.610" v="1491" actId="948"/>
          <ac:spMkLst>
            <pc:docMk/>
            <pc:sldMk cId="1094147990" sldId="289"/>
            <ac:spMk id="158" creationId="{0AEB3A52-B65B-03DA-7F72-FC82E4DE19A1}"/>
          </ac:spMkLst>
        </pc:spChg>
        <pc:spChg chg="mod">
          <ac:chgData name="Boe Marayag" userId="6244a8f90c46a2b9" providerId="LiveId" clId="{5CA51E39-B557-4E89-8A9F-0482669964D0}" dt="2023-11-21T22:12:02.610" v="1491" actId="948"/>
          <ac:spMkLst>
            <pc:docMk/>
            <pc:sldMk cId="1094147990" sldId="289"/>
            <ac:spMk id="159" creationId="{E525516C-5053-D14A-204D-4765B248DDBE}"/>
          </ac:spMkLst>
        </pc:spChg>
        <pc:spChg chg="mod ord">
          <ac:chgData name="Boe Marayag" userId="6244a8f90c46a2b9" providerId="LiveId" clId="{5CA51E39-B557-4E89-8A9F-0482669964D0}" dt="2023-11-21T22:18:03.801" v="1553" actId="207"/>
          <ac:spMkLst>
            <pc:docMk/>
            <pc:sldMk cId="1094147990" sldId="289"/>
            <ac:spMk id="162" creationId="{F6B90D58-557A-0B0E-E746-EE3695668A05}"/>
          </ac:spMkLst>
        </pc:spChg>
        <pc:spChg chg="add mod">
          <ac:chgData name="Boe Marayag" userId="6244a8f90c46a2b9" providerId="LiveId" clId="{5CA51E39-B557-4E89-8A9F-0482669964D0}" dt="2023-11-21T22:14:37.526" v="1532" actId="571"/>
          <ac:spMkLst>
            <pc:docMk/>
            <pc:sldMk cId="1094147990" sldId="289"/>
            <ac:spMk id="163" creationId="{07F02A5D-8500-72C0-4E4B-4717D522D1C0}"/>
          </ac:spMkLst>
        </pc:spChg>
        <pc:spChg chg="add mod">
          <ac:chgData name="Boe Marayag" userId="6244a8f90c46a2b9" providerId="LiveId" clId="{5CA51E39-B557-4E89-8A9F-0482669964D0}" dt="2023-11-21T22:14:37.526" v="1532" actId="571"/>
          <ac:spMkLst>
            <pc:docMk/>
            <pc:sldMk cId="1094147990" sldId="289"/>
            <ac:spMk id="164" creationId="{D7732770-AFB7-F5AB-ED19-F8D019B755FE}"/>
          </ac:spMkLst>
        </pc:spChg>
        <pc:spChg chg="add mod ord">
          <ac:chgData name="Boe Marayag" userId="6244a8f90c46a2b9" providerId="LiveId" clId="{5CA51E39-B557-4E89-8A9F-0482669964D0}" dt="2023-11-21T22:17:49.197" v="1551" actId="207"/>
          <ac:spMkLst>
            <pc:docMk/>
            <pc:sldMk cId="1094147990" sldId="289"/>
            <ac:spMk id="165" creationId="{08B3F66D-9974-F4A5-1DAE-81C5F70B6952}"/>
          </ac:spMkLst>
        </pc:spChg>
        <pc:grpChg chg="add mod">
          <ac:chgData name="Boe Marayag" userId="6244a8f90c46a2b9" providerId="LiveId" clId="{5CA51E39-B557-4E89-8A9F-0482669964D0}" dt="2023-11-21T22:09:07.417" v="1444" actId="1076"/>
          <ac:grpSpMkLst>
            <pc:docMk/>
            <pc:sldMk cId="1094147990" sldId="289"/>
            <ac:grpSpMk id="16" creationId="{D0179274-B628-5FBA-EB14-31F597B6611D}"/>
          </ac:grpSpMkLst>
        </pc:grpChg>
        <pc:grpChg chg="del">
          <ac:chgData name="Boe Marayag" userId="6244a8f90c46a2b9" providerId="LiveId" clId="{5CA51E39-B557-4E89-8A9F-0482669964D0}" dt="2023-11-21T21:53:08.983" v="1242" actId="478"/>
          <ac:grpSpMkLst>
            <pc:docMk/>
            <pc:sldMk cId="1094147990" sldId="289"/>
            <ac:grpSpMk id="17" creationId="{7F10D6BC-A191-5975-5A3B-A8B1A2775CC0}"/>
          </ac:grpSpMkLst>
        </pc:grpChg>
        <pc:grpChg chg="add mod ord">
          <ac:chgData name="Boe Marayag" userId="6244a8f90c46a2b9" providerId="LiveId" clId="{5CA51E39-B557-4E89-8A9F-0482669964D0}" dt="2023-11-21T22:01:45.653" v="1389" actId="571"/>
          <ac:grpSpMkLst>
            <pc:docMk/>
            <pc:sldMk cId="1094147990" sldId="289"/>
            <ac:grpSpMk id="21" creationId="{834B2B0A-1746-EC5B-576C-A257C73380E2}"/>
          </ac:grpSpMkLst>
        </pc:grpChg>
        <pc:grpChg chg="del">
          <ac:chgData name="Boe Marayag" userId="6244a8f90c46a2b9" providerId="LiveId" clId="{5CA51E39-B557-4E89-8A9F-0482669964D0}" dt="2023-11-21T21:53:08.983" v="1242" actId="478"/>
          <ac:grpSpMkLst>
            <pc:docMk/>
            <pc:sldMk cId="1094147990" sldId="289"/>
            <ac:grpSpMk id="24" creationId="{7B98DAF9-0617-5BAC-9638-A29D10FF02E4}"/>
          </ac:grpSpMkLst>
        </pc:grpChg>
        <pc:grpChg chg="del">
          <ac:chgData name="Boe Marayag" userId="6244a8f90c46a2b9" providerId="LiveId" clId="{5CA51E39-B557-4E89-8A9F-0482669964D0}" dt="2023-11-21T21:53:08.983" v="1242" actId="478"/>
          <ac:grpSpMkLst>
            <pc:docMk/>
            <pc:sldMk cId="1094147990" sldId="289"/>
            <ac:grpSpMk id="29" creationId="{5FDF62FA-1EDC-4F8D-5AEF-1E91C5C3F971}"/>
          </ac:grpSpMkLst>
        </pc:grpChg>
        <pc:grpChg chg="del">
          <ac:chgData name="Boe Marayag" userId="6244a8f90c46a2b9" providerId="LiveId" clId="{5CA51E39-B557-4E89-8A9F-0482669964D0}" dt="2023-11-21T21:53:08.983" v="1242" actId="478"/>
          <ac:grpSpMkLst>
            <pc:docMk/>
            <pc:sldMk cId="1094147990" sldId="289"/>
            <ac:grpSpMk id="34" creationId="{A25E379F-3DBB-4EAA-96C9-799848D60207}"/>
          </ac:grpSpMkLst>
        </pc:grpChg>
        <pc:grpChg chg="del">
          <ac:chgData name="Boe Marayag" userId="6244a8f90c46a2b9" providerId="LiveId" clId="{5CA51E39-B557-4E89-8A9F-0482669964D0}" dt="2023-11-21T21:53:08.983" v="1242" actId="478"/>
          <ac:grpSpMkLst>
            <pc:docMk/>
            <pc:sldMk cId="1094147990" sldId="289"/>
            <ac:grpSpMk id="64" creationId="{DB388B92-664C-535B-8A08-75C347DF2196}"/>
          </ac:grpSpMkLst>
        </pc:grpChg>
        <pc:grpChg chg="del mod">
          <ac:chgData name="Boe Marayag" userId="6244a8f90c46a2b9" providerId="LiveId" clId="{5CA51E39-B557-4E89-8A9F-0482669964D0}" dt="2023-11-21T22:08:16.015" v="1432" actId="27803"/>
          <ac:grpSpMkLst>
            <pc:docMk/>
            <pc:sldMk cId="1094147990" sldId="289"/>
            <ac:grpSpMk id="69" creationId="{04E4F537-3E6D-1C54-0F75-009DE5A2DE2A}"/>
          </ac:grpSpMkLst>
        </pc:grpChg>
        <pc:grpChg chg="del">
          <ac:chgData name="Boe Marayag" userId="6244a8f90c46a2b9" providerId="LiveId" clId="{5CA51E39-B557-4E89-8A9F-0482669964D0}" dt="2023-11-21T21:53:08.983" v="1242" actId="478"/>
          <ac:grpSpMkLst>
            <pc:docMk/>
            <pc:sldMk cId="1094147990" sldId="289"/>
            <ac:grpSpMk id="78" creationId="{E5A687B7-2421-4707-E4A2-14D6D8451583}"/>
          </ac:grpSpMkLst>
        </pc:grpChg>
        <pc:grpChg chg="del">
          <ac:chgData name="Boe Marayag" userId="6244a8f90c46a2b9" providerId="LiveId" clId="{5CA51E39-B557-4E89-8A9F-0482669964D0}" dt="2023-11-21T21:53:08.983" v="1242" actId="478"/>
          <ac:grpSpMkLst>
            <pc:docMk/>
            <pc:sldMk cId="1094147990" sldId="289"/>
            <ac:grpSpMk id="81" creationId="{CAC655B9-7534-9AA7-6439-C50102ED1560}"/>
          </ac:grpSpMkLst>
        </pc:grpChg>
        <pc:grpChg chg="del">
          <ac:chgData name="Boe Marayag" userId="6244a8f90c46a2b9" providerId="LiveId" clId="{5CA51E39-B557-4E89-8A9F-0482669964D0}" dt="2023-11-21T21:53:08.983" v="1242" actId="478"/>
          <ac:grpSpMkLst>
            <pc:docMk/>
            <pc:sldMk cId="1094147990" sldId="289"/>
            <ac:grpSpMk id="84" creationId="{AE22DA7C-01E3-DA97-735A-DDDF8AB8D6E0}"/>
          </ac:grpSpMkLst>
        </pc:grpChg>
        <pc:grpChg chg="del">
          <ac:chgData name="Boe Marayag" userId="6244a8f90c46a2b9" providerId="LiveId" clId="{5CA51E39-B557-4E89-8A9F-0482669964D0}" dt="2023-11-21T21:53:08.983" v="1242" actId="478"/>
          <ac:grpSpMkLst>
            <pc:docMk/>
            <pc:sldMk cId="1094147990" sldId="289"/>
            <ac:grpSpMk id="87" creationId="{3851C97C-830F-DBB1-EE82-5B41C2941CDC}"/>
          </ac:grpSpMkLst>
        </pc:grpChg>
        <pc:grpChg chg="del">
          <ac:chgData name="Boe Marayag" userId="6244a8f90c46a2b9" providerId="LiveId" clId="{5CA51E39-B557-4E89-8A9F-0482669964D0}" dt="2023-11-21T21:53:08.983" v="1242" actId="478"/>
          <ac:grpSpMkLst>
            <pc:docMk/>
            <pc:sldMk cId="1094147990" sldId="289"/>
            <ac:grpSpMk id="90" creationId="{6DBA70FC-7B75-169E-60BA-94E5CD0B7B60}"/>
          </ac:grpSpMkLst>
        </pc:grpChg>
        <pc:grpChg chg="del">
          <ac:chgData name="Boe Marayag" userId="6244a8f90c46a2b9" providerId="LiveId" clId="{5CA51E39-B557-4E89-8A9F-0482669964D0}" dt="2023-11-21T21:53:08.983" v="1242" actId="478"/>
          <ac:grpSpMkLst>
            <pc:docMk/>
            <pc:sldMk cId="1094147990" sldId="289"/>
            <ac:grpSpMk id="93" creationId="{249EC140-7084-A09E-0F2C-BDC96A572F5D}"/>
          </ac:grpSpMkLst>
        </pc:grpChg>
        <pc:grpChg chg="del">
          <ac:chgData name="Boe Marayag" userId="6244a8f90c46a2b9" providerId="LiveId" clId="{5CA51E39-B557-4E89-8A9F-0482669964D0}" dt="2023-11-21T21:53:08.983" v="1242" actId="478"/>
          <ac:grpSpMkLst>
            <pc:docMk/>
            <pc:sldMk cId="1094147990" sldId="289"/>
            <ac:grpSpMk id="96" creationId="{58AEDA0B-8AC4-C424-CEA1-BE23AF243DDD}"/>
          </ac:grpSpMkLst>
        </pc:grpChg>
        <pc:grpChg chg="del">
          <ac:chgData name="Boe Marayag" userId="6244a8f90c46a2b9" providerId="LiveId" clId="{5CA51E39-B557-4E89-8A9F-0482669964D0}" dt="2023-11-21T21:53:08.983" v="1242" actId="478"/>
          <ac:grpSpMkLst>
            <pc:docMk/>
            <pc:sldMk cId="1094147990" sldId="289"/>
            <ac:grpSpMk id="111" creationId="{68929D92-4511-1D19-A364-DBF3FC3F4A9C}"/>
          </ac:grpSpMkLst>
        </pc:grpChg>
        <pc:grpChg chg="add mod">
          <ac:chgData name="Boe Marayag" userId="6244a8f90c46a2b9" providerId="LiveId" clId="{5CA51E39-B557-4E89-8A9F-0482669964D0}" dt="2023-11-21T22:11:57.361" v="1489" actId="1076"/>
          <ac:grpSpMkLst>
            <pc:docMk/>
            <pc:sldMk cId="1094147990" sldId="289"/>
            <ac:grpSpMk id="125" creationId="{90E6BFF2-F619-62E7-0449-3274F75DD5D7}"/>
          </ac:grpSpMkLst>
        </pc:grpChg>
        <pc:grpChg chg="add mod">
          <ac:chgData name="Boe Marayag" userId="6244a8f90c46a2b9" providerId="LiveId" clId="{5CA51E39-B557-4E89-8A9F-0482669964D0}" dt="2023-11-21T22:11:57.361" v="1489" actId="1076"/>
          <ac:grpSpMkLst>
            <pc:docMk/>
            <pc:sldMk cId="1094147990" sldId="289"/>
            <ac:grpSpMk id="129" creationId="{D91A3A0B-A9FB-23FB-470C-3ED625C70B3D}"/>
          </ac:grpSpMkLst>
        </pc:grpChg>
        <pc:grpChg chg="add mod">
          <ac:chgData name="Boe Marayag" userId="6244a8f90c46a2b9" providerId="LiveId" clId="{5CA51E39-B557-4E89-8A9F-0482669964D0}" dt="2023-11-21T22:11:57.361" v="1489" actId="1076"/>
          <ac:grpSpMkLst>
            <pc:docMk/>
            <pc:sldMk cId="1094147990" sldId="289"/>
            <ac:grpSpMk id="133" creationId="{1AD2E89A-B4AA-FC49-7358-DD4F420137F5}"/>
          </ac:grpSpMkLst>
        </pc:grpChg>
        <pc:grpChg chg="add mod">
          <ac:chgData name="Boe Marayag" userId="6244a8f90c46a2b9" providerId="LiveId" clId="{5CA51E39-B557-4E89-8A9F-0482669964D0}" dt="2023-11-21T22:11:57.361" v="1489" actId="1076"/>
          <ac:grpSpMkLst>
            <pc:docMk/>
            <pc:sldMk cId="1094147990" sldId="289"/>
            <ac:grpSpMk id="137" creationId="{BDF13D4E-9146-5B14-993F-21C7A0DDE47E}"/>
          </ac:grpSpMkLst>
        </pc:grpChg>
        <pc:grpChg chg="add mod">
          <ac:chgData name="Boe Marayag" userId="6244a8f90c46a2b9" providerId="LiveId" clId="{5CA51E39-B557-4E89-8A9F-0482669964D0}" dt="2023-11-21T22:11:57.361" v="1489" actId="1076"/>
          <ac:grpSpMkLst>
            <pc:docMk/>
            <pc:sldMk cId="1094147990" sldId="289"/>
            <ac:grpSpMk id="141" creationId="{8CAA77FE-CC45-153E-DEB9-AB1D7777F8ED}"/>
          </ac:grpSpMkLst>
        </pc:grpChg>
        <pc:grpChg chg="add mod">
          <ac:chgData name="Boe Marayag" userId="6244a8f90c46a2b9" providerId="LiveId" clId="{5CA51E39-B557-4E89-8A9F-0482669964D0}" dt="2023-11-21T22:11:57.361" v="1489" actId="1076"/>
          <ac:grpSpMkLst>
            <pc:docMk/>
            <pc:sldMk cId="1094147990" sldId="289"/>
            <ac:grpSpMk id="145" creationId="{B2F4D2B9-029A-A68B-940B-04BC0CC8815C}"/>
          </ac:grpSpMkLst>
        </pc:grpChg>
        <pc:grpChg chg="add mod">
          <ac:chgData name="Boe Marayag" userId="6244a8f90c46a2b9" providerId="LiveId" clId="{5CA51E39-B557-4E89-8A9F-0482669964D0}" dt="2023-11-21T22:12:02.550" v="1490" actId="571"/>
          <ac:grpSpMkLst>
            <pc:docMk/>
            <pc:sldMk cId="1094147990" sldId="289"/>
            <ac:grpSpMk id="149" creationId="{3DB00D1A-2121-530F-24EA-ABFEBDDD0A90}"/>
          </ac:grpSpMkLst>
        </pc:grpChg>
        <pc:grpChg chg="add mod">
          <ac:chgData name="Boe Marayag" userId="6244a8f90c46a2b9" providerId="LiveId" clId="{5CA51E39-B557-4E89-8A9F-0482669964D0}" dt="2023-11-21T22:12:02.550" v="1490" actId="571"/>
          <ac:grpSpMkLst>
            <pc:docMk/>
            <pc:sldMk cId="1094147990" sldId="289"/>
            <ac:grpSpMk id="153" creationId="{63EE500B-9B77-D567-6DE8-4A3E589D376E}"/>
          </ac:grpSpMkLst>
        </pc:grpChg>
        <pc:grpChg chg="add mod">
          <ac:chgData name="Boe Marayag" userId="6244a8f90c46a2b9" providerId="LiveId" clId="{5CA51E39-B557-4E89-8A9F-0482669964D0}" dt="2023-11-21T22:12:02.550" v="1490" actId="571"/>
          <ac:grpSpMkLst>
            <pc:docMk/>
            <pc:sldMk cId="1094147990" sldId="289"/>
            <ac:grpSpMk id="157" creationId="{2FD6F31B-9175-3232-AEF2-4A22037DAC89}"/>
          </ac:grpSpMkLst>
        </pc:grpChg>
        <pc:picChg chg="add del mod">
          <ac:chgData name="Boe Marayag" userId="6244a8f90c46a2b9" providerId="LiveId" clId="{5CA51E39-B557-4E89-8A9F-0482669964D0}" dt="2023-11-21T22:08:16.015" v="1432" actId="27803"/>
          <ac:picMkLst>
            <pc:docMk/>
            <pc:sldMk cId="1094147990" sldId="289"/>
            <ac:picMk id="68" creationId="{557FDF48-877E-F0A6-D27D-60F2E04AFB1D}"/>
          </ac:picMkLst>
        </pc:picChg>
        <pc:picChg chg="del">
          <ac:chgData name="Boe Marayag" userId="6244a8f90c46a2b9" providerId="LiveId" clId="{5CA51E39-B557-4E89-8A9F-0482669964D0}" dt="2023-11-21T21:53:08.983" v="1242" actId="478"/>
          <ac:picMkLst>
            <pc:docMk/>
            <pc:sldMk cId="1094147990" sldId="289"/>
            <ac:picMk id="100" creationId="{79E573F8-5B7D-04A8-C1B0-697E422FC0B9}"/>
          </ac:picMkLst>
        </pc:picChg>
        <pc:picChg chg="del">
          <ac:chgData name="Boe Marayag" userId="6244a8f90c46a2b9" providerId="LiveId" clId="{5CA51E39-B557-4E89-8A9F-0482669964D0}" dt="2023-11-21T21:53:08.983" v="1242" actId="478"/>
          <ac:picMkLst>
            <pc:docMk/>
            <pc:sldMk cId="1094147990" sldId="289"/>
            <ac:picMk id="104" creationId="{B9BA6741-6624-6B63-82F9-BF2F69D7E6AE}"/>
          </ac:picMkLst>
        </pc:picChg>
        <pc:picChg chg="del">
          <ac:chgData name="Boe Marayag" userId="6244a8f90c46a2b9" providerId="LiveId" clId="{5CA51E39-B557-4E89-8A9F-0482669964D0}" dt="2023-11-21T21:53:08.983" v="1242" actId="478"/>
          <ac:picMkLst>
            <pc:docMk/>
            <pc:sldMk cId="1094147990" sldId="289"/>
            <ac:picMk id="106" creationId="{A3CAD787-D7E6-7641-C939-0CBB0E0E0494}"/>
          </ac:picMkLst>
        </pc:picChg>
        <pc:picChg chg="add del mod">
          <ac:chgData name="Boe Marayag" userId="6244a8f90c46a2b9" providerId="LiveId" clId="{5CA51E39-B557-4E89-8A9F-0482669964D0}" dt="2023-11-21T22:13:58.120" v="1501" actId="27803"/>
          <ac:picMkLst>
            <pc:docMk/>
            <pc:sldMk cId="1094147990" sldId="289"/>
            <ac:picMk id="161" creationId="{F6B90D58-557A-0B0E-E746-EE3695668A05}"/>
          </ac:picMkLst>
        </pc:picChg>
        <pc:cxnChg chg="add del mod">
          <ac:chgData name="Boe Marayag" userId="6244a8f90c46a2b9" providerId="LiveId" clId="{5CA51E39-B557-4E89-8A9F-0482669964D0}" dt="2023-11-21T22:12:31.928" v="1495" actId="478"/>
          <ac:cxnSpMkLst>
            <pc:docMk/>
            <pc:sldMk cId="1094147990" sldId="289"/>
            <ac:cxnSpMk id="6" creationId="{D1D3CF4D-F863-B248-0CDC-221F3E860F3A}"/>
          </ac:cxnSpMkLst>
        </pc:cxnChg>
        <pc:cxnChg chg="add del mod">
          <ac:chgData name="Boe Marayag" userId="6244a8f90c46a2b9" providerId="LiveId" clId="{5CA51E39-B557-4E89-8A9F-0482669964D0}" dt="2023-11-21T22:12:36.604" v="1496" actId="478"/>
          <ac:cxnSpMkLst>
            <pc:docMk/>
            <pc:sldMk cId="1094147990" sldId="289"/>
            <ac:cxnSpMk id="7" creationId="{16AF07ED-BDDD-A95D-5AE1-5DA492346428}"/>
          </ac:cxnSpMkLst>
        </pc:cxnChg>
        <pc:cxnChg chg="add mod">
          <ac:chgData name="Boe Marayag" userId="6244a8f90c46a2b9" providerId="LiveId" clId="{5CA51E39-B557-4E89-8A9F-0482669964D0}" dt="2023-11-21T22:11:49.383" v="1487" actId="1076"/>
          <ac:cxnSpMkLst>
            <pc:docMk/>
            <pc:sldMk cId="1094147990" sldId="289"/>
            <ac:cxnSpMk id="117" creationId="{B8B197C7-C2BE-22B3-7E4E-6A639C8DF870}"/>
          </ac:cxnSpMkLst>
        </pc:cxnChg>
        <pc:cxnChg chg="add mod">
          <ac:chgData name="Boe Marayag" userId="6244a8f90c46a2b9" providerId="LiveId" clId="{5CA51E39-B557-4E89-8A9F-0482669964D0}" dt="2023-11-21T22:11:49.383" v="1487" actId="1076"/>
          <ac:cxnSpMkLst>
            <pc:docMk/>
            <pc:sldMk cId="1094147990" sldId="289"/>
            <ac:cxnSpMk id="118" creationId="{27EDE494-99FF-D8CA-32D8-A20E4BECF5FB}"/>
          </ac:cxnSpMkLst>
        </pc:cxnChg>
        <pc:cxnChg chg="add mod">
          <ac:chgData name="Boe Marayag" userId="6244a8f90c46a2b9" providerId="LiveId" clId="{5CA51E39-B557-4E89-8A9F-0482669964D0}" dt="2023-11-21T22:11:49.383" v="1487" actId="1076"/>
          <ac:cxnSpMkLst>
            <pc:docMk/>
            <pc:sldMk cId="1094147990" sldId="289"/>
            <ac:cxnSpMk id="119" creationId="{2CB9B317-91EB-D983-7BAB-22A03B6C989A}"/>
          </ac:cxnSpMkLst>
        </pc:cxnChg>
      </pc:sldChg>
      <pc:sldChg chg="addSp delSp modSp new mod modNotesTx">
        <pc:chgData name="Boe Marayag" userId="6244a8f90c46a2b9" providerId="LiveId" clId="{5CA51E39-B557-4E89-8A9F-0482669964D0}" dt="2023-11-22T08:33:15.840" v="2139" actId="478"/>
        <pc:sldMkLst>
          <pc:docMk/>
          <pc:sldMk cId="3117239533" sldId="290"/>
        </pc:sldMkLst>
        <pc:spChg chg="mod">
          <ac:chgData name="Boe Marayag" userId="6244a8f90c46a2b9" providerId="LiveId" clId="{5CA51E39-B557-4E89-8A9F-0482669964D0}" dt="2023-11-21T22:37:44.978" v="1668" actId="20577"/>
          <ac:spMkLst>
            <pc:docMk/>
            <pc:sldMk cId="3117239533" sldId="290"/>
            <ac:spMk id="2" creationId="{05390777-1166-A079-3FCC-D2158EA537DD}"/>
          </ac:spMkLst>
        </pc:spChg>
        <pc:spChg chg="del">
          <ac:chgData name="Boe Marayag" userId="6244a8f90c46a2b9" providerId="LiveId" clId="{5CA51E39-B557-4E89-8A9F-0482669964D0}" dt="2023-11-21T22:40:31.798" v="1669"/>
          <ac:spMkLst>
            <pc:docMk/>
            <pc:sldMk cId="3117239533" sldId="290"/>
            <ac:spMk id="3" creationId="{27B8B5B0-5399-850B-FF75-49CDCD7EBD81}"/>
          </ac:spMkLst>
        </pc:spChg>
        <pc:spChg chg="add del mod">
          <ac:chgData name="Boe Marayag" userId="6244a8f90c46a2b9" providerId="LiveId" clId="{5CA51E39-B557-4E89-8A9F-0482669964D0}" dt="2023-11-21T23:17:26.616" v="1673"/>
          <ac:spMkLst>
            <pc:docMk/>
            <pc:sldMk cId="3117239533" sldId="290"/>
            <ac:spMk id="7" creationId="{26CDF5CD-3890-B22D-A837-5DBB1F71A8FE}"/>
          </ac:spMkLst>
        </pc:spChg>
        <pc:spChg chg="add mod">
          <ac:chgData name="Boe Marayag" userId="6244a8f90c46a2b9" providerId="LiveId" clId="{5CA51E39-B557-4E89-8A9F-0482669964D0}" dt="2023-11-21T23:20:43.004" v="1760" actId="164"/>
          <ac:spMkLst>
            <pc:docMk/>
            <pc:sldMk cId="3117239533" sldId="290"/>
            <ac:spMk id="9" creationId="{E20EFF64-D117-6337-2FB6-D381B250B08F}"/>
          </ac:spMkLst>
        </pc:spChg>
        <pc:spChg chg="add mod">
          <ac:chgData name="Boe Marayag" userId="6244a8f90c46a2b9" providerId="LiveId" clId="{5CA51E39-B557-4E89-8A9F-0482669964D0}" dt="2023-11-21T23:20:43.004" v="1760" actId="164"/>
          <ac:spMkLst>
            <pc:docMk/>
            <pc:sldMk cId="3117239533" sldId="290"/>
            <ac:spMk id="11" creationId="{2DA90C6D-574E-950D-182C-053B2AC99E4F}"/>
          </ac:spMkLst>
        </pc:spChg>
        <pc:spChg chg="mod">
          <ac:chgData name="Boe Marayag" userId="6244a8f90c46a2b9" providerId="LiveId" clId="{5CA51E39-B557-4E89-8A9F-0482669964D0}" dt="2023-11-21T23:24:12.718" v="1811" actId="207"/>
          <ac:spMkLst>
            <pc:docMk/>
            <pc:sldMk cId="3117239533" sldId="290"/>
            <ac:spMk id="12" creationId="{39094502-E17A-038F-F305-B81AC9253830}"/>
          </ac:spMkLst>
        </pc:spChg>
        <pc:spChg chg="add mod">
          <ac:chgData name="Boe Marayag" userId="6244a8f90c46a2b9" providerId="LiveId" clId="{5CA51E39-B557-4E89-8A9F-0482669964D0}" dt="2023-11-21T23:21:25.230" v="1774" actId="113"/>
          <ac:spMkLst>
            <pc:docMk/>
            <pc:sldMk cId="3117239533" sldId="290"/>
            <ac:spMk id="13" creationId="{B10AD399-A95A-506C-1A73-B72B80F6AEDC}"/>
          </ac:spMkLst>
        </pc:spChg>
        <pc:spChg chg="add mod">
          <ac:chgData name="Boe Marayag" userId="6244a8f90c46a2b9" providerId="LiveId" clId="{5CA51E39-B557-4E89-8A9F-0482669964D0}" dt="2023-11-21T23:20:45.892" v="1761" actId="164"/>
          <ac:spMkLst>
            <pc:docMk/>
            <pc:sldMk cId="3117239533" sldId="290"/>
            <ac:spMk id="14" creationId="{9E5AA0B7-CE1C-12EA-C633-2E49753DFD3B}"/>
          </ac:spMkLst>
        </pc:spChg>
        <pc:spChg chg="add mod">
          <ac:chgData name="Boe Marayag" userId="6244a8f90c46a2b9" providerId="LiveId" clId="{5CA51E39-B557-4E89-8A9F-0482669964D0}" dt="2023-11-21T23:24:18.311" v="1812" actId="207"/>
          <ac:spMkLst>
            <pc:docMk/>
            <pc:sldMk cId="3117239533" sldId="290"/>
            <ac:spMk id="15" creationId="{3023BDF5-FF5A-E729-BC74-6E2F8CE02599}"/>
          </ac:spMkLst>
        </pc:spChg>
        <pc:spChg chg="add mod">
          <ac:chgData name="Boe Marayag" userId="6244a8f90c46a2b9" providerId="LiveId" clId="{5CA51E39-B557-4E89-8A9F-0482669964D0}" dt="2023-11-21T23:20:45.892" v="1761" actId="164"/>
          <ac:spMkLst>
            <pc:docMk/>
            <pc:sldMk cId="3117239533" sldId="290"/>
            <ac:spMk id="16" creationId="{03FE5B2C-5234-B76A-F65F-75FA2F4B8598}"/>
          </ac:spMkLst>
        </pc:spChg>
        <pc:spChg chg="add del mod">
          <ac:chgData name="Boe Marayag" userId="6244a8f90c46a2b9" providerId="LiveId" clId="{5CA51E39-B557-4E89-8A9F-0482669964D0}" dt="2023-11-21T23:20:06.317" v="1747" actId="478"/>
          <ac:spMkLst>
            <pc:docMk/>
            <pc:sldMk cId="3117239533" sldId="290"/>
            <ac:spMk id="17" creationId="{414E5529-F0D0-A353-E66C-F98D08A8702E}"/>
          </ac:spMkLst>
        </pc:spChg>
        <pc:spChg chg="add mod">
          <ac:chgData name="Boe Marayag" userId="6244a8f90c46a2b9" providerId="LiveId" clId="{5CA51E39-B557-4E89-8A9F-0482669964D0}" dt="2023-11-21T23:20:48.171" v="1762" actId="164"/>
          <ac:spMkLst>
            <pc:docMk/>
            <pc:sldMk cId="3117239533" sldId="290"/>
            <ac:spMk id="18" creationId="{BDA59226-FF5A-6383-C883-0E8BD4DB5337}"/>
          </ac:spMkLst>
        </pc:spChg>
        <pc:spChg chg="add mod">
          <ac:chgData name="Boe Marayag" userId="6244a8f90c46a2b9" providerId="LiveId" clId="{5CA51E39-B557-4E89-8A9F-0482669964D0}" dt="2023-11-21T23:24:22.890" v="1813" actId="207"/>
          <ac:spMkLst>
            <pc:docMk/>
            <pc:sldMk cId="3117239533" sldId="290"/>
            <ac:spMk id="19" creationId="{C7D8A50D-7381-4037-488E-C97D755DDFFF}"/>
          </ac:spMkLst>
        </pc:spChg>
        <pc:spChg chg="add mod">
          <ac:chgData name="Boe Marayag" userId="6244a8f90c46a2b9" providerId="LiveId" clId="{5CA51E39-B557-4E89-8A9F-0482669964D0}" dt="2023-11-21T23:20:48.171" v="1762" actId="164"/>
          <ac:spMkLst>
            <pc:docMk/>
            <pc:sldMk cId="3117239533" sldId="290"/>
            <ac:spMk id="20" creationId="{4C58347E-50D6-C0A1-3668-F4C385033CA2}"/>
          </ac:spMkLst>
        </pc:spChg>
        <pc:spChg chg="add del mod">
          <ac:chgData name="Boe Marayag" userId="6244a8f90c46a2b9" providerId="LiveId" clId="{5CA51E39-B557-4E89-8A9F-0482669964D0}" dt="2023-11-21T23:20:06.317" v="1747" actId="478"/>
          <ac:spMkLst>
            <pc:docMk/>
            <pc:sldMk cId="3117239533" sldId="290"/>
            <ac:spMk id="21" creationId="{60AAC0AB-F4D7-B4A5-E791-43960723400E}"/>
          </ac:spMkLst>
        </pc:spChg>
        <pc:spChg chg="add mod">
          <ac:chgData name="Boe Marayag" userId="6244a8f90c46a2b9" providerId="LiveId" clId="{5CA51E39-B557-4E89-8A9F-0482669964D0}" dt="2023-11-21T23:20:49.967" v="1763" actId="164"/>
          <ac:spMkLst>
            <pc:docMk/>
            <pc:sldMk cId="3117239533" sldId="290"/>
            <ac:spMk id="22" creationId="{AB45D157-CE30-A415-5845-B45EF95E0CC3}"/>
          </ac:spMkLst>
        </pc:spChg>
        <pc:spChg chg="add mod">
          <ac:chgData name="Boe Marayag" userId="6244a8f90c46a2b9" providerId="LiveId" clId="{5CA51E39-B557-4E89-8A9F-0482669964D0}" dt="2023-11-21T23:24:28.850" v="1815" actId="207"/>
          <ac:spMkLst>
            <pc:docMk/>
            <pc:sldMk cId="3117239533" sldId="290"/>
            <ac:spMk id="23" creationId="{B4F99BBC-8B26-B64A-FDA7-71CD710EEB0D}"/>
          </ac:spMkLst>
        </pc:spChg>
        <pc:spChg chg="add mod">
          <ac:chgData name="Boe Marayag" userId="6244a8f90c46a2b9" providerId="LiveId" clId="{5CA51E39-B557-4E89-8A9F-0482669964D0}" dt="2023-11-21T23:20:49.967" v="1763" actId="164"/>
          <ac:spMkLst>
            <pc:docMk/>
            <pc:sldMk cId="3117239533" sldId="290"/>
            <ac:spMk id="24" creationId="{26A69062-2C3F-B6A9-01EA-770E1128D2F3}"/>
          </ac:spMkLst>
        </pc:spChg>
        <pc:spChg chg="add del mod">
          <ac:chgData name="Boe Marayag" userId="6244a8f90c46a2b9" providerId="LiveId" clId="{5CA51E39-B557-4E89-8A9F-0482669964D0}" dt="2023-11-21T23:20:06.317" v="1747" actId="478"/>
          <ac:spMkLst>
            <pc:docMk/>
            <pc:sldMk cId="3117239533" sldId="290"/>
            <ac:spMk id="25" creationId="{AFE4C17A-8E56-852B-C5F7-29DAC0ADAF77}"/>
          </ac:spMkLst>
        </pc:spChg>
        <pc:spChg chg="add mod">
          <ac:chgData name="Boe Marayag" userId="6244a8f90c46a2b9" providerId="LiveId" clId="{5CA51E39-B557-4E89-8A9F-0482669964D0}" dt="2023-11-21T23:20:52.115" v="1764" actId="164"/>
          <ac:spMkLst>
            <pc:docMk/>
            <pc:sldMk cId="3117239533" sldId="290"/>
            <ac:spMk id="26" creationId="{43563A61-BECE-933C-BB59-F2E008C52E96}"/>
          </ac:spMkLst>
        </pc:spChg>
        <pc:spChg chg="add mod">
          <ac:chgData name="Boe Marayag" userId="6244a8f90c46a2b9" providerId="LiveId" clId="{5CA51E39-B557-4E89-8A9F-0482669964D0}" dt="2023-11-21T23:24:33.442" v="1816" actId="207"/>
          <ac:spMkLst>
            <pc:docMk/>
            <pc:sldMk cId="3117239533" sldId="290"/>
            <ac:spMk id="27" creationId="{836D00CE-C88D-DCCF-3CAF-C2E52734E4B6}"/>
          </ac:spMkLst>
        </pc:spChg>
        <pc:spChg chg="add mod">
          <ac:chgData name="Boe Marayag" userId="6244a8f90c46a2b9" providerId="LiveId" clId="{5CA51E39-B557-4E89-8A9F-0482669964D0}" dt="2023-11-21T23:20:52.115" v="1764" actId="164"/>
          <ac:spMkLst>
            <pc:docMk/>
            <pc:sldMk cId="3117239533" sldId="290"/>
            <ac:spMk id="28" creationId="{91EA18E6-768F-3836-1BDF-02F29AE62A31}"/>
          </ac:spMkLst>
        </pc:spChg>
        <pc:spChg chg="add del mod">
          <ac:chgData name="Boe Marayag" userId="6244a8f90c46a2b9" providerId="LiveId" clId="{5CA51E39-B557-4E89-8A9F-0482669964D0}" dt="2023-11-21T23:20:06.317" v="1747" actId="478"/>
          <ac:spMkLst>
            <pc:docMk/>
            <pc:sldMk cId="3117239533" sldId="290"/>
            <ac:spMk id="29" creationId="{6DE6FF86-C312-2C5B-EE22-5573D76477B0}"/>
          </ac:spMkLst>
        </pc:spChg>
        <pc:spChg chg="add mod">
          <ac:chgData name="Boe Marayag" userId="6244a8f90c46a2b9" providerId="LiveId" clId="{5CA51E39-B557-4E89-8A9F-0482669964D0}" dt="2023-11-21T23:21:25.230" v="1774" actId="113"/>
          <ac:spMkLst>
            <pc:docMk/>
            <pc:sldMk cId="3117239533" sldId="290"/>
            <ac:spMk id="30" creationId="{A20BD1D4-71CB-B4E3-3AA4-2F2369759789}"/>
          </ac:spMkLst>
        </pc:spChg>
        <pc:spChg chg="add mod">
          <ac:chgData name="Boe Marayag" userId="6244a8f90c46a2b9" providerId="LiveId" clId="{5CA51E39-B557-4E89-8A9F-0482669964D0}" dt="2023-11-21T23:23:04.712" v="1804" actId="1076"/>
          <ac:spMkLst>
            <pc:docMk/>
            <pc:sldMk cId="3117239533" sldId="290"/>
            <ac:spMk id="31" creationId="{DEFC23CE-9208-7B1B-F5A1-A6BC457C3693}"/>
          </ac:spMkLst>
        </pc:spChg>
        <pc:spChg chg="add mod">
          <ac:chgData name="Boe Marayag" userId="6244a8f90c46a2b9" providerId="LiveId" clId="{5CA51E39-B557-4E89-8A9F-0482669964D0}" dt="2023-11-21T23:23:00.954" v="1803" actId="1076"/>
          <ac:spMkLst>
            <pc:docMk/>
            <pc:sldMk cId="3117239533" sldId="290"/>
            <ac:spMk id="32" creationId="{136B60C0-339D-4359-F74B-012CA42F3A55}"/>
          </ac:spMkLst>
        </pc:spChg>
        <pc:spChg chg="add mod">
          <ac:chgData name="Boe Marayag" userId="6244a8f90c46a2b9" providerId="LiveId" clId="{5CA51E39-B557-4E89-8A9F-0482669964D0}" dt="2023-11-21T23:21:28.833" v="1776" actId="113"/>
          <ac:spMkLst>
            <pc:docMk/>
            <pc:sldMk cId="3117239533" sldId="290"/>
            <ac:spMk id="33" creationId="{480C7D01-A620-2F04-E6AE-2E51D1058A00}"/>
          </ac:spMkLst>
        </pc:spChg>
        <pc:spChg chg="add mod ord">
          <ac:chgData name="Boe Marayag" userId="6244a8f90c46a2b9" providerId="LiveId" clId="{5CA51E39-B557-4E89-8A9F-0482669964D0}" dt="2023-11-21T23:34:48.390" v="1829" actId="167"/>
          <ac:spMkLst>
            <pc:docMk/>
            <pc:sldMk cId="3117239533" sldId="290"/>
            <ac:spMk id="40" creationId="{8A0726FD-CC88-9EED-B5D6-14C44080DB20}"/>
          </ac:spMkLst>
        </pc:spChg>
        <pc:spChg chg="add mod ord">
          <ac:chgData name="Boe Marayag" userId="6244a8f90c46a2b9" providerId="LiveId" clId="{5CA51E39-B557-4E89-8A9F-0482669964D0}" dt="2023-11-21T23:34:48.390" v="1829" actId="167"/>
          <ac:spMkLst>
            <pc:docMk/>
            <pc:sldMk cId="3117239533" sldId="290"/>
            <ac:spMk id="41" creationId="{3A68E6B6-7928-4718-B9B6-82174D20C7FB}"/>
          </ac:spMkLst>
        </pc:spChg>
        <pc:spChg chg="add mod ord">
          <ac:chgData name="Boe Marayag" userId="6244a8f90c46a2b9" providerId="LiveId" clId="{5CA51E39-B557-4E89-8A9F-0482669964D0}" dt="2023-11-21T23:34:48.390" v="1829" actId="167"/>
          <ac:spMkLst>
            <pc:docMk/>
            <pc:sldMk cId="3117239533" sldId="290"/>
            <ac:spMk id="42" creationId="{10860357-D4D4-696E-7988-8B433889417C}"/>
          </ac:spMkLst>
        </pc:spChg>
        <pc:spChg chg="add mod ord">
          <ac:chgData name="Boe Marayag" userId="6244a8f90c46a2b9" providerId="LiveId" clId="{5CA51E39-B557-4E89-8A9F-0482669964D0}" dt="2023-11-21T23:34:48.390" v="1829" actId="167"/>
          <ac:spMkLst>
            <pc:docMk/>
            <pc:sldMk cId="3117239533" sldId="290"/>
            <ac:spMk id="43" creationId="{6F4F2DDD-9E2A-D9DA-D827-D968503223BF}"/>
          </ac:spMkLst>
        </pc:spChg>
        <pc:spChg chg="add mod ord">
          <ac:chgData name="Boe Marayag" userId="6244a8f90c46a2b9" providerId="LiveId" clId="{5CA51E39-B557-4E89-8A9F-0482669964D0}" dt="2023-11-21T23:34:48.390" v="1829" actId="167"/>
          <ac:spMkLst>
            <pc:docMk/>
            <pc:sldMk cId="3117239533" sldId="290"/>
            <ac:spMk id="44" creationId="{934DCE31-51E8-12B4-0E49-BF18C7834642}"/>
          </ac:spMkLst>
        </pc:spChg>
        <pc:spChg chg="add del mod">
          <ac:chgData name="Boe Marayag" userId="6244a8f90c46a2b9" providerId="LiveId" clId="{5CA51E39-B557-4E89-8A9F-0482669964D0}" dt="2023-11-21T23:26:01.232" v="1817" actId="478"/>
          <ac:spMkLst>
            <pc:docMk/>
            <pc:sldMk cId="3117239533" sldId="290"/>
            <ac:spMk id="45" creationId="{72623F7A-5104-0B6A-8C9F-8A96E64D3DEA}"/>
          </ac:spMkLst>
        </pc:spChg>
        <pc:spChg chg="add mod ord">
          <ac:chgData name="Boe Marayag" userId="6244a8f90c46a2b9" providerId="LiveId" clId="{5CA51E39-B557-4E89-8A9F-0482669964D0}" dt="2023-11-22T08:32:40.247" v="2136" actId="555"/>
          <ac:spMkLst>
            <pc:docMk/>
            <pc:sldMk cId="3117239533" sldId="290"/>
            <ac:spMk id="46" creationId="{DD4C912D-0DE0-E89D-0C23-090C9B0FC51B}"/>
          </ac:spMkLst>
        </pc:spChg>
        <pc:spChg chg="add mod">
          <ac:chgData name="Boe Marayag" userId="6244a8f90c46a2b9" providerId="LiveId" clId="{5CA51E39-B557-4E89-8A9F-0482669964D0}" dt="2023-11-22T08:32:15.935" v="2131" actId="207"/>
          <ac:spMkLst>
            <pc:docMk/>
            <pc:sldMk cId="3117239533" sldId="290"/>
            <ac:spMk id="47" creationId="{C73D95A0-E91C-D285-A790-7B064C48CF68}"/>
          </ac:spMkLst>
        </pc:spChg>
        <pc:spChg chg="add del mod">
          <ac:chgData name="Boe Marayag" userId="6244a8f90c46a2b9" providerId="LiveId" clId="{5CA51E39-B557-4E89-8A9F-0482669964D0}" dt="2023-11-22T08:33:15.840" v="2139" actId="478"/>
          <ac:spMkLst>
            <pc:docMk/>
            <pc:sldMk cId="3117239533" sldId="290"/>
            <ac:spMk id="48" creationId="{C9B2F077-3279-1627-6396-F99BBC45923B}"/>
          </ac:spMkLst>
        </pc:spChg>
        <pc:grpChg chg="add mod">
          <ac:chgData name="Boe Marayag" userId="6244a8f90c46a2b9" providerId="LiveId" clId="{5CA51E39-B557-4E89-8A9F-0482669964D0}" dt="2023-11-21T23:21:05.250" v="1768" actId="1076"/>
          <ac:grpSpMkLst>
            <pc:docMk/>
            <pc:sldMk cId="3117239533" sldId="290"/>
            <ac:grpSpMk id="34" creationId="{CECC6C73-F680-51F1-7816-56164989B07A}"/>
          </ac:grpSpMkLst>
        </pc:grpChg>
        <pc:grpChg chg="add mod">
          <ac:chgData name="Boe Marayag" userId="6244a8f90c46a2b9" providerId="LiveId" clId="{5CA51E39-B557-4E89-8A9F-0482669964D0}" dt="2023-11-21T23:21:09.755" v="1769" actId="1076"/>
          <ac:grpSpMkLst>
            <pc:docMk/>
            <pc:sldMk cId="3117239533" sldId="290"/>
            <ac:grpSpMk id="35" creationId="{2D4AC3BE-2AB9-6092-A669-12EE2BB625B4}"/>
          </ac:grpSpMkLst>
        </pc:grpChg>
        <pc:grpChg chg="add mod">
          <ac:chgData name="Boe Marayag" userId="6244a8f90c46a2b9" providerId="LiveId" clId="{5CA51E39-B557-4E89-8A9F-0482669964D0}" dt="2023-11-21T23:21:14.675" v="1770" actId="1076"/>
          <ac:grpSpMkLst>
            <pc:docMk/>
            <pc:sldMk cId="3117239533" sldId="290"/>
            <ac:grpSpMk id="36" creationId="{59639E07-40E6-BB05-9487-0DD17A4B39AD}"/>
          </ac:grpSpMkLst>
        </pc:grpChg>
        <pc:grpChg chg="add mod">
          <ac:chgData name="Boe Marayag" userId="6244a8f90c46a2b9" providerId="LiveId" clId="{5CA51E39-B557-4E89-8A9F-0482669964D0}" dt="2023-11-21T23:21:17.474" v="1771" actId="1076"/>
          <ac:grpSpMkLst>
            <pc:docMk/>
            <pc:sldMk cId="3117239533" sldId="290"/>
            <ac:grpSpMk id="37" creationId="{88D2AB6A-1937-F0FD-F743-5952E489F384}"/>
          </ac:grpSpMkLst>
        </pc:grpChg>
        <pc:grpChg chg="add mod">
          <ac:chgData name="Boe Marayag" userId="6244a8f90c46a2b9" providerId="LiveId" clId="{5CA51E39-B557-4E89-8A9F-0482669964D0}" dt="2023-11-21T23:21:20.640" v="1772" actId="1076"/>
          <ac:grpSpMkLst>
            <pc:docMk/>
            <pc:sldMk cId="3117239533" sldId="290"/>
            <ac:grpSpMk id="38" creationId="{97899A9C-BBDC-0026-7F78-6F852C71E9D4}"/>
          </ac:grpSpMkLst>
        </pc:grpChg>
        <pc:picChg chg="add del mod">
          <ac:chgData name="Boe Marayag" userId="6244a8f90c46a2b9" providerId="LiveId" clId="{5CA51E39-B557-4E89-8A9F-0482669964D0}" dt="2023-11-21T22:40:36.606" v="1672" actId="478"/>
          <ac:picMkLst>
            <pc:docMk/>
            <pc:sldMk cId="3117239533" sldId="290"/>
            <ac:picMk id="5" creationId="{425C1998-777A-5215-D44B-FFC5B74873F4}"/>
          </ac:picMkLst>
        </pc:picChg>
        <pc:picChg chg="add mod ord">
          <ac:chgData name="Boe Marayag" userId="6244a8f90c46a2b9" providerId="LiveId" clId="{5CA51E39-B557-4E89-8A9F-0482669964D0}" dt="2023-11-21T23:34:40.787" v="1828" actId="167"/>
          <ac:picMkLst>
            <pc:docMk/>
            <pc:sldMk cId="3117239533" sldId="290"/>
            <ac:picMk id="8" creationId="{02AA75C2-6F03-F055-E969-354EA8074A75}"/>
          </ac:picMkLst>
        </pc:picChg>
        <pc:picChg chg="add del mod">
          <ac:chgData name="Boe Marayag" userId="6244a8f90c46a2b9" providerId="LiveId" clId="{5CA51E39-B557-4E89-8A9F-0482669964D0}" dt="2023-11-21T23:18:07.663" v="1678" actId="27803"/>
          <ac:picMkLst>
            <pc:docMk/>
            <pc:sldMk cId="3117239533" sldId="290"/>
            <ac:picMk id="10" creationId="{39094502-E17A-038F-F305-B81AC9253830}"/>
          </ac:picMkLst>
        </pc:picChg>
        <pc:cxnChg chg="add del mod">
          <ac:chgData name="Boe Marayag" userId="6244a8f90c46a2b9" providerId="LiveId" clId="{5CA51E39-B557-4E89-8A9F-0482669964D0}" dt="2023-11-21T23:21:45.127" v="1779" actId="478"/>
          <ac:cxnSpMkLst>
            <pc:docMk/>
            <pc:sldMk cId="3117239533" sldId="290"/>
            <ac:cxnSpMk id="39" creationId="{F415ED83-39B6-8C9A-E104-29575DD3BD42}"/>
          </ac:cxnSpMkLst>
        </pc:cxnChg>
      </pc:sldChg>
      <pc:sldChg chg="addSp delSp modSp new mod modClrScheme chgLayout modNotesTx">
        <pc:chgData name="Boe Marayag" userId="6244a8f90c46a2b9" providerId="LiveId" clId="{5CA51E39-B557-4E89-8A9F-0482669964D0}" dt="2023-11-22T08:31:08.633" v="2124"/>
        <pc:sldMkLst>
          <pc:docMk/>
          <pc:sldMk cId="2843996918" sldId="291"/>
        </pc:sldMkLst>
        <pc:spChg chg="del mod ord">
          <ac:chgData name="Boe Marayag" userId="6244a8f90c46a2b9" providerId="LiveId" clId="{5CA51E39-B557-4E89-8A9F-0482669964D0}" dt="2023-11-22T08:19:30.136" v="1996" actId="700"/>
          <ac:spMkLst>
            <pc:docMk/>
            <pc:sldMk cId="2843996918" sldId="291"/>
            <ac:spMk id="2" creationId="{C14B87F9-D881-5DFA-1C54-3AA70B0A4DEC}"/>
          </ac:spMkLst>
        </pc:spChg>
        <pc:spChg chg="del">
          <ac:chgData name="Boe Marayag" userId="6244a8f90c46a2b9" providerId="LiveId" clId="{5CA51E39-B557-4E89-8A9F-0482669964D0}" dt="2023-11-22T08:19:30.136" v="1996" actId="700"/>
          <ac:spMkLst>
            <pc:docMk/>
            <pc:sldMk cId="2843996918" sldId="291"/>
            <ac:spMk id="3" creationId="{4B6253F4-E32A-9B62-8B0B-8E507ACBD149}"/>
          </ac:spMkLst>
        </pc:spChg>
        <pc:spChg chg="del mod ord">
          <ac:chgData name="Boe Marayag" userId="6244a8f90c46a2b9" providerId="LiveId" clId="{5CA51E39-B557-4E89-8A9F-0482669964D0}" dt="2023-11-22T08:19:30.136" v="1996" actId="700"/>
          <ac:spMkLst>
            <pc:docMk/>
            <pc:sldMk cId="2843996918" sldId="291"/>
            <ac:spMk id="4" creationId="{E51ED1E7-C88E-DF8B-7EFE-81D685EC8B50}"/>
          </ac:spMkLst>
        </pc:spChg>
        <pc:spChg chg="add mod ord">
          <ac:chgData name="Boe Marayag" userId="6244a8f90c46a2b9" providerId="LiveId" clId="{5CA51E39-B557-4E89-8A9F-0482669964D0}" dt="2023-11-22T08:20:02.525" v="2018" actId="20577"/>
          <ac:spMkLst>
            <pc:docMk/>
            <pc:sldMk cId="2843996918" sldId="291"/>
            <ac:spMk id="5" creationId="{F8AB67B5-DF0D-4EC8-2A97-35548673F65B}"/>
          </ac:spMkLst>
        </pc:spChg>
        <pc:spChg chg="add del mod ord">
          <ac:chgData name="Boe Marayag" userId="6244a8f90c46a2b9" providerId="LiveId" clId="{5CA51E39-B557-4E89-8A9F-0482669964D0}" dt="2023-11-22T08:19:53.394" v="1997"/>
          <ac:spMkLst>
            <pc:docMk/>
            <pc:sldMk cId="2843996918" sldId="291"/>
            <ac:spMk id="6" creationId="{44F9661E-E810-E549-21A5-B152F2ABEDA2}"/>
          </ac:spMkLst>
        </pc:spChg>
        <pc:spChg chg="add mod">
          <ac:chgData name="Boe Marayag" userId="6244a8f90c46a2b9" providerId="LiveId" clId="{5CA51E39-B557-4E89-8A9F-0482669964D0}" dt="2023-11-22T08:20:28.583" v="2020" actId="1076"/>
          <ac:spMkLst>
            <pc:docMk/>
            <pc:sldMk cId="2843996918" sldId="291"/>
            <ac:spMk id="9" creationId="{6953056E-7D6B-BDBD-8EE2-8741E1013BB3}"/>
          </ac:spMkLst>
        </pc:spChg>
        <pc:spChg chg="add mod">
          <ac:chgData name="Boe Marayag" userId="6244a8f90c46a2b9" providerId="LiveId" clId="{5CA51E39-B557-4E89-8A9F-0482669964D0}" dt="2023-11-22T08:29:38.647" v="2111" actId="207"/>
          <ac:spMkLst>
            <pc:docMk/>
            <pc:sldMk cId="2843996918" sldId="291"/>
            <ac:spMk id="10" creationId="{A52FDA76-D1B1-62FE-CDA0-7129275C647F}"/>
          </ac:spMkLst>
        </pc:spChg>
        <pc:spChg chg="add mod">
          <ac:chgData name="Boe Marayag" userId="6244a8f90c46a2b9" providerId="LiveId" clId="{5CA51E39-B557-4E89-8A9F-0482669964D0}" dt="2023-11-22T08:26:49.053" v="2071" actId="1076"/>
          <ac:spMkLst>
            <pc:docMk/>
            <pc:sldMk cId="2843996918" sldId="291"/>
            <ac:spMk id="11" creationId="{2B9B193E-48F4-BD18-FCC3-9E4EB5A7F26B}"/>
          </ac:spMkLst>
        </pc:spChg>
        <pc:spChg chg="add mod">
          <ac:chgData name="Boe Marayag" userId="6244a8f90c46a2b9" providerId="LiveId" clId="{5CA51E39-B557-4E89-8A9F-0482669964D0}" dt="2023-11-22T08:27:57.469" v="2094" actId="1076"/>
          <ac:spMkLst>
            <pc:docMk/>
            <pc:sldMk cId="2843996918" sldId="291"/>
            <ac:spMk id="12" creationId="{C5A45A3C-22A0-097E-D747-88EDD3288533}"/>
          </ac:spMkLst>
        </pc:spChg>
        <pc:spChg chg="add mod">
          <ac:chgData name="Boe Marayag" userId="6244a8f90c46a2b9" providerId="LiveId" clId="{5CA51E39-B557-4E89-8A9F-0482669964D0}" dt="2023-11-22T08:28:04.502" v="2097" actId="1076"/>
          <ac:spMkLst>
            <pc:docMk/>
            <pc:sldMk cId="2843996918" sldId="291"/>
            <ac:spMk id="13" creationId="{FC2F6038-4296-F37A-DB1A-D790A3C67E4A}"/>
          </ac:spMkLst>
        </pc:spChg>
        <pc:spChg chg="add mod">
          <ac:chgData name="Boe Marayag" userId="6244a8f90c46a2b9" providerId="LiveId" clId="{5CA51E39-B557-4E89-8A9F-0482669964D0}" dt="2023-11-22T08:28:10.009" v="2099" actId="1076"/>
          <ac:spMkLst>
            <pc:docMk/>
            <pc:sldMk cId="2843996918" sldId="291"/>
            <ac:spMk id="14" creationId="{BCFDA195-BF97-6422-0C06-37798DE9A1A0}"/>
          </ac:spMkLst>
        </pc:spChg>
        <pc:spChg chg="add mod">
          <ac:chgData name="Boe Marayag" userId="6244a8f90c46a2b9" providerId="LiveId" clId="{5CA51E39-B557-4E89-8A9F-0482669964D0}" dt="2023-11-22T08:21:55.998" v="2034" actId="207"/>
          <ac:spMkLst>
            <pc:docMk/>
            <pc:sldMk cId="2843996918" sldId="291"/>
            <ac:spMk id="21" creationId="{3266A4D3-2C02-DE51-5821-D45E36DDF404}"/>
          </ac:spMkLst>
        </pc:spChg>
        <pc:spChg chg="add mod">
          <ac:chgData name="Boe Marayag" userId="6244a8f90c46a2b9" providerId="LiveId" clId="{5CA51E39-B557-4E89-8A9F-0482669964D0}" dt="2023-11-22T08:26:42.270" v="2070" actId="208"/>
          <ac:spMkLst>
            <pc:docMk/>
            <pc:sldMk cId="2843996918" sldId="291"/>
            <ac:spMk id="24" creationId="{086881DA-AFD7-3156-2045-4B67128CEF71}"/>
          </ac:spMkLst>
        </pc:spChg>
        <pc:spChg chg="add mod">
          <ac:chgData name="Boe Marayag" userId="6244a8f90c46a2b9" providerId="LiveId" clId="{5CA51E39-B557-4E89-8A9F-0482669964D0}" dt="2023-11-22T08:26:42.270" v="2070" actId="208"/>
          <ac:spMkLst>
            <pc:docMk/>
            <pc:sldMk cId="2843996918" sldId="291"/>
            <ac:spMk id="25" creationId="{31A8E281-942F-3FC9-9766-BFE9D886D40C}"/>
          </ac:spMkLst>
        </pc:spChg>
        <pc:spChg chg="add mod">
          <ac:chgData name="Boe Marayag" userId="6244a8f90c46a2b9" providerId="LiveId" clId="{5CA51E39-B557-4E89-8A9F-0482669964D0}" dt="2023-11-22T08:26:42.270" v="2070" actId="208"/>
          <ac:spMkLst>
            <pc:docMk/>
            <pc:sldMk cId="2843996918" sldId="291"/>
            <ac:spMk id="27" creationId="{37A81315-4D9B-8B53-245B-2F59F4BE3FFF}"/>
          </ac:spMkLst>
        </pc:spChg>
        <pc:spChg chg="add mod">
          <ac:chgData name="Boe Marayag" userId="6244a8f90c46a2b9" providerId="LiveId" clId="{5CA51E39-B557-4E89-8A9F-0482669964D0}" dt="2023-11-22T08:26:42.270" v="2070" actId="208"/>
          <ac:spMkLst>
            <pc:docMk/>
            <pc:sldMk cId="2843996918" sldId="291"/>
            <ac:spMk id="28" creationId="{F0829FC9-7E90-853F-785B-35CD2B054F0B}"/>
          </ac:spMkLst>
        </pc:spChg>
        <pc:spChg chg="mod">
          <ac:chgData name="Boe Marayag" userId="6244a8f90c46a2b9" providerId="LiveId" clId="{5CA51E39-B557-4E89-8A9F-0482669964D0}" dt="2023-11-22T08:29:34.766" v="2110" actId="207"/>
          <ac:spMkLst>
            <pc:docMk/>
            <pc:sldMk cId="2843996918" sldId="291"/>
            <ac:spMk id="42" creationId="{E745A664-218C-3621-28A3-F68BD0669EFE}"/>
          </ac:spMkLst>
        </pc:spChg>
        <pc:spChg chg="add mod ord">
          <ac:chgData name="Boe Marayag" userId="6244a8f90c46a2b9" providerId="LiveId" clId="{5CA51E39-B557-4E89-8A9F-0482669964D0}" dt="2023-11-22T08:29:50.046" v="2114" actId="167"/>
          <ac:spMkLst>
            <pc:docMk/>
            <pc:sldMk cId="2843996918" sldId="291"/>
            <ac:spMk id="43" creationId="{56E06489-17A0-E24A-55DA-D433B15F907B}"/>
          </ac:spMkLst>
        </pc:spChg>
        <pc:spChg chg="add mod">
          <ac:chgData name="Boe Marayag" userId="6244a8f90c46a2b9" providerId="LiveId" clId="{5CA51E39-B557-4E89-8A9F-0482669964D0}" dt="2023-11-22T08:30:56.101" v="2123" actId="207"/>
          <ac:spMkLst>
            <pc:docMk/>
            <pc:sldMk cId="2843996918" sldId="291"/>
            <ac:spMk id="44" creationId="{3EF9139D-0B9C-BE00-629A-6A44F0AD5952}"/>
          </ac:spMkLst>
        </pc:spChg>
        <pc:grpChg chg="add mod">
          <ac:chgData name="Boe Marayag" userId="6244a8f90c46a2b9" providerId="LiveId" clId="{5CA51E39-B557-4E89-8A9F-0482669964D0}" dt="2023-11-22T08:27:40.836" v="2092" actId="1076"/>
          <ac:grpSpMkLst>
            <pc:docMk/>
            <pc:sldMk cId="2843996918" sldId="291"/>
            <ac:grpSpMk id="26" creationId="{6D0367FD-57B1-5743-6E24-38D89D7F9237}"/>
          </ac:grpSpMkLst>
        </pc:grpChg>
        <pc:picChg chg="add mod">
          <ac:chgData name="Boe Marayag" userId="6244a8f90c46a2b9" providerId="LiveId" clId="{5CA51E39-B557-4E89-8A9F-0482669964D0}" dt="2023-11-22T08:19:55.524" v="1998" actId="27614"/>
          <ac:picMkLst>
            <pc:docMk/>
            <pc:sldMk cId="2843996918" sldId="291"/>
            <ac:picMk id="8" creationId="{06E8D754-DAE4-131D-3354-C8C37BC3656B}"/>
          </ac:picMkLst>
        </pc:picChg>
        <pc:picChg chg="add del mod">
          <ac:chgData name="Boe Marayag" userId="6244a8f90c46a2b9" providerId="LiveId" clId="{5CA51E39-B557-4E89-8A9F-0482669964D0}" dt="2023-11-22T08:28:22.690" v="2100" actId="478"/>
          <ac:picMkLst>
            <pc:docMk/>
            <pc:sldMk cId="2843996918" sldId="291"/>
            <ac:picMk id="15" creationId="{F46E5C58-DBC7-074C-0C93-19CFD7878BFE}"/>
          </ac:picMkLst>
        </pc:picChg>
        <pc:picChg chg="add del mod">
          <ac:chgData name="Boe Marayag" userId="6244a8f90c46a2b9" providerId="LiveId" clId="{5CA51E39-B557-4E89-8A9F-0482669964D0}" dt="2023-11-22T08:28:22.690" v="2100" actId="478"/>
          <ac:picMkLst>
            <pc:docMk/>
            <pc:sldMk cId="2843996918" sldId="291"/>
            <ac:picMk id="16" creationId="{F3F3103A-D716-9800-35CE-F9C60A5C3152}"/>
          </ac:picMkLst>
        </pc:picChg>
        <pc:picChg chg="add del mod">
          <ac:chgData name="Boe Marayag" userId="6244a8f90c46a2b9" providerId="LiveId" clId="{5CA51E39-B557-4E89-8A9F-0482669964D0}" dt="2023-11-22T08:28:22.690" v="2100" actId="478"/>
          <ac:picMkLst>
            <pc:docMk/>
            <pc:sldMk cId="2843996918" sldId="291"/>
            <ac:picMk id="17" creationId="{B719AE07-CFD4-78E1-2E66-682D51FD31AB}"/>
          </ac:picMkLst>
        </pc:picChg>
        <pc:picChg chg="add del mod">
          <ac:chgData name="Boe Marayag" userId="6244a8f90c46a2b9" providerId="LiveId" clId="{5CA51E39-B557-4E89-8A9F-0482669964D0}" dt="2023-11-22T08:28:22.690" v="2100" actId="478"/>
          <ac:picMkLst>
            <pc:docMk/>
            <pc:sldMk cId="2843996918" sldId="291"/>
            <ac:picMk id="18" creationId="{483C99E7-9C84-783C-E9FA-27F6DD250838}"/>
          </ac:picMkLst>
        </pc:picChg>
        <pc:picChg chg="add del mod ord">
          <ac:chgData name="Boe Marayag" userId="6244a8f90c46a2b9" providerId="LiveId" clId="{5CA51E39-B557-4E89-8A9F-0482669964D0}" dt="2023-11-22T08:29:33.466" v="2109" actId="27803"/>
          <ac:picMkLst>
            <pc:docMk/>
            <pc:sldMk cId="2843996918" sldId="291"/>
            <ac:picMk id="23" creationId="{E745A664-218C-3621-28A3-F68BD0669EFE}"/>
          </ac:picMkLst>
        </pc:picChg>
        <pc:picChg chg="add del mod">
          <ac:chgData name="Boe Marayag" userId="6244a8f90c46a2b9" providerId="LiveId" clId="{5CA51E39-B557-4E89-8A9F-0482669964D0}" dt="2023-11-22T08:28:22.690" v="2100" actId="478"/>
          <ac:picMkLst>
            <pc:docMk/>
            <pc:sldMk cId="2843996918" sldId="291"/>
            <ac:picMk id="29" creationId="{A68B6D4C-C927-CF9D-FA11-E619B037ECDE}"/>
          </ac:picMkLst>
        </pc:picChg>
        <pc:picChg chg="add del mod">
          <ac:chgData name="Boe Marayag" userId="6244a8f90c46a2b9" providerId="LiveId" clId="{5CA51E39-B557-4E89-8A9F-0482669964D0}" dt="2023-11-22T08:28:22.690" v="2100" actId="478"/>
          <ac:picMkLst>
            <pc:docMk/>
            <pc:sldMk cId="2843996918" sldId="291"/>
            <ac:picMk id="30" creationId="{C7A7821E-6980-8CB8-5A1C-F5E51B6B8E6F}"/>
          </ac:picMkLst>
        </pc:picChg>
        <pc:picChg chg="add del mod">
          <ac:chgData name="Boe Marayag" userId="6244a8f90c46a2b9" providerId="LiveId" clId="{5CA51E39-B557-4E89-8A9F-0482669964D0}" dt="2023-11-22T08:28:22.690" v="2100" actId="478"/>
          <ac:picMkLst>
            <pc:docMk/>
            <pc:sldMk cId="2843996918" sldId="291"/>
            <ac:picMk id="31" creationId="{56B1DF6B-BA3A-3B4F-8D22-D1EB4BA8995E}"/>
          </ac:picMkLst>
        </pc:picChg>
        <pc:picChg chg="add del mod">
          <ac:chgData name="Boe Marayag" userId="6244a8f90c46a2b9" providerId="LiveId" clId="{5CA51E39-B557-4E89-8A9F-0482669964D0}" dt="2023-11-22T08:28:22.690" v="2100" actId="478"/>
          <ac:picMkLst>
            <pc:docMk/>
            <pc:sldMk cId="2843996918" sldId="291"/>
            <ac:picMk id="32" creationId="{0BFDBCD1-9DFA-90F2-72F7-DA13C52F2A8E}"/>
          </ac:picMkLst>
        </pc:picChg>
        <pc:picChg chg="add mod">
          <ac:chgData name="Boe Marayag" userId="6244a8f90c46a2b9" providerId="LiveId" clId="{5CA51E39-B557-4E89-8A9F-0482669964D0}" dt="2023-11-22T08:27:06.782" v="2078" actId="1076"/>
          <ac:picMkLst>
            <pc:docMk/>
            <pc:sldMk cId="2843996918" sldId="291"/>
            <ac:picMk id="33" creationId="{86AC303F-557B-3D6D-88B3-D5EF018BCA82}"/>
          </ac:picMkLst>
        </pc:picChg>
        <pc:picChg chg="add mod">
          <ac:chgData name="Boe Marayag" userId="6244a8f90c46a2b9" providerId="LiveId" clId="{5CA51E39-B557-4E89-8A9F-0482669964D0}" dt="2023-11-22T08:27:16.451" v="2081" actId="1076"/>
          <ac:picMkLst>
            <pc:docMk/>
            <pc:sldMk cId="2843996918" sldId="291"/>
            <ac:picMk id="34" creationId="{E8C8FA11-59E0-605E-5752-76DD249887A2}"/>
          </ac:picMkLst>
        </pc:picChg>
        <pc:picChg chg="add mod">
          <ac:chgData name="Boe Marayag" userId="6244a8f90c46a2b9" providerId="LiveId" clId="{5CA51E39-B557-4E89-8A9F-0482669964D0}" dt="2023-11-22T08:27:29.112" v="2086" actId="1076"/>
          <ac:picMkLst>
            <pc:docMk/>
            <pc:sldMk cId="2843996918" sldId="291"/>
            <ac:picMk id="35" creationId="{C5C26F73-A955-3954-74A0-D3717B6BED7C}"/>
          </ac:picMkLst>
        </pc:picChg>
        <pc:picChg chg="add mod">
          <ac:chgData name="Boe Marayag" userId="6244a8f90c46a2b9" providerId="LiveId" clId="{5CA51E39-B557-4E89-8A9F-0482669964D0}" dt="2023-11-22T08:27:43.760" v="2093" actId="1076"/>
          <ac:picMkLst>
            <pc:docMk/>
            <pc:sldMk cId="2843996918" sldId="291"/>
            <ac:picMk id="36" creationId="{7912D69B-DB76-7D43-1A91-336A3BB671BE}"/>
          </ac:picMkLst>
        </pc:picChg>
        <pc:cxnChg chg="add del mod">
          <ac:chgData name="Boe Marayag" userId="6244a8f90c46a2b9" providerId="LiveId" clId="{5CA51E39-B557-4E89-8A9F-0482669964D0}" dt="2023-11-22T08:21:20.740" v="2025" actId="478"/>
          <ac:cxnSpMkLst>
            <pc:docMk/>
            <pc:sldMk cId="2843996918" sldId="291"/>
            <ac:cxnSpMk id="19" creationId="{EE9C6212-9DB3-91BC-8B6A-D521E1EDC448}"/>
          </ac:cxnSpMkLst>
        </pc:cxnChg>
        <pc:cxnChg chg="add del mod">
          <ac:chgData name="Boe Marayag" userId="6244a8f90c46a2b9" providerId="LiveId" clId="{5CA51E39-B557-4E89-8A9F-0482669964D0}" dt="2023-11-22T08:21:18.463" v="2024" actId="478"/>
          <ac:cxnSpMkLst>
            <pc:docMk/>
            <pc:sldMk cId="2843996918" sldId="291"/>
            <ac:cxnSpMk id="20" creationId="{6D6788BD-A1E8-84B0-F4CB-5E010AF3A6A3}"/>
          </ac:cxnSpMkLst>
        </pc:cxnChg>
        <pc:cxnChg chg="add mod">
          <ac:chgData name="Boe Marayag" userId="6244a8f90c46a2b9" providerId="LiveId" clId="{5CA51E39-B557-4E89-8A9F-0482669964D0}" dt="2023-11-22T08:30:00.555" v="2116" actId="692"/>
          <ac:cxnSpMkLst>
            <pc:docMk/>
            <pc:sldMk cId="2843996918" sldId="291"/>
            <ac:cxnSpMk id="38" creationId="{CE8A53BE-390E-EFB4-909F-BCBBF1B2D3AB}"/>
          </ac:cxnSpMkLst>
        </pc:cxnChg>
        <pc:cxnChg chg="add mod">
          <ac:chgData name="Boe Marayag" userId="6244a8f90c46a2b9" providerId="LiveId" clId="{5CA51E39-B557-4E89-8A9F-0482669964D0}" dt="2023-11-22T08:30:00.555" v="2116" actId="692"/>
          <ac:cxnSpMkLst>
            <pc:docMk/>
            <pc:sldMk cId="2843996918" sldId="291"/>
            <ac:cxnSpMk id="39" creationId="{78A6FBB6-DBD6-0833-FC69-C4DD1E4E1C28}"/>
          </ac:cxnSpMkLst>
        </pc:cxnChg>
        <pc:cxnChg chg="add mod">
          <ac:chgData name="Boe Marayag" userId="6244a8f90c46a2b9" providerId="LiveId" clId="{5CA51E39-B557-4E89-8A9F-0482669964D0}" dt="2023-11-22T08:30:00.555" v="2116" actId="692"/>
          <ac:cxnSpMkLst>
            <pc:docMk/>
            <pc:sldMk cId="2843996918" sldId="291"/>
            <ac:cxnSpMk id="41" creationId="{D5099DB1-AF5D-F485-2AE0-AA6A2956A4E1}"/>
          </ac:cxnSpMkLst>
        </pc:cxnChg>
      </pc:sldChg>
      <pc:sldChg chg="addSp delSp modSp new mod modClrScheme chgLayout modNotesTx">
        <pc:chgData name="Boe Marayag" userId="6244a8f90c46a2b9" providerId="LiveId" clId="{5CA51E39-B557-4E89-8A9F-0482669964D0}" dt="2023-11-22T08:58:54.413" v="2481" actId="167"/>
        <pc:sldMkLst>
          <pc:docMk/>
          <pc:sldMk cId="3381741219" sldId="292"/>
        </pc:sldMkLst>
        <pc:spChg chg="del mod ord">
          <ac:chgData name="Boe Marayag" userId="6244a8f90c46a2b9" providerId="LiveId" clId="{5CA51E39-B557-4E89-8A9F-0482669964D0}" dt="2023-11-22T08:39:34.173" v="2190" actId="700"/>
          <ac:spMkLst>
            <pc:docMk/>
            <pc:sldMk cId="3381741219" sldId="292"/>
            <ac:spMk id="2" creationId="{2B07F430-065F-9BEB-2E33-C0B73DA96605}"/>
          </ac:spMkLst>
        </pc:spChg>
        <pc:spChg chg="del">
          <ac:chgData name="Boe Marayag" userId="6244a8f90c46a2b9" providerId="LiveId" clId="{5CA51E39-B557-4E89-8A9F-0482669964D0}" dt="2023-11-22T08:39:34.173" v="2190" actId="700"/>
          <ac:spMkLst>
            <pc:docMk/>
            <pc:sldMk cId="3381741219" sldId="292"/>
            <ac:spMk id="3" creationId="{6644C08D-D63E-C268-10FD-28F549204B23}"/>
          </ac:spMkLst>
        </pc:spChg>
        <pc:spChg chg="add mod ord">
          <ac:chgData name="Boe Marayag" userId="6244a8f90c46a2b9" providerId="LiveId" clId="{5CA51E39-B557-4E89-8A9F-0482669964D0}" dt="2023-11-22T08:46:39.189" v="2421" actId="6264"/>
          <ac:spMkLst>
            <pc:docMk/>
            <pc:sldMk cId="3381741219" sldId="292"/>
            <ac:spMk id="4" creationId="{FC737F96-DCAA-34B0-E430-A8E7267FFF2A}"/>
          </ac:spMkLst>
        </pc:spChg>
        <pc:spChg chg="add mod ord">
          <ac:chgData name="Boe Marayag" userId="6244a8f90c46a2b9" providerId="LiveId" clId="{5CA51E39-B557-4E89-8A9F-0482669964D0}" dt="2023-11-22T08:46:39.189" v="2421" actId="6264"/>
          <ac:spMkLst>
            <pc:docMk/>
            <pc:sldMk cId="3381741219" sldId="292"/>
            <ac:spMk id="5" creationId="{4E6CDDC7-5BEC-E943-3506-B290D6F1237D}"/>
          </ac:spMkLst>
        </pc:spChg>
        <pc:spChg chg="add mod">
          <ac:chgData name="Boe Marayag" userId="6244a8f90c46a2b9" providerId="LiveId" clId="{5CA51E39-B557-4E89-8A9F-0482669964D0}" dt="2023-11-22T08:41:11.997" v="2335" actId="1076"/>
          <ac:spMkLst>
            <pc:docMk/>
            <pc:sldMk cId="3381741219" sldId="292"/>
            <ac:spMk id="7" creationId="{426BE6A8-03D0-3A45-1DFA-016E50722003}"/>
          </ac:spMkLst>
        </pc:spChg>
        <pc:spChg chg="add del mod">
          <ac:chgData name="Boe Marayag" userId="6244a8f90c46a2b9" providerId="LiveId" clId="{5CA51E39-B557-4E89-8A9F-0482669964D0}" dt="2023-11-22T08:44:18.944" v="2349" actId="6264"/>
          <ac:spMkLst>
            <pc:docMk/>
            <pc:sldMk cId="3381741219" sldId="292"/>
            <ac:spMk id="8" creationId="{429E93D3-C2E8-4BD0-37AE-8C3E1BC69DFF}"/>
          </ac:spMkLst>
        </pc:spChg>
        <pc:spChg chg="add del mod">
          <ac:chgData name="Boe Marayag" userId="6244a8f90c46a2b9" providerId="LiveId" clId="{5CA51E39-B557-4E89-8A9F-0482669964D0}" dt="2023-11-22T08:44:18.944" v="2349" actId="6264"/>
          <ac:spMkLst>
            <pc:docMk/>
            <pc:sldMk cId="3381741219" sldId="292"/>
            <ac:spMk id="9" creationId="{B5911870-8AD2-8B99-1C92-0B334FBFE836}"/>
          </ac:spMkLst>
        </pc:spChg>
        <pc:spChg chg="add del mod ord">
          <ac:chgData name="Boe Marayag" userId="6244a8f90c46a2b9" providerId="LiveId" clId="{5CA51E39-B557-4E89-8A9F-0482669964D0}" dt="2023-11-22T08:46:39.189" v="2421" actId="6264"/>
          <ac:spMkLst>
            <pc:docMk/>
            <pc:sldMk cId="3381741219" sldId="292"/>
            <ac:spMk id="10" creationId="{2DE86069-AB43-9667-C32F-A59EE9997EED}"/>
          </ac:spMkLst>
        </pc:spChg>
        <pc:spChg chg="add del mod ord">
          <ac:chgData name="Boe Marayag" userId="6244a8f90c46a2b9" providerId="LiveId" clId="{5CA51E39-B557-4E89-8A9F-0482669964D0}" dt="2023-11-22T08:46:39.189" v="2421" actId="6264"/>
          <ac:spMkLst>
            <pc:docMk/>
            <pc:sldMk cId="3381741219" sldId="292"/>
            <ac:spMk id="11" creationId="{296639AA-3B84-ED9C-F035-F8270F623958}"/>
          </ac:spMkLst>
        </pc:spChg>
        <pc:spChg chg="add del mod ord">
          <ac:chgData name="Boe Marayag" userId="6244a8f90c46a2b9" providerId="LiveId" clId="{5CA51E39-B557-4E89-8A9F-0482669964D0}" dt="2023-11-22T08:46:39.189" v="2421" actId="6264"/>
          <ac:spMkLst>
            <pc:docMk/>
            <pc:sldMk cId="3381741219" sldId="292"/>
            <ac:spMk id="12" creationId="{4786FCF8-8BAD-FB6F-F7B8-7C3D8A372566}"/>
          </ac:spMkLst>
        </pc:spChg>
        <pc:spChg chg="add del mod ord">
          <ac:chgData name="Boe Marayag" userId="6244a8f90c46a2b9" providerId="LiveId" clId="{5CA51E39-B557-4E89-8A9F-0482669964D0}" dt="2023-11-22T08:46:39.189" v="2421" actId="6264"/>
          <ac:spMkLst>
            <pc:docMk/>
            <pc:sldMk cId="3381741219" sldId="292"/>
            <ac:spMk id="13" creationId="{B840A945-D425-B822-E437-DDD91993A240}"/>
          </ac:spMkLst>
        </pc:spChg>
        <pc:spChg chg="add mod">
          <ac:chgData name="Boe Marayag" userId="6244a8f90c46a2b9" providerId="LiveId" clId="{5CA51E39-B557-4E89-8A9F-0482669964D0}" dt="2023-11-22T08:47:10.528" v="2425" actId="1076"/>
          <ac:spMkLst>
            <pc:docMk/>
            <pc:sldMk cId="3381741219" sldId="292"/>
            <ac:spMk id="14" creationId="{49A1B8BD-6C5A-9A89-7875-01E6784B71BD}"/>
          </ac:spMkLst>
        </pc:spChg>
        <pc:spChg chg="add mod">
          <ac:chgData name="Boe Marayag" userId="6244a8f90c46a2b9" providerId="LiveId" clId="{5CA51E39-B557-4E89-8A9F-0482669964D0}" dt="2023-11-22T08:54:36.097" v="2449" actId="1036"/>
          <ac:spMkLst>
            <pc:docMk/>
            <pc:sldMk cId="3381741219" sldId="292"/>
            <ac:spMk id="15" creationId="{87C8EC80-24B9-B446-4B12-4B7F9E9185F0}"/>
          </ac:spMkLst>
        </pc:spChg>
        <pc:spChg chg="add del mod">
          <ac:chgData name="Boe Marayag" userId="6244a8f90c46a2b9" providerId="LiveId" clId="{5CA51E39-B557-4E89-8A9F-0482669964D0}" dt="2023-11-22T08:46:04.946" v="2412" actId="478"/>
          <ac:spMkLst>
            <pc:docMk/>
            <pc:sldMk cId="3381741219" sldId="292"/>
            <ac:spMk id="16" creationId="{0387AB58-3A76-0A8C-975D-C7DCB6513F39}"/>
          </ac:spMkLst>
        </pc:spChg>
        <pc:spChg chg="add del mod">
          <ac:chgData name="Boe Marayag" userId="6244a8f90c46a2b9" providerId="LiveId" clId="{5CA51E39-B557-4E89-8A9F-0482669964D0}" dt="2023-11-22T08:46:04.946" v="2412" actId="478"/>
          <ac:spMkLst>
            <pc:docMk/>
            <pc:sldMk cId="3381741219" sldId="292"/>
            <ac:spMk id="17" creationId="{ABADC291-F049-83E4-9ABF-0C79265E146A}"/>
          </ac:spMkLst>
        </pc:spChg>
        <pc:spChg chg="add mod">
          <ac:chgData name="Boe Marayag" userId="6244a8f90c46a2b9" providerId="LiveId" clId="{5CA51E39-B557-4E89-8A9F-0482669964D0}" dt="2023-11-22T08:54:36.097" v="2449" actId="1036"/>
          <ac:spMkLst>
            <pc:docMk/>
            <pc:sldMk cId="3381741219" sldId="292"/>
            <ac:spMk id="20" creationId="{DA86A986-3ED1-EA7A-32A3-A1B60B406175}"/>
          </ac:spMkLst>
        </pc:spChg>
        <pc:spChg chg="add mod">
          <ac:chgData name="Boe Marayag" userId="6244a8f90c46a2b9" providerId="LiveId" clId="{5CA51E39-B557-4E89-8A9F-0482669964D0}" dt="2023-11-22T08:47:10.528" v="2425" actId="1076"/>
          <ac:spMkLst>
            <pc:docMk/>
            <pc:sldMk cId="3381741219" sldId="292"/>
            <ac:spMk id="21" creationId="{1872934E-FA12-704C-7579-17C3BF5433E2}"/>
          </ac:spMkLst>
        </pc:spChg>
        <pc:spChg chg="add mod">
          <ac:chgData name="Boe Marayag" userId="6244a8f90c46a2b9" providerId="LiveId" clId="{5CA51E39-B557-4E89-8A9F-0482669964D0}" dt="2023-11-22T08:54:36.097" v="2449" actId="1036"/>
          <ac:spMkLst>
            <pc:docMk/>
            <pc:sldMk cId="3381741219" sldId="292"/>
            <ac:spMk id="22" creationId="{E1E9612A-00DD-B83D-2221-420A830FF680}"/>
          </ac:spMkLst>
        </pc:spChg>
        <pc:spChg chg="add mod">
          <ac:chgData name="Boe Marayag" userId="6244a8f90c46a2b9" providerId="LiveId" clId="{5CA51E39-B557-4E89-8A9F-0482669964D0}" dt="2023-11-22T08:54:36.097" v="2449" actId="1036"/>
          <ac:spMkLst>
            <pc:docMk/>
            <pc:sldMk cId="3381741219" sldId="292"/>
            <ac:spMk id="24" creationId="{A0FAE7A8-2714-6DAA-1087-AD9AB150B2DE}"/>
          </ac:spMkLst>
        </pc:spChg>
        <pc:spChg chg="add mod">
          <ac:chgData name="Boe Marayag" userId="6244a8f90c46a2b9" providerId="LiveId" clId="{5CA51E39-B557-4E89-8A9F-0482669964D0}" dt="2023-11-22T08:46:18.252" v="2417" actId="948"/>
          <ac:spMkLst>
            <pc:docMk/>
            <pc:sldMk cId="3381741219" sldId="292"/>
            <ac:spMk id="25" creationId="{A855A1EE-789A-DFB5-4E53-01481421EDC1}"/>
          </ac:spMkLst>
        </pc:spChg>
        <pc:spChg chg="add mod">
          <ac:chgData name="Boe Marayag" userId="6244a8f90c46a2b9" providerId="LiveId" clId="{5CA51E39-B557-4E89-8A9F-0482669964D0}" dt="2023-11-22T08:54:36.097" v="2449" actId="1036"/>
          <ac:spMkLst>
            <pc:docMk/>
            <pc:sldMk cId="3381741219" sldId="292"/>
            <ac:spMk id="26" creationId="{2530ACFB-A71B-FF20-7C58-87BD943E37C3}"/>
          </ac:spMkLst>
        </pc:spChg>
        <pc:spChg chg="add mod">
          <ac:chgData name="Boe Marayag" userId="6244a8f90c46a2b9" providerId="LiveId" clId="{5CA51E39-B557-4E89-8A9F-0482669964D0}" dt="2023-11-22T08:54:36.097" v="2449" actId="1036"/>
          <ac:spMkLst>
            <pc:docMk/>
            <pc:sldMk cId="3381741219" sldId="292"/>
            <ac:spMk id="28" creationId="{1C0D802E-8846-CBF6-6AB2-4A51A8EF7D43}"/>
          </ac:spMkLst>
        </pc:spChg>
        <pc:spChg chg="add mod">
          <ac:chgData name="Boe Marayag" userId="6244a8f90c46a2b9" providerId="LiveId" clId="{5CA51E39-B557-4E89-8A9F-0482669964D0}" dt="2023-11-22T08:47:03.883" v="2424" actId="1076"/>
          <ac:spMkLst>
            <pc:docMk/>
            <pc:sldMk cId="3381741219" sldId="292"/>
            <ac:spMk id="29" creationId="{FFAE9CAE-912B-0818-1857-38C2F493FCA4}"/>
          </ac:spMkLst>
        </pc:spChg>
        <pc:spChg chg="add mod">
          <ac:chgData name="Boe Marayag" userId="6244a8f90c46a2b9" providerId="LiveId" clId="{5CA51E39-B557-4E89-8A9F-0482669964D0}" dt="2023-11-22T08:54:36.097" v="2449" actId="1036"/>
          <ac:spMkLst>
            <pc:docMk/>
            <pc:sldMk cId="3381741219" sldId="292"/>
            <ac:spMk id="30" creationId="{27C14D54-ACD2-492E-F68D-5CD767F926DD}"/>
          </ac:spMkLst>
        </pc:spChg>
        <pc:spChg chg="add mod">
          <ac:chgData name="Boe Marayag" userId="6244a8f90c46a2b9" providerId="LiveId" clId="{5CA51E39-B557-4E89-8A9F-0482669964D0}" dt="2023-11-22T08:54:36.097" v="2449" actId="1036"/>
          <ac:spMkLst>
            <pc:docMk/>
            <pc:sldMk cId="3381741219" sldId="292"/>
            <ac:spMk id="32" creationId="{77AAF434-EBD1-D15A-B717-6C67F0BBFFB6}"/>
          </ac:spMkLst>
        </pc:spChg>
        <pc:spChg chg="add del mod">
          <ac:chgData name="Boe Marayag" userId="6244a8f90c46a2b9" providerId="LiveId" clId="{5CA51E39-B557-4E89-8A9F-0482669964D0}" dt="2023-11-22T08:46:39.189" v="2421" actId="6264"/>
          <ac:spMkLst>
            <pc:docMk/>
            <pc:sldMk cId="3381741219" sldId="292"/>
            <ac:spMk id="33" creationId="{62977DCB-5302-3906-74EC-83FDBF228B46}"/>
          </ac:spMkLst>
        </pc:spChg>
        <pc:spChg chg="add del mod">
          <ac:chgData name="Boe Marayag" userId="6244a8f90c46a2b9" providerId="LiveId" clId="{5CA51E39-B557-4E89-8A9F-0482669964D0}" dt="2023-11-22T08:46:39.189" v="2421" actId="6264"/>
          <ac:spMkLst>
            <pc:docMk/>
            <pc:sldMk cId="3381741219" sldId="292"/>
            <ac:spMk id="34" creationId="{6D795F52-A395-BAA8-9712-5886FE3A7696}"/>
          </ac:spMkLst>
        </pc:spChg>
        <pc:spChg chg="add del mod ord">
          <ac:chgData name="Boe Marayag" userId="6244a8f90c46a2b9" providerId="LiveId" clId="{5CA51E39-B557-4E89-8A9F-0482669964D0}" dt="2023-11-22T08:51:55.700" v="2426"/>
          <ac:spMkLst>
            <pc:docMk/>
            <pc:sldMk cId="3381741219" sldId="292"/>
            <ac:spMk id="35" creationId="{E3604394-A9A8-4E5F-8E74-02C5BB655243}"/>
          </ac:spMkLst>
        </pc:spChg>
        <pc:spChg chg="add del mod ord">
          <ac:chgData name="Boe Marayag" userId="6244a8f90c46a2b9" providerId="LiveId" clId="{5CA51E39-B557-4E89-8A9F-0482669964D0}" dt="2023-11-22T08:52:21.516" v="2429"/>
          <ac:spMkLst>
            <pc:docMk/>
            <pc:sldMk cId="3381741219" sldId="292"/>
            <ac:spMk id="36" creationId="{1FA20A5A-A99F-04CC-9562-11289D41D8E6}"/>
          </ac:spMkLst>
        </pc:spChg>
        <pc:spChg chg="add del mod ord">
          <ac:chgData name="Boe Marayag" userId="6244a8f90c46a2b9" providerId="LiveId" clId="{5CA51E39-B557-4E89-8A9F-0482669964D0}" dt="2023-11-22T08:52:59.232" v="2437"/>
          <ac:spMkLst>
            <pc:docMk/>
            <pc:sldMk cId="3381741219" sldId="292"/>
            <ac:spMk id="37" creationId="{2110ED7F-EC16-EB15-24D4-3679B650F0F8}"/>
          </ac:spMkLst>
        </pc:spChg>
        <pc:spChg chg="add del mod ord">
          <ac:chgData name="Boe Marayag" userId="6244a8f90c46a2b9" providerId="LiveId" clId="{5CA51E39-B557-4E89-8A9F-0482669964D0}" dt="2023-11-22T08:53:33.615" v="2439"/>
          <ac:spMkLst>
            <pc:docMk/>
            <pc:sldMk cId="3381741219" sldId="292"/>
            <ac:spMk id="38" creationId="{196F79CC-0BB3-285D-E585-FD36E5720BA9}"/>
          </ac:spMkLst>
        </pc:spChg>
        <pc:spChg chg="add del mod">
          <ac:chgData name="Boe Marayag" userId="6244a8f90c46a2b9" providerId="LiveId" clId="{5CA51E39-B557-4E89-8A9F-0482669964D0}" dt="2023-11-22T08:53:54.544" v="2443"/>
          <ac:spMkLst>
            <pc:docMk/>
            <pc:sldMk cId="3381741219" sldId="292"/>
            <ac:spMk id="48" creationId="{1EB6178C-A423-B6AB-C257-03D49C736D79}"/>
          </ac:spMkLst>
        </pc:spChg>
        <pc:spChg chg="add del mod">
          <ac:chgData name="Boe Marayag" userId="6244a8f90c46a2b9" providerId="LiveId" clId="{5CA51E39-B557-4E89-8A9F-0482669964D0}" dt="2023-11-22T08:54:19.954" v="2447"/>
          <ac:spMkLst>
            <pc:docMk/>
            <pc:sldMk cId="3381741219" sldId="292"/>
            <ac:spMk id="52" creationId="{C0CDDFE5-A31D-656E-E7AC-B2E65058FE09}"/>
          </ac:spMkLst>
        </pc:spChg>
        <pc:spChg chg="add del mod ord">
          <ac:chgData name="Boe Marayag" userId="6244a8f90c46a2b9" providerId="LiveId" clId="{5CA51E39-B557-4E89-8A9F-0482669964D0}" dt="2023-11-22T08:57:41.181" v="2462" actId="478"/>
          <ac:spMkLst>
            <pc:docMk/>
            <pc:sldMk cId="3381741219" sldId="292"/>
            <ac:spMk id="55" creationId="{59BDDC2F-3875-ED2C-7444-009489C1EC60}"/>
          </ac:spMkLst>
        </pc:spChg>
        <pc:spChg chg="add del mod">
          <ac:chgData name="Boe Marayag" userId="6244a8f90c46a2b9" providerId="LiveId" clId="{5CA51E39-B557-4E89-8A9F-0482669964D0}" dt="2023-11-22T08:57:39.047" v="2461" actId="478"/>
          <ac:spMkLst>
            <pc:docMk/>
            <pc:sldMk cId="3381741219" sldId="292"/>
            <ac:spMk id="56" creationId="{7DBA30CB-5FFC-7655-3D3E-AF0B6C4DB570}"/>
          </ac:spMkLst>
        </pc:spChg>
        <pc:spChg chg="add mod ord">
          <ac:chgData name="Boe Marayag" userId="6244a8f90c46a2b9" providerId="LiveId" clId="{5CA51E39-B557-4E89-8A9F-0482669964D0}" dt="2023-11-22T08:58:07.464" v="2469" actId="207"/>
          <ac:spMkLst>
            <pc:docMk/>
            <pc:sldMk cId="3381741219" sldId="292"/>
            <ac:spMk id="57" creationId="{B687DEFC-4C23-6A61-B864-076993EB02F4}"/>
          </ac:spMkLst>
        </pc:spChg>
        <pc:spChg chg="add mod ord">
          <ac:chgData name="Boe Marayag" userId="6244a8f90c46a2b9" providerId="LiveId" clId="{5CA51E39-B557-4E89-8A9F-0482669964D0}" dt="2023-11-22T08:58:24.232" v="2473" actId="1076"/>
          <ac:spMkLst>
            <pc:docMk/>
            <pc:sldMk cId="3381741219" sldId="292"/>
            <ac:spMk id="58" creationId="{567C61CD-AFAC-C831-E260-8D69978F973D}"/>
          </ac:spMkLst>
        </pc:spChg>
        <pc:spChg chg="add mod ord">
          <ac:chgData name="Boe Marayag" userId="6244a8f90c46a2b9" providerId="LiveId" clId="{5CA51E39-B557-4E89-8A9F-0482669964D0}" dt="2023-11-22T08:58:42.913" v="2479" actId="167"/>
          <ac:spMkLst>
            <pc:docMk/>
            <pc:sldMk cId="3381741219" sldId="292"/>
            <ac:spMk id="59" creationId="{1A9C2047-B742-02F5-FD28-644B8B5599F7}"/>
          </ac:spMkLst>
        </pc:spChg>
        <pc:spChg chg="add mod ord">
          <ac:chgData name="Boe Marayag" userId="6244a8f90c46a2b9" providerId="LiveId" clId="{5CA51E39-B557-4E89-8A9F-0482669964D0}" dt="2023-11-22T08:58:54.413" v="2481" actId="167"/>
          <ac:spMkLst>
            <pc:docMk/>
            <pc:sldMk cId="3381741219" sldId="292"/>
            <ac:spMk id="60" creationId="{0ACF7ED5-3FD8-4AE8-0585-615F4A14872C}"/>
          </ac:spMkLst>
        </pc:spChg>
        <pc:picChg chg="add mod">
          <ac:chgData name="Boe Marayag" userId="6244a8f90c46a2b9" providerId="LiveId" clId="{5CA51E39-B557-4E89-8A9F-0482669964D0}" dt="2023-11-22T08:41:11.997" v="2335" actId="1076"/>
          <ac:picMkLst>
            <pc:docMk/>
            <pc:sldMk cId="3381741219" sldId="292"/>
            <ac:picMk id="6" creationId="{879067CF-F49B-C5F1-9DE4-A1AC2CA8D175}"/>
          </ac:picMkLst>
        </pc:picChg>
        <pc:picChg chg="add mod">
          <ac:chgData name="Boe Marayag" userId="6244a8f90c46a2b9" providerId="LiveId" clId="{5CA51E39-B557-4E89-8A9F-0482669964D0}" dt="2023-11-22T08:51:59.219" v="2427" actId="27614"/>
          <ac:picMkLst>
            <pc:docMk/>
            <pc:sldMk cId="3381741219" sldId="292"/>
            <ac:picMk id="40" creationId="{0F4BE18F-C96A-7C0A-88DA-29366A50B7C7}"/>
          </ac:picMkLst>
        </pc:picChg>
        <pc:picChg chg="add mod">
          <ac:chgData name="Boe Marayag" userId="6244a8f90c46a2b9" providerId="LiveId" clId="{5CA51E39-B557-4E89-8A9F-0482669964D0}" dt="2023-11-22T08:52:25.597" v="2430" actId="27614"/>
          <ac:picMkLst>
            <pc:docMk/>
            <pc:sldMk cId="3381741219" sldId="292"/>
            <ac:picMk id="42" creationId="{6CF21C56-E9D1-4AEA-5995-28335506237A}"/>
          </ac:picMkLst>
        </pc:picChg>
        <pc:picChg chg="add mod">
          <ac:chgData name="Boe Marayag" userId="6244a8f90c46a2b9" providerId="LiveId" clId="{5CA51E39-B557-4E89-8A9F-0482669964D0}" dt="2023-11-22T08:53:03.476" v="2438" actId="27614"/>
          <ac:picMkLst>
            <pc:docMk/>
            <pc:sldMk cId="3381741219" sldId="292"/>
            <ac:picMk id="44" creationId="{47059890-18CE-95FA-F64E-DA773A54A4B8}"/>
          </ac:picMkLst>
        </pc:picChg>
        <pc:picChg chg="add del mod">
          <ac:chgData name="Boe Marayag" userId="6244a8f90c46a2b9" providerId="LiveId" clId="{5CA51E39-B557-4E89-8A9F-0482669964D0}" dt="2023-11-22T08:53:37.096" v="2442" actId="478"/>
          <ac:picMkLst>
            <pc:docMk/>
            <pc:sldMk cId="3381741219" sldId="292"/>
            <ac:picMk id="46" creationId="{7587B91B-E59A-1116-82EA-D9C66540E475}"/>
          </ac:picMkLst>
        </pc:picChg>
        <pc:picChg chg="add del mod">
          <ac:chgData name="Boe Marayag" userId="6244a8f90c46a2b9" providerId="LiveId" clId="{5CA51E39-B557-4E89-8A9F-0482669964D0}" dt="2023-11-22T08:53:57.115" v="2444" actId="478"/>
          <ac:picMkLst>
            <pc:docMk/>
            <pc:sldMk cId="3381741219" sldId="292"/>
            <ac:picMk id="50" creationId="{214832BD-7361-0CA4-1B57-1E40D7EF7E4E}"/>
          </ac:picMkLst>
        </pc:picChg>
        <pc:picChg chg="add mod">
          <ac:chgData name="Boe Marayag" userId="6244a8f90c46a2b9" providerId="LiveId" clId="{5CA51E39-B557-4E89-8A9F-0482669964D0}" dt="2023-11-22T08:54:24.002" v="2448" actId="27614"/>
          <ac:picMkLst>
            <pc:docMk/>
            <pc:sldMk cId="3381741219" sldId="292"/>
            <ac:picMk id="54" creationId="{AA88AE2B-CC6A-4025-C515-745DFF317F51}"/>
          </ac:picMkLst>
        </pc:picChg>
        <pc:cxnChg chg="add mod">
          <ac:chgData name="Boe Marayag" userId="6244a8f90c46a2b9" providerId="LiveId" clId="{5CA51E39-B557-4E89-8A9F-0482669964D0}" dt="2023-11-22T08:54:36.097" v="2449" actId="1036"/>
          <ac:cxnSpMkLst>
            <pc:docMk/>
            <pc:sldMk cId="3381741219" sldId="292"/>
            <ac:cxnSpMk id="19" creationId="{9169602C-B023-BB43-00AF-ED21F229A424}"/>
          </ac:cxnSpMkLst>
        </pc:cxnChg>
        <pc:cxnChg chg="add mod">
          <ac:chgData name="Boe Marayag" userId="6244a8f90c46a2b9" providerId="LiveId" clId="{5CA51E39-B557-4E89-8A9F-0482669964D0}" dt="2023-11-22T08:54:36.097" v="2449" actId="1036"/>
          <ac:cxnSpMkLst>
            <pc:docMk/>
            <pc:sldMk cId="3381741219" sldId="292"/>
            <ac:cxnSpMk id="23" creationId="{4C57F488-6322-696C-1E1F-4C72D6F45B5D}"/>
          </ac:cxnSpMkLst>
        </pc:cxnChg>
        <pc:cxnChg chg="add mod">
          <ac:chgData name="Boe Marayag" userId="6244a8f90c46a2b9" providerId="LiveId" clId="{5CA51E39-B557-4E89-8A9F-0482669964D0}" dt="2023-11-22T08:54:36.097" v="2449" actId="1036"/>
          <ac:cxnSpMkLst>
            <pc:docMk/>
            <pc:sldMk cId="3381741219" sldId="292"/>
            <ac:cxnSpMk id="27" creationId="{FABC8851-9260-50BC-0956-ECAB93BFEAB7}"/>
          </ac:cxnSpMkLst>
        </pc:cxnChg>
        <pc:cxnChg chg="add mod">
          <ac:chgData name="Boe Marayag" userId="6244a8f90c46a2b9" providerId="LiveId" clId="{5CA51E39-B557-4E89-8A9F-0482669964D0}" dt="2023-11-22T08:54:36.097" v="2449" actId="1036"/>
          <ac:cxnSpMkLst>
            <pc:docMk/>
            <pc:sldMk cId="3381741219" sldId="292"/>
            <ac:cxnSpMk id="31" creationId="{C95B1353-DD7C-70FE-ACC2-4DF94C0660E0}"/>
          </ac:cxnSpMkLst>
        </pc:cxnChg>
      </pc:sldChg>
      <pc:sldMasterChg chg="addSldLayout delSldLayout modSldLayout">
        <pc:chgData name="Boe Marayag" userId="6244a8f90c46a2b9" providerId="LiveId" clId="{5CA51E39-B557-4E89-8A9F-0482669964D0}" dt="2023-11-22T08:59:44.509" v="2488" actId="207"/>
        <pc:sldMasterMkLst>
          <pc:docMk/>
          <pc:sldMasterMk cId="1974508044" sldId="2147483648"/>
        </pc:sldMasterMkLst>
        <pc:sldLayoutChg chg="addSp delSp modSp mod">
          <pc:chgData name="Boe Marayag" userId="6244a8f90c46a2b9" providerId="LiveId" clId="{5CA51E39-B557-4E89-8A9F-0482669964D0}" dt="2023-11-22T08:59:24.299" v="2482" actId="207"/>
          <pc:sldLayoutMkLst>
            <pc:docMk/>
            <pc:sldMasterMk cId="1974508044" sldId="2147483648"/>
            <pc:sldLayoutMk cId="3957718478" sldId="2147483649"/>
          </pc:sldLayoutMkLst>
          <pc:spChg chg="mod">
            <ac:chgData name="Boe Marayag" userId="6244a8f90c46a2b9" providerId="LiveId" clId="{5CA51E39-B557-4E89-8A9F-0482669964D0}" dt="2023-11-22T08:59:24.299" v="2482" actId="207"/>
            <ac:spMkLst>
              <pc:docMk/>
              <pc:sldMasterMk cId="1974508044" sldId="2147483648"/>
              <pc:sldLayoutMk cId="3957718478" sldId="2147483649"/>
              <ac:spMk id="2" creationId="{00000000-0000-0000-0000-000000000000}"/>
            </ac:spMkLst>
          </pc:spChg>
          <pc:spChg chg="del">
            <ac:chgData name="Boe Marayag" userId="6244a8f90c46a2b9" providerId="LiveId" clId="{5CA51E39-B557-4E89-8A9F-0482669964D0}" dt="2023-11-21T22:37:20.254" v="1639" actId="478"/>
            <ac:spMkLst>
              <pc:docMk/>
              <pc:sldMasterMk cId="1974508044" sldId="2147483648"/>
              <pc:sldLayoutMk cId="3957718478" sldId="2147483649"/>
              <ac:spMk id="3" creationId="{00000000-0000-0000-0000-000000000000}"/>
            </ac:spMkLst>
          </pc:spChg>
          <pc:spChg chg="add mod">
            <ac:chgData name="Boe Marayag" userId="6244a8f90c46a2b9" providerId="LiveId" clId="{5CA51E39-B557-4E89-8A9F-0482669964D0}" dt="2023-11-21T22:36:59.711" v="1633" actId="122"/>
            <ac:spMkLst>
              <pc:docMk/>
              <pc:sldMasterMk cId="1974508044" sldId="2147483648"/>
              <pc:sldLayoutMk cId="3957718478" sldId="2147483649"/>
              <ac:spMk id="7" creationId="{9209F533-BD9A-4A63-BC34-AC62F09DA119}"/>
            </ac:spMkLst>
          </pc:spChg>
        </pc:sldLayoutChg>
        <pc:sldLayoutChg chg="del">
          <pc:chgData name="Boe Marayag" userId="6244a8f90c46a2b9" providerId="LiveId" clId="{5CA51E39-B557-4E89-8A9F-0482669964D0}" dt="2023-11-22T08:12:34.485" v="1951" actId="2696"/>
          <pc:sldLayoutMkLst>
            <pc:docMk/>
            <pc:sldMasterMk cId="1974508044" sldId="2147483648"/>
            <pc:sldLayoutMk cId="351923658" sldId="2147483650"/>
          </pc:sldLayoutMkLst>
        </pc:sldLayoutChg>
        <pc:sldLayoutChg chg="del">
          <pc:chgData name="Boe Marayag" userId="6244a8f90c46a2b9" providerId="LiveId" clId="{5CA51E39-B557-4E89-8A9F-0482669964D0}" dt="2023-11-22T08:12:34.797" v="1952" actId="2696"/>
          <pc:sldLayoutMkLst>
            <pc:docMk/>
            <pc:sldMasterMk cId="1974508044" sldId="2147483648"/>
            <pc:sldLayoutMk cId="2118170703" sldId="2147483651"/>
          </pc:sldLayoutMkLst>
        </pc:sldLayoutChg>
        <pc:sldLayoutChg chg="del">
          <pc:chgData name="Boe Marayag" userId="6244a8f90c46a2b9" providerId="LiveId" clId="{5CA51E39-B557-4E89-8A9F-0482669964D0}" dt="2023-11-22T08:12:35.160" v="1953" actId="2696"/>
          <pc:sldLayoutMkLst>
            <pc:docMk/>
            <pc:sldMasterMk cId="1974508044" sldId="2147483648"/>
            <pc:sldLayoutMk cId="305318654" sldId="2147483652"/>
          </pc:sldLayoutMkLst>
        </pc:sldLayoutChg>
        <pc:sldLayoutChg chg="del">
          <pc:chgData name="Boe Marayag" userId="6244a8f90c46a2b9" providerId="LiveId" clId="{5CA51E39-B557-4E89-8A9F-0482669964D0}" dt="2023-11-22T08:12:35.580" v="1954" actId="2696"/>
          <pc:sldLayoutMkLst>
            <pc:docMk/>
            <pc:sldMasterMk cId="1974508044" sldId="2147483648"/>
            <pc:sldLayoutMk cId="795899030" sldId="2147483653"/>
          </pc:sldLayoutMkLst>
        </pc:sldLayoutChg>
        <pc:sldLayoutChg chg="del">
          <pc:chgData name="Boe Marayag" userId="6244a8f90c46a2b9" providerId="LiveId" clId="{5CA51E39-B557-4E89-8A9F-0482669964D0}" dt="2023-11-22T08:12:36.108" v="1955" actId="2696"/>
          <pc:sldLayoutMkLst>
            <pc:docMk/>
            <pc:sldMasterMk cId="1974508044" sldId="2147483648"/>
            <pc:sldLayoutMk cId="142987430" sldId="2147483654"/>
          </pc:sldLayoutMkLst>
        </pc:sldLayoutChg>
        <pc:sldLayoutChg chg="del">
          <pc:chgData name="Boe Marayag" userId="6244a8f90c46a2b9" providerId="LiveId" clId="{5CA51E39-B557-4E89-8A9F-0482669964D0}" dt="2023-11-22T08:12:27.795" v="1948" actId="2696"/>
          <pc:sldLayoutMkLst>
            <pc:docMk/>
            <pc:sldMasterMk cId="1974508044" sldId="2147483648"/>
            <pc:sldLayoutMk cId="1681249425" sldId="2147483655"/>
          </pc:sldLayoutMkLst>
        </pc:sldLayoutChg>
        <pc:sldLayoutChg chg="del">
          <pc:chgData name="Boe Marayag" userId="6244a8f90c46a2b9" providerId="LiveId" clId="{5CA51E39-B557-4E89-8A9F-0482669964D0}" dt="2023-11-22T08:12:26.714" v="1947" actId="2696"/>
          <pc:sldLayoutMkLst>
            <pc:docMk/>
            <pc:sldMasterMk cId="1974508044" sldId="2147483648"/>
            <pc:sldLayoutMk cId="1129081745" sldId="2147483656"/>
          </pc:sldLayoutMkLst>
        </pc:sldLayoutChg>
        <pc:sldLayoutChg chg="del">
          <pc:chgData name="Boe Marayag" userId="6244a8f90c46a2b9" providerId="LiveId" clId="{5CA51E39-B557-4E89-8A9F-0482669964D0}" dt="2023-11-22T08:12:26.097" v="1946" actId="2696"/>
          <pc:sldLayoutMkLst>
            <pc:docMk/>
            <pc:sldMasterMk cId="1974508044" sldId="2147483648"/>
            <pc:sldLayoutMk cId="3753814276" sldId="2147483657"/>
          </pc:sldLayoutMkLst>
        </pc:sldLayoutChg>
        <pc:sldLayoutChg chg="del">
          <pc:chgData name="Boe Marayag" userId="6244a8f90c46a2b9" providerId="LiveId" clId="{5CA51E39-B557-4E89-8A9F-0482669964D0}" dt="2023-11-22T08:12:25.326" v="1945" actId="2696"/>
          <pc:sldLayoutMkLst>
            <pc:docMk/>
            <pc:sldMasterMk cId="1974508044" sldId="2147483648"/>
            <pc:sldLayoutMk cId="3984158069" sldId="2147483658"/>
          </pc:sldLayoutMkLst>
        </pc:sldLayoutChg>
        <pc:sldLayoutChg chg="del">
          <pc:chgData name="Boe Marayag" userId="6244a8f90c46a2b9" providerId="LiveId" clId="{5CA51E39-B557-4E89-8A9F-0482669964D0}" dt="2023-11-22T08:12:24.602" v="1944" actId="2696"/>
          <pc:sldLayoutMkLst>
            <pc:docMk/>
            <pc:sldMasterMk cId="1974508044" sldId="2147483648"/>
            <pc:sldLayoutMk cId="535022334" sldId="2147483659"/>
          </pc:sldLayoutMkLst>
        </pc:sldLayoutChg>
        <pc:sldLayoutChg chg="addSp delSp modSp mod setBg">
          <pc:chgData name="Boe Marayag" userId="6244a8f90c46a2b9" providerId="LiveId" clId="{5CA51E39-B557-4E89-8A9F-0482669964D0}" dt="2023-11-22T07:54:14.421" v="1834"/>
          <pc:sldLayoutMkLst>
            <pc:docMk/>
            <pc:sldMasterMk cId="1974508044" sldId="2147483648"/>
            <pc:sldLayoutMk cId="2789970599" sldId="2147483660"/>
          </pc:sldLayoutMkLst>
          <pc:spChg chg="del">
            <ac:chgData name="Boe Marayag" userId="6244a8f90c46a2b9" providerId="LiveId" clId="{5CA51E39-B557-4E89-8A9F-0482669964D0}" dt="2023-11-22T07:54:11.595" v="1832" actId="478"/>
            <ac:spMkLst>
              <pc:docMk/>
              <pc:sldMasterMk cId="1974508044" sldId="2147483648"/>
              <pc:sldLayoutMk cId="2789970599" sldId="2147483660"/>
              <ac:spMk id="2" creationId="{00000000-0000-0000-0000-000000000000}"/>
            </ac:spMkLst>
          </pc:spChg>
          <pc:picChg chg="add mod">
            <ac:chgData name="Boe Marayag" userId="6244a8f90c46a2b9" providerId="LiveId" clId="{5CA51E39-B557-4E89-8A9F-0482669964D0}" dt="2023-11-22T07:54:14.421" v="1834"/>
            <ac:picMkLst>
              <pc:docMk/>
              <pc:sldMasterMk cId="1974508044" sldId="2147483648"/>
              <pc:sldLayoutMk cId="2789970599" sldId="2147483660"/>
              <ac:picMk id="6" creationId="{6A26A258-3D0F-812B-41A4-4952808A6398}"/>
            </ac:picMkLst>
          </pc:picChg>
        </pc:sldLayoutChg>
        <pc:sldLayoutChg chg="addSp delSp modSp mod">
          <pc:chgData name="Boe Marayag" userId="6244a8f90c46a2b9" providerId="LiveId" clId="{5CA51E39-B557-4E89-8A9F-0482669964D0}" dt="2023-11-21T22:21:27.822" v="1603" actId="207"/>
          <pc:sldLayoutMkLst>
            <pc:docMk/>
            <pc:sldMasterMk cId="1974508044" sldId="2147483648"/>
            <pc:sldLayoutMk cId="174154120" sldId="2147483661"/>
          </pc:sldLayoutMkLst>
          <pc:spChg chg="mod ord">
            <ac:chgData name="Boe Marayag" userId="6244a8f90c46a2b9" providerId="LiveId" clId="{5CA51E39-B557-4E89-8A9F-0482669964D0}" dt="2023-11-21T21:17:24.846" v="1074" actId="1076"/>
            <ac:spMkLst>
              <pc:docMk/>
              <pc:sldMasterMk cId="1974508044" sldId="2147483648"/>
              <pc:sldLayoutMk cId="174154120" sldId="2147483661"/>
              <ac:spMk id="2" creationId="{00000000-0000-0000-0000-000000000000}"/>
            </ac:spMkLst>
          </pc:spChg>
          <pc:spChg chg="mod ord">
            <ac:chgData name="Boe Marayag" userId="6244a8f90c46a2b9" providerId="LiveId" clId="{5CA51E39-B557-4E89-8A9F-0482669964D0}" dt="2023-11-21T21:17:24.846" v="1074" actId="1076"/>
            <ac:spMkLst>
              <pc:docMk/>
              <pc:sldMasterMk cId="1974508044" sldId="2147483648"/>
              <pc:sldLayoutMk cId="174154120" sldId="2147483661"/>
              <ac:spMk id="3" creationId="{00000000-0000-0000-0000-000000000000}"/>
            </ac:spMkLst>
          </pc:spChg>
          <pc:spChg chg="mod">
            <ac:chgData name="Boe Marayag" userId="6244a8f90c46a2b9" providerId="LiveId" clId="{5CA51E39-B557-4E89-8A9F-0482669964D0}" dt="2023-11-21T21:18:42.376" v="1086" actId="1076"/>
            <ac:spMkLst>
              <pc:docMk/>
              <pc:sldMasterMk cId="1974508044" sldId="2147483648"/>
              <pc:sldLayoutMk cId="174154120" sldId="2147483661"/>
              <ac:spMk id="9" creationId="{2E3097EF-C4B3-AEAB-F628-7D9DA2ED7276}"/>
            </ac:spMkLst>
          </pc:spChg>
          <pc:spChg chg="add del mod ord">
            <ac:chgData name="Boe Marayag" userId="6244a8f90c46a2b9" providerId="LiveId" clId="{5CA51E39-B557-4E89-8A9F-0482669964D0}" dt="2023-11-21T22:20:01.410" v="1584" actId="478"/>
            <ac:spMkLst>
              <pc:docMk/>
              <pc:sldMasterMk cId="1974508044" sldId="2147483648"/>
              <pc:sldLayoutMk cId="174154120" sldId="2147483661"/>
              <ac:spMk id="10" creationId="{F1066D9A-47A6-21B0-4FB4-F2C567C7E1AA}"/>
            </ac:spMkLst>
          </pc:spChg>
          <pc:spChg chg="add mod">
            <ac:chgData name="Boe Marayag" userId="6244a8f90c46a2b9" providerId="LiveId" clId="{5CA51E39-B557-4E89-8A9F-0482669964D0}" dt="2023-11-21T21:17:51.694" v="1080" actId="207"/>
            <ac:spMkLst>
              <pc:docMk/>
              <pc:sldMasterMk cId="1974508044" sldId="2147483648"/>
              <pc:sldLayoutMk cId="174154120" sldId="2147483661"/>
              <ac:spMk id="11" creationId="{EDF9828F-620C-9CDF-2AAC-C9EB3FAF8169}"/>
            </ac:spMkLst>
          </pc:spChg>
          <pc:spChg chg="add mod ord">
            <ac:chgData name="Boe Marayag" userId="6244a8f90c46a2b9" providerId="LiveId" clId="{5CA51E39-B557-4E89-8A9F-0482669964D0}" dt="2023-11-21T22:19:25.793" v="1575" actId="1038"/>
            <ac:spMkLst>
              <pc:docMk/>
              <pc:sldMasterMk cId="1974508044" sldId="2147483648"/>
              <pc:sldLayoutMk cId="174154120" sldId="2147483661"/>
              <ac:spMk id="12" creationId="{79D66DED-304B-C0B9-5A56-7D7C658204F1}"/>
            </ac:spMkLst>
          </pc:spChg>
          <pc:spChg chg="add del mod">
            <ac:chgData name="Boe Marayag" userId="6244a8f90c46a2b9" providerId="LiveId" clId="{5CA51E39-B557-4E89-8A9F-0482669964D0}" dt="2023-11-21T21:20:07.298" v="1100"/>
            <ac:spMkLst>
              <pc:docMk/>
              <pc:sldMasterMk cId="1974508044" sldId="2147483648"/>
              <pc:sldLayoutMk cId="174154120" sldId="2147483661"/>
              <ac:spMk id="13" creationId="{CCA6AC73-1072-8A47-ACEC-A1874D4BF0AD}"/>
            </ac:spMkLst>
          </pc:spChg>
          <pc:spChg chg="add del mod">
            <ac:chgData name="Boe Marayag" userId="6244a8f90c46a2b9" providerId="LiveId" clId="{5CA51E39-B557-4E89-8A9F-0482669964D0}" dt="2023-11-21T21:20:29.312" v="1118"/>
            <ac:spMkLst>
              <pc:docMk/>
              <pc:sldMasterMk cId="1974508044" sldId="2147483648"/>
              <pc:sldLayoutMk cId="174154120" sldId="2147483661"/>
              <ac:spMk id="14" creationId="{113DB751-685B-C760-1AEE-B365D86EEFD4}"/>
            </ac:spMkLst>
          </pc:spChg>
          <pc:spChg chg="add del mod">
            <ac:chgData name="Boe Marayag" userId="6244a8f90c46a2b9" providerId="LiveId" clId="{5CA51E39-B557-4E89-8A9F-0482669964D0}" dt="2023-11-21T21:20:07.298" v="1100"/>
            <ac:spMkLst>
              <pc:docMk/>
              <pc:sldMasterMk cId="1974508044" sldId="2147483648"/>
              <pc:sldLayoutMk cId="174154120" sldId="2147483661"/>
              <ac:spMk id="15" creationId="{D1F96DF0-60DB-7512-4684-EB126AC26570}"/>
            </ac:spMkLst>
          </pc:spChg>
          <pc:spChg chg="del mod">
            <ac:chgData name="Boe Marayag" userId="6244a8f90c46a2b9" providerId="LiveId" clId="{5CA51E39-B557-4E89-8A9F-0482669964D0}" dt="2023-11-21T21:20:26.494" v="1117"/>
            <ac:spMkLst>
              <pc:docMk/>
              <pc:sldMasterMk cId="1974508044" sldId="2147483648"/>
              <pc:sldLayoutMk cId="174154120" sldId="2147483661"/>
              <ac:spMk id="16" creationId="{45F3FC9F-25D4-0311-54CD-F0685D09444A}"/>
            </ac:spMkLst>
          </pc:spChg>
          <pc:spChg chg="add del mod">
            <ac:chgData name="Boe Marayag" userId="6244a8f90c46a2b9" providerId="LiveId" clId="{5CA51E39-B557-4E89-8A9F-0482669964D0}" dt="2023-11-21T21:20:26.494" v="1117"/>
            <ac:spMkLst>
              <pc:docMk/>
              <pc:sldMasterMk cId="1974508044" sldId="2147483648"/>
              <pc:sldLayoutMk cId="174154120" sldId="2147483661"/>
              <ac:spMk id="17" creationId="{2B35226C-8ECB-867C-F6C6-569DF0FCD3EB}"/>
            </ac:spMkLst>
          </pc:spChg>
          <pc:spChg chg="del mod">
            <ac:chgData name="Boe Marayag" userId="6244a8f90c46a2b9" providerId="LiveId" clId="{5CA51E39-B557-4E89-8A9F-0482669964D0}" dt="2023-11-21T21:20:29.312" v="1118"/>
            <ac:spMkLst>
              <pc:docMk/>
              <pc:sldMasterMk cId="1974508044" sldId="2147483648"/>
              <pc:sldLayoutMk cId="174154120" sldId="2147483661"/>
              <ac:spMk id="18" creationId="{2DE839D1-83F6-4B18-C217-3C69F8D4752A}"/>
            </ac:spMkLst>
          </pc:spChg>
          <pc:spChg chg="del mod">
            <ac:chgData name="Boe Marayag" userId="6244a8f90c46a2b9" providerId="LiveId" clId="{5CA51E39-B557-4E89-8A9F-0482669964D0}" dt="2023-11-21T21:20:46.221" v="1120"/>
            <ac:spMkLst>
              <pc:docMk/>
              <pc:sldMasterMk cId="1974508044" sldId="2147483648"/>
              <pc:sldLayoutMk cId="174154120" sldId="2147483661"/>
              <ac:spMk id="19" creationId="{5CF61E9A-DED7-ADFC-152A-09A7828CF881}"/>
            </ac:spMkLst>
          </pc:spChg>
          <pc:spChg chg="add del">
            <ac:chgData name="Boe Marayag" userId="6244a8f90c46a2b9" providerId="LiveId" clId="{5CA51E39-B557-4E89-8A9F-0482669964D0}" dt="2023-11-21T21:20:38.548" v="1119" actId="11529"/>
            <ac:spMkLst>
              <pc:docMk/>
              <pc:sldMasterMk cId="1974508044" sldId="2147483648"/>
              <pc:sldLayoutMk cId="174154120" sldId="2147483661"/>
              <ac:spMk id="20" creationId="{DD42CD00-1CCC-7B77-F491-0698EE8D3F72}"/>
            </ac:spMkLst>
          </pc:spChg>
          <pc:spChg chg="add del mod">
            <ac:chgData name="Boe Marayag" userId="6244a8f90c46a2b9" providerId="LiveId" clId="{5CA51E39-B557-4E89-8A9F-0482669964D0}" dt="2023-11-21T21:20:46.221" v="1120"/>
            <ac:spMkLst>
              <pc:docMk/>
              <pc:sldMasterMk cId="1974508044" sldId="2147483648"/>
              <pc:sldLayoutMk cId="174154120" sldId="2147483661"/>
              <ac:spMk id="21" creationId="{406CF136-0DA5-5D1A-1474-15D564CCFF8B}"/>
            </ac:spMkLst>
          </pc:spChg>
          <pc:spChg chg="del mod">
            <ac:chgData name="Boe Marayag" userId="6244a8f90c46a2b9" providerId="LiveId" clId="{5CA51E39-B557-4E89-8A9F-0482669964D0}" dt="2023-11-21T21:27:13.220" v="1191" actId="478"/>
            <ac:spMkLst>
              <pc:docMk/>
              <pc:sldMasterMk cId="1974508044" sldId="2147483648"/>
              <pc:sldLayoutMk cId="174154120" sldId="2147483661"/>
              <ac:spMk id="22" creationId="{2584DCB9-FAA8-8BE1-4720-4CF3F5EB3229}"/>
            </ac:spMkLst>
          </pc:spChg>
          <pc:spChg chg="del mod">
            <ac:chgData name="Boe Marayag" userId="6244a8f90c46a2b9" providerId="LiveId" clId="{5CA51E39-B557-4E89-8A9F-0482669964D0}" dt="2023-11-21T21:28:42.092" v="1201"/>
            <ac:spMkLst>
              <pc:docMk/>
              <pc:sldMasterMk cId="1974508044" sldId="2147483648"/>
              <pc:sldLayoutMk cId="174154120" sldId="2147483661"/>
              <ac:spMk id="25" creationId="{C5B469F8-759E-CEB1-2CBD-651698CE8388}"/>
            </ac:spMkLst>
          </pc:spChg>
          <pc:spChg chg="add del mod">
            <ac:chgData name="Boe Marayag" userId="6244a8f90c46a2b9" providerId="LiveId" clId="{5CA51E39-B557-4E89-8A9F-0482669964D0}" dt="2023-11-21T21:28:42.092" v="1201"/>
            <ac:spMkLst>
              <pc:docMk/>
              <pc:sldMasterMk cId="1974508044" sldId="2147483648"/>
              <pc:sldLayoutMk cId="174154120" sldId="2147483661"/>
              <ac:spMk id="26" creationId="{A286897A-3D1F-AB7A-6B3F-21678C492AC5}"/>
            </ac:spMkLst>
          </pc:spChg>
          <pc:spChg chg="del mod">
            <ac:chgData name="Boe Marayag" userId="6244a8f90c46a2b9" providerId="LiveId" clId="{5CA51E39-B557-4E89-8A9F-0482669964D0}" dt="2023-11-21T21:28:59.574" v="1204"/>
            <ac:spMkLst>
              <pc:docMk/>
              <pc:sldMasterMk cId="1974508044" sldId="2147483648"/>
              <pc:sldLayoutMk cId="174154120" sldId="2147483661"/>
              <ac:spMk id="27" creationId="{9AB7342F-1360-F78B-A419-A84901778C6A}"/>
            </ac:spMkLst>
          </pc:spChg>
          <pc:spChg chg="add del">
            <ac:chgData name="Boe Marayag" userId="6244a8f90c46a2b9" providerId="LiveId" clId="{5CA51E39-B557-4E89-8A9F-0482669964D0}" dt="2023-11-21T21:28:50.563" v="1202" actId="11529"/>
            <ac:spMkLst>
              <pc:docMk/>
              <pc:sldMasterMk cId="1974508044" sldId="2147483648"/>
              <pc:sldLayoutMk cId="174154120" sldId="2147483661"/>
              <ac:spMk id="28" creationId="{FAB0FA16-C709-CEFD-B8AC-4ED2E7BBBADC}"/>
            </ac:spMkLst>
          </pc:spChg>
          <pc:spChg chg="add del mod">
            <ac:chgData name="Boe Marayag" userId="6244a8f90c46a2b9" providerId="LiveId" clId="{5CA51E39-B557-4E89-8A9F-0482669964D0}" dt="2023-11-21T21:28:59.574" v="1204"/>
            <ac:spMkLst>
              <pc:docMk/>
              <pc:sldMasterMk cId="1974508044" sldId="2147483648"/>
              <pc:sldLayoutMk cId="174154120" sldId="2147483661"/>
              <ac:spMk id="29" creationId="{1CB98809-477A-7D67-FCB3-294AF3791DF4}"/>
            </ac:spMkLst>
          </pc:spChg>
          <pc:spChg chg="mod">
            <ac:chgData name="Boe Marayag" userId="6244a8f90c46a2b9" providerId="LiveId" clId="{5CA51E39-B557-4E89-8A9F-0482669964D0}" dt="2023-11-21T21:28:59.574" v="1204"/>
            <ac:spMkLst>
              <pc:docMk/>
              <pc:sldMasterMk cId="1974508044" sldId="2147483648"/>
              <pc:sldLayoutMk cId="174154120" sldId="2147483661"/>
              <ac:spMk id="30" creationId="{1F8C4A9C-3F7F-07B8-0B79-25101A345FBC}"/>
            </ac:spMkLst>
          </pc:spChg>
          <pc:spChg chg="add del mod ord">
            <ac:chgData name="Boe Marayag" userId="6244a8f90c46a2b9" providerId="LiveId" clId="{5CA51E39-B557-4E89-8A9F-0482669964D0}" dt="2023-11-21T22:20:29.482" v="1592"/>
            <ac:spMkLst>
              <pc:docMk/>
              <pc:sldMasterMk cId="1974508044" sldId="2147483648"/>
              <pc:sldLayoutMk cId="174154120" sldId="2147483661"/>
              <ac:spMk id="31" creationId="{81FB296A-86BE-E08A-A843-ED483431EEAB}"/>
            </ac:spMkLst>
          </pc:spChg>
          <pc:spChg chg="add del mod">
            <ac:chgData name="Boe Marayag" userId="6244a8f90c46a2b9" providerId="LiveId" clId="{5CA51E39-B557-4E89-8A9F-0482669964D0}" dt="2023-11-21T22:20:29.482" v="1592"/>
            <ac:spMkLst>
              <pc:docMk/>
              <pc:sldMasterMk cId="1974508044" sldId="2147483648"/>
              <pc:sldLayoutMk cId="174154120" sldId="2147483661"/>
              <ac:spMk id="32" creationId="{50945811-E300-6EF5-CFF8-23CBE7E6392D}"/>
            </ac:spMkLst>
          </pc:spChg>
          <pc:spChg chg="add del mod">
            <ac:chgData name="Boe Marayag" userId="6244a8f90c46a2b9" providerId="LiveId" clId="{5CA51E39-B557-4E89-8A9F-0482669964D0}" dt="2023-11-21T22:20:33.575" v="1593"/>
            <ac:spMkLst>
              <pc:docMk/>
              <pc:sldMasterMk cId="1974508044" sldId="2147483648"/>
              <pc:sldLayoutMk cId="174154120" sldId="2147483661"/>
              <ac:spMk id="33" creationId="{6647299A-25FD-2485-3D9C-8389133241AE}"/>
            </ac:spMkLst>
          </pc:spChg>
          <pc:spChg chg="del mod">
            <ac:chgData name="Boe Marayag" userId="6244a8f90c46a2b9" providerId="LiveId" clId="{5CA51E39-B557-4E89-8A9F-0482669964D0}" dt="2023-11-21T22:20:33.575" v="1593"/>
            <ac:spMkLst>
              <pc:docMk/>
              <pc:sldMasterMk cId="1974508044" sldId="2147483648"/>
              <pc:sldLayoutMk cId="174154120" sldId="2147483661"/>
              <ac:spMk id="34" creationId="{8FF4FB85-8524-A9E1-BEE8-526C4849CA92}"/>
            </ac:spMkLst>
          </pc:spChg>
          <pc:spChg chg="mod ord">
            <ac:chgData name="Boe Marayag" userId="6244a8f90c46a2b9" providerId="LiveId" clId="{5CA51E39-B557-4E89-8A9F-0482669964D0}" dt="2023-11-21T22:21:27.822" v="1603" actId="207"/>
            <ac:spMkLst>
              <pc:docMk/>
              <pc:sldMasterMk cId="1974508044" sldId="2147483648"/>
              <pc:sldLayoutMk cId="174154120" sldId="2147483661"/>
              <ac:spMk id="35" creationId="{4B6CC0A9-921C-3983-F40F-F3239C60E0CB}"/>
            </ac:spMkLst>
          </pc:spChg>
          <pc:spChg chg="add del mod ord">
            <ac:chgData name="Boe Marayag" userId="6244a8f90c46a2b9" providerId="LiveId" clId="{5CA51E39-B557-4E89-8A9F-0482669964D0}" dt="2023-11-21T22:21:05.051" v="1600" actId="478"/>
            <ac:spMkLst>
              <pc:docMk/>
              <pc:sldMasterMk cId="1974508044" sldId="2147483648"/>
              <pc:sldLayoutMk cId="174154120" sldId="2147483661"/>
              <ac:spMk id="36" creationId="{CF0DD6CE-F48B-BDE5-87DC-89D0698A8ADB}"/>
            </ac:spMkLst>
          </pc:spChg>
          <pc:picChg chg="add del mod">
            <ac:chgData name="Boe Marayag" userId="6244a8f90c46a2b9" providerId="LiveId" clId="{5CA51E39-B557-4E89-8A9F-0482669964D0}" dt="2023-11-21T21:15:02.806" v="938" actId="27803"/>
            <ac:picMkLst>
              <pc:docMk/>
              <pc:sldMasterMk cId="1974508044" sldId="2147483648"/>
              <pc:sldLayoutMk cId="174154120" sldId="2147483661"/>
              <ac:picMk id="8" creationId="{2E3097EF-C4B3-AEAB-F628-7D9DA2ED7276}"/>
            </ac:picMkLst>
          </pc:picChg>
          <pc:picChg chg="add del mod">
            <ac:chgData name="Boe Marayag" userId="6244a8f90c46a2b9" providerId="LiveId" clId="{5CA51E39-B557-4E89-8A9F-0482669964D0}" dt="2023-11-21T21:28:12.924" v="1194" actId="27803"/>
            <ac:picMkLst>
              <pc:docMk/>
              <pc:sldMasterMk cId="1974508044" sldId="2147483648"/>
              <pc:sldLayoutMk cId="174154120" sldId="2147483661"/>
              <ac:picMk id="24" creationId="{C5B469F8-759E-CEB1-2CBD-651698CE8388}"/>
            </ac:picMkLst>
          </pc:picChg>
        </pc:sldLayoutChg>
        <pc:sldLayoutChg chg="del">
          <pc:chgData name="Boe Marayag" userId="6244a8f90c46a2b9" providerId="LiveId" clId="{5CA51E39-B557-4E89-8A9F-0482669964D0}" dt="2023-11-22T08:12:28.419" v="1949" actId="2696"/>
          <pc:sldLayoutMkLst>
            <pc:docMk/>
            <pc:sldMasterMk cId="1974508044" sldId="2147483648"/>
            <pc:sldLayoutMk cId="512986063" sldId="2147483662"/>
          </pc:sldLayoutMkLst>
        </pc:sldLayoutChg>
        <pc:sldLayoutChg chg="del">
          <pc:chgData name="Boe Marayag" userId="6244a8f90c46a2b9" providerId="LiveId" clId="{5CA51E39-B557-4E89-8A9F-0482669964D0}" dt="2023-11-22T08:12:30.122" v="1950" actId="2696"/>
          <pc:sldLayoutMkLst>
            <pc:docMk/>
            <pc:sldMasterMk cId="1974508044" sldId="2147483648"/>
            <pc:sldLayoutMk cId="1003082466" sldId="2147483663"/>
          </pc:sldLayoutMkLst>
        </pc:sldLayoutChg>
        <pc:sldLayoutChg chg="modSp">
          <pc:chgData name="Boe Marayag" userId="6244a8f90c46a2b9" providerId="LiveId" clId="{5CA51E39-B557-4E89-8A9F-0482669964D0}" dt="2023-11-22T08:59:29.636" v="2483" actId="207"/>
          <pc:sldLayoutMkLst>
            <pc:docMk/>
            <pc:sldMasterMk cId="1974508044" sldId="2147483648"/>
            <pc:sldLayoutMk cId="1442238580" sldId="2147483664"/>
          </pc:sldLayoutMkLst>
          <pc:spChg chg="mod">
            <ac:chgData name="Boe Marayag" userId="6244a8f90c46a2b9" providerId="LiveId" clId="{5CA51E39-B557-4E89-8A9F-0482669964D0}" dt="2023-11-22T08:59:29.636" v="2483" actId="207"/>
            <ac:spMkLst>
              <pc:docMk/>
              <pc:sldMasterMk cId="1974508044" sldId="2147483648"/>
              <pc:sldLayoutMk cId="1442238580" sldId="2147483664"/>
              <ac:spMk id="2" creationId="{00000000-0000-0000-0000-000000000000}"/>
            </ac:spMkLst>
          </pc:spChg>
        </pc:sldLayoutChg>
        <pc:sldLayoutChg chg="addSp delSp modSp add mod modTransition">
          <pc:chgData name="Boe Marayag" userId="6244a8f90c46a2b9" providerId="LiveId" clId="{5CA51E39-B557-4E89-8A9F-0482669964D0}" dt="2023-11-22T08:59:37.840" v="2486" actId="207"/>
          <pc:sldLayoutMkLst>
            <pc:docMk/>
            <pc:sldMasterMk cId="1974508044" sldId="2147483648"/>
            <pc:sldLayoutMk cId="4117103001" sldId="2147483665"/>
          </pc:sldLayoutMkLst>
          <pc:spChg chg="mod">
            <ac:chgData name="Boe Marayag" userId="6244a8f90c46a2b9" providerId="LiveId" clId="{5CA51E39-B557-4E89-8A9F-0482669964D0}" dt="2023-11-22T08:59:37.840" v="2486" actId="207"/>
            <ac:spMkLst>
              <pc:docMk/>
              <pc:sldMasterMk cId="1974508044" sldId="2147483648"/>
              <pc:sldLayoutMk cId="4117103001" sldId="2147483665"/>
              <ac:spMk id="2" creationId="{00000000-0000-0000-0000-000000000000}"/>
            </ac:spMkLst>
          </pc:spChg>
          <pc:spChg chg="add del mod ord">
            <ac:chgData name="Boe Marayag" userId="6244a8f90c46a2b9" providerId="LiveId" clId="{5CA51E39-B557-4E89-8A9F-0482669964D0}" dt="2023-11-21T20:33:01.784" v="592" actId="478"/>
            <ac:spMkLst>
              <pc:docMk/>
              <pc:sldMasterMk cId="1974508044" sldId="2147483648"/>
              <pc:sldLayoutMk cId="4117103001" sldId="2147483665"/>
              <ac:spMk id="6" creationId="{D5B5BED3-DAD0-8A69-AD52-76F42D8AE3CD}"/>
            </ac:spMkLst>
          </pc:spChg>
          <pc:spChg chg="add del mod">
            <ac:chgData name="Boe Marayag" userId="6244a8f90c46a2b9" providerId="LiveId" clId="{5CA51E39-B557-4E89-8A9F-0482669964D0}" dt="2023-11-21T20:33:13.063" v="597" actId="478"/>
            <ac:spMkLst>
              <pc:docMk/>
              <pc:sldMasterMk cId="1974508044" sldId="2147483648"/>
              <pc:sldLayoutMk cId="4117103001" sldId="2147483665"/>
              <ac:spMk id="7" creationId="{E09DDF99-0729-3940-3636-9351FE33A790}"/>
            </ac:spMkLst>
          </pc:spChg>
          <pc:spChg chg="add del mod ord">
            <ac:chgData name="Boe Marayag" userId="6244a8f90c46a2b9" providerId="LiveId" clId="{5CA51E39-B557-4E89-8A9F-0482669964D0}" dt="2023-11-21T20:33:10.302" v="596" actId="478"/>
            <ac:spMkLst>
              <pc:docMk/>
              <pc:sldMasterMk cId="1974508044" sldId="2147483648"/>
              <pc:sldLayoutMk cId="4117103001" sldId="2147483665"/>
              <ac:spMk id="8" creationId="{DE2C62DD-4606-7E23-E94D-67DDA91B9961}"/>
            </ac:spMkLst>
          </pc:spChg>
          <pc:spChg chg="add del">
            <ac:chgData name="Boe Marayag" userId="6244a8f90c46a2b9" providerId="LiveId" clId="{5CA51E39-B557-4E89-8A9F-0482669964D0}" dt="2023-11-21T20:40:51.091" v="751" actId="11529"/>
            <ac:spMkLst>
              <pc:docMk/>
              <pc:sldMasterMk cId="1974508044" sldId="2147483648"/>
              <pc:sldLayoutMk cId="4117103001" sldId="2147483665"/>
              <ac:spMk id="12" creationId="{C4BC249E-1D5F-73C4-6DF7-4BF1EBB07D6F}"/>
            </ac:spMkLst>
          </pc:spChg>
          <pc:spChg chg="add del mod">
            <ac:chgData name="Boe Marayag" userId="6244a8f90c46a2b9" providerId="LiveId" clId="{5CA51E39-B557-4E89-8A9F-0482669964D0}" dt="2023-11-21T20:43:50.500" v="786"/>
            <ac:spMkLst>
              <pc:docMk/>
              <pc:sldMasterMk cId="1974508044" sldId="2147483648"/>
              <pc:sldLayoutMk cId="4117103001" sldId="2147483665"/>
              <ac:spMk id="13" creationId="{BFC51B31-F88D-021C-2084-6F2D6668DC63}"/>
            </ac:spMkLst>
          </pc:spChg>
          <pc:spChg chg="mod">
            <ac:chgData name="Boe Marayag" userId="6244a8f90c46a2b9" providerId="LiveId" clId="{5CA51E39-B557-4E89-8A9F-0482669964D0}" dt="2023-11-21T20:41:01.823" v="753"/>
            <ac:spMkLst>
              <pc:docMk/>
              <pc:sldMasterMk cId="1974508044" sldId="2147483648"/>
              <pc:sldLayoutMk cId="4117103001" sldId="2147483665"/>
              <ac:spMk id="14" creationId="{DC2A951C-3997-64CD-A714-67267F59A2AF}"/>
            </ac:spMkLst>
          </pc:spChg>
          <pc:spChg chg="mod">
            <ac:chgData name="Boe Marayag" userId="6244a8f90c46a2b9" providerId="LiveId" clId="{5CA51E39-B557-4E89-8A9F-0482669964D0}" dt="2023-11-21T20:41:21.125" v="758"/>
            <ac:spMkLst>
              <pc:docMk/>
              <pc:sldMasterMk cId="1974508044" sldId="2147483648"/>
              <pc:sldLayoutMk cId="4117103001" sldId="2147483665"/>
              <ac:spMk id="15" creationId="{C1678F31-5590-282F-0E3E-C079793F9507}"/>
            </ac:spMkLst>
          </pc:spChg>
          <pc:spChg chg="mod">
            <ac:chgData name="Boe Marayag" userId="6244a8f90c46a2b9" providerId="LiveId" clId="{5CA51E39-B557-4E89-8A9F-0482669964D0}" dt="2023-11-21T20:34:44.367" v="618" actId="1076"/>
            <ac:spMkLst>
              <pc:docMk/>
              <pc:sldMasterMk cId="1974508044" sldId="2147483648"/>
              <pc:sldLayoutMk cId="4117103001" sldId="2147483665"/>
              <ac:spMk id="17" creationId="{AD29DD13-E7CE-CD40-CC13-3D082FB689DB}"/>
            </ac:spMkLst>
          </pc:spChg>
          <pc:spChg chg="mod">
            <ac:chgData name="Boe Marayag" userId="6244a8f90c46a2b9" providerId="LiveId" clId="{5CA51E39-B557-4E89-8A9F-0482669964D0}" dt="2023-11-21T20:42:09.527" v="772"/>
            <ac:spMkLst>
              <pc:docMk/>
              <pc:sldMasterMk cId="1974508044" sldId="2147483648"/>
              <pc:sldLayoutMk cId="4117103001" sldId="2147483665"/>
              <ac:spMk id="18" creationId="{D1EEEA86-A394-8858-DC4C-AFF7174A8561}"/>
            </ac:spMkLst>
          </pc:spChg>
          <pc:spChg chg="mod">
            <ac:chgData name="Boe Marayag" userId="6244a8f90c46a2b9" providerId="LiveId" clId="{5CA51E39-B557-4E89-8A9F-0482669964D0}" dt="2023-11-21T20:42:51.574" v="774"/>
            <ac:spMkLst>
              <pc:docMk/>
              <pc:sldMasterMk cId="1974508044" sldId="2147483648"/>
              <pc:sldLayoutMk cId="4117103001" sldId="2147483665"/>
              <ac:spMk id="19" creationId="{23E447FA-4580-206A-E60C-5D963C90DB82}"/>
            </ac:spMkLst>
          </pc:spChg>
          <pc:spChg chg="del mod">
            <ac:chgData name="Boe Marayag" userId="6244a8f90c46a2b9" providerId="LiveId" clId="{5CA51E39-B557-4E89-8A9F-0482669964D0}" dt="2023-11-21T20:43:29.824" v="782"/>
            <ac:spMkLst>
              <pc:docMk/>
              <pc:sldMasterMk cId="1974508044" sldId="2147483648"/>
              <pc:sldLayoutMk cId="4117103001" sldId="2147483665"/>
              <ac:spMk id="20" creationId="{56628EC5-5E43-CC10-81BF-4569ED7B7D2C}"/>
            </ac:spMkLst>
          </pc:spChg>
          <pc:spChg chg="add del mod">
            <ac:chgData name="Boe Marayag" userId="6244a8f90c46a2b9" providerId="LiveId" clId="{5CA51E39-B557-4E89-8A9F-0482669964D0}" dt="2023-11-21T20:43:29.824" v="782"/>
            <ac:spMkLst>
              <pc:docMk/>
              <pc:sldMasterMk cId="1974508044" sldId="2147483648"/>
              <pc:sldLayoutMk cId="4117103001" sldId="2147483665"/>
              <ac:spMk id="21" creationId="{411D76BB-C344-2D2C-5BB3-E5B922591E6A}"/>
            </ac:spMkLst>
          </pc:spChg>
          <pc:spChg chg="del mod">
            <ac:chgData name="Boe Marayag" userId="6244a8f90c46a2b9" providerId="LiveId" clId="{5CA51E39-B557-4E89-8A9F-0482669964D0}" dt="2023-11-21T20:43:50.500" v="786"/>
            <ac:spMkLst>
              <pc:docMk/>
              <pc:sldMasterMk cId="1974508044" sldId="2147483648"/>
              <pc:sldLayoutMk cId="4117103001" sldId="2147483665"/>
              <ac:spMk id="22" creationId="{F2099541-D77F-68F3-3A33-88B55AB2B8BF}"/>
            </ac:spMkLst>
          </pc:spChg>
          <pc:spChg chg="mod">
            <ac:chgData name="Boe Marayag" userId="6244a8f90c46a2b9" providerId="LiveId" clId="{5CA51E39-B557-4E89-8A9F-0482669964D0}" dt="2023-11-21T21:03:17.914" v="842" actId="14861"/>
            <ac:spMkLst>
              <pc:docMk/>
              <pc:sldMasterMk cId="1974508044" sldId="2147483648"/>
              <pc:sldLayoutMk cId="4117103001" sldId="2147483665"/>
              <ac:spMk id="23" creationId="{88BC56BB-5031-E214-25E2-92A504345277}"/>
            </ac:spMkLst>
          </pc:spChg>
          <pc:picChg chg="add mod ord modVis modCrop">
            <ac:chgData name="Boe Marayag" userId="6244a8f90c46a2b9" providerId="LiveId" clId="{5CA51E39-B557-4E89-8A9F-0482669964D0}" dt="2023-11-21T20:41:41.905" v="762" actId="14429"/>
            <ac:picMkLst>
              <pc:docMk/>
              <pc:sldMasterMk cId="1974508044" sldId="2147483648"/>
              <pc:sldLayoutMk cId="4117103001" sldId="2147483665"/>
              <ac:picMk id="10" creationId="{12A66B8E-768B-2D6E-33BF-EFEB7D5BD656}"/>
            </ac:picMkLst>
          </pc:picChg>
          <pc:picChg chg="add del mod ord modVis">
            <ac:chgData name="Boe Marayag" userId="6244a8f90c46a2b9" providerId="LiveId" clId="{5CA51E39-B557-4E89-8A9F-0482669964D0}" dt="2023-11-21T20:42:57.793" v="776" actId="27803"/>
            <ac:picMkLst>
              <pc:docMk/>
              <pc:sldMasterMk cId="1974508044" sldId="2147483648"/>
              <pc:sldLayoutMk cId="4117103001" sldId="2147483665"/>
              <ac:picMk id="11" creationId="{56628EC5-5E43-CC10-81BF-4569ED7B7D2C}"/>
            </ac:picMkLst>
          </pc:picChg>
          <pc:picChg chg="mod">
            <ac:chgData name="Boe Marayag" userId="6244a8f90c46a2b9" providerId="LiveId" clId="{5CA51E39-B557-4E89-8A9F-0482669964D0}" dt="2023-11-21T20:41:51.674" v="766"/>
            <ac:picMkLst>
              <pc:docMk/>
              <pc:sldMasterMk cId="1974508044" sldId="2147483648"/>
              <pc:sldLayoutMk cId="4117103001" sldId="2147483665"/>
              <ac:picMk id="16" creationId="{A8243A80-660D-4FF2-2DFC-95AA88A091B5}"/>
            </ac:picMkLst>
          </pc:picChg>
        </pc:sldLayoutChg>
        <pc:sldLayoutChg chg="addSp delSp modSp add mod modTransition">
          <pc:chgData name="Boe Marayag" userId="6244a8f90c46a2b9" providerId="LiveId" clId="{5CA51E39-B557-4E89-8A9F-0482669964D0}" dt="2023-11-22T08:59:34.705" v="2485" actId="478"/>
          <pc:sldLayoutMkLst>
            <pc:docMk/>
            <pc:sldMasterMk cId="1974508044" sldId="2147483648"/>
            <pc:sldLayoutMk cId="19146733" sldId="2147483666"/>
          </pc:sldLayoutMkLst>
          <pc:spChg chg="mod">
            <ac:chgData name="Boe Marayag" userId="6244a8f90c46a2b9" providerId="LiveId" clId="{5CA51E39-B557-4E89-8A9F-0482669964D0}" dt="2023-11-22T08:59:33.087" v="2484" actId="207"/>
            <ac:spMkLst>
              <pc:docMk/>
              <pc:sldMasterMk cId="1974508044" sldId="2147483648"/>
              <pc:sldLayoutMk cId="19146733" sldId="2147483666"/>
              <ac:spMk id="2" creationId="{00000000-0000-0000-0000-000000000000}"/>
            </ac:spMkLst>
          </pc:spChg>
          <pc:spChg chg="add del">
            <ac:chgData name="Boe Marayag" userId="6244a8f90c46a2b9" providerId="LiveId" clId="{5CA51E39-B557-4E89-8A9F-0482669964D0}" dt="2023-11-22T08:02:44.826" v="1903" actId="11529"/>
            <ac:spMkLst>
              <pc:docMk/>
              <pc:sldMasterMk cId="1974508044" sldId="2147483648"/>
              <pc:sldLayoutMk cId="19146733" sldId="2147483666"/>
              <ac:spMk id="6" creationId="{AE6315B5-C0BA-030B-EDEE-FC617C61790C}"/>
            </ac:spMkLst>
          </pc:spChg>
          <pc:spChg chg="add del mod">
            <ac:chgData name="Boe Marayag" userId="6244a8f90c46a2b9" providerId="LiveId" clId="{5CA51E39-B557-4E89-8A9F-0482669964D0}" dt="2023-11-22T08:59:34.705" v="2485" actId="478"/>
            <ac:spMkLst>
              <pc:docMk/>
              <pc:sldMasterMk cId="1974508044" sldId="2147483648"/>
              <pc:sldLayoutMk cId="19146733" sldId="2147483666"/>
              <ac:spMk id="7" creationId="{595CFCC9-F27D-15D1-874D-8706CF4B05F7}"/>
            </ac:spMkLst>
          </pc:spChg>
          <pc:spChg chg="mod">
            <ac:chgData name="Boe Marayag" userId="6244a8f90c46a2b9" providerId="LiveId" clId="{5CA51E39-B557-4E89-8A9F-0482669964D0}" dt="2023-11-22T08:01:44.288" v="1882" actId="14100"/>
            <ac:spMkLst>
              <pc:docMk/>
              <pc:sldMasterMk cId="1974508044" sldId="2147483648"/>
              <pc:sldLayoutMk cId="19146733" sldId="2147483666"/>
              <ac:spMk id="17" creationId="{AD29DD13-E7CE-CD40-CC13-3D082FB689DB}"/>
            </ac:spMkLst>
          </pc:spChg>
        </pc:sldLayoutChg>
        <pc:sldLayoutChg chg="delSp modSp add mod modTransition">
          <pc:chgData name="Boe Marayag" userId="6244a8f90c46a2b9" providerId="LiveId" clId="{5CA51E39-B557-4E89-8A9F-0482669964D0}" dt="2023-11-22T08:59:41.030" v="2487" actId="207"/>
          <pc:sldLayoutMkLst>
            <pc:docMk/>
            <pc:sldMasterMk cId="1974508044" sldId="2147483648"/>
            <pc:sldLayoutMk cId="2232389008" sldId="2147483667"/>
          </pc:sldLayoutMkLst>
          <pc:spChg chg="mod">
            <ac:chgData name="Boe Marayag" userId="6244a8f90c46a2b9" providerId="LiveId" clId="{5CA51E39-B557-4E89-8A9F-0482669964D0}" dt="2023-11-22T08:59:41.030" v="2487" actId="207"/>
            <ac:spMkLst>
              <pc:docMk/>
              <pc:sldMasterMk cId="1974508044" sldId="2147483648"/>
              <pc:sldLayoutMk cId="2232389008" sldId="2147483667"/>
              <ac:spMk id="2" creationId="{00000000-0000-0000-0000-000000000000}"/>
            </ac:spMkLst>
          </pc:spChg>
          <pc:spChg chg="del">
            <ac:chgData name="Boe Marayag" userId="6244a8f90c46a2b9" providerId="LiveId" clId="{5CA51E39-B557-4E89-8A9F-0482669964D0}" dt="2023-11-22T08:13:00.053" v="1957" actId="478"/>
            <ac:spMkLst>
              <pc:docMk/>
              <pc:sldMasterMk cId="1974508044" sldId="2147483648"/>
              <pc:sldLayoutMk cId="2232389008" sldId="2147483667"/>
              <ac:spMk id="23" creationId="{88BC56BB-5031-E214-25E2-92A504345277}"/>
            </ac:spMkLst>
          </pc:spChg>
          <pc:picChg chg="del">
            <ac:chgData name="Boe Marayag" userId="6244a8f90c46a2b9" providerId="LiveId" clId="{5CA51E39-B557-4E89-8A9F-0482669964D0}" dt="2023-11-22T08:13:00.053" v="1957" actId="478"/>
            <ac:picMkLst>
              <pc:docMk/>
              <pc:sldMasterMk cId="1974508044" sldId="2147483648"/>
              <pc:sldLayoutMk cId="2232389008" sldId="2147483667"/>
              <ac:picMk id="10" creationId="{12A66B8E-768B-2D6E-33BF-EFEB7D5BD656}"/>
            </ac:picMkLst>
          </pc:picChg>
        </pc:sldLayoutChg>
        <pc:sldLayoutChg chg="addSp delSp modSp add mod modTransition">
          <pc:chgData name="Boe Marayag" userId="6244a8f90c46a2b9" providerId="LiveId" clId="{5CA51E39-B557-4E89-8A9F-0482669964D0}" dt="2023-11-22T08:59:44.509" v="2488" actId="207"/>
          <pc:sldLayoutMkLst>
            <pc:docMk/>
            <pc:sldMasterMk cId="1974508044" sldId="2147483648"/>
            <pc:sldLayoutMk cId="191709475" sldId="2147483668"/>
          </pc:sldLayoutMkLst>
          <pc:spChg chg="mod">
            <ac:chgData name="Boe Marayag" userId="6244a8f90c46a2b9" providerId="LiveId" clId="{5CA51E39-B557-4E89-8A9F-0482669964D0}" dt="2023-11-22T08:59:44.509" v="2488" actId="207"/>
            <ac:spMkLst>
              <pc:docMk/>
              <pc:sldMasterMk cId="1974508044" sldId="2147483648"/>
              <pc:sldLayoutMk cId="191709475" sldId="2147483668"/>
              <ac:spMk id="2" creationId="{00000000-0000-0000-0000-000000000000}"/>
            </ac:spMkLst>
          </pc:spChg>
          <pc:spChg chg="del mod">
            <ac:chgData name="Boe Marayag" userId="6244a8f90c46a2b9" providerId="LiveId" clId="{5CA51E39-B557-4E89-8A9F-0482669964D0}" dt="2023-11-22T08:15:03.391" v="1972"/>
            <ac:spMkLst>
              <pc:docMk/>
              <pc:sldMasterMk cId="1974508044" sldId="2147483648"/>
              <pc:sldLayoutMk cId="191709475" sldId="2147483668"/>
              <ac:spMk id="10" creationId="{BC1F8D5A-3152-C1F9-1CD5-55B2F092440C}"/>
            </ac:spMkLst>
          </pc:spChg>
          <pc:spChg chg="add del">
            <ac:chgData name="Boe Marayag" userId="6244a8f90c46a2b9" providerId="LiveId" clId="{5CA51E39-B557-4E89-8A9F-0482669964D0}" dt="2023-11-22T08:14:56.622" v="1970" actId="11529"/>
            <ac:spMkLst>
              <pc:docMk/>
              <pc:sldMasterMk cId="1974508044" sldId="2147483648"/>
              <pc:sldLayoutMk cId="191709475" sldId="2147483668"/>
              <ac:spMk id="11" creationId="{2C607A05-1306-E5B3-3752-55424CBE48F9}"/>
            </ac:spMkLst>
          </pc:spChg>
          <pc:spChg chg="add del mod">
            <ac:chgData name="Boe Marayag" userId="6244a8f90c46a2b9" providerId="LiveId" clId="{5CA51E39-B557-4E89-8A9F-0482669964D0}" dt="2023-11-22T08:15:03.391" v="1972"/>
            <ac:spMkLst>
              <pc:docMk/>
              <pc:sldMasterMk cId="1974508044" sldId="2147483648"/>
              <pc:sldLayoutMk cId="191709475" sldId="2147483668"/>
              <ac:spMk id="12" creationId="{7B001AA4-C4BA-7D8B-E6E5-2195AE1AFDE6}"/>
            </ac:spMkLst>
          </pc:spChg>
          <pc:spChg chg="mod">
            <ac:chgData name="Boe Marayag" userId="6244a8f90c46a2b9" providerId="LiveId" clId="{5CA51E39-B557-4E89-8A9F-0482669964D0}" dt="2023-11-22T08:15:10.833" v="1974" actId="1076"/>
            <ac:spMkLst>
              <pc:docMk/>
              <pc:sldMasterMk cId="1974508044" sldId="2147483648"/>
              <pc:sldLayoutMk cId="191709475" sldId="2147483668"/>
              <ac:spMk id="13" creationId="{C97A6E58-5175-4006-8892-5CB78043C0A7}"/>
            </ac:spMkLst>
          </pc:spChg>
          <pc:spChg chg="del">
            <ac:chgData name="Boe Marayag" userId="6244a8f90c46a2b9" providerId="LiveId" clId="{5CA51E39-B557-4E89-8A9F-0482669964D0}" dt="2023-11-22T08:14:12.500" v="1959" actId="478"/>
            <ac:spMkLst>
              <pc:docMk/>
              <pc:sldMasterMk cId="1974508044" sldId="2147483648"/>
              <pc:sldLayoutMk cId="191709475" sldId="2147483668"/>
              <ac:spMk id="17" creationId="{AD29DD13-E7CE-CD40-CC13-3D082FB689DB}"/>
            </ac:spMkLst>
          </pc:spChg>
          <pc:picChg chg="add del mod">
            <ac:chgData name="Boe Marayag" userId="6244a8f90c46a2b9" providerId="LiveId" clId="{5CA51E39-B557-4E89-8A9F-0482669964D0}" dt="2023-11-22T08:14:20.239" v="1962" actId="478"/>
            <ac:picMkLst>
              <pc:docMk/>
              <pc:sldMasterMk cId="1974508044" sldId="2147483648"/>
              <pc:sldLayoutMk cId="191709475" sldId="2147483668"/>
              <ac:picMk id="7" creationId="{666308FB-C481-839C-FD2E-C98B7A483126}"/>
            </ac:picMkLst>
          </pc:picChg>
          <pc:picChg chg="add del mod">
            <ac:chgData name="Boe Marayag" userId="6244a8f90c46a2b9" providerId="LiveId" clId="{5CA51E39-B557-4E89-8A9F-0482669964D0}" dt="2023-11-22T08:14:48.953" v="1969" actId="27803"/>
            <ac:picMkLst>
              <pc:docMk/>
              <pc:sldMasterMk cId="1974508044" sldId="2147483648"/>
              <pc:sldLayoutMk cId="191709475" sldId="2147483668"/>
              <ac:picMk id="9" creationId="{BC1F8D5A-3152-C1F9-1CD5-55B2F092440C}"/>
            </ac:picMkLst>
          </pc:picChg>
        </pc:sldLayoutChg>
        <pc:sldLayoutChg chg="addSp delSp modSp add mod modTransition">
          <pc:chgData name="Boe Marayag" userId="6244a8f90c46a2b9" providerId="LiveId" clId="{5CA51E39-B557-4E89-8A9F-0482669964D0}" dt="2023-11-22T08:46:32.791" v="2420" actId="1076"/>
          <pc:sldLayoutMkLst>
            <pc:docMk/>
            <pc:sldMasterMk cId="1974508044" sldId="2147483648"/>
            <pc:sldLayoutMk cId="1591423256" sldId="2147483669"/>
          </pc:sldLayoutMkLst>
          <pc:spChg chg="mod">
            <ac:chgData name="Boe Marayag" userId="6244a8f90c46a2b9" providerId="LiveId" clId="{5CA51E39-B557-4E89-8A9F-0482669964D0}" dt="2023-11-22T08:38:43.984" v="2182" actId="20577"/>
            <ac:spMkLst>
              <pc:docMk/>
              <pc:sldMasterMk cId="1974508044" sldId="2147483648"/>
              <pc:sldLayoutMk cId="1591423256" sldId="2147483669"/>
              <ac:spMk id="2" creationId="{00000000-0000-0000-0000-000000000000}"/>
            </ac:spMkLst>
          </pc:spChg>
          <pc:spChg chg="del mod">
            <ac:chgData name="Boe Marayag" userId="6244a8f90c46a2b9" providerId="LiveId" clId="{5CA51E39-B557-4E89-8A9F-0482669964D0}" dt="2023-11-22T08:37:56.384" v="2153"/>
            <ac:spMkLst>
              <pc:docMk/>
              <pc:sldMasterMk cId="1974508044" sldId="2147483648"/>
              <pc:sldLayoutMk cId="1591423256" sldId="2147483669"/>
              <ac:spMk id="8" creationId="{A02016B6-C85D-97F1-F31A-ABE4958C98FA}"/>
            </ac:spMkLst>
          </pc:spChg>
          <pc:spChg chg="add del mod">
            <ac:chgData name="Boe Marayag" userId="6244a8f90c46a2b9" providerId="LiveId" clId="{5CA51E39-B557-4E89-8A9F-0482669964D0}" dt="2023-11-22T08:37:56.384" v="2153"/>
            <ac:spMkLst>
              <pc:docMk/>
              <pc:sldMasterMk cId="1974508044" sldId="2147483648"/>
              <pc:sldLayoutMk cId="1591423256" sldId="2147483669"/>
              <ac:spMk id="9" creationId="{7BAB48EE-6901-425F-FB7E-6B7BBB09B2B6}"/>
            </ac:spMkLst>
          </pc:spChg>
          <pc:spChg chg="add del mod">
            <ac:chgData name="Boe Marayag" userId="6244a8f90c46a2b9" providerId="LiveId" clId="{5CA51E39-B557-4E89-8A9F-0482669964D0}" dt="2023-11-22T08:38:02.945" v="2154"/>
            <ac:spMkLst>
              <pc:docMk/>
              <pc:sldMasterMk cId="1974508044" sldId="2147483648"/>
              <pc:sldLayoutMk cId="1591423256" sldId="2147483669"/>
              <ac:spMk id="10" creationId="{80AFA4BD-1996-7085-3CC5-4332DDA80BBB}"/>
            </ac:spMkLst>
          </pc:spChg>
          <pc:spChg chg="del mod">
            <ac:chgData name="Boe Marayag" userId="6244a8f90c46a2b9" providerId="LiveId" clId="{5CA51E39-B557-4E89-8A9F-0482669964D0}" dt="2023-11-22T08:38:02.945" v="2154"/>
            <ac:spMkLst>
              <pc:docMk/>
              <pc:sldMasterMk cId="1974508044" sldId="2147483648"/>
              <pc:sldLayoutMk cId="1591423256" sldId="2147483669"/>
              <ac:spMk id="11" creationId="{E50AC274-169A-5C90-05C8-9620A426E720}"/>
            </ac:spMkLst>
          </pc:spChg>
          <pc:spChg chg="mod ord">
            <ac:chgData name="Boe Marayag" userId="6244a8f90c46a2b9" providerId="LiveId" clId="{5CA51E39-B557-4E89-8A9F-0482669964D0}" dt="2023-11-22T08:39:00.429" v="2183" actId="14100"/>
            <ac:spMkLst>
              <pc:docMk/>
              <pc:sldMasterMk cId="1974508044" sldId="2147483648"/>
              <pc:sldLayoutMk cId="1591423256" sldId="2147483669"/>
              <ac:spMk id="12" creationId="{6CBFEBAD-0AB0-CC5E-5966-0C4A3D705BA1}"/>
            </ac:spMkLst>
          </pc:spChg>
          <pc:spChg chg="del">
            <ac:chgData name="Boe Marayag" userId="6244a8f90c46a2b9" providerId="LiveId" clId="{5CA51E39-B557-4E89-8A9F-0482669964D0}" dt="2023-11-22T08:36:46.340" v="2141" actId="478"/>
            <ac:spMkLst>
              <pc:docMk/>
              <pc:sldMasterMk cId="1974508044" sldId="2147483648"/>
              <pc:sldLayoutMk cId="1591423256" sldId="2147483669"/>
              <ac:spMk id="13" creationId="{C97A6E58-5175-4006-8892-5CB78043C0A7}"/>
            </ac:spMkLst>
          </pc:spChg>
          <pc:spChg chg="add mod">
            <ac:chgData name="Boe Marayag" userId="6244a8f90c46a2b9" providerId="LiveId" clId="{5CA51E39-B557-4E89-8A9F-0482669964D0}" dt="2023-11-22T08:40:21.734" v="2330" actId="14100"/>
            <ac:spMkLst>
              <pc:docMk/>
              <pc:sldMasterMk cId="1974508044" sldId="2147483648"/>
              <pc:sldLayoutMk cId="1591423256" sldId="2147483669"/>
              <ac:spMk id="14" creationId="{2BCBFFD6-CBBB-B731-2E9B-6C4567082518}"/>
            </ac:spMkLst>
          </pc:spChg>
          <pc:spChg chg="add del">
            <ac:chgData name="Boe Marayag" userId="6244a8f90c46a2b9" providerId="LiveId" clId="{5CA51E39-B557-4E89-8A9F-0482669964D0}" dt="2023-11-22T08:43:18.418" v="2336" actId="11529"/>
            <ac:spMkLst>
              <pc:docMk/>
              <pc:sldMasterMk cId="1974508044" sldId="2147483648"/>
              <pc:sldLayoutMk cId="1591423256" sldId="2147483669"/>
              <ac:spMk id="15" creationId="{D03F5C52-7F6F-D5BC-DE0F-6E2FFA882C37}"/>
            </ac:spMkLst>
          </pc:spChg>
          <pc:spChg chg="add mod">
            <ac:chgData name="Boe Marayag" userId="6244a8f90c46a2b9" providerId="LiveId" clId="{5CA51E39-B557-4E89-8A9F-0482669964D0}" dt="2023-11-22T08:46:32.791" v="2420" actId="1076"/>
            <ac:spMkLst>
              <pc:docMk/>
              <pc:sldMasterMk cId="1974508044" sldId="2147483648"/>
              <pc:sldLayoutMk cId="1591423256" sldId="2147483669"/>
              <ac:spMk id="16" creationId="{8C53A01C-F5B0-44EF-FB55-418A483CF270}"/>
            </ac:spMkLst>
          </pc:spChg>
          <pc:spChg chg="add mod">
            <ac:chgData name="Boe Marayag" userId="6244a8f90c46a2b9" providerId="LiveId" clId="{5CA51E39-B557-4E89-8A9F-0482669964D0}" dt="2023-11-22T08:46:32.791" v="2420" actId="1076"/>
            <ac:spMkLst>
              <pc:docMk/>
              <pc:sldMasterMk cId="1974508044" sldId="2147483648"/>
              <pc:sldLayoutMk cId="1591423256" sldId="2147483669"/>
              <ac:spMk id="17" creationId="{26D856B2-6892-9F7A-31DA-50C3F6F87409}"/>
            </ac:spMkLst>
          </pc:spChg>
          <pc:spChg chg="add mod">
            <ac:chgData name="Boe Marayag" userId="6244a8f90c46a2b9" providerId="LiveId" clId="{5CA51E39-B557-4E89-8A9F-0482669964D0}" dt="2023-11-22T08:46:32.791" v="2420" actId="1076"/>
            <ac:spMkLst>
              <pc:docMk/>
              <pc:sldMasterMk cId="1974508044" sldId="2147483648"/>
              <pc:sldLayoutMk cId="1591423256" sldId="2147483669"/>
              <ac:spMk id="18" creationId="{3EBFA589-88E6-B0C9-7740-32EB6E494817}"/>
            </ac:spMkLst>
          </pc:spChg>
          <pc:spChg chg="add mod">
            <ac:chgData name="Boe Marayag" userId="6244a8f90c46a2b9" providerId="LiveId" clId="{5CA51E39-B557-4E89-8A9F-0482669964D0}" dt="2023-11-22T08:46:32.791" v="2420" actId="1076"/>
            <ac:spMkLst>
              <pc:docMk/>
              <pc:sldMasterMk cId="1974508044" sldId="2147483648"/>
              <pc:sldLayoutMk cId="1591423256" sldId="2147483669"/>
              <ac:spMk id="19" creationId="{6714C767-E91F-C0DB-57A4-3FC1C71A85D6}"/>
            </ac:spMkLst>
          </pc:spChg>
          <pc:picChg chg="add del mod">
            <ac:chgData name="Boe Marayag" userId="6244a8f90c46a2b9" providerId="LiveId" clId="{5CA51E39-B557-4E89-8A9F-0482669964D0}" dt="2023-11-22T08:37:32.530" v="2147" actId="27803"/>
            <ac:picMkLst>
              <pc:docMk/>
              <pc:sldMasterMk cId="1974508044" sldId="2147483648"/>
              <pc:sldLayoutMk cId="1591423256" sldId="2147483669"/>
              <ac:picMk id="7" creationId="{A02016B6-C85D-97F1-F31A-ABE4958C98FA}"/>
            </ac:picMkLst>
          </pc:picChg>
        </pc:sldLayoutChg>
      </pc:sldMasterChg>
    </pc:docChg>
  </pc:docChgLst>
  <pc:docChgLst>
    <pc:chgData name="Boe Marayag" userId="6244a8f90c46a2b9" providerId="LiveId" clId="{7BD8F5AA-AE2A-467D-8A7C-B0AEE6AA44C6}"/>
    <pc:docChg chg="undo custSel addSld modSld">
      <pc:chgData name="Boe Marayag" userId="6244a8f90c46a2b9" providerId="LiveId" clId="{7BD8F5AA-AE2A-467D-8A7C-B0AEE6AA44C6}" dt="2023-11-21T09:27:25.796" v="1178" actId="478"/>
      <pc:docMkLst>
        <pc:docMk/>
      </pc:docMkLst>
      <pc:sldChg chg="addSp delSp modSp add mod">
        <pc:chgData name="Boe Marayag" userId="6244a8f90c46a2b9" providerId="LiveId" clId="{7BD8F5AA-AE2A-467D-8A7C-B0AEE6AA44C6}" dt="2023-11-21T09:27:25.796" v="1178" actId="478"/>
        <pc:sldMkLst>
          <pc:docMk/>
          <pc:sldMk cId="3231206075" sldId="286"/>
        </pc:sldMkLst>
        <pc:spChg chg="mod">
          <ac:chgData name="Boe Marayag" userId="6244a8f90c46a2b9" providerId="LiveId" clId="{7BD8F5AA-AE2A-467D-8A7C-B0AEE6AA44C6}" dt="2023-11-21T09:10:24.597" v="159" actId="14100"/>
          <ac:spMkLst>
            <pc:docMk/>
            <pc:sldMk cId="3231206075" sldId="286"/>
            <ac:spMk id="2" creationId="{3ADCCE0E-ABA7-B0B6-CF77-1DAB49EBADB5}"/>
          </ac:spMkLst>
        </pc:spChg>
        <pc:spChg chg="add mod topLvl">
          <ac:chgData name="Boe Marayag" userId="6244a8f90c46a2b9" providerId="LiveId" clId="{7BD8F5AA-AE2A-467D-8A7C-B0AEE6AA44C6}" dt="2023-11-21T09:25:17.866" v="1154" actId="207"/>
          <ac:spMkLst>
            <pc:docMk/>
            <pc:sldMk cId="3231206075" sldId="286"/>
            <ac:spMk id="6" creationId="{254FF763-5D66-1191-F625-F371572B9B20}"/>
          </ac:spMkLst>
        </pc:spChg>
        <pc:spChg chg="add del mod">
          <ac:chgData name="Boe Marayag" userId="6244a8f90c46a2b9" providerId="LiveId" clId="{7BD8F5AA-AE2A-467D-8A7C-B0AEE6AA44C6}" dt="2023-11-21T08:59:59.150" v="23" actId="478"/>
          <ac:spMkLst>
            <pc:docMk/>
            <pc:sldMk cId="3231206075" sldId="286"/>
            <ac:spMk id="7" creationId="{C27C1ACA-B40F-773A-A1CB-2D5422D6846D}"/>
          </ac:spMkLst>
        </pc:spChg>
        <pc:spChg chg="add del mod">
          <ac:chgData name="Boe Marayag" userId="6244a8f90c46a2b9" providerId="LiveId" clId="{7BD8F5AA-AE2A-467D-8A7C-B0AEE6AA44C6}" dt="2023-11-21T08:59:59.150" v="23" actId="478"/>
          <ac:spMkLst>
            <pc:docMk/>
            <pc:sldMk cId="3231206075" sldId="286"/>
            <ac:spMk id="8" creationId="{136DDF35-A3F0-F525-49F3-8C844B0F8A4E}"/>
          </ac:spMkLst>
        </pc:spChg>
        <pc:spChg chg="add del">
          <ac:chgData name="Boe Marayag" userId="6244a8f90c46a2b9" providerId="LiveId" clId="{7BD8F5AA-AE2A-467D-8A7C-B0AEE6AA44C6}" dt="2023-11-21T09:00:23.297" v="29" actId="11529"/>
          <ac:spMkLst>
            <pc:docMk/>
            <pc:sldMk cId="3231206075" sldId="286"/>
            <ac:spMk id="9" creationId="{32AE020A-A261-DF0E-4FAC-38520B78F25E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10" creationId="{81736A43-9312-3EFA-22CF-6071D40C82AA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11" creationId="{65221A9B-1499-DAD5-3136-7B998D367C66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12" creationId="{6D22E0D3-0C49-BE07-32D6-4D0E9F438A27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13" creationId="{59867E42-36C0-D8CC-37EE-372F4C584763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14" creationId="{28E5A6DF-B319-7E28-09FE-3825752E86EF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15" creationId="{ED12743A-1A79-B3A0-7143-2D1D0237D609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16" creationId="{889D7767-BD8E-19DB-AEEA-68B09FF9E52F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17" creationId="{FC13D1A9-418B-41B6-3BC5-17C4C8F71A1C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18" creationId="{C02A0D5B-3CBD-54EB-DF55-C605D47B55E3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19" creationId="{093F1612-0355-33A0-1C92-EAE4B6E795B3}"/>
          </ac:spMkLst>
        </pc:spChg>
        <pc:spChg chg="add mod topLvl">
          <ac:chgData name="Boe Marayag" userId="6244a8f90c46a2b9" providerId="LiveId" clId="{7BD8F5AA-AE2A-467D-8A7C-B0AEE6AA44C6}" dt="2023-11-21T09:22:01.159" v="1119" actId="14861"/>
          <ac:spMkLst>
            <pc:docMk/>
            <pc:sldMk cId="3231206075" sldId="286"/>
            <ac:spMk id="20" creationId="{4D0DA29A-23D2-1585-68F1-08248235CCC4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21" creationId="{05A1336D-A68A-580D-D95B-25EDF8C5C104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22" creationId="{F6D78F97-306E-0643-A0BE-CB91877828F5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23" creationId="{F0C909E4-A5EE-2716-25ED-9E8573959CDA}"/>
          </ac:spMkLst>
        </pc:spChg>
        <pc:spChg chg="add del mod topLvl">
          <ac:chgData name="Boe Marayag" userId="6244a8f90c46a2b9" providerId="LiveId" clId="{7BD8F5AA-AE2A-467D-8A7C-B0AEE6AA44C6}" dt="2023-11-21T09:13:28.595" v="184" actId="478"/>
          <ac:spMkLst>
            <pc:docMk/>
            <pc:sldMk cId="3231206075" sldId="286"/>
            <ac:spMk id="24" creationId="{92A93CE6-4C74-6290-0E98-CAA09BC54EA8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25" creationId="{749C14F6-B8E0-2702-C3A5-59E40913A840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26" creationId="{7806A7F9-93E3-C262-6E1B-D0B5F5DED140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27" creationId="{7656AF02-A586-9E6B-F406-55AA1792C06D}"/>
          </ac:spMkLst>
        </pc:spChg>
        <pc:spChg chg="add del mod">
          <ac:chgData name="Boe Marayag" userId="6244a8f90c46a2b9" providerId="LiveId" clId="{7BD8F5AA-AE2A-467D-8A7C-B0AEE6AA44C6}" dt="2023-11-21T09:02:22.428" v="62" actId="478"/>
          <ac:spMkLst>
            <pc:docMk/>
            <pc:sldMk cId="3231206075" sldId="286"/>
            <ac:spMk id="28" creationId="{A3D1186D-E7A4-1229-0BB9-03D17FF829E3}"/>
          </ac:spMkLst>
        </pc:spChg>
        <pc:spChg chg="add del mod">
          <ac:chgData name="Boe Marayag" userId="6244a8f90c46a2b9" providerId="LiveId" clId="{7BD8F5AA-AE2A-467D-8A7C-B0AEE6AA44C6}" dt="2023-11-21T09:02:30.179" v="66" actId="478"/>
          <ac:spMkLst>
            <pc:docMk/>
            <pc:sldMk cId="3231206075" sldId="286"/>
            <ac:spMk id="30" creationId="{3491ABFD-EADE-7CCB-E6E1-A16523579183}"/>
          </ac:spMkLst>
        </pc:spChg>
        <pc:spChg chg="add del mod topLvl">
          <ac:chgData name="Boe Marayag" userId="6244a8f90c46a2b9" providerId="LiveId" clId="{7BD8F5AA-AE2A-467D-8A7C-B0AEE6AA44C6}" dt="2023-11-21T09:07:17.994" v="110" actId="478"/>
          <ac:spMkLst>
            <pc:docMk/>
            <pc:sldMk cId="3231206075" sldId="286"/>
            <ac:spMk id="32" creationId="{0104A611-0E82-5C61-7F52-0446213E404B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38" creationId="{33C2E557-4F69-470D-2FD3-00E5EA87A77E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41" creationId="{95693856-428D-366C-3629-64D1950F2CC8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42" creationId="{A3628C3C-F2EB-15B6-6D20-74AD5E0A25FD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43" creationId="{D84EC56F-C749-4456-8352-BB5C796B9752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44" creationId="{8654A9A5-97A6-3DEB-F8C5-C13BF30A0A74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45" creationId="{FF9D34CF-3F79-D8DA-FFDB-8A6500F9F4D5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46" creationId="{5877B5FA-754C-61CA-906C-445688443AFC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53" creationId="{B5ABD3CB-4D69-D492-F5CC-96EF295ADF1F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54" creationId="{6E2BCD95-B220-23EB-86F3-7F97ED62CDF1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55" creationId="{757FADD1-ADD0-6B7D-F4DC-66A4716B94B4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57" creationId="{77655D9A-47C3-2038-8FCD-0B392F04074C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58" creationId="{A11D1882-CE91-8D6C-9455-26943DE40181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59" creationId="{A9FDF1B6-E0FC-30CA-4A77-B7B43CA9EC0E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60" creationId="{4C9326B6-8068-10F1-B41D-F8A6E74F4211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67" creationId="{B89A5922-F9AF-3A1F-51F3-D45B798A5474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68" creationId="{6B165FEC-ABC6-84A7-C758-589B54E5F85C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69" creationId="{BB011E70-57C0-67E9-2F47-A40FAFD1DD29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73" creationId="{659774DE-17F8-8341-F826-92108D0419A0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74" creationId="{F5E98E20-6823-C956-DAB5-59A93ADADF89}"/>
          </ac:spMkLst>
        </pc:spChg>
        <pc:spChg chg="del">
          <ac:chgData name="Boe Marayag" userId="6244a8f90c46a2b9" providerId="LiveId" clId="{7BD8F5AA-AE2A-467D-8A7C-B0AEE6AA44C6}" dt="2023-11-21T08:53:15.558" v="1" actId="478"/>
          <ac:spMkLst>
            <pc:docMk/>
            <pc:sldMk cId="3231206075" sldId="286"/>
            <ac:spMk id="75" creationId="{D4CD89A5-C5F1-EF40-FE39-19949F260BAF}"/>
          </ac:spMkLst>
        </pc:spChg>
        <pc:spChg chg="add mod ord topLvl">
          <ac:chgData name="Boe Marayag" userId="6244a8f90c46a2b9" providerId="LiveId" clId="{7BD8F5AA-AE2A-467D-8A7C-B0AEE6AA44C6}" dt="2023-11-21T09:16:24.285" v="199" actId="165"/>
          <ac:spMkLst>
            <pc:docMk/>
            <pc:sldMk cId="3231206075" sldId="286"/>
            <ac:spMk id="78" creationId="{62F7564D-1544-2B29-69A5-560CC33E8130}"/>
          </ac:spMkLst>
        </pc:spChg>
        <pc:spChg chg="add mod">
          <ac:chgData name="Boe Marayag" userId="6244a8f90c46a2b9" providerId="LiveId" clId="{7BD8F5AA-AE2A-467D-8A7C-B0AEE6AA44C6}" dt="2023-11-21T09:11:23.145" v="163" actId="1076"/>
          <ac:spMkLst>
            <pc:docMk/>
            <pc:sldMk cId="3231206075" sldId="286"/>
            <ac:spMk id="81" creationId="{74E8C753-8A07-D7FE-0BB4-8862FF89F394}"/>
          </ac:spMkLst>
        </pc:spChg>
        <pc:spChg chg="add mod">
          <ac:chgData name="Boe Marayag" userId="6244a8f90c46a2b9" providerId="LiveId" clId="{7BD8F5AA-AE2A-467D-8A7C-B0AEE6AA44C6}" dt="2023-11-21T09:11:23.145" v="163" actId="1076"/>
          <ac:spMkLst>
            <pc:docMk/>
            <pc:sldMk cId="3231206075" sldId="286"/>
            <ac:spMk id="82" creationId="{744BB215-7F8C-B1C5-2529-4AAF11A49AA6}"/>
          </ac:spMkLst>
        </pc:spChg>
        <pc:spChg chg="add mod topLvl">
          <ac:chgData name="Boe Marayag" userId="6244a8f90c46a2b9" providerId="LiveId" clId="{7BD8F5AA-AE2A-467D-8A7C-B0AEE6AA44C6}" dt="2023-11-21T09:16:24.285" v="199" actId="165"/>
          <ac:spMkLst>
            <pc:docMk/>
            <pc:sldMk cId="3231206075" sldId="286"/>
            <ac:spMk id="84" creationId="{EE28EDCD-768C-2B54-FAE4-8DA4895F998D}"/>
          </ac:spMkLst>
        </pc:spChg>
        <pc:spChg chg="add mod topLvl">
          <ac:chgData name="Boe Marayag" userId="6244a8f90c46a2b9" providerId="LiveId" clId="{7BD8F5AA-AE2A-467D-8A7C-B0AEE6AA44C6}" dt="2023-11-21T09:18:49.238" v="386" actId="207"/>
          <ac:spMkLst>
            <pc:docMk/>
            <pc:sldMk cId="3231206075" sldId="286"/>
            <ac:spMk id="85" creationId="{64A09AE1-3BA9-07E8-187C-3A145C0F1561}"/>
          </ac:spMkLst>
        </pc:spChg>
        <pc:spChg chg="add del mod">
          <ac:chgData name="Boe Marayag" userId="6244a8f90c46a2b9" providerId="LiveId" clId="{7BD8F5AA-AE2A-467D-8A7C-B0AEE6AA44C6}" dt="2023-11-21T09:08:23.578" v="120" actId="478"/>
          <ac:spMkLst>
            <pc:docMk/>
            <pc:sldMk cId="3231206075" sldId="286"/>
            <ac:spMk id="91" creationId="{E7246E8A-96B2-1B57-338F-E6D361284B45}"/>
          </ac:spMkLst>
        </pc:spChg>
        <pc:spChg chg="add del mod">
          <ac:chgData name="Boe Marayag" userId="6244a8f90c46a2b9" providerId="LiveId" clId="{7BD8F5AA-AE2A-467D-8A7C-B0AEE6AA44C6}" dt="2023-11-21T09:09:23.366" v="129" actId="478"/>
          <ac:spMkLst>
            <pc:docMk/>
            <pc:sldMk cId="3231206075" sldId="286"/>
            <ac:spMk id="92" creationId="{BFCA25BA-8DD9-DB96-9BA2-C7BF1B2D4ADB}"/>
          </ac:spMkLst>
        </pc:spChg>
        <pc:spChg chg="add mod">
          <ac:chgData name="Boe Marayag" userId="6244a8f90c46a2b9" providerId="LiveId" clId="{7BD8F5AA-AE2A-467D-8A7C-B0AEE6AA44C6}" dt="2023-11-21T09:11:23.145" v="163" actId="1076"/>
          <ac:spMkLst>
            <pc:docMk/>
            <pc:sldMk cId="3231206075" sldId="286"/>
            <ac:spMk id="96" creationId="{00E79409-4999-0A33-4904-0275F812E55D}"/>
          </ac:spMkLst>
        </pc:spChg>
        <pc:spChg chg="add mod">
          <ac:chgData name="Boe Marayag" userId="6244a8f90c46a2b9" providerId="LiveId" clId="{7BD8F5AA-AE2A-467D-8A7C-B0AEE6AA44C6}" dt="2023-11-21T09:11:23.145" v="163" actId="1076"/>
          <ac:spMkLst>
            <pc:docMk/>
            <pc:sldMk cId="3231206075" sldId="286"/>
            <ac:spMk id="97" creationId="{86AA861A-6AF9-415A-1E9F-E1F003E61E54}"/>
          </ac:spMkLst>
        </pc:spChg>
        <pc:spChg chg="add del">
          <ac:chgData name="Boe Marayag" userId="6244a8f90c46a2b9" providerId="LiveId" clId="{7BD8F5AA-AE2A-467D-8A7C-B0AEE6AA44C6}" dt="2023-11-21T09:11:53.407" v="167" actId="478"/>
          <ac:spMkLst>
            <pc:docMk/>
            <pc:sldMk cId="3231206075" sldId="286"/>
            <ac:spMk id="98" creationId="{A99E8473-76A0-07E2-A5E1-6832F780B319}"/>
          </ac:spMkLst>
        </pc:spChg>
        <pc:spChg chg="add mod ord">
          <ac:chgData name="Boe Marayag" userId="6244a8f90c46a2b9" providerId="LiveId" clId="{7BD8F5AA-AE2A-467D-8A7C-B0AEE6AA44C6}" dt="2023-11-21T09:16:09.725" v="196" actId="108"/>
          <ac:spMkLst>
            <pc:docMk/>
            <pc:sldMk cId="3231206075" sldId="286"/>
            <ac:spMk id="100" creationId="{E92D903D-60E6-173A-313D-E47E51ED3F3E}"/>
          </ac:spMkLst>
        </pc:spChg>
        <pc:spChg chg="add mod">
          <ac:chgData name="Boe Marayag" userId="6244a8f90c46a2b9" providerId="LiveId" clId="{7BD8F5AA-AE2A-467D-8A7C-B0AEE6AA44C6}" dt="2023-11-21T09:22:21.327" v="1132" actId="1076"/>
          <ac:spMkLst>
            <pc:docMk/>
            <pc:sldMk cId="3231206075" sldId="286"/>
            <ac:spMk id="103" creationId="{19D3A8B2-15DC-B136-4E81-0570C7788284}"/>
          </ac:spMkLst>
        </pc:spChg>
        <pc:spChg chg="add del mod">
          <ac:chgData name="Boe Marayag" userId="6244a8f90c46a2b9" providerId="LiveId" clId="{7BD8F5AA-AE2A-467D-8A7C-B0AEE6AA44C6}" dt="2023-11-21T09:24:37.735" v="1148" actId="478"/>
          <ac:spMkLst>
            <pc:docMk/>
            <pc:sldMk cId="3231206075" sldId="286"/>
            <ac:spMk id="104" creationId="{ADF4E8FD-20F1-7E3C-E03E-CAEDE59438B0}"/>
          </ac:spMkLst>
        </pc:spChg>
        <pc:spChg chg="add del mod">
          <ac:chgData name="Boe Marayag" userId="6244a8f90c46a2b9" providerId="LiveId" clId="{7BD8F5AA-AE2A-467D-8A7C-B0AEE6AA44C6}" dt="2023-11-21T09:26:13.650" v="1167" actId="478"/>
          <ac:spMkLst>
            <pc:docMk/>
            <pc:sldMk cId="3231206075" sldId="286"/>
            <ac:spMk id="105" creationId="{8E0F3A8E-CC4E-9E1F-5EFF-48D5A4D61C3E}"/>
          </ac:spMkLst>
        </pc:spChg>
        <pc:spChg chg="add del mod">
          <ac:chgData name="Boe Marayag" userId="6244a8f90c46a2b9" providerId="LiveId" clId="{7BD8F5AA-AE2A-467D-8A7C-B0AEE6AA44C6}" dt="2023-11-21T09:24:35.519" v="1147" actId="478"/>
          <ac:spMkLst>
            <pc:docMk/>
            <pc:sldMk cId="3231206075" sldId="286"/>
            <ac:spMk id="106" creationId="{25B7D16E-DBE4-23F2-AA78-4A3F254CAC2F}"/>
          </ac:spMkLst>
        </pc:spChg>
        <pc:spChg chg="add mod">
          <ac:chgData name="Boe Marayag" userId="6244a8f90c46a2b9" providerId="LiveId" clId="{7BD8F5AA-AE2A-467D-8A7C-B0AEE6AA44C6}" dt="2023-11-21T09:25:58.383" v="1166" actId="1076"/>
          <ac:spMkLst>
            <pc:docMk/>
            <pc:sldMk cId="3231206075" sldId="286"/>
            <ac:spMk id="107" creationId="{39AF2852-5127-1BFB-A411-5B6AB9BB7F9F}"/>
          </ac:spMkLst>
        </pc:spChg>
        <pc:spChg chg="add del mod">
          <ac:chgData name="Boe Marayag" userId="6244a8f90c46a2b9" providerId="LiveId" clId="{7BD8F5AA-AE2A-467D-8A7C-B0AEE6AA44C6}" dt="2023-11-21T09:26:37.932" v="1170" actId="478"/>
          <ac:spMkLst>
            <pc:docMk/>
            <pc:sldMk cId="3231206075" sldId="286"/>
            <ac:spMk id="108" creationId="{665E5ACE-9683-9F56-3E19-62DD2FF746F9}"/>
          </ac:spMkLst>
        </pc:spChg>
        <pc:spChg chg="add del mod">
          <ac:chgData name="Boe Marayag" userId="6244a8f90c46a2b9" providerId="LiveId" clId="{7BD8F5AA-AE2A-467D-8A7C-B0AEE6AA44C6}" dt="2023-11-21T09:26:37.932" v="1170" actId="478"/>
          <ac:spMkLst>
            <pc:docMk/>
            <pc:sldMk cId="3231206075" sldId="286"/>
            <ac:spMk id="109" creationId="{CD2A6262-C231-410F-5512-E0A472CD1F3C}"/>
          </ac:spMkLst>
        </pc:spChg>
        <pc:spChg chg="add del mod">
          <ac:chgData name="Boe Marayag" userId="6244a8f90c46a2b9" providerId="LiveId" clId="{7BD8F5AA-AE2A-467D-8A7C-B0AEE6AA44C6}" dt="2023-11-21T09:26:37.932" v="1170" actId="478"/>
          <ac:spMkLst>
            <pc:docMk/>
            <pc:sldMk cId="3231206075" sldId="286"/>
            <ac:spMk id="110" creationId="{BF73C492-CE76-478F-68D3-C0BD22BD97F4}"/>
          </ac:spMkLst>
        </pc:spChg>
        <pc:spChg chg="add del mod">
          <ac:chgData name="Boe Marayag" userId="6244a8f90c46a2b9" providerId="LiveId" clId="{7BD8F5AA-AE2A-467D-8A7C-B0AEE6AA44C6}" dt="2023-11-21T09:26:37.932" v="1170" actId="478"/>
          <ac:spMkLst>
            <pc:docMk/>
            <pc:sldMk cId="3231206075" sldId="286"/>
            <ac:spMk id="111" creationId="{1B142BF4-E7CD-7879-A4BA-09924A972E09}"/>
          </ac:spMkLst>
        </pc:spChg>
        <pc:spChg chg="add del mod">
          <ac:chgData name="Boe Marayag" userId="6244a8f90c46a2b9" providerId="LiveId" clId="{7BD8F5AA-AE2A-467D-8A7C-B0AEE6AA44C6}" dt="2023-11-21T09:26:37.932" v="1170" actId="478"/>
          <ac:spMkLst>
            <pc:docMk/>
            <pc:sldMk cId="3231206075" sldId="286"/>
            <ac:spMk id="113" creationId="{1E7CA443-19FD-6D65-C3A3-10682A0C3D25}"/>
          </ac:spMkLst>
        </pc:spChg>
        <pc:spChg chg="add del mod">
          <ac:chgData name="Boe Marayag" userId="6244a8f90c46a2b9" providerId="LiveId" clId="{7BD8F5AA-AE2A-467D-8A7C-B0AEE6AA44C6}" dt="2023-11-21T09:27:25.796" v="1178" actId="478"/>
          <ac:spMkLst>
            <pc:docMk/>
            <pc:sldMk cId="3231206075" sldId="286"/>
            <ac:spMk id="114" creationId="{F57B0110-B918-12CE-6E28-EAA4EF2AA8E9}"/>
          </ac:spMkLst>
        </pc:spChg>
        <pc:grpChg chg="add del mod">
          <ac:chgData name="Boe Marayag" userId="6244a8f90c46a2b9" providerId="LiveId" clId="{7BD8F5AA-AE2A-467D-8A7C-B0AEE6AA44C6}" dt="2023-11-21T09:13:26.527" v="183" actId="165"/>
          <ac:grpSpMkLst>
            <pc:docMk/>
            <pc:sldMk cId="3231206075" sldId="286"/>
            <ac:grpSpMk id="33" creationId="{40745009-737D-8913-150B-1278FE6A8EB6}"/>
          </ac:grpSpMkLst>
        </pc:grpChg>
        <pc:grpChg chg="add del mod">
          <ac:chgData name="Boe Marayag" userId="6244a8f90c46a2b9" providerId="LiveId" clId="{7BD8F5AA-AE2A-467D-8A7C-B0AEE6AA44C6}" dt="2023-11-21T09:04:45.053" v="87" actId="165"/>
          <ac:grpSpMkLst>
            <pc:docMk/>
            <pc:sldMk cId="3231206075" sldId="286"/>
            <ac:grpSpMk id="34" creationId="{A3C4B6F9-3375-DCA7-47BD-7E9AFED4F228}"/>
          </ac:grpSpMkLst>
        </pc:grpChg>
        <pc:grpChg chg="del">
          <ac:chgData name="Boe Marayag" userId="6244a8f90c46a2b9" providerId="LiveId" clId="{7BD8F5AA-AE2A-467D-8A7C-B0AEE6AA44C6}" dt="2023-11-21T08:53:15.558" v="1" actId="478"/>
          <ac:grpSpMkLst>
            <pc:docMk/>
            <pc:sldMk cId="3231206075" sldId="286"/>
            <ac:grpSpMk id="37" creationId="{90E2185A-CA0E-9E83-A195-FE8F67EBDC46}"/>
          </ac:grpSpMkLst>
        </pc:grpChg>
        <pc:grpChg chg="del">
          <ac:chgData name="Boe Marayag" userId="6244a8f90c46a2b9" providerId="LiveId" clId="{7BD8F5AA-AE2A-467D-8A7C-B0AEE6AA44C6}" dt="2023-11-21T08:53:15.558" v="1" actId="478"/>
          <ac:grpSpMkLst>
            <pc:docMk/>
            <pc:sldMk cId="3231206075" sldId="286"/>
            <ac:grpSpMk id="48" creationId="{DAF4FA2C-177D-C03A-0474-64DC8754CBAE}"/>
          </ac:grpSpMkLst>
        </pc:grpChg>
        <pc:grpChg chg="del">
          <ac:chgData name="Boe Marayag" userId="6244a8f90c46a2b9" providerId="LiveId" clId="{7BD8F5AA-AE2A-467D-8A7C-B0AEE6AA44C6}" dt="2023-11-21T08:53:15.558" v="1" actId="478"/>
          <ac:grpSpMkLst>
            <pc:docMk/>
            <pc:sldMk cId="3231206075" sldId="286"/>
            <ac:grpSpMk id="62" creationId="{AB3036EC-5EDC-4A69-33B1-79DD1DF53705}"/>
          </ac:grpSpMkLst>
        </pc:grpChg>
        <pc:grpChg chg="add del mod">
          <ac:chgData name="Boe Marayag" userId="6244a8f90c46a2b9" providerId="LiveId" clId="{7BD8F5AA-AE2A-467D-8A7C-B0AEE6AA44C6}" dt="2023-11-21T09:16:24.285" v="199" actId="165"/>
          <ac:grpSpMkLst>
            <pc:docMk/>
            <pc:sldMk cId="3231206075" sldId="286"/>
            <ac:grpSpMk id="95" creationId="{480DAA8A-D091-1249-EC27-0BC88573C2BC}"/>
          </ac:grpSpMkLst>
        </pc:grpChg>
        <pc:cxnChg chg="del">
          <ac:chgData name="Boe Marayag" userId="6244a8f90c46a2b9" providerId="LiveId" clId="{7BD8F5AA-AE2A-467D-8A7C-B0AEE6AA44C6}" dt="2023-11-21T08:53:15.558" v="1" actId="478"/>
          <ac:cxnSpMkLst>
            <pc:docMk/>
            <pc:sldMk cId="3231206075" sldId="286"/>
            <ac:cxnSpMk id="29" creationId="{A480008D-41DA-B118-3DF9-60A162A9EF26}"/>
          </ac:cxnSpMkLst>
        </pc:cxnChg>
        <pc:cxnChg chg="del">
          <ac:chgData name="Boe Marayag" userId="6244a8f90c46a2b9" providerId="LiveId" clId="{7BD8F5AA-AE2A-467D-8A7C-B0AEE6AA44C6}" dt="2023-11-21T08:53:15.558" v="1" actId="478"/>
          <ac:cxnSpMkLst>
            <pc:docMk/>
            <pc:sldMk cId="3231206075" sldId="286"/>
            <ac:cxnSpMk id="47" creationId="{3ABEB1CD-76FE-1C38-9D75-C5F5EAAE025D}"/>
          </ac:cxnSpMkLst>
        </pc:cxnChg>
        <pc:cxnChg chg="del">
          <ac:chgData name="Boe Marayag" userId="6244a8f90c46a2b9" providerId="LiveId" clId="{7BD8F5AA-AE2A-467D-8A7C-B0AEE6AA44C6}" dt="2023-11-21T08:53:15.558" v="1" actId="478"/>
          <ac:cxnSpMkLst>
            <pc:docMk/>
            <pc:sldMk cId="3231206075" sldId="286"/>
            <ac:cxnSpMk id="61" creationId="{AE1B743B-78D0-79A3-F5F0-552920EF5816}"/>
          </ac:cxnSpMkLst>
        </pc:cxnChg>
        <pc:cxnChg chg="add mod topLvl">
          <ac:chgData name="Boe Marayag" userId="6244a8f90c46a2b9" providerId="LiveId" clId="{7BD8F5AA-AE2A-467D-8A7C-B0AEE6AA44C6}" dt="2023-11-21T09:16:29.489" v="200" actId="14100"/>
          <ac:cxnSpMkLst>
            <pc:docMk/>
            <pc:sldMk cId="3231206075" sldId="286"/>
            <ac:cxnSpMk id="66" creationId="{C94679C0-68E4-3E23-8622-A163D31F01F2}"/>
          </ac:cxnSpMkLst>
        </pc:cxnChg>
        <pc:cxnChg chg="del">
          <ac:chgData name="Boe Marayag" userId="6244a8f90c46a2b9" providerId="LiveId" clId="{7BD8F5AA-AE2A-467D-8A7C-B0AEE6AA44C6}" dt="2023-11-21T08:53:15.558" v="1" actId="478"/>
          <ac:cxnSpMkLst>
            <pc:docMk/>
            <pc:sldMk cId="3231206075" sldId="286"/>
            <ac:cxnSpMk id="70" creationId="{B96C2539-C61D-4615-E1DB-4EBCEFC36699}"/>
          </ac:cxnSpMkLst>
        </pc:cxnChg>
        <pc:cxnChg chg="del">
          <ac:chgData name="Boe Marayag" userId="6244a8f90c46a2b9" providerId="LiveId" clId="{7BD8F5AA-AE2A-467D-8A7C-B0AEE6AA44C6}" dt="2023-11-21T08:53:15.558" v="1" actId="478"/>
          <ac:cxnSpMkLst>
            <pc:docMk/>
            <pc:sldMk cId="3231206075" sldId="286"/>
            <ac:cxnSpMk id="72" creationId="{B0DEC789-4687-140F-9D0B-056BB4C0BE92}"/>
          </ac:cxnSpMkLst>
        </pc:cxnChg>
        <pc:cxnChg chg="add mod topLvl">
          <ac:chgData name="Boe Marayag" userId="6244a8f90c46a2b9" providerId="LiveId" clId="{7BD8F5AA-AE2A-467D-8A7C-B0AEE6AA44C6}" dt="2023-11-21T09:16:34.563" v="201" actId="14100"/>
          <ac:cxnSpMkLst>
            <pc:docMk/>
            <pc:sldMk cId="3231206075" sldId="286"/>
            <ac:cxnSpMk id="86" creationId="{4621B2E7-BDBE-3DD2-AE74-3BE2A25A1AB6}"/>
          </ac:cxnSpMkLst>
        </pc:cxnChg>
        <pc:cxnChg chg="add del mod">
          <ac:chgData name="Boe Marayag" userId="6244a8f90c46a2b9" providerId="LiveId" clId="{7BD8F5AA-AE2A-467D-8A7C-B0AEE6AA44C6}" dt="2023-11-21T09:26:37.932" v="1170" actId="478"/>
          <ac:cxnSpMkLst>
            <pc:docMk/>
            <pc:sldMk cId="3231206075" sldId="286"/>
            <ac:cxnSpMk id="112" creationId="{5F89B774-E93C-98D2-40CD-20E4DE25D07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https://pixabay.com/illustrations/ai-generated-women-team-business-7940899/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91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https://pixabay.com/photos/woman-snowing-portrait-1284411/</a:t>
            </a:r>
          </a:p>
          <a:p>
            <a:r>
              <a:rPr lang="en-US" dirty="0"/>
              <a:t>https://pixabay.com/photos/man-model-portrait-hairstyle-1283231/</a:t>
            </a:r>
          </a:p>
          <a:p>
            <a:r>
              <a:rPr lang="en-US" dirty="0"/>
              <a:t>https://pixabay.com/photos/portrait-people-adult-man-face-3353699/</a:t>
            </a:r>
          </a:p>
          <a:p>
            <a:r>
              <a:rPr lang="en-US" dirty="0"/>
              <a:t>https://pixabay.com/photos/woman-portrait-model-fashion-2593366/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648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https://pixabay.com/photos/people-hand-company-paper-3131802/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75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https://pixabay.com/photos/medicine-cooperation-hand-3298451/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049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4B6CC0A9-921C-3983-F40F-F3239C60E0CB}"/>
              </a:ext>
            </a:extLst>
          </p:cNvPr>
          <p:cNvSpPr/>
          <p:nvPr userDrawn="1"/>
        </p:nvSpPr>
        <p:spPr>
          <a:xfrm>
            <a:off x="0" y="1"/>
            <a:ext cx="1618422" cy="1496933"/>
          </a:xfrm>
          <a:custGeom>
            <a:avLst/>
            <a:gdLst>
              <a:gd name="connsiteX0" fmla="*/ 0 w 1618422"/>
              <a:gd name="connsiteY0" fmla="*/ 0 h 1496933"/>
              <a:gd name="connsiteX1" fmla="*/ 1492384 w 1618422"/>
              <a:gd name="connsiteY1" fmla="*/ 0 h 1496933"/>
              <a:gd name="connsiteX2" fmla="*/ 1496644 w 1618422"/>
              <a:gd name="connsiteY2" fmla="*/ 7012 h 1496933"/>
              <a:gd name="connsiteX3" fmla="*/ 1618422 w 1618422"/>
              <a:gd name="connsiteY3" fmla="*/ 487952 h 1496933"/>
              <a:gd name="connsiteX4" fmla="*/ 609441 w 1618422"/>
              <a:gd name="connsiteY4" fmla="*/ 1496933 h 1496933"/>
              <a:gd name="connsiteX5" fmla="*/ 45310 w 1618422"/>
              <a:gd name="connsiteY5" fmla="*/ 1324615 h 1496933"/>
              <a:gd name="connsiteX6" fmla="*/ 0 w 1618422"/>
              <a:gd name="connsiteY6" fmla="*/ 1287231 h 1496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8422" h="1496933">
                <a:moveTo>
                  <a:pt x="0" y="0"/>
                </a:moveTo>
                <a:lnTo>
                  <a:pt x="1492384" y="0"/>
                </a:lnTo>
                <a:lnTo>
                  <a:pt x="1496644" y="7012"/>
                </a:lnTo>
                <a:cubicBezTo>
                  <a:pt x="1574307" y="149978"/>
                  <a:pt x="1618422" y="313813"/>
                  <a:pt x="1618422" y="487952"/>
                </a:cubicBezTo>
                <a:cubicBezTo>
                  <a:pt x="1618422" y="1045197"/>
                  <a:pt x="1166686" y="1496933"/>
                  <a:pt x="609441" y="1496933"/>
                </a:cubicBezTo>
                <a:cubicBezTo>
                  <a:pt x="400474" y="1496933"/>
                  <a:pt x="206344" y="1433408"/>
                  <a:pt x="45310" y="1324615"/>
                </a:cubicBezTo>
                <a:lnTo>
                  <a:pt x="0" y="128723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2E3097EF-C4B3-AEAB-F628-7D9DA2ED7276}"/>
              </a:ext>
            </a:extLst>
          </p:cNvPr>
          <p:cNvSpPr/>
          <p:nvPr/>
        </p:nvSpPr>
        <p:spPr>
          <a:xfrm>
            <a:off x="581312" y="554441"/>
            <a:ext cx="6325920" cy="5749117"/>
          </a:xfrm>
          <a:custGeom>
            <a:avLst/>
            <a:gdLst>
              <a:gd name="connsiteX0" fmla="*/ 0 w 6325920"/>
              <a:gd name="connsiteY0" fmla="*/ 446941 h 5749117"/>
              <a:gd name="connsiteX1" fmla="*/ 0 w 6325920"/>
              <a:gd name="connsiteY1" fmla="*/ 5302033 h 5749117"/>
              <a:gd name="connsiteX2" fmla="*/ 447085 w 6325920"/>
              <a:gd name="connsiteY2" fmla="*/ 5749118 h 5749117"/>
              <a:gd name="connsiteX3" fmla="*/ 3828902 w 6325920"/>
              <a:gd name="connsiteY3" fmla="*/ 5749118 h 5749117"/>
              <a:gd name="connsiteX4" fmla="*/ 4105484 w 6325920"/>
              <a:gd name="connsiteY4" fmla="*/ 5653273 h 5749117"/>
              <a:gd name="connsiteX5" fmla="*/ 6155415 w 6325920"/>
              <a:gd name="connsiteY5" fmla="*/ 4039185 h 5749117"/>
              <a:gd name="connsiteX6" fmla="*/ 6325918 w 6325920"/>
              <a:gd name="connsiteY6" fmla="*/ 3686648 h 5749117"/>
              <a:gd name="connsiteX7" fmla="*/ 6316550 w 6325920"/>
              <a:gd name="connsiteY7" fmla="*/ 445788 h 5749117"/>
              <a:gd name="connsiteX8" fmla="*/ 5869465 w 6325920"/>
              <a:gd name="connsiteY8" fmla="*/ 0 h 5749117"/>
              <a:gd name="connsiteX9" fmla="*/ 447085 w 6325920"/>
              <a:gd name="connsiteY9" fmla="*/ 0 h 5749117"/>
              <a:gd name="connsiteX10" fmla="*/ 0 w 6325920"/>
              <a:gd name="connsiteY10" fmla="*/ 446941 h 5749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25920" h="5749117">
                <a:moveTo>
                  <a:pt x="0" y="446941"/>
                </a:moveTo>
                <a:lnTo>
                  <a:pt x="0" y="5302033"/>
                </a:lnTo>
                <a:cubicBezTo>
                  <a:pt x="0" y="5548924"/>
                  <a:pt x="200194" y="5749118"/>
                  <a:pt x="447085" y="5749118"/>
                </a:cubicBezTo>
                <a:lnTo>
                  <a:pt x="3828902" y="5749118"/>
                </a:lnTo>
                <a:cubicBezTo>
                  <a:pt x="3929215" y="5749118"/>
                  <a:pt x="4026646" y="5715392"/>
                  <a:pt x="4105484" y="5653273"/>
                </a:cubicBezTo>
                <a:lnTo>
                  <a:pt x="6155415" y="4039185"/>
                </a:lnTo>
                <a:cubicBezTo>
                  <a:pt x="6263367" y="3954149"/>
                  <a:pt x="6326351" y="3824146"/>
                  <a:pt x="6325918" y="3686648"/>
                </a:cubicBezTo>
                <a:lnTo>
                  <a:pt x="6316550" y="445788"/>
                </a:lnTo>
                <a:cubicBezTo>
                  <a:pt x="6315829" y="199473"/>
                  <a:pt x="6115924" y="0"/>
                  <a:pt x="5869465" y="0"/>
                </a:cubicBezTo>
                <a:lnTo>
                  <a:pt x="447085" y="0"/>
                </a:lnTo>
                <a:cubicBezTo>
                  <a:pt x="200194" y="-144"/>
                  <a:pt x="0" y="200050"/>
                  <a:pt x="0" y="446941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1906244"/>
            <a:ext cx="5540289" cy="1878476"/>
          </a:xfrm>
        </p:spPr>
        <p:txBody>
          <a:bodyPr/>
          <a:lstStyle>
            <a:lvl1pPr algn="l">
              <a:lnSpc>
                <a:spcPct val="80000"/>
              </a:lnSpc>
              <a:defRPr lang="en-US" sz="4000" kern="1200" smtClean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8631" y="4132435"/>
            <a:ext cx="4532178" cy="980464"/>
          </a:xfrm>
        </p:spPr>
        <p:txBody>
          <a:bodyPr>
            <a:normAutofit/>
          </a:bodyPr>
          <a:lstStyle>
            <a:lvl1pPr marL="0" indent="0" algn="l">
              <a:buNone/>
              <a:defRPr lang="en-US" sz="2000" kern="1200" smtClean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DF9828F-620C-9CDF-2AAC-C9EB3FAF8169}"/>
              </a:ext>
            </a:extLst>
          </p:cNvPr>
          <p:cNvSpPr/>
          <p:nvPr userDrawn="1"/>
        </p:nvSpPr>
        <p:spPr>
          <a:xfrm>
            <a:off x="6094412" y="3974006"/>
            <a:ext cx="1297322" cy="129732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F8C4A9C-3F7F-07B8-0B79-25101A345F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69163" y="2"/>
            <a:ext cx="4919662" cy="6857999"/>
          </a:xfrm>
          <a:custGeom>
            <a:avLst/>
            <a:gdLst>
              <a:gd name="connsiteX0" fmla="*/ 310393 w 4919662"/>
              <a:gd name="connsiteY0" fmla="*/ 0 h 6857999"/>
              <a:gd name="connsiteX1" fmla="*/ 4919662 w 4919662"/>
              <a:gd name="connsiteY1" fmla="*/ 0 h 6857999"/>
              <a:gd name="connsiteX2" fmla="*/ 4919662 w 4919662"/>
              <a:gd name="connsiteY2" fmla="*/ 6857999 h 6857999"/>
              <a:gd name="connsiteX3" fmla="*/ 1585549 w 4919662"/>
              <a:gd name="connsiteY3" fmla="*/ 6857999 h 6857999"/>
              <a:gd name="connsiteX4" fmla="*/ 1527821 w 4919662"/>
              <a:gd name="connsiteY4" fmla="*/ 6852180 h 6857999"/>
              <a:gd name="connsiteX5" fmla="*/ 1065816 w 4919662"/>
              <a:gd name="connsiteY5" fmla="*/ 6285321 h 6857999"/>
              <a:gd name="connsiteX6" fmla="*/ 1065816 w 4919662"/>
              <a:gd name="connsiteY6" fmla="*/ 5482163 h 6857999"/>
              <a:gd name="connsiteX7" fmla="*/ 983792 w 4919662"/>
              <a:gd name="connsiteY7" fmla="*/ 5185191 h 6857999"/>
              <a:gd name="connsiteX8" fmla="*/ 81292 w 4919662"/>
              <a:gd name="connsiteY8" fmla="*/ 3675994 h 6857999"/>
              <a:gd name="connsiteX9" fmla="*/ 4532 w 4919662"/>
              <a:gd name="connsiteY9" fmla="*/ 3456935 h 6857999"/>
              <a:gd name="connsiteX10" fmla="*/ 0 w 4919662"/>
              <a:gd name="connsiteY10" fmla="*/ 3389856 h 6857999"/>
              <a:gd name="connsiteX11" fmla="*/ 0 w 4919662"/>
              <a:gd name="connsiteY11" fmla="*/ 498625 h 6857999"/>
              <a:gd name="connsiteX12" fmla="*/ 3872 w 4919662"/>
              <a:gd name="connsiteY12" fmla="*/ 436957 h 6857999"/>
              <a:gd name="connsiteX13" fmla="*/ 252217 w 4919662"/>
              <a:gd name="connsiteY13" fmla="*/ 3195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19662" h="6857999">
                <a:moveTo>
                  <a:pt x="310393" y="0"/>
                </a:moveTo>
                <a:lnTo>
                  <a:pt x="4919662" y="0"/>
                </a:lnTo>
                <a:lnTo>
                  <a:pt x="4919662" y="6857999"/>
                </a:lnTo>
                <a:lnTo>
                  <a:pt x="1585549" y="6857999"/>
                </a:lnTo>
                <a:lnTo>
                  <a:pt x="1527821" y="6852180"/>
                </a:lnTo>
                <a:cubicBezTo>
                  <a:pt x="1264159" y="6798225"/>
                  <a:pt x="1065816" y="6564932"/>
                  <a:pt x="1065816" y="6285321"/>
                </a:cubicBezTo>
                <a:lnTo>
                  <a:pt x="1065816" y="5482163"/>
                </a:lnTo>
                <a:cubicBezTo>
                  <a:pt x="1065816" y="5377555"/>
                  <a:pt x="1037499" y="5274938"/>
                  <a:pt x="983792" y="5185191"/>
                </a:cubicBezTo>
                <a:lnTo>
                  <a:pt x="81292" y="3675994"/>
                </a:lnTo>
                <a:cubicBezTo>
                  <a:pt x="41012" y="3608684"/>
                  <a:pt x="15014" y="3534134"/>
                  <a:pt x="4532" y="3456935"/>
                </a:cubicBezTo>
                <a:lnTo>
                  <a:pt x="0" y="3389856"/>
                </a:lnTo>
                <a:lnTo>
                  <a:pt x="0" y="498625"/>
                </a:lnTo>
                <a:lnTo>
                  <a:pt x="3872" y="436957"/>
                </a:lnTo>
                <a:cubicBezTo>
                  <a:pt x="25137" y="268842"/>
                  <a:pt x="118553" y="123129"/>
                  <a:pt x="252217" y="3195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Block Arc 11">
            <a:extLst>
              <a:ext uri="{FF2B5EF4-FFF2-40B4-BE49-F238E27FC236}">
                <a16:creationId xmlns:a16="http://schemas.microsoft.com/office/drawing/2014/main" id="{79D66DED-304B-C0B9-5A56-7D7C658204F1}"/>
              </a:ext>
            </a:extLst>
          </p:cNvPr>
          <p:cNvSpPr/>
          <p:nvPr userDrawn="1"/>
        </p:nvSpPr>
        <p:spPr>
          <a:xfrm>
            <a:off x="4078188" y="5271328"/>
            <a:ext cx="3168352" cy="3168352"/>
          </a:xfrm>
          <a:prstGeom prst="blockArc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81097" y="476672"/>
            <a:ext cx="6374921" cy="886544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209F533-BD9A-4A63-BC34-AC62F09DA1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-21369" y="2"/>
            <a:ext cx="4919662" cy="6857999"/>
          </a:xfrm>
          <a:custGeom>
            <a:avLst/>
            <a:gdLst>
              <a:gd name="connsiteX0" fmla="*/ 310393 w 4919662"/>
              <a:gd name="connsiteY0" fmla="*/ 0 h 6857999"/>
              <a:gd name="connsiteX1" fmla="*/ 4919662 w 4919662"/>
              <a:gd name="connsiteY1" fmla="*/ 0 h 6857999"/>
              <a:gd name="connsiteX2" fmla="*/ 4919662 w 4919662"/>
              <a:gd name="connsiteY2" fmla="*/ 6857999 h 6857999"/>
              <a:gd name="connsiteX3" fmla="*/ 1585549 w 4919662"/>
              <a:gd name="connsiteY3" fmla="*/ 6857999 h 6857999"/>
              <a:gd name="connsiteX4" fmla="*/ 1527821 w 4919662"/>
              <a:gd name="connsiteY4" fmla="*/ 6852180 h 6857999"/>
              <a:gd name="connsiteX5" fmla="*/ 1065816 w 4919662"/>
              <a:gd name="connsiteY5" fmla="*/ 6285321 h 6857999"/>
              <a:gd name="connsiteX6" fmla="*/ 1065816 w 4919662"/>
              <a:gd name="connsiteY6" fmla="*/ 5482163 h 6857999"/>
              <a:gd name="connsiteX7" fmla="*/ 983792 w 4919662"/>
              <a:gd name="connsiteY7" fmla="*/ 5185191 h 6857999"/>
              <a:gd name="connsiteX8" fmla="*/ 81292 w 4919662"/>
              <a:gd name="connsiteY8" fmla="*/ 3675994 h 6857999"/>
              <a:gd name="connsiteX9" fmla="*/ 4532 w 4919662"/>
              <a:gd name="connsiteY9" fmla="*/ 3456935 h 6857999"/>
              <a:gd name="connsiteX10" fmla="*/ 0 w 4919662"/>
              <a:gd name="connsiteY10" fmla="*/ 3389856 h 6857999"/>
              <a:gd name="connsiteX11" fmla="*/ 0 w 4919662"/>
              <a:gd name="connsiteY11" fmla="*/ 498625 h 6857999"/>
              <a:gd name="connsiteX12" fmla="*/ 3872 w 4919662"/>
              <a:gd name="connsiteY12" fmla="*/ 436957 h 6857999"/>
              <a:gd name="connsiteX13" fmla="*/ 252217 w 4919662"/>
              <a:gd name="connsiteY13" fmla="*/ 3195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19662" h="6857999">
                <a:moveTo>
                  <a:pt x="310393" y="0"/>
                </a:moveTo>
                <a:lnTo>
                  <a:pt x="4919662" y="0"/>
                </a:lnTo>
                <a:lnTo>
                  <a:pt x="4919662" y="6857999"/>
                </a:lnTo>
                <a:lnTo>
                  <a:pt x="1585549" y="6857999"/>
                </a:lnTo>
                <a:lnTo>
                  <a:pt x="1527821" y="6852180"/>
                </a:lnTo>
                <a:cubicBezTo>
                  <a:pt x="1264159" y="6798225"/>
                  <a:pt x="1065816" y="6564932"/>
                  <a:pt x="1065816" y="6285321"/>
                </a:cubicBezTo>
                <a:lnTo>
                  <a:pt x="1065816" y="5482163"/>
                </a:lnTo>
                <a:cubicBezTo>
                  <a:pt x="1065816" y="5377555"/>
                  <a:pt x="1037499" y="5274938"/>
                  <a:pt x="983792" y="5185191"/>
                </a:cubicBezTo>
                <a:lnTo>
                  <a:pt x="81292" y="3675994"/>
                </a:lnTo>
                <a:cubicBezTo>
                  <a:pt x="41012" y="3608684"/>
                  <a:pt x="15014" y="3534134"/>
                  <a:pt x="4532" y="3456935"/>
                </a:cubicBezTo>
                <a:lnTo>
                  <a:pt x="0" y="3389856"/>
                </a:lnTo>
                <a:lnTo>
                  <a:pt x="0" y="498625"/>
                </a:lnTo>
                <a:lnTo>
                  <a:pt x="3872" y="436957"/>
                </a:lnTo>
                <a:cubicBezTo>
                  <a:pt x="25137" y="268842"/>
                  <a:pt x="118553" y="123129"/>
                  <a:pt x="252217" y="3195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404664"/>
            <a:ext cx="5196939" cy="129614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D29DD13-E7CE-CD40-CC13-3D082FB689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5980" y="404659"/>
            <a:ext cx="3859794" cy="1296145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  <a:lvl2pPr marL="609494" indent="0">
              <a:buNone/>
              <a:defRPr sz="1800"/>
            </a:lvl2pPr>
            <a:lvl3pPr marL="1218986" indent="0">
              <a:buNone/>
              <a:defRPr sz="1800"/>
            </a:lvl3pPr>
            <a:lvl4pPr marL="1828480" indent="0">
              <a:buNone/>
              <a:defRPr sz="1800"/>
            </a:lvl4pPr>
            <a:lvl5pPr marL="2437973" indent="0">
              <a:buNone/>
              <a:defRPr sz="1800"/>
            </a:lvl5pPr>
          </a:lstStyle>
          <a:p>
            <a:pPr lvl="0"/>
            <a:r>
              <a:rPr lang="en-US" dirty="0"/>
              <a:t>Insert your desired text here. This is a sample text.</a:t>
            </a:r>
          </a:p>
        </p:txBody>
      </p:sp>
    </p:spTree>
    <p:extLst>
      <p:ext uri="{BB962C8B-B14F-4D97-AF65-F5344CB8AC3E}">
        <p14:creationId xmlns:p14="http://schemas.microsoft.com/office/powerpoint/2010/main" val="144223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404664"/>
            <a:ext cx="5628987" cy="129614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D29DD13-E7CE-CD40-CC13-3D082FB689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2446" y="404659"/>
            <a:ext cx="3312366" cy="1296145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  <a:lvl2pPr marL="609494" indent="0">
              <a:buNone/>
              <a:defRPr sz="1800"/>
            </a:lvl2pPr>
            <a:lvl3pPr marL="1218986" indent="0">
              <a:buNone/>
              <a:defRPr sz="1800"/>
            </a:lvl3pPr>
            <a:lvl4pPr marL="1828480" indent="0">
              <a:buNone/>
              <a:defRPr sz="1800"/>
            </a:lvl4pPr>
            <a:lvl5pPr marL="2437973" indent="0">
              <a:buNone/>
              <a:defRPr sz="1800"/>
            </a:lvl5pPr>
          </a:lstStyle>
          <a:p>
            <a:pPr lvl="0"/>
            <a:r>
              <a:rPr lang="en-US" dirty="0"/>
              <a:t>Insert your desired text here. This is a sample text.</a:t>
            </a:r>
          </a:p>
        </p:txBody>
      </p:sp>
    </p:spTree>
    <p:extLst>
      <p:ext uri="{BB962C8B-B14F-4D97-AF65-F5344CB8AC3E}">
        <p14:creationId xmlns:p14="http://schemas.microsoft.com/office/powerpoint/2010/main" val="19146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12A66B8E-768B-2D6E-33BF-EFEB7D5BD6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900" r="6536" b="10853"/>
          <a:stretch/>
        </p:blipFill>
        <p:spPr>
          <a:xfrm>
            <a:off x="0" y="2492896"/>
            <a:ext cx="12188825" cy="43651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404664"/>
            <a:ext cx="4044811" cy="129614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D29DD13-E7CE-CD40-CC13-3D082FB689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236" y="404659"/>
            <a:ext cx="3859794" cy="1296145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  <a:lvl2pPr marL="609494" indent="0">
              <a:buNone/>
              <a:defRPr sz="1800"/>
            </a:lvl2pPr>
            <a:lvl3pPr marL="1218986" indent="0">
              <a:buNone/>
              <a:defRPr sz="1800"/>
            </a:lvl3pPr>
            <a:lvl4pPr marL="1828480" indent="0">
              <a:buNone/>
              <a:defRPr sz="1800"/>
            </a:lvl4pPr>
            <a:lvl5pPr marL="2437973" indent="0">
              <a:buNone/>
              <a:defRPr sz="1800"/>
            </a:lvl5pPr>
          </a:lstStyle>
          <a:p>
            <a:pPr lvl="0"/>
            <a:r>
              <a:rPr lang="en-US" dirty="0"/>
              <a:t>Insert your desired text here. This is a sample text.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8BC56BB-5031-E214-25E2-92A5043452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55039" y="1476630"/>
            <a:ext cx="3631022" cy="5371106"/>
          </a:xfrm>
          <a:custGeom>
            <a:avLst/>
            <a:gdLst>
              <a:gd name="connsiteX0" fmla="*/ 2003374 w 3631022"/>
              <a:gd name="connsiteY0" fmla="*/ 0 h 5371106"/>
              <a:gd name="connsiteX1" fmla="*/ 3631022 w 3631022"/>
              <a:gd name="connsiteY1" fmla="*/ 0 h 5371106"/>
              <a:gd name="connsiteX2" fmla="*/ 3631022 w 3631022"/>
              <a:gd name="connsiteY2" fmla="*/ 5371106 h 5371106"/>
              <a:gd name="connsiteX3" fmla="*/ 0 w 3631022"/>
              <a:gd name="connsiteY3" fmla="*/ 5371106 h 5371106"/>
              <a:gd name="connsiteX4" fmla="*/ 1163819 w 3631022"/>
              <a:gd name="connsiteY4" fmla="*/ 657542 h 5371106"/>
              <a:gd name="connsiteX5" fmla="*/ 2003374 w 3631022"/>
              <a:gd name="connsiteY5" fmla="*/ 0 h 537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31022" h="5371106">
                <a:moveTo>
                  <a:pt x="2003374" y="0"/>
                </a:moveTo>
                <a:lnTo>
                  <a:pt x="3631022" y="0"/>
                </a:lnTo>
                <a:lnTo>
                  <a:pt x="3631022" y="5371106"/>
                </a:lnTo>
                <a:lnTo>
                  <a:pt x="0" y="5371106"/>
                </a:lnTo>
                <a:lnTo>
                  <a:pt x="1163819" y="657542"/>
                </a:lnTo>
                <a:cubicBezTo>
                  <a:pt x="1259045" y="271272"/>
                  <a:pt x="1605579" y="0"/>
                  <a:pt x="200337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165100" dist="38100" dir="8100000" algn="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wrap="square">
            <a:noAutofit/>
          </a:bodyPr>
          <a:lstStyle/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0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404664"/>
            <a:ext cx="4044811" cy="129614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D29DD13-E7CE-CD40-CC13-3D082FB689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236" y="404659"/>
            <a:ext cx="3859794" cy="1296145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  <a:lvl2pPr marL="609494" indent="0">
              <a:buNone/>
              <a:defRPr sz="1800"/>
            </a:lvl2pPr>
            <a:lvl3pPr marL="1218986" indent="0">
              <a:buNone/>
              <a:defRPr sz="1800"/>
            </a:lvl3pPr>
            <a:lvl4pPr marL="1828480" indent="0">
              <a:buNone/>
              <a:defRPr sz="1800"/>
            </a:lvl4pPr>
            <a:lvl5pPr marL="2437973" indent="0">
              <a:buNone/>
              <a:defRPr sz="1800"/>
            </a:lvl5pPr>
          </a:lstStyle>
          <a:p>
            <a:pPr lvl="0"/>
            <a:r>
              <a:rPr lang="en-US" dirty="0"/>
              <a:t>Insert your desired text here. This is a sample text.</a:t>
            </a:r>
          </a:p>
        </p:txBody>
      </p:sp>
    </p:spTree>
    <p:extLst>
      <p:ext uri="{BB962C8B-B14F-4D97-AF65-F5344CB8AC3E}">
        <p14:creationId xmlns:p14="http://schemas.microsoft.com/office/powerpoint/2010/main" val="2232389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54252" y="1052736"/>
            <a:ext cx="5040560" cy="129614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60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97A6E58-5175-4006-8892-5CB78043C0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17" y="0"/>
            <a:ext cx="4648835" cy="6579520"/>
          </a:xfrm>
          <a:custGeom>
            <a:avLst/>
            <a:gdLst>
              <a:gd name="connsiteX0" fmla="*/ 0 w 4648835"/>
              <a:gd name="connsiteY0" fmla="*/ 0 h 6579520"/>
              <a:gd name="connsiteX1" fmla="*/ 3094479 w 4648835"/>
              <a:gd name="connsiteY1" fmla="*/ 0 h 6579520"/>
              <a:gd name="connsiteX2" fmla="*/ 3204643 w 4648835"/>
              <a:gd name="connsiteY2" fmla="*/ 11106 h 6579520"/>
              <a:gd name="connsiteX3" fmla="*/ 3641151 w 4648835"/>
              <a:gd name="connsiteY3" fmla="*/ 546680 h 6579520"/>
              <a:gd name="connsiteX4" fmla="*/ 3641151 w 4648835"/>
              <a:gd name="connsiteY4" fmla="*/ 1305512 h 6579520"/>
              <a:gd name="connsiteX5" fmla="*/ 3718648 w 4648835"/>
              <a:gd name="connsiteY5" fmla="*/ 1586093 h 6579520"/>
              <a:gd name="connsiteX6" fmla="*/ 4571338 w 4648835"/>
              <a:gd name="connsiteY6" fmla="*/ 3011997 h 6579520"/>
              <a:gd name="connsiteX7" fmla="*/ 4648835 w 4648835"/>
              <a:gd name="connsiteY7" fmla="*/ 3292579 h 6579520"/>
              <a:gd name="connsiteX8" fmla="*/ 4648835 w 4648835"/>
              <a:gd name="connsiteY8" fmla="*/ 6002990 h 6579520"/>
              <a:gd name="connsiteX9" fmla="*/ 4106134 w 4648835"/>
              <a:gd name="connsiteY9" fmla="*/ 6549671 h 6579520"/>
              <a:gd name="connsiteX10" fmla="*/ 9065 w 4648835"/>
              <a:gd name="connsiteY10" fmla="*/ 6579520 h 6579520"/>
              <a:gd name="connsiteX11" fmla="*/ 0 w 4648835"/>
              <a:gd name="connsiteY11" fmla="*/ 6570565 h 657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648835" h="6579520">
                <a:moveTo>
                  <a:pt x="0" y="0"/>
                </a:moveTo>
                <a:lnTo>
                  <a:pt x="3094479" y="0"/>
                </a:lnTo>
                <a:lnTo>
                  <a:pt x="3204643" y="11106"/>
                </a:lnTo>
                <a:cubicBezTo>
                  <a:pt x="3453754" y="62083"/>
                  <a:pt x="3641151" y="282502"/>
                  <a:pt x="3641151" y="546680"/>
                </a:cubicBezTo>
                <a:lnTo>
                  <a:pt x="3641151" y="1305512"/>
                </a:lnTo>
                <a:cubicBezTo>
                  <a:pt x="3641151" y="1404345"/>
                  <a:pt x="3667904" y="1501300"/>
                  <a:pt x="3718648" y="1586093"/>
                </a:cubicBezTo>
                <a:lnTo>
                  <a:pt x="4571338" y="3011997"/>
                </a:lnTo>
                <a:cubicBezTo>
                  <a:pt x="4622081" y="3096791"/>
                  <a:pt x="4648835" y="3193745"/>
                  <a:pt x="4648835" y="3292579"/>
                </a:cubicBezTo>
                <a:lnTo>
                  <a:pt x="4648835" y="6002990"/>
                </a:lnTo>
                <a:cubicBezTo>
                  <a:pt x="4648835" y="6303360"/>
                  <a:pt x="4406504" y="6547460"/>
                  <a:pt x="4106134" y="6549671"/>
                </a:cubicBezTo>
                <a:lnTo>
                  <a:pt x="9065" y="6579520"/>
                </a:lnTo>
                <a:cubicBezTo>
                  <a:pt x="4090" y="6579520"/>
                  <a:pt x="0" y="6575540"/>
                  <a:pt x="0" y="6570565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9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CBFEBAD-0AB0-CC5E-5966-0C4A3D705BA1}"/>
              </a:ext>
            </a:extLst>
          </p:cNvPr>
          <p:cNvSpPr/>
          <p:nvPr/>
        </p:nvSpPr>
        <p:spPr>
          <a:xfrm>
            <a:off x="-934" y="1"/>
            <a:ext cx="4799202" cy="6150700"/>
          </a:xfrm>
          <a:custGeom>
            <a:avLst/>
            <a:gdLst>
              <a:gd name="connsiteX0" fmla="*/ 0 w 4559867"/>
              <a:gd name="connsiteY0" fmla="*/ 0 h 5843966"/>
              <a:gd name="connsiteX1" fmla="*/ 4551566 w 4559867"/>
              <a:gd name="connsiteY1" fmla="*/ 0 h 5843966"/>
              <a:gd name="connsiteX2" fmla="*/ 4559864 w 4559867"/>
              <a:gd name="connsiteY2" fmla="*/ 2870615 h 5843966"/>
              <a:gd name="connsiteX3" fmla="*/ 4314058 w 4559867"/>
              <a:gd name="connsiteY3" fmla="*/ 3378848 h 5843966"/>
              <a:gd name="connsiteX4" fmla="*/ 1358785 w 4559867"/>
              <a:gd name="connsiteY4" fmla="*/ 5705791 h 5843966"/>
              <a:gd name="connsiteX5" fmla="*/ 960053 w 4559867"/>
              <a:gd name="connsiteY5" fmla="*/ 5843966 h 5843966"/>
              <a:gd name="connsiteX6" fmla="*/ 0 w 4559867"/>
              <a:gd name="connsiteY6" fmla="*/ 5843966 h 584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9867" h="5843966">
                <a:moveTo>
                  <a:pt x="0" y="0"/>
                </a:moveTo>
                <a:lnTo>
                  <a:pt x="4551566" y="0"/>
                </a:lnTo>
                <a:lnTo>
                  <a:pt x="4559864" y="2870615"/>
                </a:lnTo>
                <a:cubicBezTo>
                  <a:pt x="4560487" y="3068838"/>
                  <a:pt x="4469687" y="3256257"/>
                  <a:pt x="4314058" y="3378848"/>
                </a:cubicBezTo>
                <a:lnTo>
                  <a:pt x="1358785" y="5705791"/>
                </a:lnTo>
                <a:cubicBezTo>
                  <a:pt x="1245129" y="5795345"/>
                  <a:pt x="1104669" y="5843966"/>
                  <a:pt x="960053" y="5843966"/>
                </a:cubicBezTo>
                <a:lnTo>
                  <a:pt x="0" y="5843966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620688"/>
            <a:ext cx="3600400" cy="1872208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MEET  OUR TEAM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2BCBFFD6-CBBB-B731-2E9B-6C45670825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440" y="2492896"/>
            <a:ext cx="3900795" cy="979582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609494" indent="0">
              <a:buNone/>
              <a:defRPr sz="1800"/>
            </a:lvl2pPr>
            <a:lvl3pPr marL="1218986" indent="0">
              <a:buNone/>
              <a:defRPr sz="1800"/>
            </a:lvl3pPr>
            <a:lvl4pPr marL="1828480" indent="0">
              <a:buNone/>
              <a:defRPr sz="1800"/>
            </a:lvl4pPr>
            <a:lvl5pPr marL="2437973" indent="0">
              <a:buNone/>
              <a:defRPr sz="1800"/>
            </a:lvl5pPr>
          </a:lstStyle>
          <a:p>
            <a:pPr lvl="0"/>
            <a:r>
              <a:rPr lang="en-US" dirty="0"/>
              <a:t>Insert your desired text here. This is a sample text.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C53A01C-F5B0-44EF-FB55-418A483CF2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78388" y="620688"/>
            <a:ext cx="1645920" cy="164592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26D856B2-6892-9F7A-31DA-50C3F6F8740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67000" y="620688"/>
            <a:ext cx="1645920" cy="164592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3EBFA589-88E6-B0C9-7740-32EB6E49481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878388" y="3717032"/>
            <a:ext cx="1645920" cy="164592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6714C767-E91F-C0DB-57A4-3FC1C71A85D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67000" y="3717032"/>
            <a:ext cx="1645920" cy="164592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423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6A26A258-3D0F-812B-41A4-4952808A639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64" r:id="rId3"/>
    <p:sldLayoutId id="2147483666" r:id="rId4"/>
    <p:sldLayoutId id="2147483665" r:id="rId5"/>
    <p:sldLayoutId id="2147483667" r:id="rId6"/>
    <p:sldLayoutId id="2147483668" r:id="rId7"/>
    <p:sldLayoutId id="2147483669" r:id="rId8"/>
    <p:sldLayoutId id="2147483660" r:id="rId9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8.jp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3" Type="http://schemas.openxmlformats.org/officeDocument/2006/relationships/image" Target="../media/image13.svg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3.svg"/><Relationship Id="rId7" Type="http://schemas.openxmlformats.org/officeDocument/2006/relationships/image" Target="../media/image3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jp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svg"/><Relationship Id="rId5" Type="http://schemas.openxmlformats.org/officeDocument/2006/relationships/image" Target="../media/image43.sv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67D0E2-E0DC-A0B8-95BE-8DE3ABD13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162" y="2203970"/>
            <a:ext cx="5947645" cy="128302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COMMUNICATION </a:t>
            </a:r>
            <a:r>
              <a:rPr lang="en-US" sz="7300" dirty="0">
                <a:solidFill>
                  <a:schemeClr val="bg1"/>
                </a:solidFill>
              </a:rPr>
              <a:t>STRATEGY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1AC0962-D2FC-AC42-8B46-C85BF143F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8631" y="4132435"/>
            <a:ext cx="4532178" cy="98046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Insert your desired text here.</a:t>
            </a:r>
          </a:p>
        </p:txBody>
      </p:sp>
      <p:pic>
        <p:nvPicPr>
          <p:cNvPr id="26" name="Picture Placeholder 25" descr="A person writing on a window&#10;&#10;Description automatically generated">
            <a:extLst>
              <a:ext uri="{FF2B5EF4-FFF2-40B4-BE49-F238E27FC236}">
                <a16:creationId xmlns:a16="http://schemas.microsoft.com/office/drawing/2014/main" id="{4CC74875-D464-361B-60BD-8727D62C59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00" r="34094"/>
          <a:stretch/>
        </p:blipFill>
        <p:spPr>
          <a:xfrm>
            <a:off x="7269163" y="2"/>
            <a:ext cx="4919662" cy="6857999"/>
          </a:xfr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D1651AE-DBEA-E418-C3D4-0275291F1DF9}"/>
              </a:ext>
            </a:extLst>
          </p:cNvPr>
          <p:cNvGrpSpPr/>
          <p:nvPr/>
        </p:nvGrpSpPr>
        <p:grpSpPr>
          <a:xfrm>
            <a:off x="908050" y="1061305"/>
            <a:ext cx="2094208" cy="671452"/>
            <a:chOff x="9766820" y="548680"/>
            <a:chExt cx="2094208" cy="671452"/>
          </a:xfrm>
        </p:grpSpPr>
        <p:pic>
          <p:nvPicPr>
            <p:cNvPr id="6" name="Graphic 5" descr="Mandala outline">
              <a:extLst>
                <a:ext uri="{FF2B5EF4-FFF2-40B4-BE49-F238E27FC236}">
                  <a16:creationId xmlns:a16="http://schemas.microsoft.com/office/drawing/2014/main" id="{9DD8B596-852D-0A20-E4A6-23E5AB610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66820" y="548680"/>
              <a:ext cx="648072" cy="64807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623EE3-9CDE-FA66-6EB9-74FB24B10F9B}"/>
                </a:ext>
              </a:extLst>
            </p:cNvPr>
            <p:cNvSpPr txBox="1"/>
            <p:nvPr/>
          </p:nvSpPr>
          <p:spPr>
            <a:xfrm>
              <a:off x="10414892" y="684601"/>
              <a:ext cx="1446136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800" b="1" dirty="0">
                  <a:solidFill>
                    <a:schemeClr val="bg1"/>
                  </a:solidFill>
                </a:rPr>
                <a:t>YOUR </a:t>
              </a:r>
            </a:p>
            <a:p>
              <a:pPr>
                <a:lnSpc>
                  <a:spcPct val="80000"/>
                </a:lnSpc>
              </a:pPr>
              <a:r>
                <a:rPr lang="en-US" sz="1800" b="1" dirty="0">
                  <a:solidFill>
                    <a:schemeClr val="bg1"/>
                  </a:solidFill>
                </a:rPr>
                <a:t>LOGO HERE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ACDFECB-44EC-27AB-831F-6685183093B9}"/>
              </a:ext>
            </a:extLst>
          </p:cNvPr>
          <p:cNvSpPr txBox="1"/>
          <p:nvPr/>
        </p:nvSpPr>
        <p:spPr>
          <a:xfrm>
            <a:off x="809547" y="3666829"/>
            <a:ext cx="55403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PRESENTATION TEMPLATE</a:t>
            </a:r>
          </a:p>
        </p:txBody>
      </p:sp>
    </p:spTree>
    <p:extLst>
      <p:ext uri="{BB962C8B-B14F-4D97-AF65-F5344CB8AC3E}">
        <p14:creationId xmlns:p14="http://schemas.microsoft.com/office/powerpoint/2010/main" val="3577978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934DCE31-51E8-12B4-0E49-BF18C7834642}"/>
              </a:ext>
            </a:extLst>
          </p:cNvPr>
          <p:cNvSpPr/>
          <p:nvPr/>
        </p:nvSpPr>
        <p:spPr>
          <a:xfrm>
            <a:off x="3530722" y="5451603"/>
            <a:ext cx="8658103" cy="95242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schemeClr val="bg1">
                <a:lumMod val="85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F4F2DDD-9E2A-D9DA-D827-D968503223BF}"/>
              </a:ext>
            </a:extLst>
          </p:cNvPr>
          <p:cNvSpPr/>
          <p:nvPr/>
        </p:nvSpPr>
        <p:spPr>
          <a:xfrm>
            <a:off x="3530722" y="4355790"/>
            <a:ext cx="8658103" cy="95242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schemeClr val="bg1">
                <a:lumMod val="85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0860357-D4D4-696E-7988-8B433889417C}"/>
              </a:ext>
            </a:extLst>
          </p:cNvPr>
          <p:cNvSpPr/>
          <p:nvPr/>
        </p:nvSpPr>
        <p:spPr>
          <a:xfrm>
            <a:off x="4150196" y="3383899"/>
            <a:ext cx="8038629" cy="95242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schemeClr val="bg1">
                <a:lumMod val="85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A68E6B6-7928-4718-B9B6-82174D20C7FB}"/>
              </a:ext>
            </a:extLst>
          </p:cNvPr>
          <p:cNvSpPr/>
          <p:nvPr/>
        </p:nvSpPr>
        <p:spPr>
          <a:xfrm>
            <a:off x="4507065" y="2413189"/>
            <a:ext cx="7681760" cy="95242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schemeClr val="bg1">
                <a:lumMod val="85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0726FD-CC88-9EED-B5D6-14C44080DB20}"/>
              </a:ext>
            </a:extLst>
          </p:cNvPr>
          <p:cNvSpPr/>
          <p:nvPr/>
        </p:nvSpPr>
        <p:spPr>
          <a:xfrm>
            <a:off x="4507065" y="1453622"/>
            <a:ext cx="7681760" cy="95242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schemeClr val="bg1">
                <a:lumMod val="85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Placeholder 46" descr="A group of women laughing at a computer&#10;&#10;Description automatically generated">
            <a:extLst>
              <a:ext uri="{FF2B5EF4-FFF2-40B4-BE49-F238E27FC236}">
                <a16:creationId xmlns:a16="http://schemas.microsoft.com/office/drawing/2014/main" id="{02AA75C2-6F03-F055-E969-354EA8074A7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32" r="14132"/>
          <a:stretch/>
        </p:blipFill>
        <p:spPr>
          <a:xfrm flipH="1">
            <a:off x="-20638" y="0"/>
            <a:ext cx="4919663" cy="6858000"/>
          </a:xfrm>
        </p:spPr>
      </p:pic>
      <p:sp>
        <p:nvSpPr>
          <p:cNvPr id="46" name="Block Arc 45">
            <a:extLst>
              <a:ext uri="{FF2B5EF4-FFF2-40B4-BE49-F238E27FC236}">
                <a16:creationId xmlns:a16="http://schemas.microsoft.com/office/drawing/2014/main" id="{DD4C912D-0DE0-E89D-0C23-090C9B0FC51B}"/>
              </a:ext>
            </a:extLst>
          </p:cNvPr>
          <p:cNvSpPr>
            <a:spLocks/>
          </p:cNvSpPr>
          <p:nvPr/>
        </p:nvSpPr>
        <p:spPr>
          <a:xfrm>
            <a:off x="1701965" y="5654812"/>
            <a:ext cx="2436027" cy="2436027"/>
          </a:xfrm>
          <a:prstGeom prst="blockArc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90777-1166-A079-3FCC-D2158EA537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ECC6C73-F680-51F1-7816-56164989B07A}"/>
              </a:ext>
            </a:extLst>
          </p:cNvPr>
          <p:cNvGrpSpPr/>
          <p:nvPr/>
        </p:nvGrpSpPr>
        <p:grpSpPr>
          <a:xfrm>
            <a:off x="4507065" y="1602320"/>
            <a:ext cx="1006226" cy="782913"/>
            <a:chOff x="4567697" y="1602320"/>
            <a:chExt cx="1006226" cy="782913"/>
          </a:xfrm>
        </p:grpSpPr>
        <p:sp>
          <p:nvSpPr>
            <p:cNvPr id="9" name="Trapezoid 8">
              <a:extLst>
                <a:ext uri="{FF2B5EF4-FFF2-40B4-BE49-F238E27FC236}">
                  <a16:creationId xmlns:a16="http://schemas.microsoft.com/office/drawing/2014/main" id="{E20EFF64-D117-6337-2FB6-D381B250B08F}"/>
                </a:ext>
              </a:extLst>
            </p:cNvPr>
            <p:cNvSpPr/>
            <p:nvPr/>
          </p:nvSpPr>
          <p:spPr>
            <a:xfrm rot="10800000">
              <a:off x="4567697" y="1953185"/>
              <a:ext cx="1006226" cy="432048"/>
            </a:xfrm>
            <a:prstGeom prst="trapezoid">
              <a:avLst/>
            </a:prstGeom>
            <a:solidFill>
              <a:schemeClr val="bg1">
                <a:lumMod val="65000"/>
              </a:schemeClr>
            </a:solidFill>
            <a:effectLst>
              <a:softEdge rad="165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Graphic 9">
              <a:extLst>
                <a:ext uri="{FF2B5EF4-FFF2-40B4-BE49-F238E27FC236}">
                  <a16:creationId xmlns:a16="http://schemas.microsoft.com/office/drawing/2014/main" id="{39094502-E17A-038F-F305-B81AC9253830}"/>
                </a:ext>
              </a:extLst>
            </p:cNvPr>
            <p:cNvSpPr/>
            <p:nvPr/>
          </p:nvSpPr>
          <p:spPr>
            <a:xfrm>
              <a:off x="4567735" y="1602320"/>
              <a:ext cx="836658" cy="577155"/>
            </a:xfrm>
            <a:custGeom>
              <a:avLst/>
              <a:gdLst>
                <a:gd name="connsiteX0" fmla="*/ 0 w 836658"/>
                <a:gd name="connsiteY0" fmla="*/ 577155 h 577155"/>
                <a:gd name="connsiteX1" fmla="*/ 110689 w 836658"/>
                <a:gd name="connsiteY1" fmla="*/ 129067 h 577155"/>
                <a:gd name="connsiteX2" fmla="*/ 275531 w 836658"/>
                <a:gd name="connsiteY2" fmla="*/ 0 h 577155"/>
                <a:gd name="connsiteX3" fmla="*/ 666801 w 836658"/>
                <a:gd name="connsiteY3" fmla="*/ 0 h 577155"/>
                <a:gd name="connsiteX4" fmla="*/ 831642 w 836658"/>
                <a:gd name="connsiteY4" fmla="*/ 210436 h 577155"/>
                <a:gd name="connsiteX5" fmla="*/ 773001 w 836658"/>
                <a:gd name="connsiteY5" fmla="*/ 448088 h 577155"/>
                <a:gd name="connsiteX6" fmla="*/ 608159 w 836658"/>
                <a:gd name="connsiteY6" fmla="*/ 577155 h 577155"/>
                <a:gd name="connsiteX7" fmla="*/ 0 w 836658"/>
                <a:gd name="connsiteY7" fmla="*/ 577155 h 57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6658" h="577155">
                  <a:moveTo>
                    <a:pt x="0" y="577155"/>
                  </a:moveTo>
                  <a:lnTo>
                    <a:pt x="110689" y="129067"/>
                  </a:lnTo>
                  <a:cubicBezTo>
                    <a:pt x="129348" y="53310"/>
                    <a:pt x="197389" y="0"/>
                    <a:pt x="275531" y="0"/>
                  </a:cubicBezTo>
                  <a:lnTo>
                    <a:pt x="666801" y="0"/>
                  </a:lnTo>
                  <a:cubicBezTo>
                    <a:pt x="777069" y="0"/>
                    <a:pt x="858017" y="103394"/>
                    <a:pt x="831642" y="210436"/>
                  </a:cubicBezTo>
                  <a:lnTo>
                    <a:pt x="773001" y="448088"/>
                  </a:lnTo>
                  <a:cubicBezTo>
                    <a:pt x="754342" y="523845"/>
                    <a:pt x="686301" y="577155"/>
                    <a:pt x="608159" y="577155"/>
                  </a:cubicBezTo>
                  <a:lnTo>
                    <a:pt x="0" y="5771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1"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A90C6D-574E-950D-182C-053B2AC99E4F}"/>
                </a:ext>
              </a:extLst>
            </p:cNvPr>
            <p:cNvSpPr txBox="1"/>
            <p:nvPr/>
          </p:nvSpPr>
          <p:spPr>
            <a:xfrm>
              <a:off x="4582244" y="1700808"/>
              <a:ext cx="827235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800" b="1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10AD399-A95A-506C-1A73-B72B80F6AEDC}"/>
              </a:ext>
            </a:extLst>
          </p:cNvPr>
          <p:cNvSpPr txBox="1"/>
          <p:nvPr/>
        </p:nvSpPr>
        <p:spPr>
          <a:xfrm>
            <a:off x="5508870" y="1746505"/>
            <a:ext cx="4696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dirty="0"/>
              <a:t>Agenda Title Placeholder 1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D4AC3BE-2AB9-6092-A669-12EE2BB625B4}"/>
              </a:ext>
            </a:extLst>
          </p:cNvPr>
          <p:cNvGrpSpPr/>
          <p:nvPr/>
        </p:nvGrpSpPr>
        <p:grpSpPr>
          <a:xfrm>
            <a:off x="4507065" y="2537960"/>
            <a:ext cx="1006226" cy="782913"/>
            <a:chOff x="4567697" y="2537960"/>
            <a:chExt cx="1006226" cy="782913"/>
          </a:xfrm>
        </p:grpSpPr>
        <p:sp>
          <p:nvSpPr>
            <p:cNvPr id="14" name="Trapezoid 13">
              <a:extLst>
                <a:ext uri="{FF2B5EF4-FFF2-40B4-BE49-F238E27FC236}">
                  <a16:creationId xmlns:a16="http://schemas.microsoft.com/office/drawing/2014/main" id="{9E5AA0B7-CE1C-12EA-C633-2E49753DFD3B}"/>
                </a:ext>
              </a:extLst>
            </p:cNvPr>
            <p:cNvSpPr/>
            <p:nvPr/>
          </p:nvSpPr>
          <p:spPr>
            <a:xfrm rot="10800000">
              <a:off x="4567697" y="2888825"/>
              <a:ext cx="1006226" cy="432048"/>
            </a:xfrm>
            <a:prstGeom prst="trapezoid">
              <a:avLst/>
            </a:prstGeom>
            <a:solidFill>
              <a:schemeClr val="bg1">
                <a:lumMod val="65000"/>
              </a:schemeClr>
            </a:solidFill>
            <a:effectLst>
              <a:softEdge rad="165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Graphic 9">
              <a:extLst>
                <a:ext uri="{FF2B5EF4-FFF2-40B4-BE49-F238E27FC236}">
                  <a16:creationId xmlns:a16="http://schemas.microsoft.com/office/drawing/2014/main" id="{3023BDF5-FF5A-E729-BC74-6E2F8CE02599}"/>
                </a:ext>
              </a:extLst>
            </p:cNvPr>
            <p:cNvSpPr/>
            <p:nvPr/>
          </p:nvSpPr>
          <p:spPr>
            <a:xfrm>
              <a:off x="4567735" y="2537960"/>
              <a:ext cx="836658" cy="577155"/>
            </a:xfrm>
            <a:custGeom>
              <a:avLst/>
              <a:gdLst>
                <a:gd name="connsiteX0" fmla="*/ 0 w 836658"/>
                <a:gd name="connsiteY0" fmla="*/ 577155 h 577155"/>
                <a:gd name="connsiteX1" fmla="*/ 110689 w 836658"/>
                <a:gd name="connsiteY1" fmla="*/ 129067 h 577155"/>
                <a:gd name="connsiteX2" fmla="*/ 275531 w 836658"/>
                <a:gd name="connsiteY2" fmla="*/ 0 h 577155"/>
                <a:gd name="connsiteX3" fmla="*/ 666801 w 836658"/>
                <a:gd name="connsiteY3" fmla="*/ 0 h 577155"/>
                <a:gd name="connsiteX4" fmla="*/ 831642 w 836658"/>
                <a:gd name="connsiteY4" fmla="*/ 210436 h 577155"/>
                <a:gd name="connsiteX5" fmla="*/ 773001 w 836658"/>
                <a:gd name="connsiteY5" fmla="*/ 448088 h 577155"/>
                <a:gd name="connsiteX6" fmla="*/ 608159 w 836658"/>
                <a:gd name="connsiteY6" fmla="*/ 577155 h 577155"/>
                <a:gd name="connsiteX7" fmla="*/ 0 w 836658"/>
                <a:gd name="connsiteY7" fmla="*/ 577155 h 57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6658" h="577155">
                  <a:moveTo>
                    <a:pt x="0" y="577155"/>
                  </a:moveTo>
                  <a:lnTo>
                    <a:pt x="110689" y="129067"/>
                  </a:lnTo>
                  <a:cubicBezTo>
                    <a:pt x="129348" y="53310"/>
                    <a:pt x="197389" y="0"/>
                    <a:pt x="275531" y="0"/>
                  </a:cubicBezTo>
                  <a:lnTo>
                    <a:pt x="666801" y="0"/>
                  </a:lnTo>
                  <a:cubicBezTo>
                    <a:pt x="777069" y="0"/>
                    <a:pt x="858017" y="103394"/>
                    <a:pt x="831642" y="210436"/>
                  </a:cubicBezTo>
                  <a:lnTo>
                    <a:pt x="773001" y="448088"/>
                  </a:lnTo>
                  <a:cubicBezTo>
                    <a:pt x="754342" y="523845"/>
                    <a:pt x="686301" y="577155"/>
                    <a:pt x="608159" y="577155"/>
                  </a:cubicBezTo>
                  <a:lnTo>
                    <a:pt x="0" y="5771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1"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FE5B2C-5234-B76A-F65F-75FA2F4B8598}"/>
                </a:ext>
              </a:extLst>
            </p:cNvPr>
            <p:cNvSpPr txBox="1"/>
            <p:nvPr/>
          </p:nvSpPr>
          <p:spPr>
            <a:xfrm>
              <a:off x="4582244" y="2636448"/>
              <a:ext cx="827235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800" b="1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9639E07-40E6-BB05-9487-0DD17A4B39AD}"/>
              </a:ext>
            </a:extLst>
          </p:cNvPr>
          <p:cNvGrpSpPr/>
          <p:nvPr/>
        </p:nvGrpSpPr>
        <p:grpSpPr>
          <a:xfrm>
            <a:off x="4507065" y="3535434"/>
            <a:ext cx="1006226" cy="782913"/>
            <a:chOff x="4480658" y="3535434"/>
            <a:chExt cx="1006226" cy="782913"/>
          </a:xfrm>
        </p:grpSpPr>
        <p:sp>
          <p:nvSpPr>
            <p:cNvPr id="18" name="Trapezoid 17">
              <a:extLst>
                <a:ext uri="{FF2B5EF4-FFF2-40B4-BE49-F238E27FC236}">
                  <a16:creationId xmlns:a16="http://schemas.microsoft.com/office/drawing/2014/main" id="{BDA59226-FF5A-6383-C883-0E8BD4DB5337}"/>
                </a:ext>
              </a:extLst>
            </p:cNvPr>
            <p:cNvSpPr/>
            <p:nvPr/>
          </p:nvSpPr>
          <p:spPr>
            <a:xfrm rot="10800000">
              <a:off x="4480658" y="3886299"/>
              <a:ext cx="1006226" cy="432048"/>
            </a:xfrm>
            <a:prstGeom prst="trapezoid">
              <a:avLst/>
            </a:prstGeom>
            <a:solidFill>
              <a:schemeClr val="bg1">
                <a:lumMod val="65000"/>
              </a:schemeClr>
            </a:solidFill>
            <a:effectLst>
              <a:softEdge rad="165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C7D8A50D-7381-4037-488E-C97D755DDFFF}"/>
                </a:ext>
              </a:extLst>
            </p:cNvPr>
            <p:cNvSpPr/>
            <p:nvPr/>
          </p:nvSpPr>
          <p:spPr>
            <a:xfrm>
              <a:off x="4480696" y="3535434"/>
              <a:ext cx="836658" cy="577155"/>
            </a:xfrm>
            <a:custGeom>
              <a:avLst/>
              <a:gdLst>
                <a:gd name="connsiteX0" fmla="*/ 0 w 836658"/>
                <a:gd name="connsiteY0" fmla="*/ 577155 h 577155"/>
                <a:gd name="connsiteX1" fmla="*/ 110689 w 836658"/>
                <a:gd name="connsiteY1" fmla="*/ 129067 h 577155"/>
                <a:gd name="connsiteX2" fmla="*/ 275531 w 836658"/>
                <a:gd name="connsiteY2" fmla="*/ 0 h 577155"/>
                <a:gd name="connsiteX3" fmla="*/ 666801 w 836658"/>
                <a:gd name="connsiteY3" fmla="*/ 0 h 577155"/>
                <a:gd name="connsiteX4" fmla="*/ 831642 w 836658"/>
                <a:gd name="connsiteY4" fmla="*/ 210436 h 577155"/>
                <a:gd name="connsiteX5" fmla="*/ 773001 w 836658"/>
                <a:gd name="connsiteY5" fmla="*/ 448088 h 577155"/>
                <a:gd name="connsiteX6" fmla="*/ 608159 w 836658"/>
                <a:gd name="connsiteY6" fmla="*/ 577155 h 577155"/>
                <a:gd name="connsiteX7" fmla="*/ 0 w 836658"/>
                <a:gd name="connsiteY7" fmla="*/ 577155 h 57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6658" h="577155">
                  <a:moveTo>
                    <a:pt x="0" y="577155"/>
                  </a:moveTo>
                  <a:lnTo>
                    <a:pt x="110689" y="129067"/>
                  </a:lnTo>
                  <a:cubicBezTo>
                    <a:pt x="129348" y="53310"/>
                    <a:pt x="197389" y="0"/>
                    <a:pt x="275531" y="0"/>
                  </a:cubicBezTo>
                  <a:lnTo>
                    <a:pt x="666801" y="0"/>
                  </a:lnTo>
                  <a:cubicBezTo>
                    <a:pt x="777069" y="0"/>
                    <a:pt x="858017" y="103394"/>
                    <a:pt x="831642" y="210436"/>
                  </a:cubicBezTo>
                  <a:lnTo>
                    <a:pt x="773001" y="448088"/>
                  </a:lnTo>
                  <a:cubicBezTo>
                    <a:pt x="754342" y="523845"/>
                    <a:pt x="686301" y="577155"/>
                    <a:pt x="608159" y="577155"/>
                  </a:cubicBezTo>
                  <a:lnTo>
                    <a:pt x="0" y="5771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1"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C58347E-50D6-C0A1-3668-F4C385033CA2}"/>
                </a:ext>
              </a:extLst>
            </p:cNvPr>
            <p:cNvSpPr txBox="1"/>
            <p:nvPr/>
          </p:nvSpPr>
          <p:spPr>
            <a:xfrm>
              <a:off x="4495205" y="3633922"/>
              <a:ext cx="827235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800" b="1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8D2AB6A-1937-F0FD-F743-5952E489F384}"/>
              </a:ext>
            </a:extLst>
          </p:cNvPr>
          <p:cNvGrpSpPr/>
          <p:nvPr/>
        </p:nvGrpSpPr>
        <p:grpSpPr>
          <a:xfrm>
            <a:off x="4507065" y="4471074"/>
            <a:ext cx="1006226" cy="782913"/>
            <a:chOff x="3745548" y="4471074"/>
            <a:chExt cx="1006226" cy="782913"/>
          </a:xfrm>
        </p:grpSpPr>
        <p:sp>
          <p:nvSpPr>
            <p:cNvPr id="22" name="Trapezoid 21">
              <a:extLst>
                <a:ext uri="{FF2B5EF4-FFF2-40B4-BE49-F238E27FC236}">
                  <a16:creationId xmlns:a16="http://schemas.microsoft.com/office/drawing/2014/main" id="{AB45D157-CE30-A415-5845-B45EF95E0CC3}"/>
                </a:ext>
              </a:extLst>
            </p:cNvPr>
            <p:cNvSpPr/>
            <p:nvPr/>
          </p:nvSpPr>
          <p:spPr>
            <a:xfrm rot="10800000">
              <a:off x="3745548" y="4821939"/>
              <a:ext cx="1006226" cy="432048"/>
            </a:xfrm>
            <a:prstGeom prst="trapezoid">
              <a:avLst/>
            </a:prstGeom>
            <a:solidFill>
              <a:schemeClr val="bg1">
                <a:lumMod val="65000"/>
              </a:schemeClr>
            </a:solidFill>
            <a:effectLst>
              <a:softEdge rad="165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Graphic 9">
              <a:extLst>
                <a:ext uri="{FF2B5EF4-FFF2-40B4-BE49-F238E27FC236}">
                  <a16:creationId xmlns:a16="http://schemas.microsoft.com/office/drawing/2014/main" id="{B4F99BBC-8B26-B64A-FDA7-71CD710EEB0D}"/>
                </a:ext>
              </a:extLst>
            </p:cNvPr>
            <p:cNvSpPr/>
            <p:nvPr/>
          </p:nvSpPr>
          <p:spPr>
            <a:xfrm>
              <a:off x="3745586" y="4471074"/>
              <a:ext cx="836658" cy="577155"/>
            </a:xfrm>
            <a:custGeom>
              <a:avLst/>
              <a:gdLst>
                <a:gd name="connsiteX0" fmla="*/ 0 w 836658"/>
                <a:gd name="connsiteY0" fmla="*/ 577155 h 577155"/>
                <a:gd name="connsiteX1" fmla="*/ 110689 w 836658"/>
                <a:gd name="connsiteY1" fmla="*/ 129067 h 577155"/>
                <a:gd name="connsiteX2" fmla="*/ 275531 w 836658"/>
                <a:gd name="connsiteY2" fmla="*/ 0 h 577155"/>
                <a:gd name="connsiteX3" fmla="*/ 666801 w 836658"/>
                <a:gd name="connsiteY3" fmla="*/ 0 h 577155"/>
                <a:gd name="connsiteX4" fmla="*/ 831642 w 836658"/>
                <a:gd name="connsiteY4" fmla="*/ 210436 h 577155"/>
                <a:gd name="connsiteX5" fmla="*/ 773001 w 836658"/>
                <a:gd name="connsiteY5" fmla="*/ 448088 h 577155"/>
                <a:gd name="connsiteX6" fmla="*/ 608159 w 836658"/>
                <a:gd name="connsiteY6" fmla="*/ 577155 h 577155"/>
                <a:gd name="connsiteX7" fmla="*/ 0 w 836658"/>
                <a:gd name="connsiteY7" fmla="*/ 577155 h 57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6658" h="577155">
                  <a:moveTo>
                    <a:pt x="0" y="577155"/>
                  </a:moveTo>
                  <a:lnTo>
                    <a:pt x="110689" y="129067"/>
                  </a:lnTo>
                  <a:cubicBezTo>
                    <a:pt x="129348" y="53310"/>
                    <a:pt x="197389" y="0"/>
                    <a:pt x="275531" y="0"/>
                  </a:cubicBezTo>
                  <a:lnTo>
                    <a:pt x="666801" y="0"/>
                  </a:lnTo>
                  <a:cubicBezTo>
                    <a:pt x="777069" y="0"/>
                    <a:pt x="858017" y="103394"/>
                    <a:pt x="831642" y="210436"/>
                  </a:cubicBezTo>
                  <a:lnTo>
                    <a:pt x="773001" y="448088"/>
                  </a:lnTo>
                  <a:cubicBezTo>
                    <a:pt x="754342" y="523845"/>
                    <a:pt x="686301" y="577155"/>
                    <a:pt x="608159" y="577155"/>
                  </a:cubicBezTo>
                  <a:lnTo>
                    <a:pt x="0" y="5771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1"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6A69062-2C3F-B6A9-01EA-770E1128D2F3}"/>
                </a:ext>
              </a:extLst>
            </p:cNvPr>
            <p:cNvSpPr txBox="1"/>
            <p:nvPr/>
          </p:nvSpPr>
          <p:spPr>
            <a:xfrm>
              <a:off x="3760095" y="4569562"/>
              <a:ext cx="827235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800" b="1" dirty="0">
                  <a:solidFill>
                    <a:schemeClr val="bg1"/>
                  </a:solidFill>
                </a:rPr>
                <a:t>04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7899A9C-BBDC-0026-7F78-6F852C71E9D4}"/>
              </a:ext>
            </a:extLst>
          </p:cNvPr>
          <p:cNvGrpSpPr/>
          <p:nvPr/>
        </p:nvGrpSpPr>
        <p:grpSpPr>
          <a:xfrm>
            <a:off x="4507065" y="5574797"/>
            <a:ext cx="1006226" cy="782913"/>
            <a:chOff x="3399423" y="5574797"/>
            <a:chExt cx="1006226" cy="782913"/>
          </a:xfrm>
        </p:grpSpPr>
        <p:sp>
          <p:nvSpPr>
            <p:cNvPr id="26" name="Trapezoid 25">
              <a:extLst>
                <a:ext uri="{FF2B5EF4-FFF2-40B4-BE49-F238E27FC236}">
                  <a16:creationId xmlns:a16="http://schemas.microsoft.com/office/drawing/2014/main" id="{43563A61-BECE-933C-BB59-F2E008C52E96}"/>
                </a:ext>
              </a:extLst>
            </p:cNvPr>
            <p:cNvSpPr/>
            <p:nvPr/>
          </p:nvSpPr>
          <p:spPr>
            <a:xfrm rot="10800000">
              <a:off x="3399423" y="5925662"/>
              <a:ext cx="1006226" cy="432048"/>
            </a:xfrm>
            <a:prstGeom prst="trapezoid">
              <a:avLst/>
            </a:prstGeom>
            <a:solidFill>
              <a:schemeClr val="bg1">
                <a:lumMod val="65000"/>
              </a:schemeClr>
            </a:solidFill>
            <a:effectLst>
              <a:softEdge rad="165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Graphic 9">
              <a:extLst>
                <a:ext uri="{FF2B5EF4-FFF2-40B4-BE49-F238E27FC236}">
                  <a16:creationId xmlns:a16="http://schemas.microsoft.com/office/drawing/2014/main" id="{836D00CE-C88D-DCCF-3CAF-C2E52734E4B6}"/>
                </a:ext>
              </a:extLst>
            </p:cNvPr>
            <p:cNvSpPr/>
            <p:nvPr/>
          </p:nvSpPr>
          <p:spPr>
            <a:xfrm>
              <a:off x="3399461" y="5574797"/>
              <a:ext cx="836658" cy="577155"/>
            </a:xfrm>
            <a:custGeom>
              <a:avLst/>
              <a:gdLst>
                <a:gd name="connsiteX0" fmla="*/ 0 w 836658"/>
                <a:gd name="connsiteY0" fmla="*/ 577155 h 577155"/>
                <a:gd name="connsiteX1" fmla="*/ 110689 w 836658"/>
                <a:gd name="connsiteY1" fmla="*/ 129067 h 577155"/>
                <a:gd name="connsiteX2" fmla="*/ 275531 w 836658"/>
                <a:gd name="connsiteY2" fmla="*/ 0 h 577155"/>
                <a:gd name="connsiteX3" fmla="*/ 666801 w 836658"/>
                <a:gd name="connsiteY3" fmla="*/ 0 h 577155"/>
                <a:gd name="connsiteX4" fmla="*/ 831642 w 836658"/>
                <a:gd name="connsiteY4" fmla="*/ 210436 h 577155"/>
                <a:gd name="connsiteX5" fmla="*/ 773001 w 836658"/>
                <a:gd name="connsiteY5" fmla="*/ 448088 h 577155"/>
                <a:gd name="connsiteX6" fmla="*/ 608159 w 836658"/>
                <a:gd name="connsiteY6" fmla="*/ 577155 h 577155"/>
                <a:gd name="connsiteX7" fmla="*/ 0 w 836658"/>
                <a:gd name="connsiteY7" fmla="*/ 577155 h 57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6658" h="577155">
                  <a:moveTo>
                    <a:pt x="0" y="577155"/>
                  </a:moveTo>
                  <a:lnTo>
                    <a:pt x="110689" y="129067"/>
                  </a:lnTo>
                  <a:cubicBezTo>
                    <a:pt x="129348" y="53310"/>
                    <a:pt x="197389" y="0"/>
                    <a:pt x="275531" y="0"/>
                  </a:cubicBezTo>
                  <a:lnTo>
                    <a:pt x="666801" y="0"/>
                  </a:lnTo>
                  <a:cubicBezTo>
                    <a:pt x="777069" y="0"/>
                    <a:pt x="858017" y="103394"/>
                    <a:pt x="831642" y="210436"/>
                  </a:cubicBezTo>
                  <a:lnTo>
                    <a:pt x="773001" y="448088"/>
                  </a:lnTo>
                  <a:cubicBezTo>
                    <a:pt x="754342" y="523845"/>
                    <a:pt x="686301" y="577155"/>
                    <a:pt x="608159" y="577155"/>
                  </a:cubicBezTo>
                  <a:lnTo>
                    <a:pt x="0" y="5771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1"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EA18E6-768F-3836-1BDF-02F29AE62A31}"/>
                </a:ext>
              </a:extLst>
            </p:cNvPr>
            <p:cNvSpPr txBox="1"/>
            <p:nvPr/>
          </p:nvSpPr>
          <p:spPr>
            <a:xfrm>
              <a:off x="3413970" y="5673285"/>
              <a:ext cx="827235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800" b="1" dirty="0">
                  <a:solidFill>
                    <a:schemeClr val="bg1"/>
                  </a:solidFill>
                </a:rPr>
                <a:t>05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20BD1D4-71CB-B4E3-3AA4-2F2369759789}"/>
              </a:ext>
            </a:extLst>
          </p:cNvPr>
          <p:cNvSpPr txBox="1"/>
          <p:nvPr/>
        </p:nvSpPr>
        <p:spPr>
          <a:xfrm>
            <a:off x="5508870" y="2685541"/>
            <a:ext cx="4696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dirty="0"/>
              <a:t>Agenda Title Placeholder 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FC23CE-9208-7B1B-F5A1-A6BC457C3693}"/>
              </a:ext>
            </a:extLst>
          </p:cNvPr>
          <p:cNvSpPr txBox="1"/>
          <p:nvPr/>
        </p:nvSpPr>
        <p:spPr>
          <a:xfrm>
            <a:off x="5508870" y="3671536"/>
            <a:ext cx="4696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dirty="0"/>
              <a:t>Agenda Title Placeholder 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6B60C0-339D-4359-F74B-012CA42F3A55}"/>
              </a:ext>
            </a:extLst>
          </p:cNvPr>
          <p:cNvSpPr txBox="1"/>
          <p:nvPr/>
        </p:nvSpPr>
        <p:spPr>
          <a:xfrm>
            <a:off x="5508870" y="4640255"/>
            <a:ext cx="4696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dirty="0"/>
              <a:t>Agenda Title Placeholder 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0C7D01-A620-2F04-E6AE-2E51D1058A00}"/>
              </a:ext>
            </a:extLst>
          </p:cNvPr>
          <p:cNvSpPr txBox="1"/>
          <p:nvPr/>
        </p:nvSpPr>
        <p:spPr>
          <a:xfrm>
            <a:off x="5508870" y="5708366"/>
            <a:ext cx="4696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dirty="0"/>
              <a:t>Agenda Title Placeholder 5</a:t>
            </a:r>
          </a:p>
        </p:txBody>
      </p:sp>
      <p:sp>
        <p:nvSpPr>
          <p:cNvPr id="47" name="Block Arc 46">
            <a:extLst>
              <a:ext uri="{FF2B5EF4-FFF2-40B4-BE49-F238E27FC236}">
                <a16:creationId xmlns:a16="http://schemas.microsoft.com/office/drawing/2014/main" id="{C73D95A0-E91C-D285-A790-7B064C48CF68}"/>
              </a:ext>
            </a:extLst>
          </p:cNvPr>
          <p:cNvSpPr>
            <a:spLocks/>
          </p:cNvSpPr>
          <p:nvPr/>
        </p:nvSpPr>
        <p:spPr>
          <a:xfrm rot="16200000">
            <a:off x="11420845" y="0"/>
            <a:ext cx="1535960" cy="1535960"/>
          </a:xfrm>
          <a:prstGeom prst="blockArc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239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lock Arc 59">
            <a:extLst>
              <a:ext uri="{FF2B5EF4-FFF2-40B4-BE49-F238E27FC236}">
                <a16:creationId xmlns:a16="http://schemas.microsoft.com/office/drawing/2014/main" id="{0ACF7ED5-3FD8-4AE8-0585-615F4A14872C}"/>
              </a:ext>
            </a:extLst>
          </p:cNvPr>
          <p:cNvSpPr>
            <a:spLocks/>
          </p:cNvSpPr>
          <p:nvPr/>
        </p:nvSpPr>
        <p:spPr>
          <a:xfrm>
            <a:off x="5590760" y="3583417"/>
            <a:ext cx="1110588" cy="1110588"/>
          </a:xfrm>
          <a:prstGeom prst="blockArc">
            <a:avLst>
              <a:gd name="adj1" fmla="val 5398896"/>
              <a:gd name="adj2" fmla="val 0"/>
              <a:gd name="adj3" fmla="val 2500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9" name="Block Arc 58">
            <a:extLst>
              <a:ext uri="{FF2B5EF4-FFF2-40B4-BE49-F238E27FC236}">
                <a16:creationId xmlns:a16="http://schemas.microsoft.com/office/drawing/2014/main" id="{1A9C2047-B742-02F5-FD28-644B8B5599F7}"/>
              </a:ext>
            </a:extLst>
          </p:cNvPr>
          <p:cNvSpPr>
            <a:spLocks/>
          </p:cNvSpPr>
          <p:nvPr/>
        </p:nvSpPr>
        <p:spPr>
          <a:xfrm flipH="1">
            <a:off x="10025120" y="445956"/>
            <a:ext cx="1110588" cy="1110588"/>
          </a:xfrm>
          <a:prstGeom prst="blockArc">
            <a:avLst>
              <a:gd name="adj1" fmla="val 5398896"/>
              <a:gd name="adj2" fmla="val 0"/>
              <a:gd name="adj3" fmla="val 2500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Block Arc 57">
            <a:extLst>
              <a:ext uri="{FF2B5EF4-FFF2-40B4-BE49-F238E27FC236}">
                <a16:creationId xmlns:a16="http://schemas.microsoft.com/office/drawing/2014/main" id="{567C61CD-AFAC-C831-E260-8D69978F973D}"/>
              </a:ext>
            </a:extLst>
          </p:cNvPr>
          <p:cNvSpPr>
            <a:spLocks/>
          </p:cNvSpPr>
          <p:nvPr/>
        </p:nvSpPr>
        <p:spPr>
          <a:xfrm flipH="1">
            <a:off x="10025120" y="3584649"/>
            <a:ext cx="1110588" cy="1110588"/>
          </a:xfrm>
          <a:prstGeom prst="blockArc">
            <a:avLst>
              <a:gd name="adj1" fmla="val 5398896"/>
              <a:gd name="adj2" fmla="val 0"/>
              <a:gd name="adj3" fmla="val 2500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Block Arc 56">
            <a:extLst>
              <a:ext uri="{FF2B5EF4-FFF2-40B4-BE49-F238E27FC236}">
                <a16:creationId xmlns:a16="http://schemas.microsoft.com/office/drawing/2014/main" id="{B687DEFC-4C23-6A61-B864-076993EB02F4}"/>
              </a:ext>
            </a:extLst>
          </p:cNvPr>
          <p:cNvSpPr>
            <a:spLocks/>
          </p:cNvSpPr>
          <p:nvPr/>
        </p:nvSpPr>
        <p:spPr>
          <a:xfrm>
            <a:off x="5590760" y="445956"/>
            <a:ext cx="1110588" cy="1110588"/>
          </a:xfrm>
          <a:prstGeom prst="blockArc">
            <a:avLst>
              <a:gd name="adj1" fmla="val 5398896"/>
              <a:gd name="adj2" fmla="val 0"/>
              <a:gd name="adj3" fmla="val 2500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737F96-DCAA-34B0-E430-A8E7267FF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620688"/>
            <a:ext cx="3600400" cy="1872208"/>
          </a:xfrm>
        </p:spPr>
        <p:txBody>
          <a:bodyPr/>
          <a:lstStyle/>
          <a:p>
            <a:r>
              <a:rPr lang="en-US" dirty="0"/>
              <a:t>MEET  OUR TEAM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CDDC7-5BEC-E943-3506-B290D6F123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440" y="2492896"/>
            <a:ext cx="3900795" cy="979582"/>
          </a:xfrm>
        </p:spPr>
        <p:txBody>
          <a:bodyPr/>
          <a:lstStyle/>
          <a:p>
            <a:r>
              <a:rPr lang="en-US" dirty="0"/>
              <a:t>A brief introduction about your team composition. Insert your desired text here. This is a sample text.</a:t>
            </a:r>
          </a:p>
        </p:txBody>
      </p:sp>
      <p:pic>
        <p:nvPicPr>
          <p:cNvPr id="40" name="Picture Placeholder 39" descr="A person in a turtleneck sweater&#10;&#10;Description automatically generated">
            <a:extLst>
              <a:ext uri="{FF2B5EF4-FFF2-40B4-BE49-F238E27FC236}">
                <a16:creationId xmlns:a16="http://schemas.microsoft.com/office/drawing/2014/main" id="{0F4BE18F-C96A-7C0A-88DA-29366A50B7C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41" r="16641"/>
          <a:stretch>
            <a:fillRect/>
          </a:stretch>
        </p:blipFill>
        <p:spPr/>
      </p:pic>
      <p:pic>
        <p:nvPicPr>
          <p:cNvPr id="42" name="Picture Placeholder 41" descr="A person in a black robe&#10;&#10;Description automatically generated">
            <a:extLst>
              <a:ext uri="{FF2B5EF4-FFF2-40B4-BE49-F238E27FC236}">
                <a16:creationId xmlns:a16="http://schemas.microsoft.com/office/drawing/2014/main" id="{6CF21C56-E9D1-4AEA-5995-28335506237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4" r="15234"/>
          <a:stretch>
            <a:fillRect/>
          </a:stretch>
        </p:blipFill>
        <p:spPr/>
      </p:pic>
      <p:pic>
        <p:nvPicPr>
          <p:cNvPr id="44" name="Picture Placeholder 43" descr="A close-up of a person&#10;&#10;Description automatically generated">
            <a:extLst>
              <a:ext uri="{FF2B5EF4-FFF2-40B4-BE49-F238E27FC236}">
                <a16:creationId xmlns:a16="http://schemas.microsoft.com/office/drawing/2014/main" id="{47059890-18CE-95FA-F64E-DA773A54A4B8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4" b="9844"/>
          <a:stretch>
            <a:fillRect/>
          </a:stretch>
        </p:blipFill>
        <p:spPr/>
      </p:pic>
      <p:pic>
        <p:nvPicPr>
          <p:cNvPr id="6" name="Graphic 5" descr="Mandala outline">
            <a:extLst>
              <a:ext uri="{FF2B5EF4-FFF2-40B4-BE49-F238E27FC236}">
                <a16:creationId xmlns:a16="http://schemas.microsoft.com/office/drawing/2014/main" id="{879067CF-F49B-C5F1-9DE4-A1AC2CA8D1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7788" y="4229183"/>
            <a:ext cx="648072" cy="6480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6BE6A8-03D0-3A45-1DFA-016E50722003}"/>
              </a:ext>
            </a:extLst>
          </p:cNvPr>
          <p:cNvSpPr txBox="1"/>
          <p:nvPr/>
        </p:nvSpPr>
        <p:spPr>
          <a:xfrm>
            <a:off x="1125860" y="4365104"/>
            <a:ext cx="1405733" cy="48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600" b="1" dirty="0">
                <a:solidFill>
                  <a:schemeClr val="bg1"/>
                </a:solidFill>
              </a:rPr>
              <a:t>YOUR </a:t>
            </a:r>
          </a:p>
          <a:p>
            <a:pPr>
              <a:lnSpc>
                <a:spcPct val="80000"/>
              </a:lnSpc>
            </a:pPr>
            <a:r>
              <a:rPr lang="en-US" sz="1600" b="1" dirty="0">
                <a:solidFill>
                  <a:schemeClr val="bg1"/>
                </a:solidFill>
              </a:rPr>
              <a:t>LOGO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A1B8BD-6C5A-9A89-7875-01E6784B71BD}"/>
              </a:ext>
            </a:extLst>
          </p:cNvPr>
          <p:cNvSpPr txBox="1"/>
          <p:nvPr/>
        </p:nvSpPr>
        <p:spPr>
          <a:xfrm>
            <a:off x="5676589" y="2415540"/>
            <a:ext cx="1944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NAME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C8EC80-24B9-B446-4B12-4B7F9E9185F0}"/>
              </a:ext>
            </a:extLst>
          </p:cNvPr>
          <p:cNvSpPr txBox="1"/>
          <p:nvPr/>
        </p:nvSpPr>
        <p:spPr>
          <a:xfrm>
            <a:off x="5676589" y="2793122"/>
            <a:ext cx="194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Surname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169602C-B023-BB43-00AF-ED21F229A424}"/>
              </a:ext>
            </a:extLst>
          </p:cNvPr>
          <p:cNvCxnSpPr/>
          <p:nvPr/>
        </p:nvCxnSpPr>
        <p:spPr>
          <a:xfrm>
            <a:off x="6382444" y="3162454"/>
            <a:ext cx="5760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A86A986-3ED1-EA7A-32A3-A1B60B406175}"/>
              </a:ext>
            </a:extLst>
          </p:cNvPr>
          <p:cNvSpPr txBox="1"/>
          <p:nvPr/>
        </p:nvSpPr>
        <p:spPr>
          <a:xfrm>
            <a:off x="5676589" y="3162454"/>
            <a:ext cx="19443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Designation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72934E-FA12-704C-7579-17C3BF5433E2}"/>
              </a:ext>
            </a:extLst>
          </p:cNvPr>
          <p:cNvSpPr txBox="1"/>
          <p:nvPr/>
        </p:nvSpPr>
        <p:spPr>
          <a:xfrm>
            <a:off x="8985254" y="2415540"/>
            <a:ext cx="1944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NAME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E9612A-00DD-B83D-2221-420A830FF680}"/>
              </a:ext>
            </a:extLst>
          </p:cNvPr>
          <p:cNvSpPr txBox="1"/>
          <p:nvPr/>
        </p:nvSpPr>
        <p:spPr>
          <a:xfrm>
            <a:off x="8985254" y="2793122"/>
            <a:ext cx="194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Surname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C57F488-6322-696C-1E1F-4C72D6F45B5D}"/>
              </a:ext>
            </a:extLst>
          </p:cNvPr>
          <p:cNvCxnSpPr/>
          <p:nvPr/>
        </p:nvCxnSpPr>
        <p:spPr>
          <a:xfrm>
            <a:off x="9691109" y="3162454"/>
            <a:ext cx="5760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0FAE7A8-2714-6DAA-1087-AD9AB150B2DE}"/>
              </a:ext>
            </a:extLst>
          </p:cNvPr>
          <p:cNvSpPr txBox="1"/>
          <p:nvPr/>
        </p:nvSpPr>
        <p:spPr>
          <a:xfrm>
            <a:off x="8985254" y="3162454"/>
            <a:ext cx="19443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Designation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55A1EE-789A-DFB5-4E53-01481421EDC1}"/>
              </a:ext>
            </a:extLst>
          </p:cNvPr>
          <p:cNvSpPr txBox="1"/>
          <p:nvPr/>
        </p:nvSpPr>
        <p:spPr>
          <a:xfrm>
            <a:off x="5676589" y="5511884"/>
            <a:ext cx="1944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NAME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30ACFB-A71B-FF20-7C58-87BD943E37C3}"/>
              </a:ext>
            </a:extLst>
          </p:cNvPr>
          <p:cNvSpPr txBox="1"/>
          <p:nvPr/>
        </p:nvSpPr>
        <p:spPr>
          <a:xfrm>
            <a:off x="5676589" y="5889466"/>
            <a:ext cx="194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Surname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BC8851-9260-50BC-0956-ECAB93BFEAB7}"/>
              </a:ext>
            </a:extLst>
          </p:cNvPr>
          <p:cNvCxnSpPr/>
          <p:nvPr/>
        </p:nvCxnSpPr>
        <p:spPr>
          <a:xfrm>
            <a:off x="6382444" y="6258798"/>
            <a:ext cx="5760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C0D802E-8846-CBF6-6AB2-4A51A8EF7D43}"/>
              </a:ext>
            </a:extLst>
          </p:cNvPr>
          <p:cNvSpPr txBox="1"/>
          <p:nvPr/>
        </p:nvSpPr>
        <p:spPr>
          <a:xfrm>
            <a:off x="5676589" y="6258798"/>
            <a:ext cx="19443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Designation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AE9CAE-912B-0818-1857-38C2F493FCA4}"/>
              </a:ext>
            </a:extLst>
          </p:cNvPr>
          <p:cNvSpPr txBox="1"/>
          <p:nvPr/>
        </p:nvSpPr>
        <p:spPr>
          <a:xfrm>
            <a:off x="9016540" y="5511884"/>
            <a:ext cx="1944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NAME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C14D54-ACD2-492E-F68D-5CD767F926DD}"/>
              </a:ext>
            </a:extLst>
          </p:cNvPr>
          <p:cNvSpPr txBox="1"/>
          <p:nvPr/>
        </p:nvSpPr>
        <p:spPr>
          <a:xfrm>
            <a:off x="9016540" y="5889466"/>
            <a:ext cx="194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Surname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5B1353-DD7C-70FE-ACC2-4DF94C0660E0}"/>
              </a:ext>
            </a:extLst>
          </p:cNvPr>
          <p:cNvCxnSpPr/>
          <p:nvPr/>
        </p:nvCxnSpPr>
        <p:spPr>
          <a:xfrm>
            <a:off x="9722395" y="6258798"/>
            <a:ext cx="5760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7AAF434-EBD1-D15A-B717-6C67F0BBFFB6}"/>
              </a:ext>
            </a:extLst>
          </p:cNvPr>
          <p:cNvSpPr txBox="1"/>
          <p:nvPr/>
        </p:nvSpPr>
        <p:spPr>
          <a:xfrm>
            <a:off x="9016540" y="6258798"/>
            <a:ext cx="19443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Designation</a:t>
            </a:r>
          </a:p>
        </p:txBody>
      </p:sp>
      <p:pic>
        <p:nvPicPr>
          <p:cNvPr id="54" name="Picture Placeholder 53" descr="A person holding her hair&#10;&#10;Description automatically generated">
            <a:extLst>
              <a:ext uri="{FF2B5EF4-FFF2-40B4-BE49-F238E27FC236}">
                <a16:creationId xmlns:a16="http://schemas.microsoft.com/office/drawing/2014/main" id="{AA88AE2B-CC6A-4025-C515-745DFF317F5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41" r="1664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81741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E7670B03-9290-95B6-A86C-99C37D86ED4E}"/>
              </a:ext>
            </a:extLst>
          </p:cNvPr>
          <p:cNvSpPr/>
          <p:nvPr/>
        </p:nvSpPr>
        <p:spPr>
          <a:xfrm>
            <a:off x="0" y="4869160"/>
            <a:ext cx="12188824" cy="198884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Graphic 160">
            <a:extLst>
              <a:ext uri="{FF2B5EF4-FFF2-40B4-BE49-F238E27FC236}">
                <a16:creationId xmlns:a16="http://schemas.microsoft.com/office/drawing/2014/main" id="{08B3F66D-9974-F4A5-1DAE-81C5F70B6952}"/>
              </a:ext>
            </a:extLst>
          </p:cNvPr>
          <p:cNvSpPr/>
          <p:nvPr/>
        </p:nvSpPr>
        <p:spPr>
          <a:xfrm>
            <a:off x="107323" y="4883183"/>
            <a:ext cx="3538816" cy="1133727"/>
          </a:xfrm>
          <a:custGeom>
            <a:avLst/>
            <a:gdLst>
              <a:gd name="connsiteX0" fmla="*/ 0 w 2933718"/>
              <a:gd name="connsiteY0" fmla="*/ 939872 h 939872"/>
              <a:gd name="connsiteX1" fmla="*/ 260770 w 2933718"/>
              <a:gd name="connsiteY1" fmla="*/ 358587 h 939872"/>
              <a:gd name="connsiteX2" fmla="*/ 814648 w 2933718"/>
              <a:gd name="connsiteY2" fmla="*/ 0 h 939872"/>
              <a:gd name="connsiteX3" fmla="*/ 2933719 w 2933718"/>
              <a:gd name="connsiteY3" fmla="*/ 0 h 939872"/>
              <a:gd name="connsiteX4" fmla="*/ 2933719 w 2933718"/>
              <a:gd name="connsiteY4" fmla="*/ 939872 h 939872"/>
              <a:gd name="connsiteX5" fmla="*/ 0 w 2933718"/>
              <a:gd name="connsiteY5" fmla="*/ 939872 h 939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33718" h="939872">
                <a:moveTo>
                  <a:pt x="0" y="939872"/>
                </a:moveTo>
                <a:lnTo>
                  <a:pt x="260770" y="358587"/>
                </a:lnTo>
                <a:cubicBezTo>
                  <a:pt x="358587" y="140362"/>
                  <a:pt x="575551" y="0"/>
                  <a:pt x="814648" y="0"/>
                </a:cubicBezTo>
                <a:lnTo>
                  <a:pt x="2933719" y="0"/>
                </a:lnTo>
                <a:lnTo>
                  <a:pt x="2933719" y="939872"/>
                </a:lnTo>
                <a:lnTo>
                  <a:pt x="0" y="939872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5"/>
              </a:gs>
            </a:gsLst>
            <a:lin ang="16200000" scaled="1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7E95032-C873-C17B-BF82-6DFB7B5EC238}"/>
              </a:ext>
            </a:extLst>
          </p:cNvPr>
          <p:cNvSpPr/>
          <p:nvPr/>
        </p:nvSpPr>
        <p:spPr>
          <a:xfrm>
            <a:off x="0" y="1827609"/>
            <a:ext cx="12188824" cy="95332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Graphic 160">
            <a:extLst>
              <a:ext uri="{FF2B5EF4-FFF2-40B4-BE49-F238E27FC236}">
                <a16:creationId xmlns:a16="http://schemas.microsoft.com/office/drawing/2014/main" id="{F6B90D58-557A-0B0E-E746-EE3695668A05}"/>
              </a:ext>
            </a:extLst>
          </p:cNvPr>
          <p:cNvSpPr/>
          <p:nvPr/>
        </p:nvSpPr>
        <p:spPr>
          <a:xfrm>
            <a:off x="105121" y="1840597"/>
            <a:ext cx="2933718" cy="939872"/>
          </a:xfrm>
          <a:custGeom>
            <a:avLst/>
            <a:gdLst>
              <a:gd name="connsiteX0" fmla="*/ 0 w 2933718"/>
              <a:gd name="connsiteY0" fmla="*/ 939872 h 939872"/>
              <a:gd name="connsiteX1" fmla="*/ 260770 w 2933718"/>
              <a:gd name="connsiteY1" fmla="*/ 358587 h 939872"/>
              <a:gd name="connsiteX2" fmla="*/ 814648 w 2933718"/>
              <a:gd name="connsiteY2" fmla="*/ 0 h 939872"/>
              <a:gd name="connsiteX3" fmla="*/ 2933719 w 2933718"/>
              <a:gd name="connsiteY3" fmla="*/ 0 h 939872"/>
              <a:gd name="connsiteX4" fmla="*/ 2933719 w 2933718"/>
              <a:gd name="connsiteY4" fmla="*/ 939872 h 939872"/>
              <a:gd name="connsiteX5" fmla="*/ 0 w 2933718"/>
              <a:gd name="connsiteY5" fmla="*/ 939872 h 939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33718" h="939872">
                <a:moveTo>
                  <a:pt x="0" y="939872"/>
                </a:moveTo>
                <a:lnTo>
                  <a:pt x="260770" y="358587"/>
                </a:lnTo>
                <a:cubicBezTo>
                  <a:pt x="358587" y="140362"/>
                  <a:pt x="575551" y="0"/>
                  <a:pt x="814648" y="0"/>
                </a:cubicBezTo>
                <a:lnTo>
                  <a:pt x="2933719" y="0"/>
                </a:lnTo>
                <a:lnTo>
                  <a:pt x="2933719" y="939872"/>
                </a:lnTo>
                <a:lnTo>
                  <a:pt x="0" y="939872"/>
                </a:ln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929990-217D-784B-1ABA-526C069F2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404664"/>
            <a:ext cx="5196939" cy="1296145"/>
          </a:xfrm>
        </p:spPr>
        <p:txBody>
          <a:bodyPr/>
          <a:lstStyle/>
          <a:p>
            <a:r>
              <a:rPr lang="en-US" dirty="0"/>
              <a:t>Communication Strategy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DA9F8-8E0C-20D5-4B5A-740007C119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65980" y="404659"/>
            <a:ext cx="3728832" cy="1296145"/>
          </a:xfrm>
        </p:spPr>
        <p:txBody>
          <a:bodyPr/>
          <a:lstStyle/>
          <a:p>
            <a:r>
              <a:rPr lang="en-US" dirty="0"/>
              <a:t>A brief intro about your strategy framework. Insert your desired text here. This is a sample text. </a:t>
            </a:r>
          </a:p>
        </p:txBody>
      </p:sp>
      <p:pic>
        <p:nvPicPr>
          <p:cNvPr id="4" name="Graphic 3" descr="Mandala outline">
            <a:extLst>
              <a:ext uri="{FF2B5EF4-FFF2-40B4-BE49-F238E27FC236}">
                <a16:creationId xmlns:a16="http://schemas.microsoft.com/office/drawing/2014/main" id="{AC9D9C15-852C-B7D0-6D80-B43D3D84E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8828" y="404664"/>
            <a:ext cx="648072" cy="6480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D3AB46-F1A4-FD08-B36D-48DF423AEE43}"/>
              </a:ext>
            </a:extLst>
          </p:cNvPr>
          <p:cNvSpPr txBox="1"/>
          <p:nvPr/>
        </p:nvSpPr>
        <p:spPr>
          <a:xfrm>
            <a:off x="10486900" y="540585"/>
            <a:ext cx="1405733" cy="48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600" b="1" dirty="0"/>
              <a:t>YOUR </a:t>
            </a:r>
          </a:p>
          <a:p>
            <a:pPr>
              <a:lnSpc>
                <a:spcPct val="80000"/>
              </a:lnSpc>
            </a:pPr>
            <a:r>
              <a:rPr lang="en-US" sz="1600" b="1" dirty="0"/>
              <a:t>LOGO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6BA454-D33B-1161-05DA-4334C869C33F}"/>
              </a:ext>
            </a:extLst>
          </p:cNvPr>
          <p:cNvSpPr txBox="1"/>
          <p:nvPr/>
        </p:nvSpPr>
        <p:spPr>
          <a:xfrm>
            <a:off x="573679" y="2011881"/>
            <a:ext cx="1492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Goals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0AF339-1893-96E1-8C7F-2D3EA6C45227}"/>
              </a:ext>
            </a:extLst>
          </p:cNvPr>
          <p:cNvSpPr txBox="1"/>
          <p:nvPr/>
        </p:nvSpPr>
        <p:spPr>
          <a:xfrm>
            <a:off x="573679" y="3028145"/>
            <a:ext cx="1492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Outcomes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179274-B628-5FBA-EB14-31F597B6611D}"/>
              </a:ext>
            </a:extLst>
          </p:cNvPr>
          <p:cNvGrpSpPr/>
          <p:nvPr/>
        </p:nvGrpSpPr>
        <p:grpSpPr>
          <a:xfrm>
            <a:off x="3646139" y="1827608"/>
            <a:ext cx="7933237" cy="5030392"/>
            <a:chOff x="3646140" y="1827608"/>
            <a:chExt cx="6488338" cy="503039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A049E1B-E4E0-E0B5-F06F-A60E40745B2C}"/>
                </a:ext>
              </a:extLst>
            </p:cNvPr>
            <p:cNvSpPr/>
            <p:nvPr/>
          </p:nvSpPr>
          <p:spPr>
            <a:xfrm>
              <a:off x="3646140" y="1827608"/>
              <a:ext cx="1944216" cy="5030392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30B856D-26A3-2414-3880-AC47923A853F}"/>
                </a:ext>
              </a:extLst>
            </p:cNvPr>
            <p:cNvSpPr/>
            <p:nvPr/>
          </p:nvSpPr>
          <p:spPr>
            <a:xfrm>
              <a:off x="5918201" y="1827608"/>
              <a:ext cx="1944216" cy="5030392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A57FF49-0CC3-0407-C95E-20D919E0D6FE}"/>
                </a:ext>
              </a:extLst>
            </p:cNvPr>
            <p:cNvSpPr/>
            <p:nvPr/>
          </p:nvSpPr>
          <p:spPr>
            <a:xfrm>
              <a:off x="8190262" y="1827608"/>
              <a:ext cx="1944216" cy="5030392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00DE336-D322-564A-B72B-9EB1957FC2EE}"/>
              </a:ext>
            </a:extLst>
          </p:cNvPr>
          <p:cNvSpPr txBox="1"/>
          <p:nvPr/>
        </p:nvSpPr>
        <p:spPr>
          <a:xfrm>
            <a:off x="3950502" y="2011881"/>
            <a:ext cx="1808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dirty="0"/>
              <a:t>Title Placeholder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DE6F77-D282-F455-2A8A-89A215E9BB57}"/>
              </a:ext>
            </a:extLst>
          </p:cNvPr>
          <p:cNvSpPr txBox="1"/>
          <p:nvPr/>
        </p:nvSpPr>
        <p:spPr>
          <a:xfrm>
            <a:off x="6708613" y="2011881"/>
            <a:ext cx="1808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dirty="0"/>
              <a:t>Title Placeholder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6D208F-D362-7800-1E7D-758FEDE3E54D}"/>
              </a:ext>
            </a:extLst>
          </p:cNvPr>
          <p:cNvSpPr txBox="1"/>
          <p:nvPr/>
        </p:nvSpPr>
        <p:spPr>
          <a:xfrm>
            <a:off x="9486643" y="2011881"/>
            <a:ext cx="1808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dirty="0"/>
              <a:t>Title Placeholder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646BA107-118D-805C-E19B-BFDD557FB82F}"/>
              </a:ext>
            </a:extLst>
          </p:cNvPr>
          <p:cNvSpPr/>
          <p:nvPr/>
        </p:nvSpPr>
        <p:spPr>
          <a:xfrm>
            <a:off x="663094" y="2411991"/>
            <a:ext cx="432051" cy="901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D6CF50C-65BF-3035-3731-37E45874F499}"/>
              </a:ext>
            </a:extLst>
          </p:cNvPr>
          <p:cNvSpPr/>
          <p:nvPr/>
        </p:nvSpPr>
        <p:spPr>
          <a:xfrm>
            <a:off x="1148488" y="2411991"/>
            <a:ext cx="231101" cy="901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F98577A-E3F4-B745-E6D8-107693C7018B}"/>
              </a:ext>
            </a:extLst>
          </p:cNvPr>
          <p:cNvSpPr/>
          <p:nvPr/>
        </p:nvSpPr>
        <p:spPr>
          <a:xfrm>
            <a:off x="663094" y="3428255"/>
            <a:ext cx="432051" cy="901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AC88BF3-48F8-1BE4-8B73-903DD209BCAE}"/>
              </a:ext>
            </a:extLst>
          </p:cNvPr>
          <p:cNvSpPr/>
          <p:nvPr/>
        </p:nvSpPr>
        <p:spPr>
          <a:xfrm>
            <a:off x="1148488" y="3428255"/>
            <a:ext cx="231101" cy="901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9F44C853-EA48-F172-65DE-D64311ACB398}"/>
              </a:ext>
            </a:extLst>
          </p:cNvPr>
          <p:cNvSpPr/>
          <p:nvPr/>
        </p:nvSpPr>
        <p:spPr>
          <a:xfrm>
            <a:off x="3807627" y="3085325"/>
            <a:ext cx="285750" cy="285750"/>
          </a:xfrm>
          <a:custGeom>
            <a:avLst/>
            <a:gdLst>
              <a:gd name="connsiteX0" fmla="*/ 142875 w 285750"/>
              <a:gd name="connsiteY0" fmla="*/ 0 h 285750"/>
              <a:gd name="connsiteX1" fmla="*/ 0 w 285750"/>
              <a:gd name="connsiteY1" fmla="*/ 142875 h 285750"/>
              <a:gd name="connsiteX2" fmla="*/ 142875 w 285750"/>
              <a:gd name="connsiteY2" fmla="*/ 285750 h 285750"/>
              <a:gd name="connsiteX3" fmla="*/ 285750 w 285750"/>
              <a:gd name="connsiteY3" fmla="*/ 142875 h 285750"/>
              <a:gd name="connsiteX4" fmla="*/ 142875 w 285750"/>
              <a:gd name="connsiteY4" fmla="*/ 0 h 285750"/>
              <a:gd name="connsiteX5" fmla="*/ 114300 w 285750"/>
              <a:gd name="connsiteY5" fmla="*/ 210703 h 285750"/>
              <a:gd name="connsiteX6" fmla="*/ 47044 w 285750"/>
              <a:gd name="connsiteY6" fmla="*/ 143456 h 285750"/>
              <a:gd name="connsiteX7" fmla="*/ 67256 w 285750"/>
              <a:gd name="connsiteY7" fmla="*/ 123244 h 285750"/>
              <a:gd name="connsiteX8" fmla="*/ 114300 w 285750"/>
              <a:gd name="connsiteY8" fmla="*/ 170297 h 285750"/>
              <a:gd name="connsiteX9" fmla="*/ 208969 w 285750"/>
              <a:gd name="connsiteY9" fmla="*/ 75619 h 285750"/>
              <a:gd name="connsiteX10" fmla="*/ 229181 w 285750"/>
              <a:gd name="connsiteY10" fmla="*/ 95831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750" h="285750">
                <a:moveTo>
                  <a:pt x="142875" y="0"/>
                </a:move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cubicBezTo>
                  <a:pt x="221783" y="285750"/>
                  <a:pt x="285750" y="221783"/>
                  <a:pt x="285750" y="142875"/>
                </a:cubicBezTo>
                <a:cubicBezTo>
                  <a:pt x="285750" y="63967"/>
                  <a:pt x="221783" y="0"/>
                  <a:pt x="142875" y="0"/>
                </a:cubicBezTo>
                <a:close/>
                <a:moveTo>
                  <a:pt x="114300" y="210703"/>
                </a:moveTo>
                <a:lnTo>
                  <a:pt x="47044" y="143456"/>
                </a:lnTo>
                <a:lnTo>
                  <a:pt x="67256" y="123244"/>
                </a:lnTo>
                <a:lnTo>
                  <a:pt x="114300" y="170297"/>
                </a:lnTo>
                <a:lnTo>
                  <a:pt x="208969" y="75619"/>
                </a:lnTo>
                <a:lnTo>
                  <a:pt x="229181" y="95831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2A3660A-743C-1158-5240-63166BFB06C4}"/>
              </a:ext>
            </a:extLst>
          </p:cNvPr>
          <p:cNvSpPr txBox="1"/>
          <p:nvPr/>
        </p:nvSpPr>
        <p:spPr>
          <a:xfrm>
            <a:off x="4157622" y="3028145"/>
            <a:ext cx="1601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Insert your desired text here. </a:t>
            </a: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B39184E6-A653-EB9A-3A8C-24AA5075530D}"/>
              </a:ext>
            </a:extLst>
          </p:cNvPr>
          <p:cNvSpPr/>
          <p:nvPr/>
        </p:nvSpPr>
        <p:spPr>
          <a:xfrm>
            <a:off x="3807627" y="3878217"/>
            <a:ext cx="285750" cy="285750"/>
          </a:xfrm>
          <a:custGeom>
            <a:avLst/>
            <a:gdLst>
              <a:gd name="connsiteX0" fmla="*/ 142875 w 285750"/>
              <a:gd name="connsiteY0" fmla="*/ 0 h 285750"/>
              <a:gd name="connsiteX1" fmla="*/ 0 w 285750"/>
              <a:gd name="connsiteY1" fmla="*/ 142875 h 285750"/>
              <a:gd name="connsiteX2" fmla="*/ 142875 w 285750"/>
              <a:gd name="connsiteY2" fmla="*/ 285750 h 285750"/>
              <a:gd name="connsiteX3" fmla="*/ 285750 w 285750"/>
              <a:gd name="connsiteY3" fmla="*/ 142875 h 285750"/>
              <a:gd name="connsiteX4" fmla="*/ 142875 w 285750"/>
              <a:gd name="connsiteY4" fmla="*/ 0 h 285750"/>
              <a:gd name="connsiteX5" fmla="*/ 114300 w 285750"/>
              <a:gd name="connsiteY5" fmla="*/ 210703 h 285750"/>
              <a:gd name="connsiteX6" fmla="*/ 47044 w 285750"/>
              <a:gd name="connsiteY6" fmla="*/ 143456 h 285750"/>
              <a:gd name="connsiteX7" fmla="*/ 67256 w 285750"/>
              <a:gd name="connsiteY7" fmla="*/ 123244 h 285750"/>
              <a:gd name="connsiteX8" fmla="*/ 114300 w 285750"/>
              <a:gd name="connsiteY8" fmla="*/ 170297 h 285750"/>
              <a:gd name="connsiteX9" fmla="*/ 208969 w 285750"/>
              <a:gd name="connsiteY9" fmla="*/ 75619 h 285750"/>
              <a:gd name="connsiteX10" fmla="*/ 229181 w 285750"/>
              <a:gd name="connsiteY10" fmla="*/ 95831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750" h="285750">
                <a:moveTo>
                  <a:pt x="142875" y="0"/>
                </a:move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cubicBezTo>
                  <a:pt x="221783" y="285750"/>
                  <a:pt x="285750" y="221783"/>
                  <a:pt x="285750" y="142875"/>
                </a:cubicBezTo>
                <a:cubicBezTo>
                  <a:pt x="285750" y="63967"/>
                  <a:pt x="221783" y="0"/>
                  <a:pt x="142875" y="0"/>
                </a:cubicBezTo>
                <a:close/>
                <a:moveTo>
                  <a:pt x="114300" y="210703"/>
                </a:moveTo>
                <a:lnTo>
                  <a:pt x="47044" y="143456"/>
                </a:lnTo>
                <a:lnTo>
                  <a:pt x="67256" y="123244"/>
                </a:lnTo>
                <a:lnTo>
                  <a:pt x="114300" y="170297"/>
                </a:lnTo>
                <a:lnTo>
                  <a:pt x="208969" y="75619"/>
                </a:lnTo>
                <a:lnTo>
                  <a:pt x="229181" y="95831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1EDCD2E-29EC-89E4-CAEE-802B48E07B3A}"/>
              </a:ext>
            </a:extLst>
          </p:cNvPr>
          <p:cNvSpPr txBox="1"/>
          <p:nvPr/>
        </p:nvSpPr>
        <p:spPr>
          <a:xfrm>
            <a:off x="4157622" y="3821037"/>
            <a:ext cx="1601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Insert your desired text here. </a:t>
            </a:r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4E970EF1-0D0C-8D87-46C6-B476AD36DCA2}"/>
              </a:ext>
            </a:extLst>
          </p:cNvPr>
          <p:cNvSpPr/>
          <p:nvPr/>
        </p:nvSpPr>
        <p:spPr>
          <a:xfrm>
            <a:off x="6585660" y="3085325"/>
            <a:ext cx="285750" cy="285750"/>
          </a:xfrm>
          <a:custGeom>
            <a:avLst/>
            <a:gdLst>
              <a:gd name="connsiteX0" fmla="*/ 142875 w 285750"/>
              <a:gd name="connsiteY0" fmla="*/ 0 h 285750"/>
              <a:gd name="connsiteX1" fmla="*/ 0 w 285750"/>
              <a:gd name="connsiteY1" fmla="*/ 142875 h 285750"/>
              <a:gd name="connsiteX2" fmla="*/ 142875 w 285750"/>
              <a:gd name="connsiteY2" fmla="*/ 285750 h 285750"/>
              <a:gd name="connsiteX3" fmla="*/ 285750 w 285750"/>
              <a:gd name="connsiteY3" fmla="*/ 142875 h 285750"/>
              <a:gd name="connsiteX4" fmla="*/ 142875 w 285750"/>
              <a:gd name="connsiteY4" fmla="*/ 0 h 285750"/>
              <a:gd name="connsiteX5" fmla="*/ 114300 w 285750"/>
              <a:gd name="connsiteY5" fmla="*/ 210703 h 285750"/>
              <a:gd name="connsiteX6" fmla="*/ 47044 w 285750"/>
              <a:gd name="connsiteY6" fmla="*/ 143456 h 285750"/>
              <a:gd name="connsiteX7" fmla="*/ 67256 w 285750"/>
              <a:gd name="connsiteY7" fmla="*/ 123244 h 285750"/>
              <a:gd name="connsiteX8" fmla="*/ 114300 w 285750"/>
              <a:gd name="connsiteY8" fmla="*/ 170297 h 285750"/>
              <a:gd name="connsiteX9" fmla="*/ 208969 w 285750"/>
              <a:gd name="connsiteY9" fmla="*/ 75619 h 285750"/>
              <a:gd name="connsiteX10" fmla="*/ 229181 w 285750"/>
              <a:gd name="connsiteY10" fmla="*/ 95831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750" h="285750">
                <a:moveTo>
                  <a:pt x="142875" y="0"/>
                </a:move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cubicBezTo>
                  <a:pt x="221783" y="285750"/>
                  <a:pt x="285750" y="221783"/>
                  <a:pt x="285750" y="142875"/>
                </a:cubicBezTo>
                <a:cubicBezTo>
                  <a:pt x="285750" y="63967"/>
                  <a:pt x="221783" y="0"/>
                  <a:pt x="142875" y="0"/>
                </a:cubicBezTo>
                <a:close/>
                <a:moveTo>
                  <a:pt x="114300" y="210703"/>
                </a:moveTo>
                <a:lnTo>
                  <a:pt x="47044" y="143456"/>
                </a:lnTo>
                <a:lnTo>
                  <a:pt x="67256" y="123244"/>
                </a:lnTo>
                <a:lnTo>
                  <a:pt x="114300" y="170297"/>
                </a:lnTo>
                <a:lnTo>
                  <a:pt x="208969" y="75619"/>
                </a:lnTo>
                <a:lnTo>
                  <a:pt x="229181" y="95831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2ACE2AF-B40D-6D00-7E37-6D3AF93319C9}"/>
              </a:ext>
            </a:extLst>
          </p:cNvPr>
          <p:cNvSpPr txBox="1"/>
          <p:nvPr/>
        </p:nvSpPr>
        <p:spPr>
          <a:xfrm>
            <a:off x="6935655" y="3028145"/>
            <a:ext cx="1601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Insert your desired text here. 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337D7788-06F5-62CE-F491-33B0B633D453}"/>
              </a:ext>
            </a:extLst>
          </p:cNvPr>
          <p:cNvSpPr/>
          <p:nvPr/>
        </p:nvSpPr>
        <p:spPr>
          <a:xfrm>
            <a:off x="6585660" y="3878217"/>
            <a:ext cx="285750" cy="285750"/>
          </a:xfrm>
          <a:custGeom>
            <a:avLst/>
            <a:gdLst>
              <a:gd name="connsiteX0" fmla="*/ 142875 w 285750"/>
              <a:gd name="connsiteY0" fmla="*/ 0 h 285750"/>
              <a:gd name="connsiteX1" fmla="*/ 0 w 285750"/>
              <a:gd name="connsiteY1" fmla="*/ 142875 h 285750"/>
              <a:gd name="connsiteX2" fmla="*/ 142875 w 285750"/>
              <a:gd name="connsiteY2" fmla="*/ 285750 h 285750"/>
              <a:gd name="connsiteX3" fmla="*/ 285750 w 285750"/>
              <a:gd name="connsiteY3" fmla="*/ 142875 h 285750"/>
              <a:gd name="connsiteX4" fmla="*/ 142875 w 285750"/>
              <a:gd name="connsiteY4" fmla="*/ 0 h 285750"/>
              <a:gd name="connsiteX5" fmla="*/ 114300 w 285750"/>
              <a:gd name="connsiteY5" fmla="*/ 210703 h 285750"/>
              <a:gd name="connsiteX6" fmla="*/ 47044 w 285750"/>
              <a:gd name="connsiteY6" fmla="*/ 143456 h 285750"/>
              <a:gd name="connsiteX7" fmla="*/ 67256 w 285750"/>
              <a:gd name="connsiteY7" fmla="*/ 123244 h 285750"/>
              <a:gd name="connsiteX8" fmla="*/ 114300 w 285750"/>
              <a:gd name="connsiteY8" fmla="*/ 170297 h 285750"/>
              <a:gd name="connsiteX9" fmla="*/ 208969 w 285750"/>
              <a:gd name="connsiteY9" fmla="*/ 75619 h 285750"/>
              <a:gd name="connsiteX10" fmla="*/ 229181 w 285750"/>
              <a:gd name="connsiteY10" fmla="*/ 95831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750" h="285750">
                <a:moveTo>
                  <a:pt x="142875" y="0"/>
                </a:move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cubicBezTo>
                  <a:pt x="221783" y="285750"/>
                  <a:pt x="285750" y="221783"/>
                  <a:pt x="285750" y="142875"/>
                </a:cubicBezTo>
                <a:cubicBezTo>
                  <a:pt x="285750" y="63967"/>
                  <a:pt x="221783" y="0"/>
                  <a:pt x="142875" y="0"/>
                </a:cubicBezTo>
                <a:close/>
                <a:moveTo>
                  <a:pt x="114300" y="210703"/>
                </a:moveTo>
                <a:lnTo>
                  <a:pt x="47044" y="143456"/>
                </a:lnTo>
                <a:lnTo>
                  <a:pt x="67256" y="123244"/>
                </a:lnTo>
                <a:lnTo>
                  <a:pt x="114300" y="170297"/>
                </a:lnTo>
                <a:lnTo>
                  <a:pt x="208969" y="75619"/>
                </a:lnTo>
                <a:lnTo>
                  <a:pt x="229181" y="95831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16A45ED-2FE2-BDFF-7DC8-DD29107BBE39}"/>
              </a:ext>
            </a:extLst>
          </p:cNvPr>
          <p:cNvSpPr txBox="1"/>
          <p:nvPr/>
        </p:nvSpPr>
        <p:spPr>
          <a:xfrm>
            <a:off x="6935655" y="3821037"/>
            <a:ext cx="1601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Insert your desired text here. </a:t>
            </a:r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5F91708F-AA79-7339-AC56-24C889281227}"/>
              </a:ext>
            </a:extLst>
          </p:cNvPr>
          <p:cNvSpPr/>
          <p:nvPr/>
        </p:nvSpPr>
        <p:spPr>
          <a:xfrm>
            <a:off x="9358504" y="3085325"/>
            <a:ext cx="285750" cy="285750"/>
          </a:xfrm>
          <a:custGeom>
            <a:avLst/>
            <a:gdLst>
              <a:gd name="connsiteX0" fmla="*/ 142875 w 285750"/>
              <a:gd name="connsiteY0" fmla="*/ 0 h 285750"/>
              <a:gd name="connsiteX1" fmla="*/ 0 w 285750"/>
              <a:gd name="connsiteY1" fmla="*/ 142875 h 285750"/>
              <a:gd name="connsiteX2" fmla="*/ 142875 w 285750"/>
              <a:gd name="connsiteY2" fmla="*/ 285750 h 285750"/>
              <a:gd name="connsiteX3" fmla="*/ 285750 w 285750"/>
              <a:gd name="connsiteY3" fmla="*/ 142875 h 285750"/>
              <a:gd name="connsiteX4" fmla="*/ 142875 w 285750"/>
              <a:gd name="connsiteY4" fmla="*/ 0 h 285750"/>
              <a:gd name="connsiteX5" fmla="*/ 114300 w 285750"/>
              <a:gd name="connsiteY5" fmla="*/ 210703 h 285750"/>
              <a:gd name="connsiteX6" fmla="*/ 47044 w 285750"/>
              <a:gd name="connsiteY6" fmla="*/ 143456 h 285750"/>
              <a:gd name="connsiteX7" fmla="*/ 67256 w 285750"/>
              <a:gd name="connsiteY7" fmla="*/ 123244 h 285750"/>
              <a:gd name="connsiteX8" fmla="*/ 114300 w 285750"/>
              <a:gd name="connsiteY8" fmla="*/ 170297 h 285750"/>
              <a:gd name="connsiteX9" fmla="*/ 208969 w 285750"/>
              <a:gd name="connsiteY9" fmla="*/ 75619 h 285750"/>
              <a:gd name="connsiteX10" fmla="*/ 229181 w 285750"/>
              <a:gd name="connsiteY10" fmla="*/ 95831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750" h="285750">
                <a:moveTo>
                  <a:pt x="142875" y="0"/>
                </a:move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cubicBezTo>
                  <a:pt x="221783" y="285750"/>
                  <a:pt x="285750" y="221783"/>
                  <a:pt x="285750" y="142875"/>
                </a:cubicBezTo>
                <a:cubicBezTo>
                  <a:pt x="285750" y="63967"/>
                  <a:pt x="221783" y="0"/>
                  <a:pt x="142875" y="0"/>
                </a:cubicBezTo>
                <a:close/>
                <a:moveTo>
                  <a:pt x="114300" y="210703"/>
                </a:moveTo>
                <a:lnTo>
                  <a:pt x="47044" y="143456"/>
                </a:lnTo>
                <a:lnTo>
                  <a:pt x="67256" y="123244"/>
                </a:lnTo>
                <a:lnTo>
                  <a:pt x="114300" y="170297"/>
                </a:lnTo>
                <a:lnTo>
                  <a:pt x="208969" y="75619"/>
                </a:lnTo>
                <a:lnTo>
                  <a:pt x="229181" y="95831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499FEE5-D4FA-9C84-3D17-D242DC414665}"/>
              </a:ext>
            </a:extLst>
          </p:cNvPr>
          <p:cNvSpPr txBox="1"/>
          <p:nvPr/>
        </p:nvSpPr>
        <p:spPr>
          <a:xfrm>
            <a:off x="9708499" y="3028145"/>
            <a:ext cx="1601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Insert your desired text here. </a:t>
            </a:r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E3963C99-0431-9107-54E9-68B2BF3413C9}"/>
              </a:ext>
            </a:extLst>
          </p:cNvPr>
          <p:cNvSpPr/>
          <p:nvPr/>
        </p:nvSpPr>
        <p:spPr>
          <a:xfrm>
            <a:off x="9358504" y="3878217"/>
            <a:ext cx="285750" cy="285750"/>
          </a:xfrm>
          <a:custGeom>
            <a:avLst/>
            <a:gdLst>
              <a:gd name="connsiteX0" fmla="*/ 142875 w 285750"/>
              <a:gd name="connsiteY0" fmla="*/ 0 h 285750"/>
              <a:gd name="connsiteX1" fmla="*/ 0 w 285750"/>
              <a:gd name="connsiteY1" fmla="*/ 142875 h 285750"/>
              <a:gd name="connsiteX2" fmla="*/ 142875 w 285750"/>
              <a:gd name="connsiteY2" fmla="*/ 285750 h 285750"/>
              <a:gd name="connsiteX3" fmla="*/ 285750 w 285750"/>
              <a:gd name="connsiteY3" fmla="*/ 142875 h 285750"/>
              <a:gd name="connsiteX4" fmla="*/ 142875 w 285750"/>
              <a:gd name="connsiteY4" fmla="*/ 0 h 285750"/>
              <a:gd name="connsiteX5" fmla="*/ 114300 w 285750"/>
              <a:gd name="connsiteY5" fmla="*/ 210703 h 285750"/>
              <a:gd name="connsiteX6" fmla="*/ 47044 w 285750"/>
              <a:gd name="connsiteY6" fmla="*/ 143456 h 285750"/>
              <a:gd name="connsiteX7" fmla="*/ 67256 w 285750"/>
              <a:gd name="connsiteY7" fmla="*/ 123244 h 285750"/>
              <a:gd name="connsiteX8" fmla="*/ 114300 w 285750"/>
              <a:gd name="connsiteY8" fmla="*/ 170297 h 285750"/>
              <a:gd name="connsiteX9" fmla="*/ 208969 w 285750"/>
              <a:gd name="connsiteY9" fmla="*/ 75619 h 285750"/>
              <a:gd name="connsiteX10" fmla="*/ 229181 w 285750"/>
              <a:gd name="connsiteY10" fmla="*/ 95831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750" h="285750">
                <a:moveTo>
                  <a:pt x="142875" y="0"/>
                </a:move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cubicBezTo>
                  <a:pt x="221783" y="285750"/>
                  <a:pt x="285750" y="221783"/>
                  <a:pt x="285750" y="142875"/>
                </a:cubicBezTo>
                <a:cubicBezTo>
                  <a:pt x="285750" y="63967"/>
                  <a:pt x="221783" y="0"/>
                  <a:pt x="142875" y="0"/>
                </a:cubicBezTo>
                <a:close/>
                <a:moveTo>
                  <a:pt x="114300" y="210703"/>
                </a:moveTo>
                <a:lnTo>
                  <a:pt x="47044" y="143456"/>
                </a:lnTo>
                <a:lnTo>
                  <a:pt x="67256" y="123244"/>
                </a:lnTo>
                <a:lnTo>
                  <a:pt x="114300" y="170297"/>
                </a:lnTo>
                <a:lnTo>
                  <a:pt x="208969" y="75619"/>
                </a:lnTo>
                <a:lnTo>
                  <a:pt x="229181" y="95831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556E511-80E1-0322-4A49-1A3765FB1324}"/>
              </a:ext>
            </a:extLst>
          </p:cNvPr>
          <p:cNvSpPr txBox="1"/>
          <p:nvPr/>
        </p:nvSpPr>
        <p:spPr>
          <a:xfrm>
            <a:off x="9708499" y="3821037"/>
            <a:ext cx="1601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Insert your desired text here. 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8B197C7-C2BE-22B3-7E4E-6A639C8DF870}"/>
              </a:ext>
            </a:extLst>
          </p:cNvPr>
          <p:cNvCxnSpPr/>
          <p:nvPr/>
        </p:nvCxnSpPr>
        <p:spPr>
          <a:xfrm>
            <a:off x="3807627" y="3676217"/>
            <a:ext cx="19987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7EDE494-99FF-D8CA-32D8-A20E4BECF5FB}"/>
              </a:ext>
            </a:extLst>
          </p:cNvPr>
          <p:cNvCxnSpPr/>
          <p:nvPr/>
        </p:nvCxnSpPr>
        <p:spPr>
          <a:xfrm>
            <a:off x="6585660" y="3676217"/>
            <a:ext cx="19987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CB9B317-91EB-D983-7BAB-22A03B6C989A}"/>
              </a:ext>
            </a:extLst>
          </p:cNvPr>
          <p:cNvCxnSpPr/>
          <p:nvPr/>
        </p:nvCxnSpPr>
        <p:spPr>
          <a:xfrm>
            <a:off x="9358504" y="3676217"/>
            <a:ext cx="19987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28AC2FB8-741C-B9BF-5BAE-8D5ECC45972A}"/>
              </a:ext>
            </a:extLst>
          </p:cNvPr>
          <p:cNvSpPr txBox="1"/>
          <p:nvPr/>
        </p:nvSpPr>
        <p:spPr>
          <a:xfrm>
            <a:off x="573678" y="5085184"/>
            <a:ext cx="17763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Key Enablers</a:t>
            </a: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63D440C7-A39B-3B24-6FA7-95E3A7848634}"/>
              </a:ext>
            </a:extLst>
          </p:cNvPr>
          <p:cNvSpPr/>
          <p:nvPr/>
        </p:nvSpPr>
        <p:spPr>
          <a:xfrm>
            <a:off x="663094" y="5485294"/>
            <a:ext cx="432051" cy="90196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D52D4EC9-F1AB-450C-0865-CB5F26A1BAAD}"/>
              </a:ext>
            </a:extLst>
          </p:cNvPr>
          <p:cNvSpPr/>
          <p:nvPr/>
        </p:nvSpPr>
        <p:spPr>
          <a:xfrm>
            <a:off x="1148488" y="5485294"/>
            <a:ext cx="231101" cy="90196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1F008D0-B36C-2EBD-5C44-6F5C67E4DB24}"/>
              </a:ext>
            </a:extLst>
          </p:cNvPr>
          <p:cNvSpPr txBox="1"/>
          <p:nvPr/>
        </p:nvSpPr>
        <p:spPr>
          <a:xfrm>
            <a:off x="4137989" y="5133676"/>
            <a:ext cx="1827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Details Title 1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0E6BFF2-F619-62E7-0449-3274F75DD5D7}"/>
              </a:ext>
            </a:extLst>
          </p:cNvPr>
          <p:cNvGrpSpPr/>
          <p:nvPr/>
        </p:nvGrpSpPr>
        <p:grpSpPr>
          <a:xfrm>
            <a:off x="3849168" y="5190318"/>
            <a:ext cx="225270" cy="225270"/>
            <a:chOff x="5732462" y="3067050"/>
            <a:chExt cx="723900" cy="723900"/>
          </a:xfrm>
          <a:solidFill>
            <a:schemeClr val="bg1"/>
          </a:solidFill>
        </p:grpSpPr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1ACAD6F-BAA0-9D69-CDCD-A620F7D6B709}"/>
                </a:ext>
              </a:extLst>
            </p:cNvPr>
            <p:cNvSpPr/>
            <p:nvPr/>
          </p:nvSpPr>
          <p:spPr>
            <a:xfrm flipH="1">
              <a:off x="5875362" y="3267787"/>
              <a:ext cx="438124" cy="322424"/>
            </a:xfrm>
            <a:custGeom>
              <a:avLst/>
              <a:gdLst>
                <a:gd name="connsiteX0" fmla="*/ 438125 w 438124"/>
                <a:gd name="connsiteY0" fmla="*/ 161212 h 322424"/>
                <a:gd name="connsiteX1" fmla="*/ 409550 w 438124"/>
                <a:gd name="connsiteY1" fmla="*/ 189787 h 322424"/>
                <a:gd name="connsiteX2" fmla="*/ 97511 w 438124"/>
                <a:gd name="connsiteY2" fmla="*/ 189787 h 322424"/>
                <a:gd name="connsiteX3" fmla="*/ 182093 w 438124"/>
                <a:gd name="connsiteY3" fmla="*/ 274369 h 322424"/>
                <a:gd name="connsiteX4" fmla="*/ 180667 w 438124"/>
                <a:gd name="connsiteY4" fmla="*/ 314755 h 322424"/>
                <a:gd name="connsiteX5" fmla="*/ 141707 w 438124"/>
                <a:gd name="connsiteY5" fmla="*/ 314755 h 322424"/>
                <a:gd name="connsiteX6" fmla="*/ 8357 w 438124"/>
                <a:gd name="connsiteY6" fmla="*/ 181405 h 322424"/>
                <a:gd name="connsiteX7" fmla="*/ 8357 w 438124"/>
                <a:gd name="connsiteY7" fmla="*/ 141019 h 322424"/>
                <a:gd name="connsiteX8" fmla="*/ 141707 w 438124"/>
                <a:gd name="connsiteY8" fmla="*/ 7669 h 322424"/>
                <a:gd name="connsiteX9" fmla="*/ 182093 w 438124"/>
                <a:gd name="connsiteY9" fmla="*/ 9095 h 322424"/>
                <a:gd name="connsiteX10" fmla="*/ 182093 w 438124"/>
                <a:gd name="connsiteY10" fmla="*/ 48055 h 322424"/>
                <a:gd name="connsiteX11" fmla="*/ 97511 w 438124"/>
                <a:gd name="connsiteY11" fmla="*/ 132637 h 322424"/>
                <a:gd name="connsiteX12" fmla="*/ 409550 w 438124"/>
                <a:gd name="connsiteY12" fmla="*/ 132637 h 322424"/>
                <a:gd name="connsiteX13" fmla="*/ 438125 w 438124"/>
                <a:gd name="connsiteY13" fmla="*/ 161212 h 32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8124" h="322424">
                  <a:moveTo>
                    <a:pt x="438125" y="161212"/>
                  </a:moveTo>
                  <a:cubicBezTo>
                    <a:pt x="438125" y="176994"/>
                    <a:pt x="425332" y="189787"/>
                    <a:pt x="409550" y="189787"/>
                  </a:cubicBezTo>
                  <a:lnTo>
                    <a:pt x="97511" y="189787"/>
                  </a:lnTo>
                  <a:lnTo>
                    <a:pt x="182093" y="274369"/>
                  </a:lnTo>
                  <a:cubicBezTo>
                    <a:pt x="192851" y="285915"/>
                    <a:pt x="192213" y="303997"/>
                    <a:pt x="180667" y="314755"/>
                  </a:cubicBezTo>
                  <a:cubicBezTo>
                    <a:pt x="169693" y="324981"/>
                    <a:pt x="152681" y="324981"/>
                    <a:pt x="141707" y="314755"/>
                  </a:cubicBezTo>
                  <a:lnTo>
                    <a:pt x="8357" y="181405"/>
                  </a:lnTo>
                  <a:cubicBezTo>
                    <a:pt x="-2786" y="170249"/>
                    <a:pt x="-2786" y="152176"/>
                    <a:pt x="8357" y="141019"/>
                  </a:cubicBezTo>
                  <a:lnTo>
                    <a:pt x="141707" y="7669"/>
                  </a:lnTo>
                  <a:cubicBezTo>
                    <a:pt x="153253" y="-3089"/>
                    <a:pt x="171334" y="-2451"/>
                    <a:pt x="182093" y="9095"/>
                  </a:cubicBezTo>
                  <a:cubicBezTo>
                    <a:pt x="192319" y="20069"/>
                    <a:pt x="192319" y="37081"/>
                    <a:pt x="182093" y="48055"/>
                  </a:cubicBezTo>
                  <a:lnTo>
                    <a:pt x="97511" y="132637"/>
                  </a:lnTo>
                  <a:lnTo>
                    <a:pt x="409550" y="132637"/>
                  </a:lnTo>
                  <a:cubicBezTo>
                    <a:pt x="425332" y="132637"/>
                    <a:pt x="438125" y="145430"/>
                    <a:pt x="438125" y="1612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30F5CC4-A2B5-3A8C-A75F-BA16A6D78028}"/>
                </a:ext>
              </a:extLst>
            </p:cNvPr>
            <p:cNvSpPr/>
            <p:nvPr/>
          </p:nvSpPr>
          <p:spPr>
            <a:xfrm flipH="1">
              <a:off x="5732462" y="3067050"/>
              <a:ext cx="723900" cy="723900"/>
            </a:xfrm>
            <a:custGeom>
              <a:avLst/>
              <a:gdLst>
                <a:gd name="connsiteX0" fmla="*/ 0 w 723900"/>
                <a:gd name="connsiteY0" fmla="*/ 361950 h 723900"/>
                <a:gd name="connsiteX1" fmla="*/ 361950 w 723900"/>
                <a:gd name="connsiteY1" fmla="*/ 723900 h 723900"/>
                <a:gd name="connsiteX2" fmla="*/ 723900 w 723900"/>
                <a:gd name="connsiteY2" fmla="*/ 361950 h 723900"/>
                <a:gd name="connsiteX3" fmla="*/ 361950 w 723900"/>
                <a:gd name="connsiteY3" fmla="*/ 0 h 723900"/>
                <a:gd name="connsiteX4" fmla="*/ 0 w 723900"/>
                <a:gd name="connsiteY4" fmla="*/ 361950 h 723900"/>
                <a:gd name="connsiteX5" fmla="*/ 57150 w 723900"/>
                <a:gd name="connsiteY5" fmla="*/ 361950 h 723900"/>
                <a:gd name="connsiteX6" fmla="*/ 361950 w 723900"/>
                <a:gd name="connsiteY6" fmla="*/ 57150 h 723900"/>
                <a:gd name="connsiteX7" fmla="*/ 666750 w 723900"/>
                <a:gd name="connsiteY7" fmla="*/ 361950 h 723900"/>
                <a:gd name="connsiteX8" fmla="*/ 361950 w 723900"/>
                <a:gd name="connsiteY8" fmla="*/ 666750 h 723900"/>
                <a:gd name="connsiteX9" fmla="*/ 57150 w 723900"/>
                <a:gd name="connsiteY9" fmla="*/ 36195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3900" h="723900">
                  <a:moveTo>
                    <a:pt x="0" y="361950"/>
                  </a:moveTo>
                  <a:cubicBezTo>
                    <a:pt x="0" y="561849"/>
                    <a:pt x="162051" y="723900"/>
                    <a:pt x="361950" y="723900"/>
                  </a:cubicBezTo>
                  <a:cubicBezTo>
                    <a:pt x="561849" y="723900"/>
                    <a:pt x="723900" y="561849"/>
                    <a:pt x="723900" y="361950"/>
                  </a:cubicBezTo>
                  <a:cubicBezTo>
                    <a:pt x="723900" y="162051"/>
                    <a:pt x="561849" y="0"/>
                    <a:pt x="361950" y="0"/>
                  </a:cubicBezTo>
                  <a:cubicBezTo>
                    <a:pt x="162051" y="0"/>
                    <a:pt x="0" y="162051"/>
                    <a:pt x="0" y="361950"/>
                  </a:cubicBezTo>
                  <a:close/>
                  <a:moveTo>
                    <a:pt x="57150" y="361950"/>
                  </a:moveTo>
                  <a:cubicBezTo>
                    <a:pt x="57150" y="193614"/>
                    <a:pt x="193614" y="57150"/>
                    <a:pt x="361950" y="57150"/>
                  </a:cubicBezTo>
                  <a:cubicBezTo>
                    <a:pt x="530286" y="57150"/>
                    <a:pt x="666750" y="193614"/>
                    <a:pt x="666750" y="361950"/>
                  </a:cubicBezTo>
                  <a:cubicBezTo>
                    <a:pt x="666750" y="530286"/>
                    <a:pt x="530286" y="666750"/>
                    <a:pt x="361950" y="666750"/>
                  </a:cubicBezTo>
                  <a:cubicBezTo>
                    <a:pt x="193614" y="666750"/>
                    <a:pt x="57150" y="530286"/>
                    <a:pt x="57150" y="3619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051F4F8D-FB94-36B7-B634-6D89E6EBA5FF}"/>
              </a:ext>
            </a:extLst>
          </p:cNvPr>
          <p:cNvSpPr txBox="1"/>
          <p:nvPr/>
        </p:nvSpPr>
        <p:spPr>
          <a:xfrm>
            <a:off x="4137989" y="5565913"/>
            <a:ext cx="1827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Details Title 2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D91A3A0B-A9FB-23FB-470C-3ED625C70B3D}"/>
              </a:ext>
            </a:extLst>
          </p:cNvPr>
          <p:cNvGrpSpPr/>
          <p:nvPr/>
        </p:nvGrpSpPr>
        <p:grpSpPr>
          <a:xfrm>
            <a:off x="3849168" y="5622555"/>
            <a:ext cx="225270" cy="225270"/>
            <a:chOff x="5732462" y="3067050"/>
            <a:chExt cx="723900" cy="723900"/>
          </a:xfrm>
          <a:solidFill>
            <a:schemeClr val="bg1"/>
          </a:solidFill>
        </p:grpSpPr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D590EC20-0814-946A-1220-8B0E50EAD7B6}"/>
                </a:ext>
              </a:extLst>
            </p:cNvPr>
            <p:cNvSpPr/>
            <p:nvPr/>
          </p:nvSpPr>
          <p:spPr>
            <a:xfrm flipH="1">
              <a:off x="5875362" y="3267787"/>
              <a:ext cx="438124" cy="322424"/>
            </a:xfrm>
            <a:custGeom>
              <a:avLst/>
              <a:gdLst>
                <a:gd name="connsiteX0" fmla="*/ 438125 w 438124"/>
                <a:gd name="connsiteY0" fmla="*/ 161212 h 322424"/>
                <a:gd name="connsiteX1" fmla="*/ 409550 w 438124"/>
                <a:gd name="connsiteY1" fmla="*/ 189787 h 322424"/>
                <a:gd name="connsiteX2" fmla="*/ 97511 w 438124"/>
                <a:gd name="connsiteY2" fmla="*/ 189787 h 322424"/>
                <a:gd name="connsiteX3" fmla="*/ 182093 w 438124"/>
                <a:gd name="connsiteY3" fmla="*/ 274369 h 322424"/>
                <a:gd name="connsiteX4" fmla="*/ 180667 w 438124"/>
                <a:gd name="connsiteY4" fmla="*/ 314755 h 322424"/>
                <a:gd name="connsiteX5" fmla="*/ 141707 w 438124"/>
                <a:gd name="connsiteY5" fmla="*/ 314755 h 322424"/>
                <a:gd name="connsiteX6" fmla="*/ 8357 w 438124"/>
                <a:gd name="connsiteY6" fmla="*/ 181405 h 322424"/>
                <a:gd name="connsiteX7" fmla="*/ 8357 w 438124"/>
                <a:gd name="connsiteY7" fmla="*/ 141019 h 322424"/>
                <a:gd name="connsiteX8" fmla="*/ 141707 w 438124"/>
                <a:gd name="connsiteY8" fmla="*/ 7669 h 322424"/>
                <a:gd name="connsiteX9" fmla="*/ 182093 w 438124"/>
                <a:gd name="connsiteY9" fmla="*/ 9095 h 322424"/>
                <a:gd name="connsiteX10" fmla="*/ 182093 w 438124"/>
                <a:gd name="connsiteY10" fmla="*/ 48055 h 322424"/>
                <a:gd name="connsiteX11" fmla="*/ 97511 w 438124"/>
                <a:gd name="connsiteY11" fmla="*/ 132637 h 322424"/>
                <a:gd name="connsiteX12" fmla="*/ 409550 w 438124"/>
                <a:gd name="connsiteY12" fmla="*/ 132637 h 322424"/>
                <a:gd name="connsiteX13" fmla="*/ 438125 w 438124"/>
                <a:gd name="connsiteY13" fmla="*/ 161212 h 32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8124" h="322424">
                  <a:moveTo>
                    <a:pt x="438125" y="161212"/>
                  </a:moveTo>
                  <a:cubicBezTo>
                    <a:pt x="438125" y="176994"/>
                    <a:pt x="425332" y="189787"/>
                    <a:pt x="409550" y="189787"/>
                  </a:cubicBezTo>
                  <a:lnTo>
                    <a:pt x="97511" y="189787"/>
                  </a:lnTo>
                  <a:lnTo>
                    <a:pt x="182093" y="274369"/>
                  </a:lnTo>
                  <a:cubicBezTo>
                    <a:pt x="192851" y="285915"/>
                    <a:pt x="192213" y="303997"/>
                    <a:pt x="180667" y="314755"/>
                  </a:cubicBezTo>
                  <a:cubicBezTo>
                    <a:pt x="169693" y="324981"/>
                    <a:pt x="152681" y="324981"/>
                    <a:pt x="141707" y="314755"/>
                  </a:cubicBezTo>
                  <a:lnTo>
                    <a:pt x="8357" y="181405"/>
                  </a:lnTo>
                  <a:cubicBezTo>
                    <a:pt x="-2786" y="170249"/>
                    <a:pt x="-2786" y="152176"/>
                    <a:pt x="8357" y="141019"/>
                  </a:cubicBezTo>
                  <a:lnTo>
                    <a:pt x="141707" y="7669"/>
                  </a:lnTo>
                  <a:cubicBezTo>
                    <a:pt x="153253" y="-3089"/>
                    <a:pt x="171334" y="-2451"/>
                    <a:pt x="182093" y="9095"/>
                  </a:cubicBezTo>
                  <a:cubicBezTo>
                    <a:pt x="192319" y="20069"/>
                    <a:pt x="192319" y="37081"/>
                    <a:pt x="182093" y="48055"/>
                  </a:cubicBezTo>
                  <a:lnTo>
                    <a:pt x="97511" y="132637"/>
                  </a:lnTo>
                  <a:lnTo>
                    <a:pt x="409550" y="132637"/>
                  </a:lnTo>
                  <a:cubicBezTo>
                    <a:pt x="425332" y="132637"/>
                    <a:pt x="438125" y="145430"/>
                    <a:pt x="438125" y="1612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53D13FD3-01CC-E32F-43BD-4761C25E8806}"/>
                </a:ext>
              </a:extLst>
            </p:cNvPr>
            <p:cNvSpPr/>
            <p:nvPr/>
          </p:nvSpPr>
          <p:spPr>
            <a:xfrm flipH="1">
              <a:off x="5732462" y="3067050"/>
              <a:ext cx="723900" cy="723900"/>
            </a:xfrm>
            <a:custGeom>
              <a:avLst/>
              <a:gdLst>
                <a:gd name="connsiteX0" fmla="*/ 0 w 723900"/>
                <a:gd name="connsiteY0" fmla="*/ 361950 h 723900"/>
                <a:gd name="connsiteX1" fmla="*/ 361950 w 723900"/>
                <a:gd name="connsiteY1" fmla="*/ 723900 h 723900"/>
                <a:gd name="connsiteX2" fmla="*/ 723900 w 723900"/>
                <a:gd name="connsiteY2" fmla="*/ 361950 h 723900"/>
                <a:gd name="connsiteX3" fmla="*/ 361950 w 723900"/>
                <a:gd name="connsiteY3" fmla="*/ 0 h 723900"/>
                <a:gd name="connsiteX4" fmla="*/ 0 w 723900"/>
                <a:gd name="connsiteY4" fmla="*/ 361950 h 723900"/>
                <a:gd name="connsiteX5" fmla="*/ 57150 w 723900"/>
                <a:gd name="connsiteY5" fmla="*/ 361950 h 723900"/>
                <a:gd name="connsiteX6" fmla="*/ 361950 w 723900"/>
                <a:gd name="connsiteY6" fmla="*/ 57150 h 723900"/>
                <a:gd name="connsiteX7" fmla="*/ 666750 w 723900"/>
                <a:gd name="connsiteY7" fmla="*/ 361950 h 723900"/>
                <a:gd name="connsiteX8" fmla="*/ 361950 w 723900"/>
                <a:gd name="connsiteY8" fmla="*/ 666750 h 723900"/>
                <a:gd name="connsiteX9" fmla="*/ 57150 w 723900"/>
                <a:gd name="connsiteY9" fmla="*/ 36195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3900" h="723900">
                  <a:moveTo>
                    <a:pt x="0" y="361950"/>
                  </a:moveTo>
                  <a:cubicBezTo>
                    <a:pt x="0" y="561849"/>
                    <a:pt x="162051" y="723900"/>
                    <a:pt x="361950" y="723900"/>
                  </a:cubicBezTo>
                  <a:cubicBezTo>
                    <a:pt x="561849" y="723900"/>
                    <a:pt x="723900" y="561849"/>
                    <a:pt x="723900" y="361950"/>
                  </a:cubicBezTo>
                  <a:cubicBezTo>
                    <a:pt x="723900" y="162051"/>
                    <a:pt x="561849" y="0"/>
                    <a:pt x="361950" y="0"/>
                  </a:cubicBezTo>
                  <a:cubicBezTo>
                    <a:pt x="162051" y="0"/>
                    <a:pt x="0" y="162051"/>
                    <a:pt x="0" y="361950"/>
                  </a:cubicBezTo>
                  <a:close/>
                  <a:moveTo>
                    <a:pt x="57150" y="361950"/>
                  </a:moveTo>
                  <a:cubicBezTo>
                    <a:pt x="57150" y="193614"/>
                    <a:pt x="193614" y="57150"/>
                    <a:pt x="361950" y="57150"/>
                  </a:cubicBezTo>
                  <a:cubicBezTo>
                    <a:pt x="530286" y="57150"/>
                    <a:pt x="666750" y="193614"/>
                    <a:pt x="666750" y="361950"/>
                  </a:cubicBezTo>
                  <a:cubicBezTo>
                    <a:pt x="666750" y="530286"/>
                    <a:pt x="530286" y="666750"/>
                    <a:pt x="361950" y="666750"/>
                  </a:cubicBezTo>
                  <a:cubicBezTo>
                    <a:pt x="193614" y="666750"/>
                    <a:pt x="57150" y="530286"/>
                    <a:pt x="57150" y="3619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F0CA7B86-45B2-0732-F383-1D6C9A368657}"/>
              </a:ext>
            </a:extLst>
          </p:cNvPr>
          <p:cNvSpPr txBox="1"/>
          <p:nvPr/>
        </p:nvSpPr>
        <p:spPr>
          <a:xfrm>
            <a:off x="6868144" y="5133676"/>
            <a:ext cx="1827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Details Title 1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AD2E89A-B4AA-FC49-7358-DD4F420137F5}"/>
              </a:ext>
            </a:extLst>
          </p:cNvPr>
          <p:cNvGrpSpPr/>
          <p:nvPr/>
        </p:nvGrpSpPr>
        <p:grpSpPr>
          <a:xfrm>
            <a:off x="6579323" y="5190318"/>
            <a:ext cx="225270" cy="225270"/>
            <a:chOff x="5732462" y="3067050"/>
            <a:chExt cx="723900" cy="723900"/>
          </a:xfrm>
          <a:solidFill>
            <a:schemeClr val="bg1"/>
          </a:solidFill>
        </p:grpSpPr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AB5F3329-70BB-7A7F-A973-12615CDAC2E6}"/>
                </a:ext>
              </a:extLst>
            </p:cNvPr>
            <p:cNvSpPr/>
            <p:nvPr/>
          </p:nvSpPr>
          <p:spPr>
            <a:xfrm flipH="1">
              <a:off x="5875362" y="3267787"/>
              <a:ext cx="438124" cy="322424"/>
            </a:xfrm>
            <a:custGeom>
              <a:avLst/>
              <a:gdLst>
                <a:gd name="connsiteX0" fmla="*/ 438125 w 438124"/>
                <a:gd name="connsiteY0" fmla="*/ 161212 h 322424"/>
                <a:gd name="connsiteX1" fmla="*/ 409550 w 438124"/>
                <a:gd name="connsiteY1" fmla="*/ 189787 h 322424"/>
                <a:gd name="connsiteX2" fmla="*/ 97511 w 438124"/>
                <a:gd name="connsiteY2" fmla="*/ 189787 h 322424"/>
                <a:gd name="connsiteX3" fmla="*/ 182093 w 438124"/>
                <a:gd name="connsiteY3" fmla="*/ 274369 h 322424"/>
                <a:gd name="connsiteX4" fmla="*/ 180667 w 438124"/>
                <a:gd name="connsiteY4" fmla="*/ 314755 h 322424"/>
                <a:gd name="connsiteX5" fmla="*/ 141707 w 438124"/>
                <a:gd name="connsiteY5" fmla="*/ 314755 h 322424"/>
                <a:gd name="connsiteX6" fmla="*/ 8357 w 438124"/>
                <a:gd name="connsiteY6" fmla="*/ 181405 h 322424"/>
                <a:gd name="connsiteX7" fmla="*/ 8357 w 438124"/>
                <a:gd name="connsiteY7" fmla="*/ 141019 h 322424"/>
                <a:gd name="connsiteX8" fmla="*/ 141707 w 438124"/>
                <a:gd name="connsiteY8" fmla="*/ 7669 h 322424"/>
                <a:gd name="connsiteX9" fmla="*/ 182093 w 438124"/>
                <a:gd name="connsiteY9" fmla="*/ 9095 h 322424"/>
                <a:gd name="connsiteX10" fmla="*/ 182093 w 438124"/>
                <a:gd name="connsiteY10" fmla="*/ 48055 h 322424"/>
                <a:gd name="connsiteX11" fmla="*/ 97511 w 438124"/>
                <a:gd name="connsiteY11" fmla="*/ 132637 h 322424"/>
                <a:gd name="connsiteX12" fmla="*/ 409550 w 438124"/>
                <a:gd name="connsiteY12" fmla="*/ 132637 h 322424"/>
                <a:gd name="connsiteX13" fmla="*/ 438125 w 438124"/>
                <a:gd name="connsiteY13" fmla="*/ 161212 h 32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8124" h="322424">
                  <a:moveTo>
                    <a:pt x="438125" y="161212"/>
                  </a:moveTo>
                  <a:cubicBezTo>
                    <a:pt x="438125" y="176994"/>
                    <a:pt x="425332" y="189787"/>
                    <a:pt x="409550" y="189787"/>
                  </a:cubicBezTo>
                  <a:lnTo>
                    <a:pt x="97511" y="189787"/>
                  </a:lnTo>
                  <a:lnTo>
                    <a:pt x="182093" y="274369"/>
                  </a:lnTo>
                  <a:cubicBezTo>
                    <a:pt x="192851" y="285915"/>
                    <a:pt x="192213" y="303997"/>
                    <a:pt x="180667" y="314755"/>
                  </a:cubicBezTo>
                  <a:cubicBezTo>
                    <a:pt x="169693" y="324981"/>
                    <a:pt x="152681" y="324981"/>
                    <a:pt x="141707" y="314755"/>
                  </a:cubicBezTo>
                  <a:lnTo>
                    <a:pt x="8357" y="181405"/>
                  </a:lnTo>
                  <a:cubicBezTo>
                    <a:pt x="-2786" y="170249"/>
                    <a:pt x="-2786" y="152176"/>
                    <a:pt x="8357" y="141019"/>
                  </a:cubicBezTo>
                  <a:lnTo>
                    <a:pt x="141707" y="7669"/>
                  </a:lnTo>
                  <a:cubicBezTo>
                    <a:pt x="153253" y="-3089"/>
                    <a:pt x="171334" y="-2451"/>
                    <a:pt x="182093" y="9095"/>
                  </a:cubicBezTo>
                  <a:cubicBezTo>
                    <a:pt x="192319" y="20069"/>
                    <a:pt x="192319" y="37081"/>
                    <a:pt x="182093" y="48055"/>
                  </a:cubicBezTo>
                  <a:lnTo>
                    <a:pt x="97511" y="132637"/>
                  </a:lnTo>
                  <a:lnTo>
                    <a:pt x="409550" y="132637"/>
                  </a:lnTo>
                  <a:cubicBezTo>
                    <a:pt x="425332" y="132637"/>
                    <a:pt x="438125" y="145430"/>
                    <a:pt x="438125" y="1612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45999C3A-D29D-D9F8-F82A-2337EA2F248D}"/>
                </a:ext>
              </a:extLst>
            </p:cNvPr>
            <p:cNvSpPr/>
            <p:nvPr/>
          </p:nvSpPr>
          <p:spPr>
            <a:xfrm flipH="1">
              <a:off x="5732462" y="3067050"/>
              <a:ext cx="723900" cy="723900"/>
            </a:xfrm>
            <a:custGeom>
              <a:avLst/>
              <a:gdLst>
                <a:gd name="connsiteX0" fmla="*/ 0 w 723900"/>
                <a:gd name="connsiteY0" fmla="*/ 361950 h 723900"/>
                <a:gd name="connsiteX1" fmla="*/ 361950 w 723900"/>
                <a:gd name="connsiteY1" fmla="*/ 723900 h 723900"/>
                <a:gd name="connsiteX2" fmla="*/ 723900 w 723900"/>
                <a:gd name="connsiteY2" fmla="*/ 361950 h 723900"/>
                <a:gd name="connsiteX3" fmla="*/ 361950 w 723900"/>
                <a:gd name="connsiteY3" fmla="*/ 0 h 723900"/>
                <a:gd name="connsiteX4" fmla="*/ 0 w 723900"/>
                <a:gd name="connsiteY4" fmla="*/ 361950 h 723900"/>
                <a:gd name="connsiteX5" fmla="*/ 57150 w 723900"/>
                <a:gd name="connsiteY5" fmla="*/ 361950 h 723900"/>
                <a:gd name="connsiteX6" fmla="*/ 361950 w 723900"/>
                <a:gd name="connsiteY6" fmla="*/ 57150 h 723900"/>
                <a:gd name="connsiteX7" fmla="*/ 666750 w 723900"/>
                <a:gd name="connsiteY7" fmla="*/ 361950 h 723900"/>
                <a:gd name="connsiteX8" fmla="*/ 361950 w 723900"/>
                <a:gd name="connsiteY8" fmla="*/ 666750 h 723900"/>
                <a:gd name="connsiteX9" fmla="*/ 57150 w 723900"/>
                <a:gd name="connsiteY9" fmla="*/ 36195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3900" h="723900">
                  <a:moveTo>
                    <a:pt x="0" y="361950"/>
                  </a:moveTo>
                  <a:cubicBezTo>
                    <a:pt x="0" y="561849"/>
                    <a:pt x="162051" y="723900"/>
                    <a:pt x="361950" y="723900"/>
                  </a:cubicBezTo>
                  <a:cubicBezTo>
                    <a:pt x="561849" y="723900"/>
                    <a:pt x="723900" y="561849"/>
                    <a:pt x="723900" y="361950"/>
                  </a:cubicBezTo>
                  <a:cubicBezTo>
                    <a:pt x="723900" y="162051"/>
                    <a:pt x="561849" y="0"/>
                    <a:pt x="361950" y="0"/>
                  </a:cubicBezTo>
                  <a:cubicBezTo>
                    <a:pt x="162051" y="0"/>
                    <a:pt x="0" y="162051"/>
                    <a:pt x="0" y="361950"/>
                  </a:cubicBezTo>
                  <a:close/>
                  <a:moveTo>
                    <a:pt x="57150" y="361950"/>
                  </a:moveTo>
                  <a:cubicBezTo>
                    <a:pt x="57150" y="193614"/>
                    <a:pt x="193614" y="57150"/>
                    <a:pt x="361950" y="57150"/>
                  </a:cubicBezTo>
                  <a:cubicBezTo>
                    <a:pt x="530286" y="57150"/>
                    <a:pt x="666750" y="193614"/>
                    <a:pt x="666750" y="361950"/>
                  </a:cubicBezTo>
                  <a:cubicBezTo>
                    <a:pt x="666750" y="530286"/>
                    <a:pt x="530286" y="666750"/>
                    <a:pt x="361950" y="666750"/>
                  </a:cubicBezTo>
                  <a:cubicBezTo>
                    <a:pt x="193614" y="666750"/>
                    <a:pt x="57150" y="530286"/>
                    <a:pt x="57150" y="3619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CDE9F43F-EF8D-8BF8-8587-0CF1FB8DFC66}"/>
              </a:ext>
            </a:extLst>
          </p:cNvPr>
          <p:cNvSpPr txBox="1"/>
          <p:nvPr/>
        </p:nvSpPr>
        <p:spPr>
          <a:xfrm>
            <a:off x="6868144" y="5565913"/>
            <a:ext cx="1827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Details Title 2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DF13D4E-9146-5B14-993F-21C7A0DDE47E}"/>
              </a:ext>
            </a:extLst>
          </p:cNvPr>
          <p:cNvGrpSpPr/>
          <p:nvPr/>
        </p:nvGrpSpPr>
        <p:grpSpPr>
          <a:xfrm>
            <a:off x="6579323" y="5622555"/>
            <a:ext cx="225270" cy="225270"/>
            <a:chOff x="5732462" y="3067050"/>
            <a:chExt cx="723900" cy="723900"/>
          </a:xfrm>
          <a:solidFill>
            <a:schemeClr val="bg1"/>
          </a:solidFill>
        </p:grpSpPr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B08CFCFA-8341-5141-8475-E29C461B7B01}"/>
                </a:ext>
              </a:extLst>
            </p:cNvPr>
            <p:cNvSpPr/>
            <p:nvPr/>
          </p:nvSpPr>
          <p:spPr>
            <a:xfrm flipH="1">
              <a:off x="5875362" y="3267787"/>
              <a:ext cx="438124" cy="322424"/>
            </a:xfrm>
            <a:custGeom>
              <a:avLst/>
              <a:gdLst>
                <a:gd name="connsiteX0" fmla="*/ 438125 w 438124"/>
                <a:gd name="connsiteY0" fmla="*/ 161212 h 322424"/>
                <a:gd name="connsiteX1" fmla="*/ 409550 w 438124"/>
                <a:gd name="connsiteY1" fmla="*/ 189787 h 322424"/>
                <a:gd name="connsiteX2" fmla="*/ 97511 w 438124"/>
                <a:gd name="connsiteY2" fmla="*/ 189787 h 322424"/>
                <a:gd name="connsiteX3" fmla="*/ 182093 w 438124"/>
                <a:gd name="connsiteY3" fmla="*/ 274369 h 322424"/>
                <a:gd name="connsiteX4" fmla="*/ 180667 w 438124"/>
                <a:gd name="connsiteY4" fmla="*/ 314755 h 322424"/>
                <a:gd name="connsiteX5" fmla="*/ 141707 w 438124"/>
                <a:gd name="connsiteY5" fmla="*/ 314755 h 322424"/>
                <a:gd name="connsiteX6" fmla="*/ 8357 w 438124"/>
                <a:gd name="connsiteY6" fmla="*/ 181405 h 322424"/>
                <a:gd name="connsiteX7" fmla="*/ 8357 w 438124"/>
                <a:gd name="connsiteY7" fmla="*/ 141019 h 322424"/>
                <a:gd name="connsiteX8" fmla="*/ 141707 w 438124"/>
                <a:gd name="connsiteY8" fmla="*/ 7669 h 322424"/>
                <a:gd name="connsiteX9" fmla="*/ 182093 w 438124"/>
                <a:gd name="connsiteY9" fmla="*/ 9095 h 322424"/>
                <a:gd name="connsiteX10" fmla="*/ 182093 w 438124"/>
                <a:gd name="connsiteY10" fmla="*/ 48055 h 322424"/>
                <a:gd name="connsiteX11" fmla="*/ 97511 w 438124"/>
                <a:gd name="connsiteY11" fmla="*/ 132637 h 322424"/>
                <a:gd name="connsiteX12" fmla="*/ 409550 w 438124"/>
                <a:gd name="connsiteY12" fmla="*/ 132637 h 322424"/>
                <a:gd name="connsiteX13" fmla="*/ 438125 w 438124"/>
                <a:gd name="connsiteY13" fmla="*/ 161212 h 32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8124" h="322424">
                  <a:moveTo>
                    <a:pt x="438125" y="161212"/>
                  </a:moveTo>
                  <a:cubicBezTo>
                    <a:pt x="438125" y="176994"/>
                    <a:pt x="425332" y="189787"/>
                    <a:pt x="409550" y="189787"/>
                  </a:cubicBezTo>
                  <a:lnTo>
                    <a:pt x="97511" y="189787"/>
                  </a:lnTo>
                  <a:lnTo>
                    <a:pt x="182093" y="274369"/>
                  </a:lnTo>
                  <a:cubicBezTo>
                    <a:pt x="192851" y="285915"/>
                    <a:pt x="192213" y="303997"/>
                    <a:pt x="180667" y="314755"/>
                  </a:cubicBezTo>
                  <a:cubicBezTo>
                    <a:pt x="169693" y="324981"/>
                    <a:pt x="152681" y="324981"/>
                    <a:pt x="141707" y="314755"/>
                  </a:cubicBezTo>
                  <a:lnTo>
                    <a:pt x="8357" y="181405"/>
                  </a:lnTo>
                  <a:cubicBezTo>
                    <a:pt x="-2786" y="170249"/>
                    <a:pt x="-2786" y="152176"/>
                    <a:pt x="8357" y="141019"/>
                  </a:cubicBezTo>
                  <a:lnTo>
                    <a:pt x="141707" y="7669"/>
                  </a:lnTo>
                  <a:cubicBezTo>
                    <a:pt x="153253" y="-3089"/>
                    <a:pt x="171334" y="-2451"/>
                    <a:pt x="182093" y="9095"/>
                  </a:cubicBezTo>
                  <a:cubicBezTo>
                    <a:pt x="192319" y="20069"/>
                    <a:pt x="192319" y="37081"/>
                    <a:pt x="182093" y="48055"/>
                  </a:cubicBezTo>
                  <a:lnTo>
                    <a:pt x="97511" y="132637"/>
                  </a:lnTo>
                  <a:lnTo>
                    <a:pt x="409550" y="132637"/>
                  </a:lnTo>
                  <a:cubicBezTo>
                    <a:pt x="425332" y="132637"/>
                    <a:pt x="438125" y="145430"/>
                    <a:pt x="438125" y="1612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6EAB708-4F6E-230D-F0D9-876373D9E23A}"/>
                </a:ext>
              </a:extLst>
            </p:cNvPr>
            <p:cNvSpPr/>
            <p:nvPr/>
          </p:nvSpPr>
          <p:spPr>
            <a:xfrm flipH="1">
              <a:off x="5732462" y="3067050"/>
              <a:ext cx="723900" cy="723900"/>
            </a:xfrm>
            <a:custGeom>
              <a:avLst/>
              <a:gdLst>
                <a:gd name="connsiteX0" fmla="*/ 0 w 723900"/>
                <a:gd name="connsiteY0" fmla="*/ 361950 h 723900"/>
                <a:gd name="connsiteX1" fmla="*/ 361950 w 723900"/>
                <a:gd name="connsiteY1" fmla="*/ 723900 h 723900"/>
                <a:gd name="connsiteX2" fmla="*/ 723900 w 723900"/>
                <a:gd name="connsiteY2" fmla="*/ 361950 h 723900"/>
                <a:gd name="connsiteX3" fmla="*/ 361950 w 723900"/>
                <a:gd name="connsiteY3" fmla="*/ 0 h 723900"/>
                <a:gd name="connsiteX4" fmla="*/ 0 w 723900"/>
                <a:gd name="connsiteY4" fmla="*/ 361950 h 723900"/>
                <a:gd name="connsiteX5" fmla="*/ 57150 w 723900"/>
                <a:gd name="connsiteY5" fmla="*/ 361950 h 723900"/>
                <a:gd name="connsiteX6" fmla="*/ 361950 w 723900"/>
                <a:gd name="connsiteY6" fmla="*/ 57150 h 723900"/>
                <a:gd name="connsiteX7" fmla="*/ 666750 w 723900"/>
                <a:gd name="connsiteY7" fmla="*/ 361950 h 723900"/>
                <a:gd name="connsiteX8" fmla="*/ 361950 w 723900"/>
                <a:gd name="connsiteY8" fmla="*/ 666750 h 723900"/>
                <a:gd name="connsiteX9" fmla="*/ 57150 w 723900"/>
                <a:gd name="connsiteY9" fmla="*/ 36195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3900" h="723900">
                  <a:moveTo>
                    <a:pt x="0" y="361950"/>
                  </a:moveTo>
                  <a:cubicBezTo>
                    <a:pt x="0" y="561849"/>
                    <a:pt x="162051" y="723900"/>
                    <a:pt x="361950" y="723900"/>
                  </a:cubicBezTo>
                  <a:cubicBezTo>
                    <a:pt x="561849" y="723900"/>
                    <a:pt x="723900" y="561849"/>
                    <a:pt x="723900" y="361950"/>
                  </a:cubicBezTo>
                  <a:cubicBezTo>
                    <a:pt x="723900" y="162051"/>
                    <a:pt x="561849" y="0"/>
                    <a:pt x="361950" y="0"/>
                  </a:cubicBezTo>
                  <a:cubicBezTo>
                    <a:pt x="162051" y="0"/>
                    <a:pt x="0" y="162051"/>
                    <a:pt x="0" y="361950"/>
                  </a:cubicBezTo>
                  <a:close/>
                  <a:moveTo>
                    <a:pt x="57150" y="361950"/>
                  </a:moveTo>
                  <a:cubicBezTo>
                    <a:pt x="57150" y="193614"/>
                    <a:pt x="193614" y="57150"/>
                    <a:pt x="361950" y="57150"/>
                  </a:cubicBezTo>
                  <a:cubicBezTo>
                    <a:pt x="530286" y="57150"/>
                    <a:pt x="666750" y="193614"/>
                    <a:pt x="666750" y="361950"/>
                  </a:cubicBezTo>
                  <a:cubicBezTo>
                    <a:pt x="666750" y="530286"/>
                    <a:pt x="530286" y="666750"/>
                    <a:pt x="361950" y="666750"/>
                  </a:cubicBezTo>
                  <a:cubicBezTo>
                    <a:pt x="193614" y="666750"/>
                    <a:pt x="57150" y="530286"/>
                    <a:pt x="57150" y="3619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2A8D8160-3CA7-754E-23F4-E475F5372A87}"/>
              </a:ext>
            </a:extLst>
          </p:cNvPr>
          <p:cNvSpPr txBox="1"/>
          <p:nvPr/>
        </p:nvSpPr>
        <p:spPr>
          <a:xfrm>
            <a:off x="9646177" y="5133676"/>
            <a:ext cx="1827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Details Title 1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CAA77FE-CC45-153E-DEB9-AB1D7777F8ED}"/>
              </a:ext>
            </a:extLst>
          </p:cNvPr>
          <p:cNvGrpSpPr/>
          <p:nvPr/>
        </p:nvGrpSpPr>
        <p:grpSpPr>
          <a:xfrm>
            <a:off x="9357356" y="5190318"/>
            <a:ext cx="225270" cy="225270"/>
            <a:chOff x="5732462" y="3067050"/>
            <a:chExt cx="723900" cy="723900"/>
          </a:xfrm>
          <a:solidFill>
            <a:schemeClr val="bg1"/>
          </a:solidFill>
        </p:grpSpPr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AEF6D15-A338-2A54-568C-A086DDA704E2}"/>
                </a:ext>
              </a:extLst>
            </p:cNvPr>
            <p:cNvSpPr/>
            <p:nvPr/>
          </p:nvSpPr>
          <p:spPr>
            <a:xfrm flipH="1">
              <a:off x="5875362" y="3267787"/>
              <a:ext cx="438124" cy="322424"/>
            </a:xfrm>
            <a:custGeom>
              <a:avLst/>
              <a:gdLst>
                <a:gd name="connsiteX0" fmla="*/ 438125 w 438124"/>
                <a:gd name="connsiteY0" fmla="*/ 161212 h 322424"/>
                <a:gd name="connsiteX1" fmla="*/ 409550 w 438124"/>
                <a:gd name="connsiteY1" fmla="*/ 189787 h 322424"/>
                <a:gd name="connsiteX2" fmla="*/ 97511 w 438124"/>
                <a:gd name="connsiteY2" fmla="*/ 189787 h 322424"/>
                <a:gd name="connsiteX3" fmla="*/ 182093 w 438124"/>
                <a:gd name="connsiteY3" fmla="*/ 274369 h 322424"/>
                <a:gd name="connsiteX4" fmla="*/ 180667 w 438124"/>
                <a:gd name="connsiteY4" fmla="*/ 314755 h 322424"/>
                <a:gd name="connsiteX5" fmla="*/ 141707 w 438124"/>
                <a:gd name="connsiteY5" fmla="*/ 314755 h 322424"/>
                <a:gd name="connsiteX6" fmla="*/ 8357 w 438124"/>
                <a:gd name="connsiteY6" fmla="*/ 181405 h 322424"/>
                <a:gd name="connsiteX7" fmla="*/ 8357 w 438124"/>
                <a:gd name="connsiteY7" fmla="*/ 141019 h 322424"/>
                <a:gd name="connsiteX8" fmla="*/ 141707 w 438124"/>
                <a:gd name="connsiteY8" fmla="*/ 7669 h 322424"/>
                <a:gd name="connsiteX9" fmla="*/ 182093 w 438124"/>
                <a:gd name="connsiteY9" fmla="*/ 9095 h 322424"/>
                <a:gd name="connsiteX10" fmla="*/ 182093 w 438124"/>
                <a:gd name="connsiteY10" fmla="*/ 48055 h 322424"/>
                <a:gd name="connsiteX11" fmla="*/ 97511 w 438124"/>
                <a:gd name="connsiteY11" fmla="*/ 132637 h 322424"/>
                <a:gd name="connsiteX12" fmla="*/ 409550 w 438124"/>
                <a:gd name="connsiteY12" fmla="*/ 132637 h 322424"/>
                <a:gd name="connsiteX13" fmla="*/ 438125 w 438124"/>
                <a:gd name="connsiteY13" fmla="*/ 161212 h 32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8124" h="322424">
                  <a:moveTo>
                    <a:pt x="438125" y="161212"/>
                  </a:moveTo>
                  <a:cubicBezTo>
                    <a:pt x="438125" y="176994"/>
                    <a:pt x="425332" y="189787"/>
                    <a:pt x="409550" y="189787"/>
                  </a:cubicBezTo>
                  <a:lnTo>
                    <a:pt x="97511" y="189787"/>
                  </a:lnTo>
                  <a:lnTo>
                    <a:pt x="182093" y="274369"/>
                  </a:lnTo>
                  <a:cubicBezTo>
                    <a:pt x="192851" y="285915"/>
                    <a:pt x="192213" y="303997"/>
                    <a:pt x="180667" y="314755"/>
                  </a:cubicBezTo>
                  <a:cubicBezTo>
                    <a:pt x="169693" y="324981"/>
                    <a:pt x="152681" y="324981"/>
                    <a:pt x="141707" y="314755"/>
                  </a:cubicBezTo>
                  <a:lnTo>
                    <a:pt x="8357" y="181405"/>
                  </a:lnTo>
                  <a:cubicBezTo>
                    <a:pt x="-2786" y="170249"/>
                    <a:pt x="-2786" y="152176"/>
                    <a:pt x="8357" y="141019"/>
                  </a:cubicBezTo>
                  <a:lnTo>
                    <a:pt x="141707" y="7669"/>
                  </a:lnTo>
                  <a:cubicBezTo>
                    <a:pt x="153253" y="-3089"/>
                    <a:pt x="171334" y="-2451"/>
                    <a:pt x="182093" y="9095"/>
                  </a:cubicBezTo>
                  <a:cubicBezTo>
                    <a:pt x="192319" y="20069"/>
                    <a:pt x="192319" y="37081"/>
                    <a:pt x="182093" y="48055"/>
                  </a:cubicBezTo>
                  <a:lnTo>
                    <a:pt x="97511" y="132637"/>
                  </a:lnTo>
                  <a:lnTo>
                    <a:pt x="409550" y="132637"/>
                  </a:lnTo>
                  <a:cubicBezTo>
                    <a:pt x="425332" y="132637"/>
                    <a:pt x="438125" y="145430"/>
                    <a:pt x="438125" y="1612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B09EB314-D7D6-A172-22B0-4E1E6A235CC9}"/>
                </a:ext>
              </a:extLst>
            </p:cNvPr>
            <p:cNvSpPr/>
            <p:nvPr/>
          </p:nvSpPr>
          <p:spPr>
            <a:xfrm flipH="1">
              <a:off x="5732462" y="3067050"/>
              <a:ext cx="723900" cy="723900"/>
            </a:xfrm>
            <a:custGeom>
              <a:avLst/>
              <a:gdLst>
                <a:gd name="connsiteX0" fmla="*/ 0 w 723900"/>
                <a:gd name="connsiteY0" fmla="*/ 361950 h 723900"/>
                <a:gd name="connsiteX1" fmla="*/ 361950 w 723900"/>
                <a:gd name="connsiteY1" fmla="*/ 723900 h 723900"/>
                <a:gd name="connsiteX2" fmla="*/ 723900 w 723900"/>
                <a:gd name="connsiteY2" fmla="*/ 361950 h 723900"/>
                <a:gd name="connsiteX3" fmla="*/ 361950 w 723900"/>
                <a:gd name="connsiteY3" fmla="*/ 0 h 723900"/>
                <a:gd name="connsiteX4" fmla="*/ 0 w 723900"/>
                <a:gd name="connsiteY4" fmla="*/ 361950 h 723900"/>
                <a:gd name="connsiteX5" fmla="*/ 57150 w 723900"/>
                <a:gd name="connsiteY5" fmla="*/ 361950 h 723900"/>
                <a:gd name="connsiteX6" fmla="*/ 361950 w 723900"/>
                <a:gd name="connsiteY6" fmla="*/ 57150 h 723900"/>
                <a:gd name="connsiteX7" fmla="*/ 666750 w 723900"/>
                <a:gd name="connsiteY7" fmla="*/ 361950 h 723900"/>
                <a:gd name="connsiteX8" fmla="*/ 361950 w 723900"/>
                <a:gd name="connsiteY8" fmla="*/ 666750 h 723900"/>
                <a:gd name="connsiteX9" fmla="*/ 57150 w 723900"/>
                <a:gd name="connsiteY9" fmla="*/ 36195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3900" h="723900">
                  <a:moveTo>
                    <a:pt x="0" y="361950"/>
                  </a:moveTo>
                  <a:cubicBezTo>
                    <a:pt x="0" y="561849"/>
                    <a:pt x="162051" y="723900"/>
                    <a:pt x="361950" y="723900"/>
                  </a:cubicBezTo>
                  <a:cubicBezTo>
                    <a:pt x="561849" y="723900"/>
                    <a:pt x="723900" y="561849"/>
                    <a:pt x="723900" y="361950"/>
                  </a:cubicBezTo>
                  <a:cubicBezTo>
                    <a:pt x="723900" y="162051"/>
                    <a:pt x="561849" y="0"/>
                    <a:pt x="361950" y="0"/>
                  </a:cubicBezTo>
                  <a:cubicBezTo>
                    <a:pt x="162051" y="0"/>
                    <a:pt x="0" y="162051"/>
                    <a:pt x="0" y="361950"/>
                  </a:cubicBezTo>
                  <a:close/>
                  <a:moveTo>
                    <a:pt x="57150" y="361950"/>
                  </a:moveTo>
                  <a:cubicBezTo>
                    <a:pt x="57150" y="193614"/>
                    <a:pt x="193614" y="57150"/>
                    <a:pt x="361950" y="57150"/>
                  </a:cubicBezTo>
                  <a:cubicBezTo>
                    <a:pt x="530286" y="57150"/>
                    <a:pt x="666750" y="193614"/>
                    <a:pt x="666750" y="361950"/>
                  </a:cubicBezTo>
                  <a:cubicBezTo>
                    <a:pt x="666750" y="530286"/>
                    <a:pt x="530286" y="666750"/>
                    <a:pt x="361950" y="666750"/>
                  </a:cubicBezTo>
                  <a:cubicBezTo>
                    <a:pt x="193614" y="666750"/>
                    <a:pt x="57150" y="530286"/>
                    <a:pt x="57150" y="3619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E2E1D2FF-5723-E65C-C566-1F2A1ACB2F80}"/>
              </a:ext>
            </a:extLst>
          </p:cNvPr>
          <p:cNvSpPr txBox="1"/>
          <p:nvPr/>
        </p:nvSpPr>
        <p:spPr>
          <a:xfrm>
            <a:off x="9646177" y="5565913"/>
            <a:ext cx="1827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Details Title 2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B2F4D2B9-029A-A68B-940B-04BC0CC8815C}"/>
              </a:ext>
            </a:extLst>
          </p:cNvPr>
          <p:cNvGrpSpPr/>
          <p:nvPr/>
        </p:nvGrpSpPr>
        <p:grpSpPr>
          <a:xfrm>
            <a:off x="9357356" y="5622555"/>
            <a:ext cx="225270" cy="225270"/>
            <a:chOff x="5732462" y="3067050"/>
            <a:chExt cx="723900" cy="723900"/>
          </a:xfrm>
          <a:solidFill>
            <a:schemeClr val="bg1"/>
          </a:solidFill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0BA87855-98EF-640F-10A2-55AD9DEC8707}"/>
                </a:ext>
              </a:extLst>
            </p:cNvPr>
            <p:cNvSpPr/>
            <p:nvPr/>
          </p:nvSpPr>
          <p:spPr>
            <a:xfrm flipH="1">
              <a:off x="5875362" y="3267787"/>
              <a:ext cx="438124" cy="322424"/>
            </a:xfrm>
            <a:custGeom>
              <a:avLst/>
              <a:gdLst>
                <a:gd name="connsiteX0" fmla="*/ 438125 w 438124"/>
                <a:gd name="connsiteY0" fmla="*/ 161212 h 322424"/>
                <a:gd name="connsiteX1" fmla="*/ 409550 w 438124"/>
                <a:gd name="connsiteY1" fmla="*/ 189787 h 322424"/>
                <a:gd name="connsiteX2" fmla="*/ 97511 w 438124"/>
                <a:gd name="connsiteY2" fmla="*/ 189787 h 322424"/>
                <a:gd name="connsiteX3" fmla="*/ 182093 w 438124"/>
                <a:gd name="connsiteY3" fmla="*/ 274369 h 322424"/>
                <a:gd name="connsiteX4" fmla="*/ 180667 w 438124"/>
                <a:gd name="connsiteY4" fmla="*/ 314755 h 322424"/>
                <a:gd name="connsiteX5" fmla="*/ 141707 w 438124"/>
                <a:gd name="connsiteY5" fmla="*/ 314755 h 322424"/>
                <a:gd name="connsiteX6" fmla="*/ 8357 w 438124"/>
                <a:gd name="connsiteY6" fmla="*/ 181405 h 322424"/>
                <a:gd name="connsiteX7" fmla="*/ 8357 w 438124"/>
                <a:gd name="connsiteY7" fmla="*/ 141019 h 322424"/>
                <a:gd name="connsiteX8" fmla="*/ 141707 w 438124"/>
                <a:gd name="connsiteY8" fmla="*/ 7669 h 322424"/>
                <a:gd name="connsiteX9" fmla="*/ 182093 w 438124"/>
                <a:gd name="connsiteY9" fmla="*/ 9095 h 322424"/>
                <a:gd name="connsiteX10" fmla="*/ 182093 w 438124"/>
                <a:gd name="connsiteY10" fmla="*/ 48055 h 322424"/>
                <a:gd name="connsiteX11" fmla="*/ 97511 w 438124"/>
                <a:gd name="connsiteY11" fmla="*/ 132637 h 322424"/>
                <a:gd name="connsiteX12" fmla="*/ 409550 w 438124"/>
                <a:gd name="connsiteY12" fmla="*/ 132637 h 322424"/>
                <a:gd name="connsiteX13" fmla="*/ 438125 w 438124"/>
                <a:gd name="connsiteY13" fmla="*/ 161212 h 32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8124" h="322424">
                  <a:moveTo>
                    <a:pt x="438125" y="161212"/>
                  </a:moveTo>
                  <a:cubicBezTo>
                    <a:pt x="438125" y="176994"/>
                    <a:pt x="425332" y="189787"/>
                    <a:pt x="409550" y="189787"/>
                  </a:cubicBezTo>
                  <a:lnTo>
                    <a:pt x="97511" y="189787"/>
                  </a:lnTo>
                  <a:lnTo>
                    <a:pt x="182093" y="274369"/>
                  </a:lnTo>
                  <a:cubicBezTo>
                    <a:pt x="192851" y="285915"/>
                    <a:pt x="192213" y="303997"/>
                    <a:pt x="180667" y="314755"/>
                  </a:cubicBezTo>
                  <a:cubicBezTo>
                    <a:pt x="169693" y="324981"/>
                    <a:pt x="152681" y="324981"/>
                    <a:pt x="141707" y="314755"/>
                  </a:cubicBezTo>
                  <a:lnTo>
                    <a:pt x="8357" y="181405"/>
                  </a:lnTo>
                  <a:cubicBezTo>
                    <a:pt x="-2786" y="170249"/>
                    <a:pt x="-2786" y="152176"/>
                    <a:pt x="8357" y="141019"/>
                  </a:cubicBezTo>
                  <a:lnTo>
                    <a:pt x="141707" y="7669"/>
                  </a:lnTo>
                  <a:cubicBezTo>
                    <a:pt x="153253" y="-3089"/>
                    <a:pt x="171334" y="-2451"/>
                    <a:pt x="182093" y="9095"/>
                  </a:cubicBezTo>
                  <a:cubicBezTo>
                    <a:pt x="192319" y="20069"/>
                    <a:pt x="192319" y="37081"/>
                    <a:pt x="182093" y="48055"/>
                  </a:cubicBezTo>
                  <a:lnTo>
                    <a:pt x="97511" y="132637"/>
                  </a:lnTo>
                  <a:lnTo>
                    <a:pt x="409550" y="132637"/>
                  </a:lnTo>
                  <a:cubicBezTo>
                    <a:pt x="425332" y="132637"/>
                    <a:pt x="438125" y="145430"/>
                    <a:pt x="438125" y="1612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79FCE2F-D64B-0142-FBEE-2807EAA5A888}"/>
                </a:ext>
              </a:extLst>
            </p:cNvPr>
            <p:cNvSpPr/>
            <p:nvPr/>
          </p:nvSpPr>
          <p:spPr>
            <a:xfrm flipH="1">
              <a:off x="5732462" y="3067050"/>
              <a:ext cx="723900" cy="723900"/>
            </a:xfrm>
            <a:custGeom>
              <a:avLst/>
              <a:gdLst>
                <a:gd name="connsiteX0" fmla="*/ 0 w 723900"/>
                <a:gd name="connsiteY0" fmla="*/ 361950 h 723900"/>
                <a:gd name="connsiteX1" fmla="*/ 361950 w 723900"/>
                <a:gd name="connsiteY1" fmla="*/ 723900 h 723900"/>
                <a:gd name="connsiteX2" fmla="*/ 723900 w 723900"/>
                <a:gd name="connsiteY2" fmla="*/ 361950 h 723900"/>
                <a:gd name="connsiteX3" fmla="*/ 361950 w 723900"/>
                <a:gd name="connsiteY3" fmla="*/ 0 h 723900"/>
                <a:gd name="connsiteX4" fmla="*/ 0 w 723900"/>
                <a:gd name="connsiteY4" fmla="*/ 361950 h 723900"/>
                <a:gd name="connsiteX5" fmla="*/ 57150 w 723900"/>
                <a:gd name="connsiteY5" fmla="*/ 361950 h 723900"/>
                <a:gd name="connsiteX6" fmla="*/ 361950 w 723900"/>
                <a:gd name="connsiteY6" fmla="*/ 57150 h 723900"/>
                <a:gd name="connsiteX7" fmla="*/ 666750 w 723900"/>
                <a:gd name="connsiteY7" fmla="*/ 361950 h 723900"/>
                <a:gd name="connsiteX8" fmla="*/ 361950 w 723900"/>
                <a:gd name="connsiteY8" fmla="*/ 666750 h 723900"/>
                <a:gd name="connsiteX9" fmla="*/ 57150 w 723900"/>
                <a:gd name="connsiteY9" fmla="*/ 36195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3900" h="723900">
                  <a:moveTo>
                    <a:pt x="0" y="361950"/>
                  </a:moveTo>
                  <a:cubicBezTo>
                    <a:pt x="0" y="561849"/>
                    <a:pt x="162051" y="723900"/>
                    <a:pt x="361950" y="723900"/>
                  </a:cubicBezTo>
                  <a:cubicBezTo>
                    <a:pt x="561849" y="723900"/>
                    <a:pt x="723900" y="561849"/>
                    <a:pt x="723900" y="361950"/>
                  </a:cubicBezTo>
                  <a:cubicBezTo>
                    <a:pt x="723900" y="162051"/>
                    <a:pt x="561849" y="0"/>
                    <a:pt x="361950" y="0"/>
                  </a:cubicBezTo>
                  <a:cubicBezTo>
                    <a:pt x="162051" y="0"/>
                    <a:pt x="0" y="162051"/>
                    <a:pt x="0" y="361950"/>
                  </a:cubicBezTo>
                  <a:close/>
                  <a:moveTo>
                    <a:pt x="57150" y="361950"/>
                  </a:moveTo>
                  <a:cubicBezTo>
                    <a:pt x="57150" y="193614"/>
                    <a:pt x="193614" y="57150"/>
                    <a:pt x="361950" y="57150"/>
                  </a:cubicBezTo>
                  <a:cubicBezTo>
                    <a:pt x="530286" y="57150"/>
                    <a:pt x="666750" y="193614"/>
                    <a:pt x="666750" y="361950"/>
                  </a:cubicBezTo>
                  <a:cubicBezTo>
                    <a:pt x="666750" y="530286"/>
                    <a:pt x="530286" y="666750"/>
                    <a:pt x="361950" y="666750"/>
                  </a:cubicBezTo>
                  <a:cubicBezTo>
                    <a:pt x="193614" y="666750"/>
                    <a:pt x="57150" y="530286"/>
                    <a:pt x="57150" y="3619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44308B47-90BA-9EE1-811E-1C6D1D21AEF5}"/>
              </a:ext>
            </a:extLst>
          </p:cNvPr>
          <p:cNvSpPr txBox="1"/>
          <p:nvPr/>
        </p:nvSpPr>
        <p:spPr>
          <a:xfrm>
            <a:off x="4137989" y="5997133"/>
            <a:ext cx="1827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Details Title 3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3DB00D1A-2121-530F-24EA-ABFEBDDD0A90}"/>
              </a:ext>
            </a:extLst>
          </p:cNvPr>
          <p:cNvGrpSpPr/>
          <p:nvPr/>
        </p:nvGrpSpPr>
        <p:grpSpPr>
          <a:xfrm>
            <a:off x="3849168" y="6053775"/>
            <a:ext cx="225270" cy="225270"/>
            <a:chOff x="5732462" y="3067050"/>
            <a:chExt cx="723900" cy="723900"/>
          </a:xfrm>
          <a:solidFill>
            <a:schemeClr val="bg1"/>
          </a:solidFill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D460F14-6C1E-4F8D-078A-997A380E9039}"/>
                </a:ext>
              </a:extLst>
            </p:cNvPr>
            <p:cNvSpPr/>
            <p:nvPr/>
          </p:nvSpPr>
          <p:spPr>
            <a:xfrm flipH="1">
              <a:off x="5875362" y="3267787"/>
              <a:ext cx="438124" cy="322424"/>
            </a:xfrm>
            <a:custGeom>
              <a:avLst/>
              <a:gdLst>
                <a:gd name="connsiteX0" fmla="*/ 438125 w 438124"/>
                <a:gd name="connsiteY0" fmla="*/ 161212 h 322424"/>
                <a:gd name="connsiteX1" fmla="*/ 409550 w 438124"/>
                <a:gd name="connsiteY1" fmla="*/ 189787 h 322424"/>
                <a:gd name="connsiteX2" fmla="*/ 97511 w 438124"/>
                <a:gd name="connsiteY2" fmla="*/ 189787 h 322424"/>
                <a:gd name="connsiteX3" fmla="*/ 182093 w 438124"/>
                <a:gd name="connsiteY3" fmla="*/ 274369 h 322424"/>
                <a:gd name="connsiteX4" fmla="*/ 180667 w 438124"/>
                <a:gd name="connsiteY4" fmla="*/ 314755 h 322424"/>
                <a:gd name="connsiteX5" fmla="*/ 141707 w 438124"/>
                <a:gd name="connsiteY5" fmla="*/ 314755 h 322424"/>
                <a:gd name="connsiteX6" fmla="*/ 8357 w 438124"/>
                <a:gd name="connsiteY6" fmla="*/ 181405 h 322424"/>
                <a:gd name="connsiteX7" fmla="*/ 8357 w 438124"/>
                <a:gd name="connsiteY7" fmla="*/ 141019 h 322424"/>
                <a:gd name="connsiteX8" fmla="*/ 141707 w 438124"/>
                <a:gd name="connsiteY8" fmla="*/ 7669 h 322424"/>
                <a:gd name="connsiteX9" fmla="*/ 182093 w 438124"/>
                <a:gd name="connsiteY9" fmla="*/ 9095 h 322424"/>
                <a:gd name="connsiteX10" fmla="*/ 182093 w 438124"/>
                <a:gd name="connsiteY10" fmla="*/ 48055 h 322424"/>
                <a:gd name="connsiteX11" fmla="*/ 97511 w 438124"/>
                <a:gd name="connsiteY11" fmla="*/ 132637 h 322424"/>
                <a:gd name="connsiteX12" fmla="*/ 409550 w 438124"/>
                <a:gd name="connsiteY12" fmla="*/ 132637 h 322424"/>
                <a:gd name="connsiteX13" fmla="*/ 438125 w 438124"/>
                <a:gd name="connsiteY13" fmla="*/ 161212 h 32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8124" h="322424">
                  <a:moveTo>
                    <a:pt x="438125" y="161212"/>
                  </a:moveTo>
                  <a:cubicBezTo>
                    <a:pt x="438125" y="176994"/>
                    <a:pt x="425332" y="189787"/>
                    <a:pt x="409550" y="189787"/>
                  </a:cubicBezTo>
                  <a:lnTo>
                    <a:pt x="97511" y="189787"/>
                  </a:lnTo>
                  <a:lnTo>
                    <a:pt x="182093" y="274369"/>
                  </a:lnTo>
                  <a:cubicBezTo>
                    <a:pt x="192851" y="285915"/>
                    <a:pt x="192213" y="303997"/>
                    <a:pt x="180667" y="314755"/>
                  </a:cubicBezTo>
                  <a:cubicBezTo>
                    <a:pt x="169693" y="324981"/>
                    <a:pt x="152681" y="324981"/>
                    <a:pt x="141707" y="314755"/>
                  </a:cubicBezTo>
                  <a:lnTo>
                    <a:pt x="8357" y="181405"/>
                  </a:lnTo>
                  <a:cubicBezTo>
                    <a:pt x="-2786" y="170249"/>
                    <a:pt x="-2786" y="152176"/>
                    <a:pt x="8357" y="141019"/>
                  </a:cubicBezTo>
                  <a:lnTo>
                    <a:pt x="141707" y="7669"/>
                  </a:lnTo>
                  <a:cubicBezTo>
                    <a:pt x="153253" y="-3089"/>
                    <a:pt x="171334" y="-2451"/>
                    <a:pt x="182093" y="9095"/>
                  </a:cubicBezTo>
                  <a:cubicBezTo>
                    <a:pt x="192319" y="20069"/>
                    <a:pt x="192319" y="37081"/>
                    <a:pt x="182093" y="48055"/>
                  </a:cubicBezTo>
                  <a:lnTo>
                    <a:pt x="97511" y="132637"/>
                  </a:lnTo>
                  <a:lnTo>
                    <a:pt x="409550" y="132637"/>
                  </a:lnTo>
                  <a:cubicBezTo>
                    <a:pt x="425332" y="132637"/>
                    <a:pt x="438125" y="145430"/>
                    <a:pt x="438125" y="1612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738E994-CE6B-CC46-BE12-F377A39DAEB2}"/>
                </a:ext>
              </a:extLst>
            </p:cNvPr>
            <p:cNvSpPr/>
            <p:nvPr/>
          </p:nvSpPr>
          <p:spPr>
            <a:xfrm flipH="1">
              <a:off x="5732462" y="3067050"/>
              <a:ext cx="723900" cy="723900"/>
            </a:xfrm>
            <a:custGeom>
              <a:avLst/>
              <a:gdLst>
                <a:gd name="connsiteX0" fmla="*/ 0 w 723900"/>
                <a:gd name="connsiteY0" fmla="*/ 361950 h 723900"/>
                <a:gd name="connsiteX1" fmla="*/ 361950 w 723900"/>
                <a:gd name="connsiteY1" fmla="*/ 723900 h 723900"/>
                <a:gd name="connsiteX2" fmla="*/ 723900 w 723900"/>
                <a:gd name="connsiteY2" fmla="*/ 361950 h 723900"/>
                <a:gd name="connsiteX3" fmla="*/ 361950 w 723900"/>
                <a:gd name="connsiteY3" fmla="*/ 0 h 723900"/>
                <a:gd name="connsiteX4" fmla="*/ 0 w 723900"/>
                <a:gd name="connsiteY4" fmla="*/ 361950 h 723900"/>
                <a:gd name="connsiteX5" fmla="*/ 57150 w 723900"/>
                <a:gd name="connsiteY5" fmla="*/ 361950 h 723900"/>
                <a:gd name="connsiteX6" fmla="*/ 361950 w 723900"/>
                <a:gd name="connsiteY6" fmla="*/ 57150 h 723900"/>
                <a:gd name="connsiteX7" fmla="*/ 666750 w 723900"/>
                <a:gd name="connsiteY7" fmla="*/ 361950 h 723900"/>
                <a:gd name="connsiteX8" fmla="*/ 361950 w 723900"/>
                <a:gd name="connsiteY8" fmla="*/ 666750 h 723900"/>
                <a:gd name="connsiteX9" fmla="*/ 57150 w 723900"/>
                <a:gd name="connsiteY9" fmla="*/ 36195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3900" h="723900">
                  <a:moveTo>
                    <a:pt x="0" y="361950"/>
                  </a:moveTo>
                  <a:cubicBezTo>
                    <a:pt x="0" y="561849"/>
                    <a:pt x="162051" y="723900"/>
                    <a:pt x="361950" y="723900"/>
                  </a:cubicBezTo>
                  <a:cubicBezTo>
                    <a:pt x="561849" y="723900"/>
                    <a:pt x="723900" y="561849"/>
                    <a:pt x="723900" y="361950"/>
                  </a:cubicBezTo>
                  <a:cubicBezTo>
                    <a:pt x="723900" y="162051"/>
                    <a:pt x="561849" y="0"/>
                    <a:pt x="361950" y="0"/>
                  </a:cubicBezTo>
                  <a:cubicBezTo>
                    <a:pt x="162051" y="0"/>
                    <a:pt x="0" y="162051"/>
                    <a:pt x="0" y="361950"/>
                  </a:cubicBezTo>
                  <a:close/>
                  <a:moveTo>
                    <a:pt x="57150" y="361950"/>
                  </a:moveTo>
                  <a:cubicBezTo>
                    <a:pt x="57150" y="193614"/>
                    <a:pt x="193614" y="57150"/>
                    <a:pt x="361950" y="57150"/>
                  </a:cubicBezTo>
                  <a:cubicBezTo>
                    <a:pt x="530286" y="57150"/>
                    <a:pt x="666750" y="193614"/>
                    <a:pt x="666750" y="361950"/>
                  </a:cubicBezTo>
                  <a:cubicBezTo>
                    <a:pt x="666750" y="530286"/>
                    <a:pt x="530286" y="666750"/>
                    <a:pt x="361950" y="666750"/>
                  </a:cubicBezTo>
                  <a:cubicBezTo>
                    <a:pt x="193614" y="666750"/>
                    <a:pt x="57150" y="530286"/>
                    <a:pt x="57150" y="3619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D746AABF-C4FC-FFDD-772D-4344F039196A}"/>
              </a:ext>
            </a:extLst>
          </p:cNvPr>
          <p:cNvSpPr txBox="1"/>
          <p:nvPr/>
        </p:nvSpPr>
        <p:spPr>
          <a:xfrm>
            <a:off x="6868144" y="5997133"/>
            <a:ext cx="1827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Details Title 3</a:t>
            </a: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3EE500B-9B77-D567-6DE8-4A3E589D376E}"/>
              </a:ext>
            </a:extLst>
          </p:cNvPr>
          <p:cNvGrpSpPr/>
          <p:nvPr/>
        </p:nvGrpSpPr>
        <p:grpSpPr>
          <a:xfrm>
            <a:off x="6579323" y="6053775"/>
            <a:ext cx="225270" cy="225270"/>
            <a:chOff x="5732462" y="3067050"/>
            <a:chExt cx="723900" cy="723900"/>
          </a:xfrm>
          <a:solidFill>
            <a:schemeClr val="bg1"/>
          </a:solidFill>
        </p:grpSpPr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13DFBB64-5F97-49B2-2465-36AD937F5E25}"/>
                </a:ext>
              </a:extLst>
            </p:cNvPr>
            <p:cNvSpPr/>
            <p:nvPr/>
          </p:nvSpPr>
          <p:spPr>
            <a:xfrm flipH="1">
              <a:off x="5875362" y="3267787"/>
              <a:ext cx="438124" cy="322424"/>
            </a:xfrm>
            <a:custGeom>
              <a:avLst/>
              <a:gdLst>
                <a:gd name="connsiteX0" fmla="*/ 438125 w 438124"/>
                <a:gd name="connsiteY0" fmla="*/ 161212 h 322424"/>
                <a:gd name="connsiteX1" fmla="*/ 409550 w 438124"/>
                <a:gd name="connsiteY1" fmla="*/ 189787 h 322424"/>
                <a:gd name="connsiteX2" fmla="*/ 97511 w 438124"/>
                <a:gd name="connsiteY2" fmla="*/ 189787 h 322424"/>
                <a:gd name="connsiteX3" fmla="*/ 182093 w 438124"/>
                <a:gd name="connsiteY3" fmla="*/ 274369 h 322424"/>
                <a:gd name="connsiteX4" fmla="*/ 180667 w 438124"/>
                <a:gd name="connsiteY4" fmla="*/ 314755 h 322424"/>
                <a:gd name="connsiteX5" fmla="*/ 141707 w 438124"/>
                <a:gd name="connsiteY5" fmla="*/ 314755 h 322424"/>
                <a:gd name="connsiteX6" fmla="*/ 8357 w 438124"/>
                <a:gd name="connsiteY6" fmla="*/ 181405 h 322424"/>
                <a:gd name="connsiteX7" fmla="*/ 8357 w 438124"/>
                <a:gd name="connsiteY7" fmla="*/ 141019 h 322424"/>
                <a:gd name="connsiteX8" fmla="*/ 141707 w 438124"/>
                <a:gd name="connsiteY8" fmla="*/ 7669 h 322424"/>
                <a:gd name="connsiteX9" fmla="*/ 182093 w 438124"/>
                <a:gd name="connsiteY9" fmla="*/ 9095 h 322424"/>
                <a:gd name="connsiteX10" fmla="*/ 182093 w 438124"/>
                <a:gd name="connsiteY10" fmla="*/ 48055 h 322424"/>
                <a:gd name="connsiteX11" fmla="*/ 97511 w 438124"/>
                <a:gd name="connsiteY11" fmla="*/ 132637 h 322424"/>
                <a:gd name="connsiteX12" fmla="*/ 409550 w 438124"/>
                <a:gd name="connsiteY12" fmla="*/ 132637 h 322424"/>
                <a:gd name="connsiteX13" fmla="*/ 438125 w 438124"/>
                <a:gd name="connsiteY13" fmla="*/ 161212 h 32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8124" h="322424">
                  <a:moveTo>
                    <a:pt x="438125" y="161212"/>
                  </a:moveTo>
                  <a:cubicBezTo>
                    <a:pt x="438125" y="176994"/>
                    <a:pt x="425332" y="189787"/>
                    <a:pt x="409550" y="189787"/>
                  </a:cubicBezTo>
                  <a:lnTo>
                    <a:pt x="97511" y="189787"/>
                  </a:lnTo>
                  <a:lnTo>
                    <a:pt x="182093" y="274369"/>
                  </a:lnTo>
                  <a:cubicBezTo>
                    <a:pt x="192851" y="285915"/>
                    <a:pt x="192213" y="303997"/>
                    <a:pt x="180667" y="314755"/>
                  </a:cubicBezTo>
                  <a:cubicBezTo>
                    <a:pt x="169693" y="324981"/>
                    <a:pt x="152681" y="324981"/>
                    <a:pt x="141707" y="314755"/>
                  </a:cubicBezTo>
                  <a:lnTo>
                    <a:pt x="8357" y="181405"/>
                  </a:lnTo>
                  <a:cubicBezTo>
                    <a:pt x="-2786" y="170249"/>
                    <a:pt x="-2786" y="152176"/>
                    <a:pt x="8357" y="141019"/>
                  </a:cubicBezTo>
                  <a:lnTo>
                    <a:pt x="141707" y="7669"/>
                  </a:lnTo>
                  <a:cubicBezTo>
                    <a:pt x="153253" y="-3089"/>
                    <a:pt x="171334" y="-2451"/>
                    <a:pt x="182093" y="9095"/>
                  </a:cubicBezTo>
                  <a:cubicBezTo>
                    <a:pt x="192319" y="20069"/>
                    <a:pt x="192319" y="37081"/>
                    <a:pt x="182093" y="48055"/>
                  </a:cubicBezTo>
                  <a:lnTo>
                    <a:pt x="97511" y="132637"/>
                  </a:lnTo>
                  <a:lnTo>
                    <a:pt x="409550" y="132637"/>
                  </a:lnTo>
                  <a:cubicBezTo>
                    <a:pt x="425332" y="132637"/>
                    <a:pt x="438125" y="145430"/>
                    <a:pt x="438125" y="1612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1A770F9E-BEC2-0E4F-80F2-AEF16315CE3E}"/>
                </a:ext>
              </a:extLst>
            </p:cNvPr>
            <p:cNvSpPr/>
            <p:nvPr/>
          </p:nvSpPr>
          <p:spPr>
            <a:xfrm flipH="1">
              <a:off x="5732462" y="3067050"/>
              <a:ext cx="723900" cy="723900"/>
            </a:xfrm>
            <a:custGeom>
              <a:avLst/>
              <a:gdLst>
                <a:gd name="connsiteX0" fmla="*/ 0 w 723900"/>
                <a:gd name="connsiteY0" fmla="*/ 361950 h 723900"/>
                <a:gd name="connsiteX1" fmla="*/ 361950 w 723900"/>
                <a:gd name="connsiteY1" fmla="*/ 723900 h 723900"/>
                <a:gd name="connsiteX2" fmla="*/ 723900 w 723900"/>
                <a:gd name="connsiteY2" fmla="*/ 361950 h 723900"/>
                <a:gd name="connsiteX3" fmla="*/ 361950 w 723900"/>
                <a:gd name="connsiteY3" fmla="*/ 0 h 723900"/>
                <a:gd name="connsiteX4" fmla="*/ 0 w 723900"/>
                <a:gd name="connsiteY4" fmla="*/ 361950 h 723900"/>
                <a:gd name="connsiteX5" fmla="*/ 57150 w 723900"/>
                <a:gd name="connsiteY5" fmla="*/ 361950 h 723900"/>
                <a:gd name="connsiteX6" fmla="*/ 361950 w 723900"/>
                <a:gd name="connsiteY6" fmla="*/ 57150 h 723900"/>
                <a:gd name="connsiteX7" fmla="*/ 666750 w 723900"/>
                <a:gd name="connsiteY7" fmla="*/ 361950 h 723900"/>
                <a:gd name="connsiteX8" fmla="*/ 361950 w 723900"/>
                <a:gd name="connsiteY8" fmla="*/ 666750 h 723900"/>
                <a:gd name="connsiteX9" fmla="*/ 57150 w 723900"/>
                <a:gd name="connsiteY9" fmla="*/ 36195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3900" h="723900">
                  <a:moveTo>
                    <a:pt x="0" y="361950"/>
                  </a:moveTo>
                  <a:cubicBezTo>
                    <a:pt x="0" y="561849"/>
                    <a:pt x="162051" y="723900"/>
                    <a:pt x="361950" y="723900"/>
                  </a:cubicBezTo>
                  <a:cubicBezTo>
                    <a:pt x="561849" y="723900"/>
                    <a:pt x="723900" y="561849"/>
                    <a:pt x="723900" y="361950"/>
                  </a:cubicBezTo>
                  <a:cubicBezTo>
                    <a:pt x="723900" y="162051"/>
                    <a:pt x="561849" y="0"/>
                    <a:pt x="361950" y="0"/>
                  </a:cubicBezTo>
                  <a:cubicBezTo>
                    <a:pt x="162051" y="0"/>
                    <a:pt x="0" y="162051"/>
                    <a:pt x="0" y="361950"/>
                  </a:cubicBezTo>
                  <a:close/>
                  <a:moveTo>
                    <a:pt x="57150" y="361950"/>
                  </a:moveTo>
                  <a:cubicBezTo>
                    <a:pt x="57150" y="193614"/>
                    <a:pt x="193614" y="57150"/>
                    <a:pt x="361950" y="57150"/>
                  </a:cubicBezTo>
                  <a:cubicBezTo>
                    <a:pt x="530286" y="57150"/>
                    <a:pt x="666750" y="193614"/>
                    <a:pt x="666750" y="361950"/>
                  </a:cubicBezTo>
                  <a:cubicBezTo>
                    <a:pt x="666750" y="530286"/>
                    <a:pt x="530286" y="666750"/>
                    <a:pt x="361950" y="666750"/>
                  </a:cubicBezTo>
                  <a:cubicBezTo>
                    <a:pt x="193614" y="666750"/>
                    <a:pt x="57150" y="530286"/>
                    <a:pt x="57150" y="3619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D73FE737-4482-A99E-B8AE-6CCAAFAA52A8}"/>
              </a:ext>
            </a:extLst>
          </p:cNvPr>
          <p:cNvSpPr txBox="1"/>
          <p:nvPr/>
        </p:nvSpPr>
        <p:spPr>
          <a:xfrm>
            <a:off x="9646177" y="5997133"/>
            <a:ext cx="1827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Details Title 3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FD6F31B-9175-3232-AEF2-4A22037DAC89}"/>
              </a:ext>
            </a:extLst>
          </p:cNvPr>
          <p:cNvGrpSpPr/>
          <p:nvPr/>
        </p:nvGrpSpPr>
        <p:grpSpPr>
          <a:xfrm>
            <a:off x="9357356" y="6053775"/>
            <a:ext cx="225270" cy="225270"/>
            <a:chOff x="5732462" y="3067050"/>
            <a:chExt cx="723900" cy="723900"/>
          </a:xfrm>
          <a:solidFill>
            <a:schemeClr val="bg1"/>
          </a:solidFill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0AEB3A52-B65B-03DA-7F72-FC82E4DE19A1}"/>
                </a:ext>
              </a:extLst>
            </p:cNvPr>
            <p:cNvSpPr/>
            <p:nvPr/>
          </p:nvSpPr>
          <p:spPr>
            <a:xfrm flipH="1">
              <a:off x="5875362" y="3267787"/>
              <a:ext cx="438124" cy="322424"/>
            </a:xfrm>
            <a:custGeom>
              <a:avLst/>
              <a:gdLst>
                <a:gd name="connsiteX0" fmla="*/ 438125 w 438124"/>
                <a:gd name="connsiteY0" fmla="*/ 161212 h 322424"/>
                <a:gd name="connsiteX1" fmla="*/ 409550 w 438124"/>
                <a:gd name="connsiteY1" fmla="*/ 189787 h 322424"/>
                <a:gd name="connsiteX2" fmla="*/ 97511 w 438124"/>
                <a:gd name="connsiteY2" fmla="*/ 189787 h 322424"/>
                <a:gd name="connsiteX3" fmla="*/ 182093 w 438124"/>
                <a:gd name="connsiteY3" fmla="*/ 274369 h 322424"/>
                <a:gd name="connsiteX4" fmla="*/ 180667 w 438124"/>
                <a:gd name="connsiteY4" fmla="*/ 314755 h 322424"/>
                <a:gd name="connsiteX5" fmla="*/ 141707 w 438124"/>
                <a:gd name="connsiteY5" fmla="*/ 314755 h 322424"/>
                <a:gd name="connsiteX6" fmla="*/ 8357 w 438124"/>
                <a:gd name="connsiteY6" fmla="*/ 181405 h 322424"/>
                <a:gd name="connsiteX7" fmla="*/ 8357 w 438124"/>
                <a:gd name="connsiteY7" fmla="*/ 141019 h 322424"/>
                <a:gd name="connsiteX8" fmla="*/ 141707 w 438124"/>
                <a:gd name="connsiteY8" fmla="*/ 7669 h 322424"/>
                <a:gd name="connsiteX9" fmla="*/ 182093 w 438124"/>
                <a:gd name="connsiteY9" fmla="*/ 9095 h 322424"/>
                <a:gd name="connsiteX10" fmla="*/ 182093 w 438124"/>
                <a:gd name="connsiteY10" fmla="*/ 48055 h 322424"/>
                <a:gd name="connsiteX11" fmla="*/ 97511 w 438124"/>
                <a:gd name="connsiteY11" fmla="*/ 132637 h 322424"/>
                <a:gd name="connsiteX12" fmla="*/ 409550 w 438124"/>
                <a:gd name="connsiteY12" fmla="*/ 132637 h 322424"/>
                <a:gd name="connsiteX13" fmla="*/ 438125 w 438124"/>
                <a:gd name="connsiteY13" fmla="*/ 161212 h 32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8124" h="322424">
                  <a:moveTo>
                    <a:pt x="438125" y="161212"/>
                  </a:moveTo>
                  <a:cubicBezTo>
                    <a:pt x="438125" y="176994"/>
                    <a:pt x="425332" y="189787"/>
                    <a:pt x="409550" y="189787"/>
                  </a:cubicBezTo>
                  <a:lnTo>
                    <a:pt x="97511" y="189787"/>
                  </a:lnTo>
                  <a:lnTo>
                    <a:pt x="182093" y="274369"/>
                  </a:lnTo>
                  <a:cubicBezTo>
                    <a:pt x="192851" y="285915"/>
                    <a:pt x="192213" y="303997"/>
                    <a:pt x="180667" y="314755"/>
                  </a:cubicBezTo>
                  <a:cubicBezTo>
                    <a:pt x="169693" y="324981"/>
                    <a:pt x="152681" y="324981"/>
                    <a:pt x="141707" y="314755"/>
                  </a:cubicBezTo>
                  <a:lnTo>
                    <a:pt x="8357" y="181405"/>
                  </a:lnTo>
                  <a:cubicBezTo>
                    <a:pt x="-2786" y="170249"/>
                    <a:pt x="-2786" y="152176"/>
                    <a:pt x="8357" y="141019"/>
                  </a:cubicBezTo>
                  <a:lnTo>
                    <a:pt x="141707" y="7669"/>
                  </a:lnTo>
                  <a:cubicBezTo>
                    <a:pt x="153253" y="-3089"/>
                    <a:pt x="171334" y="-2451"/>
                    <a:pt x="182093" y="9095"/>
                  </a:cubicBezTo>
                  <a:cubicBezTo>
                    <a:pt x="192319" y="20069"/>
                    <a:pt x="192319" y="37081"/>
                    <a:pt x="182093" y="48055"/>
                  </a:cubicBezTo>
                  <a:lnTo>
                    <a:pt x="97511" y="132637"/>
                  </a:lnTo>
                  <a:lnTo>
                    <a:pt x="409550" y="132637"/>
                  </a:lnTo>
                  <a:cubicBezTo>
                    <a:pt x="425332" y="132637"/>
                    <a:pt x="438125" y="145430"/>
                    <a:pt x="438125" y="1612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E525516C-5053-D14A-204D-4765B248DDBE}"/>
                </a:ext>
              </a:extLst>
            </p:cNvPr>
            <p:cNvSpPr/>
            <p:nvPr/>
          </p:nvSpPr>
          <p:spPr>
            <a:xfrm flipH="1">
              <a:off x="5732462" y="3067050"/>
              <a:ext cx="723900" cy="723900"/>
            </a:xfrm>
            <a:custGeom>
              <a:avLst/>
              <a:gdLst>
                <a:gd name="connsiteX0" fmla="*/ 0 w 723900"/>
                <a:gd name="connsiteY0" fmla="*/ 361950 h 723900"/>
                <a:gd name="connsiteX1" fmla="*/ 361950 w 723900"/>
                <a:gd name="connsiteY1" fmla="*/ 723900 h 723900"/>
                <a:gd name="connsiteX2" fmla="*/ 723900 w 723900"/>
                <a:gd name="connsiteY2" fmla="*/ 361950 h 723900"/>
                <a:gd name="connsiteX3" fmla="*/ 361950 w 723900"/>
                <a:gd name="connsiteY3" fmla="*/ 0 h 723900"/>
                <a:gd name="connsiteX4" fmla="*/ 0 w 723900"/>
                <a:gd name="connsiteY4" fmla="*/ 361950 h 723900"/>
                <a:gd name="connsiteX5" fmla="*/ 57150 w 723900"/>
                <a:gd name="connsiteY5" fmla="*/ 361950 h 723900"/>
                <a:gd name="connsiteX6" fmla="*/ 361950 w 723900"/>
                <a:gd name="connsiteY6" fmla="*/ 57150 h 723900"/>
                <a:gd name="connsiteX7" fmla="*/ 666750 w 723900"/>
                <a:gd name="connsiteY7" fmla="*/ 361950 h 723900"/>
                <a:gd name="connsiteX8" fmla="*/ 361950 w 723900"/>
                <a:gd name="connsiteY8" fmla="*/ 666750 h 723900"/>
                <a:gd name="connsiteX9" fmla="*/ 57150 w 723900"/>
                <a:gd name="connsiteY9" fmla="*/ 36195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3900" h="723900">
                  <a:moveTo>
                    <a:pt x="0" y="361950"/>
                  </a:moveTo>
                  <a:cubicBezTo>
                    <a:pt x="0" y="561849"/>
                    <a:pt x="162051" y="723900"/>
                    <a:pt x="361950" y="723900"/>
                  </a:cubicBezTo>
                  <a:cubicBezTo>
                    <a:pt x="561849" y="723900"/>
                    <a:pt x="723900" y="561849"/>
                    <a:pt x="723900" y="361950"/>
                  </a:cubicBezTo>
                  <a:cubicBezTo>
                    <a:pt x="723900" y="162051"/>
                    <a:pt x="561849" y="0"/>
                    <a:pt x="361950" y="0"/>
                  </a:cubicBezTo>
                  <a:cubicBezTo>
                    <a:pt x="162051" y="0"/>
                    <a:pt x="0" y="162051"/>
                    <a:pt x="0" y="361950"/>
                  </a:cubicBezTo>
                  <a:close/>
                  <a:moveTo>
                    <a:pt x="57150" y="361950"/>
                  </a:moveTo>
                  <a:cubicBezTo>
                    <a:pt x="57150" y="193614"/>
                    <a:pt x="193614" y="57150"/>
                    <a:pt x="361950" y="57150"/>
                  </a:cubicBezTo>
                  <a:cubicBezTo>
                    <a:pt x="530286" y="57150"/>
                    <a:pt x="666750" y="193614"/>
                    <a:pt x="666750" y="361950"/>
                  </a:cubicBezTo>
                  <a:cubicBezTo>
                    <a:pt x="666750" y="530286"/>
                    <a:pt x="530286" y="666750"/>
                    <a:pt x="361950" y="666750"/>
                  </a:cubicBezTo>
                  <a:cubicBezTo>
                    <a:pt x="193614" y="666750"/>
                    <a:pt x="57150" y="530286"/>
                    <a:pt x="57150" y="3619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4147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Block Arc 118">
            <a:extLst>
              <a:ext uri="{FF2B5EF4-FFF2-40B4-BE49-F238E27FC236}">
                <a16:creationId xmlns:a16="http://schemas.microsoft.com/office/drawing/2014/main" id="{5A1B1E9F-E6C6-D604-EDC3-9493503356F2}"/>
              </a:ext>
            </a:extLst>
          </p:cNvPr>
          <p:cNvSpPr>
            <a:spLocks/>
          </p:cNvSpPr>
          <p:nvPr/>
        </p:nvSpPr>
        <p:spPr>
          <a:xfrm rot="5400000">
            <a:off x="-1706637" y="3429000"/>
            <a:ext cx="3416688" cy="3416688"/>
          </a:xfrm>
          <a:prstGeom prst="blockArc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929990-217D-784B-1ABA-526C069F2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404664"/>
            <a:ext cx="5628987" cy="1296145"/>
          </a:xfrm>
        </p:spPr>
        <p:txBody>
          <a:bodyPr/>
          <a:lstStyle/>
          <a:p>
            <a:r>
              <a:rPr lang="en-US" dirty="0"/>
              <a:t>Communication Strategy Success Drivers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DA9F8-8E0C-20D5-4B5A-740007C119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2446" y="404659"/>
            <a:ext cx="3312366" cy="1296145"/>
          </a:xfrm>
        </p:spPr>
        <p:txBody>
          <a:bodyPr/>
          <a:lstStyle/>
          <a:p>
            <a:r>
              <a:rPr lang="en-US" dirty="0"/>
              <a:t>A brief intro about your success drivers. Insert your desired text here. This is a sample text. </a:t>
            </a:r>
          </a:p>
        </p:txBody>
      </p:sp>
      <p:pic>
        <p:nvPicPr>
          <p:cNvPr id="4" name="Graphic 3" descr="Mandala outline">
            <a:extLst>
              <a:ext uri="{FF2B5EF4-FFF2-40B4-BE49-F238E27FC236}">
                <a16:creationId xmlns:a16="http://schemas.microsoft.com/office/drawing/2014/main" id="{AC9D9C15-852C-B7D0-6D80-B43D3D84E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8828" y="404664"/>
            <a:ext cx="648072" cy="6480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D3AB46-F1A4-FD08-B36D-48DF423AEE43}"/>
              </a:ext>
            </a:extLst>
          </p:cNvPr>
          <p:cNvSpPr txBox="1"/>
          <p:nvPr/>
        </p:nvSpPr>
        <p:spPr>
          <a:xfrm>
            <a:off x="10486900" y="540585"/>
            <a:ext cx="1405733" cy="48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600" b="1" dirty="0"/>
              <a:t>YOUR </a:t>
            </a:r>
          </a:p>
          <a:p>
            <a:pPr>
              <a:lnSpc>
                <a:spcPct val="80000"/>
              </a:lnSpc>
            </a:pPr>
            <a:r>
              <a:rPr lang="en-US" sz="1600" b="1" dirty="0"/>
              <a:t>LOGO HERE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C321931-57F1-3EC3-B490-4BF3818BF4F5}"/>
              </a:ext>
            </a:extLst>
          </p:cNvPr>
          <p:cNvGrpSpPr/>
          <p:nvPr/>
        </p:nvGrpSpPr>
        <p:grpSpPr>
          <a:xfrm>
            <a:off x="158304" y="2363098"/>
            <a:ext cx="11862868" cy="3611731"/>
            <a:chOff x="158304" y="2041877"/>
            <a:chExt cx="11862868" cy="3611731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D431F576-43B9-BAD2-9D81-6E83DE454958}"/>
                </a:ext>
              </a:extLst>
            </p:cNvPr>
            <p:cNvSpPr/>
            <p:nvPr/>
          </p:nvSpPr>
          <p:spPr>
            <a:xfrm>
              <a:off x="7712803" y="2238148"/>
              <a:ext cx="1297322" cy="1297322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3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8D58DFCD-14A8-B84F-0BFC-51D59D501514}"/>
                </a:ext>
              </a:extLst>
            </p:cNvPr>
            <p:cNvSpPr/>
            <p:nvPr/>
          </p:nvSpPr>
          <p:spPr>
            <a:xfrm flipV="1">
              <a:off x="10113690" y="3640749"/>
              <a:ext cx="1907482" cy="1907482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F453AF54-3BF4-E968-E2DE-1C433F7D3001}"/>
                </a:ext>
              </a:extLst>
            </p:cNvPr>
            <p:cNvSpPr/>
            <p:nvPr/>
          </p:nvSpPr>
          <p:spPr>
            <a:xfrm>
              <a:off x="158304" y="2231045"/>
              <a:ext cx="1907482" cy="1907482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5FE852C-D78F-DDC2-D382-FE733461219A}"/>
                </a:ext>
              </a:extLst>
            </p:cNvPr>
            <p:cNvSpPr/>
            <p:nvPr/>
          </p:nvSpPr>
          <p:spPr>
            <a:xfrm rot="10800000">
              <a:off x="6678738" y="3027679"/>
              <a:ext cx="2520552" cy="2520552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9199B701-BFAB-F8E5-BD91-D3143B2E5D20}"/>
                </a:ext>
              </a:extLst>
            </p:cNvPr>
            <p:cNvSpPr/>
            <p:nvPr/>
          </p:nvSpPr>
          <p:spPr>
            <a:xfrm>
              <a:off x="3033893" y="2168724"/>
              <a:ext cx="2520552" cy="2520552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apezoid 17">
              <a:extLst>
                <a:ext uri="{FF2B5EF4-FFF2-40B4-BE49-F238E27FC236}">
                  <a16:creationId xmlns:a16="http://schemas.microsoft.com/office/drawing/2014/main" id="{C570F990-71BA-E4CE-EE26-48E2BA8CD858}"/>
                </a:ext>
              </a:extLst>
            </p:cNvPr>
            <p:cNvSpPr/>
            <p:nvPr/>
          </p:nvSpPr>
          <p:spPr>
            <a:xfrm>
              <a:off x="8393970" y="4706173"/>
              <a:ext cx="2808312" cy="432048"/>
            </a:xfrm>
            <a:prstGeom prst="trapezoid">
              <a:avLst/>
            </a:prstGeom>
            <a:solidFill>
              <a:schemeClr val="bg1">
                <a:lumMod val="75000"/>
              </a:schemeClr>
            </a:solidFill>
            <a:effectLst>
              <a:softEdge rad="165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rapezoid 15">
              <a:extLst>
                <a:ext uri="{FF2B5EF4-FFF2-40B4-BE49-F238E27FC236}">
                  <a16:creationId xmlns:a16="http://schemas.microsoft.com/office/drawing/2014/main" id="{DE8A2B66-AB48-F831-3FE2-7CB18FE50B46}"/>
                </a:ext>
              </a:extLst>
            </p:cNvPr>
            <p:cNvSpPr/>
            <p:nvPr/>
          </p:nvSpPr>
          <p:spPr>
            <a:xfrm>
              <a:off x="4690255" y="4706173"/>
              <a:ext cx="2808312" cy="432048"/>
            </a:xfrm>
            <a:prstGeom prst="trapezoid">
              <a:avLst/>
            </a:prstGeom>
            <a:solidFill>
              <a:schemeClr val="bg1">
                <a:lumMod val="75000"/>
              </a:schemeClr>
            </a:solidFill>
            <a:effectLst>
              <a:softEdge rad="165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rapezoid 14">
              <a:extLst>
                <a:ext uri="{FF2B5EF4-FFF2-40B4-BE49-F238E27FC236}">
                  <a16:creationId xmlns:a16="http://schemas.microsoft.com/office/drawing/2014/main" id="{168FF779-F83C-FAE2-150D-BBF6F54F6562}"/>
                </a:ext>
              </a:extLst>
            </p:cNvPr>
            <p:cNvSpPr/>
            <p:nvPr/>
          </p:nvSpPr>
          <p:spPr>
            <a:xfrm>
              <a:off x="975662" y="4706173"/>
              <a:ext cx="2808312" cy="432048"/>
            </a:xfrm>
            <a:prstGeom prst="trapezoid">
              <a:avLst/>
            </a:prstGeom>
            <a:solidFill>
              <a:schemeClr val="bg1">
                <a:lumMod val="75000"/>
              </a:schemeClr>
            </a:solidFill>
            <a:effectLst>
              <a:softEdge rad="165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BCC642E-3DE7-0DD6-E756-986A3E3E3DCD}"/>
                </a:ext>
              </a:extLst>
            </p:cNvPr>
            <p:cNvSpPr/>
            <p:nvPr/>
          </p:nvSpPr>
          <p:spPr>
            <a:xfrm>
              <a:off x="609441" y="2761957"/>
              <a:ext cx="3540755" cy="216024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6238DCB-50B6-60A9-18D0-D9691ACAF6EC}"/>
                </a:ext>
              </a:extLst>
            </p:cNvPr>
            <p:cNvSpPr/>
            <p:nvPr/>
          </p:nvSpPr>
          <p:spPr>
            <a:xfrm>
              <a:off x="4324034" y="2761957"/>
              <a:ext cx="3540755" cy="216024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D8EFA08-2E2C-E2C3-31A0-09763309E0F0}"/>
                </a:ext>
              </a:extLst>
            </p:cNvPr>
            <p:cNvSpPr/>
            <p:nvPr/>
          </p:nvSpPr>
          <p:spPr>
            <a:xfrm>
              <a:off x="8038627" y="2761957"/>
              <a:ext cx="3540755" cy="216024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Graphic 19" descr="Voice with solid fill">
              <a:extLst>
                <a:ext uri="{FF2B5EF4-FFF2-40B4-BE49-F238E27FC236}">
                  <a16:creationId xmlns:a16="http://schemas.microsoft.com/office/drawing/2014/main" id="{C45FF0F9-9B28-4C2A-E690-634ABAAE5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82644" y="2761952"/>
              <a:ext cx="914400" cy="914400"/>
            </a:xfrm>
            <a:prstGeom prst="rect">
              <a:avLst/>
            </a:prstGeom>
          </p:spPr>
        </p:pic>
        <p:pic>
          <p:nvPicPr>
            <p:cNvPr id="39" name="Graphic 38" descr="Chat bubble with solid fill">
              <a:extLst>
                <a:ext uri="{FF2B5EF4-FFF2-40B4-BE49-F238E27FC236}">
                  <a16:creationId xmlns:a16="http://schemas.microsoft.com/office/drawing/2014/main" id="{5AE0D3F6-6376-49DA-A794-AAE4D8F72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11308" y="2879362"/>
              <a:ext cx="720080" cy="720080"/>
            </a:xfrm>
            <a:prstGeom prst="rect">
              <a:avLst/>
            </a:prstGeom>
          </p:spPr>
        </p:pic>
        <p:pic>
          <p:nvPicPr>
            <p:cNvPr id="59" name="Graphic 58" descr="Chat bubble with solid fill">
              <a:extLst>
                <a:ext uri="{FF2B5EF4-FFF2-40B4-BE49-F238E27FC236}">
                  <a16:creationId xmlns:a16="http://schemas.microsoft.com/office/drawing/2014/main" id="{97A1CC21-93B1-9B02-1AFC-8569689E4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5820" y="2922809"/>
              <a:ext cx="648072" cy="648072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BE1EBD8-E43A-5C43-9DA2-FBD69DC99C00}"/>
                </a:ext>
              </a:extLst>
            </p:cNvPr>
            <p:cNvSpPr txBox="1"/>
            <p:nvPr/>
          </p:nvSpPr>
          <p:spPr>
            <a:xfrm>
              <a:off x="1587730" y="3375306"/>
              <a:ext cx="16693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2000" b="1" dirty="0">
                  <a:solidFill>
                    <a:schemeClr val="bg1"/>
                  </a:solidFill>
                </a:rPr>
                <a:t>Title Placeholder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8588F0-F029-DF16-2535-DF26247B0502}"/>
                </a:ext>
              </a:extLst>
            </p:cNvPr>
            <p:cNvSpPr txBox="1"/>
            <p:nvPr/>
          </p:nvSpPr>
          <p:spPr>
            <a:xfrm>
              <a:off x="1587730" y="3977981"/>
              <a:ext cx="22444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Insert your desired text here. This is a sample text.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7607FF0-90F3-C11C-F101-EBAD9FC5F20D}"/>
                </a:ext>
              </a:extLst>
            </p:cNvPr>
            <p:cNvSpPr txBox="1"/>
            <p:nvPr/>
          </p:nvSpPr>
          <p:spPr>
            <a:xfrm>
              <a:off x="5275405" y="3375306"/>
              <a:ext cx="16693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2000" b="1" dirty="0">
                  <a:solidFill>
                    <a:schemeClr val="bg1"/>
                  </a:solidFill>
                </a:rPr>
                <a:t>Title Placeholder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05C03D7-CD9F-D957-A072-3A66027C2FCE}"/>
                </a:ext>
              </a:extLst>
            </p:cNvPr>
            <p:cNvSpPr txBox="1"/>
            <p:nvPr/>
          </p:nvSpPr>
          <p:spPr>
            <a:xfrm>
              <a:off x="5275405" y="3977981"/>
              <a:ext cx="22444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Insert your desired text here. This is a sample text.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F9FA77C-FDB5-A987-C524-8ACD8CC5D9CB}"/>
                </a:ext>
              </a:extLst>
            </p:cNvPr>
            <p:cNvSpPr txBox="1"/>
            <p:nvPr/>
          </p:nvSpPr>
          <p:spPr>
            <a:xfrm>
              <a:off x="9097044" y="3375306"/>
              <a:ext cx="16693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2000" b="1" dirty="0">
                  <a:solidFill>
                    <a:schemeClr val="bg1"/>
                  </a:solidFill>
                </a:rPr>
                <a:t>Title Placeholder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5D839D3-1707-495F-4095-95FE5D05BCA1}"/>
                </a:ext>
              </a:extLst>
            </p:cNvPr>
            <p:cNvSpPr txBox="1"/>
            <p:nvPr/>
          </p:nvSpPr>
          <p:spPr>
            <a:xfrm>
              <a:off x="9097044" y="3977981"/>
              <a:ext cx="22444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Insert your desired text here. This is a sample text.</a:t>
              </a:r>
            </a:p>
          </p:txBody>
        </p:sp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40D2C86E-204C-4EC4-E9F0-38F76516F380}"/>
                </a:ext>
              </a:extLst>
            </p:cNvPr>
            <p:cNvSpPr/>
            <p:nvPr/>
          </p:nvSpPr>
          <p:spPr>
            <a:xfrm>
              <a:off x="2926060" y="2041877"/>
              <a:ext cx="2774246" cy="2774246"/>
            </a:xfrm>
            <a:prstGeom prst="arc">
              <a:avLst>
                <a:gd name="adj1" fmla="val 12953029"/>
                <a:gd name="adj2" fmla="val 19400416"/>
              </a:avLst>
            </a:prstGeom>
            <a:ln w="25400">
              <a:prstDash val="sysDot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Arc 72">
              <a:extLst>
                <a:ext uri="{FF2B5EF4-FFF2-40B4-BE49-F238E27FC236}">
                  <a16:creationId xmlns:a16="http://schemas.microsoft.com/office/drawing/2014/main" id="{43B303F4-DFB6-A26A-5C2B-9009CFE0FAB5}"/>
                </a:ext>
              </a:extLst>
            </p:cNvPr>
            <p:cNvSpPr/>
            <p:nvPr/>
          </p:nvSpPr>
          <p:spPr>
            <a:xfrm flipV="1">
              <a:off x="6564318" y="2879362"/>
              <a:ext cx="2774246" cy="2774246"/>
            </a:xfrm>
            <a:prstGeom prst="arc">
              <a:avLst>
                <a:gd name="adj1" fmla="val 12883707"/>
                <a:gd name="adj2" fmla="val 19545465"/>
              </a:avLst>
            </a:prstGeom>
            <a:ln w="25400">
              <a:prstDash val="sysDot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8" name="Block Arc 117">
            <a:extLst>
              <a:ext uri="{FF2B5EF4-FFF2-40B4-BE49-F238E27FC236}">
                <a16:creationId xmlns:a16="http://schemas.microsoft.com/office/drawing/2014/main" id="{0FBDEDBA-6EB1-75F5-7D87-9AB6E04F760A}"/>
              </a:ext>
            </a:extLst>
          </p:cNvPr>
          <p:cNvSpPr>
            <a:spLocks/>
          </p:cNvSpPr>
          <p:nvPr/>
        </p:nvSpPr>
        <p:spPr>
          <a:xfrm rot="16200000">
            <a:off x="10834269" y="1523421"/>
            <a:ext cx="2749621" cy="2749621"/>
          </a:xfrm>
          <a:prstGeom prst="blockArc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FDE91EDC-554C-82DC-24B3-332590963FB9}"/>
              </a:ext>
            </a:extLst>
          </p:cNvPr>
          <p:cNvSpPr/>
          <p:nvPr/>
        </p:nvSpPr>
        <p:spPr>
          <a:xfrm>
            <a:off x="2025884" y="5577281"/>
            <a:ext cx="584342" cy="58434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0E7E8979-9451-3697-D24C-E845E1E800CA}"/>
              </a:ext>
            </a:extLst>
          </p:cNvPr>
          <p:cNvSpPr/>
          <p:nvPr/>
        </p:nvSpPr>
        <p:spPr>
          <a:xfrm>
            <a:off x="9554633" y="5459442"/>
            <a:ext cx="444112" cy="44411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F3D94C6D-7773-A8B4-34F6-A8975CA1FAC6}"/>
              </a:ext>
            </a:extLst>
          </p:cNvPr>
          <p:cNvSpPr/>
          <p:nvPr/>
        </p:nvSpPr>
        <p:spPr>
          <a:xfrm>
            <a:off x="6175659" y="2265987"/>
            <a:ext cx="661917" cy="6619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25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12567BD-ECC0-81D6-E5A2-5AFBB384B9C1}"/>
              </a:ext>
            </a:extLst>
          </p:cNvPr>
          <p:cNvSpPr/>
          <p:nvPr/>
        </p:nvSpPr>
        <p:spPr>
          <a:xfrm>
            <a:off x="609441" y="1827608"/>
            <a:ext cx="10969938" cy="1200039"/>
          </a:xfrm>
          <a:prstGeom prst="roundRect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D0D07-83BE-393E-0507-CB678B1AA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 Strategy Implementation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E4DD2-835C-8631-37CB-92F3D8C083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 brief introduction about your communication strategy implementation plan. Insert your desired text here. This is a sample text. </a:t>
            </a:r>
          </a:p>
        </p:txBody>
      </p:sp>
      <p:pic>
        <p:nvPicPr>
          <p:cNvPr id="5" name="Graphic 4" descr="Mandala outline">
            <a:extLst>
              <a:ext uri="{FF2B5EF4-FFF2-40B4-BE49-F238E27FC236}">
                <a16:creationId xmlns:a16="http://schemas.microsoft.com/office/drawing/2014/main" id="{B9FB89C3-8943-9000-A0F8-060917807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8828" y="404664"/>
            <a:ext cx="648072" cy="6480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597669-AB6A-CF39-A567-22D9679DBBB0}"/>
              </a:ext>
            </a:extLst>
          </p:cNvPr>
          <p:cNvSpPr txBox="1"/>
          <p:nvPr/>
        </p:nvSpPr>
        <p:spPr>
          <a:xfrm>
            <a:off x="10486900" y="540585"/>
            <a:ext cx="1405733" cy="48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600" b="1" dirty="0"/>
              <a:t>YOUR </a:t>
            </a:r>
          </a:p>
          <a:p>
            <a:pPr>
              <a:lnSpc>
                <a:spcPct val="80000"/>
              </a:lnSpc>
            </a:pPr>
            <a:r>
              <a:rPr lang="en-US" sz="1600" b="1" dirty="0"/>
              <a:t>LOGO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D3E568-A1C1-2B30-8E84-FE123F7AE886}"/>
              </a:ext>
            </a:extLst>
          </p:cNvPr>
          <p:cNvSpPr txBox="1"/>
          <p:nvPr/>
        </p:nvSpPr>
        <p:spPr>
          <a:xfrm>
            <a:off x="663834" y="2527471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C36958-D7D3-734F-60D0-F574A29B2931}"/>
              </a:ext>
            </a:extLst>
          </p:cNvPr>
          <p:cNvSpPr txBox="1"/>
          <p:nvPr/>
        </p:nvSpPr>
        <p:spPr>
          <a:xfrm>
            <a:off x="3043805" y="2527471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Challenges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22EA9C-2B08-C916-E65C-C10E608B612D}"/>
              </a:ext>
            </a:extLst>
          </p:cNvPr>
          <p:cNvSpPr txBox="1"/>
          <p:nvPr/>
        </p:nvSpPr>
        <p:spPr>
          <a:xfrm>
            <a:off x="5432559" y="2527471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Strategies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8A2A02-B222-DA1D-D73F-B481CE5BCEEB}"/>
              </a:ext>
            </a:extLst>
          </p:cNvPr>
          <p:cNvSpPr txBox="1"/>
          <p:nvPr/>
        </p:nvSpPr>
        <p:spPr>
          <a:xfrm>
            <a:off x="7712220" y="2527471"/>
            <a:ext cx="1754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Channels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6479CF-4E66-E80D-709C-CBE4FAED630F}"/>
              </a:ext>
            </a:extLst>
          </p:cNvPr>
          <p:cNvSpPr txBox="1"/>
          <p:nvPr/>
        </p:nvSpPr>
        <p:spPr>
          <a:xfrm>
            <a:off x="9783624" y="2527471"/>
            <a:ext cx="1754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Owner/PoC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0A20D1-8017-3E13-CA2E-D7FC3195FB29}"/>
              </a:ext>
            </a:extLst>
          </p:cNvPr>
          <p:cNvCxnSpPr/>
          <p:nvPr/>
        </p:nvCxnSpPr>
        <p:spPr>
          <a:xfrm>
            <a:off x="2494009" y="1931344"/>
            <a:ext cx="0" cy="8725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99E5103-B485-F4C2-DC93-B5C983C442A3}"/>
              </a:ext>
            </a:extLst>
          </p:cNvPr>
          <p:cNvCxnSpPr/>
          <p:nvPr/>
        </p:nvCxnSpPr>
        <p:spPr>
          <a:xfrm>
            <a:off x="5119291" y="1931344"/>
            <a:ext cx="0" cy="8725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CAA036-6390-B380-32D6-838EC3E42E4C}"/>
              </a:ext>
            </a:extLst>
          </p:cNvPr>
          <p:cNvCxnSpPr/>
          <p:nvPr/>
        </p:nvCxnSpPr>
        <p:spPr>
          <a:xfrm>
            <a:off x="7534572" y="1931344"/>
            <a:ext cx="0" cy="8725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729D341-AFB0-F3E6-F5D9-0DEFD711433E}"/>
              </a:ext>
            </a:extLst>
          </p:cNvPr>
          <p:cNvCxnSpPr/>
          <p:nvPr/>
        </p:nvCxnSpPr>
        <p:spPr>
          <a:xfrm>
            <a:off x="9700215" y="1931344"/>
            <a:ext cx="0" cy="8725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Bullseye outline">
            <a:extLst>
              <a:ext uri="{FF2B5EF4-FFF2-40B4-BE49-F238E27FC236}">
                <a16:creationId xmlns:a16="http://schemas.microsoft.com/office/drawing/2014/main" id="{92290718-89DB-0BE9-6AB2-F9F6C25FAE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0818" y="1949459"/>
            <a:ext cx="502216" cy="502216"/>
          </a:xfrm>
          <a:prstGeom prst="rect">
            <a:avLst/>
          </a:prstGeom>
        </p:spPr>
      </p:pic>
      <p:pic>
        <p:nvPicPr>
          <p:cNvPr id="27" name="Graphic 26" descr="Users outline">
            <a:extLst>
              <a:ext uri="{FF2B5EF4-FFF2-40B4-BE49-F238E27FC236}">
                <a16:creationId xmlns:a16="http://schemas.microsoft.com/office/drawing/2014/main" id="{394A1E37-611F-EBA8-2280-1931A0F0E8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94277" y="1827608"/>
            <a:ext cx="879285" cy="879285"/>
          </a:xfrm>
          <a:prstGeom prst="rect">
            <a:avLst/>
          </a:prstGeom>
        </p:spPr>
      </p:pic>
      <p:pic>
        <p:nvPicPr>
          <p:cNvPr id="29" name="Graphic 28" descr="Head with gears outline">
            <a:extLst>
              <a:ext uri="{FF2B5EF4-FFF2-40B4-BE49-F238E27FC236}">
                <a16:creationId xmlns:a16="http://schemas.microsoft.com/office/drawing/2014/main" id="{36448680-6797-7905-8DE6-6545F9E924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90919" y="1953827"/>
            <a:ext cx="549794" cy="549794"/>
          </a:xfrm>
          <a:prstGeom prst="rect">
            <a:avLst/>
          </a:prstGeom>
        </p:spPr>
      </p:pic>
      <p:pic>
        <p:nvPicPr>
          <p:cNvPr id="31" name="Graphic 30" descr="Megaphone outline">
            <a:extLst>
              <a:ext uri="{FF2B5EF4-FFF2-40B4-BE49-F238E27FC236}">
                <a16:creationId xmlns:a16="http://schemas.microsoft.com/office/drawing/2014/main" id="{C0485193-3770-28C0-2C67-37827AC33D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80907" y="1904756"/>
            <a:ext cx="651866" cy="651866"/>
          </a:xfrm>
          <a:prstGeom prst="rect">
            <a:avLst/>
          </a:prstGeom>
        </p:spPr>
      </p:pic>
      <p:pic>
        <p:nvPicPr>
          <p:cNvPr id="33" name="Graphic 32" descr="Warning outline">
            <a:extLst>
              <a:ext uri="{FF2B5EF4-FFF2-40B4-BE49-F238E27FC236}">
                <a16:creationId xmlns:a16="http://schemas.microsoft.com/office/drawing/2014/main" id="{C415533F-BCC3-E0B7-1DDF-FED8F8CBC56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89913" y="1959116"/>
            <a:ext cx="502216" cy="50221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A21F252-CDBE-2347-CC24-81CD506BBDEF}"/>
              </a:ext>
            </a:extLst>
          </p:cNvPr>
          <p:cNvSpPr txBox="1"/>
          <p:nvPr/>
        </p:nvSpPr>
        <p:spPr>
          <a:xfrm>
            <a:off x="686456" y="3353402"/>
            <a:ext cx="175064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1600" b="1"/>
            </a:lvl1pPr>
          </a:lstStyle>
          <a:p>
            <a:pPr algn="l"/>
            <a:r>
              <a:rPr lang="en-US" dirty="0"/>
              <a:t>Details Title 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19C341-10E7-6128-4F94-F72C8C7D2A2A}"/>
              </a:ext>
            </a:extLst>
          </p:cNvPr>
          <p:cNvSpPr txBox="1"/>
          <p:nvPr/>
        </p:nvSpPr>
        <p:spPr>
          <a:xfrm>
            <a:off x="686456" y="3685093"/>
            <a:ext cx="17506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Insert your desired text here. This is a sample text.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EDB8E6-0115-FE6E-F2F8-BC7E93E09F3F}"/>
              </a:ext>
            </a:extLst>
          </p:cNvPr>
          <p:cNvSpPr txBox="1"/>
          <p:nvPr/>
        </p:nvSpPr>
        <p:spPr>
          <a:xfrm>
            <a:off x="686456" y="5176742"/>
            <a:ext cx="175064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600" b="1"/>
            </a:lvl1pPr>
          </a:lstStyle>
          <a:p>
            <a:r>
              <a:rPr lang="en-US" dirty="0"/>
              <a:t>Details Title 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D4447B-578D-16A8-A6C3-E7BC0A71539B}"/>
              </a:ext>
            </a:extLst>
          </p:cNvPr>
          <p:cNvSpPr txBox="1"/>
          <p:nvPr/>
        </p:nvSpPr>
        <p:spPr>
          <a:xfrm>
            <a:off x="686456" y="5538844"/>
            <a:ext cx="17506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Insert your desired text here. This is a sample text.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6557F2-EE5C-3560-B2B5-4F48E989AE26}"/>
              </a:ext>
            </a:extLst>
          </p:cNvPr>
          <p:cNvSpPr txBox="1"/>
          <p:nvPr/>
        </p:nvSpPr>
        <p:spPr>
          <a:xfrm>
            <a:off x="2942449" y="3337166"/>
            <a:ext cx="175064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 dirty="0"/>
              <a:t>Communication Issue Title 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2A8789-25A9-C462-16BB-78A6CB79393C}"/>
              </a:ext>
            </a:extLst>
          </p:cNvPr>
          <p:cNvSpPr txBox="1"/>
          <p:nvPr/>
        </p:nvSpPr>
        <p:spPr>
          <a:xfrm>
            <a:off x="2990792" y="3869767"/>
            <a:ext cx="1702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Insert your desired text here.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F3DD78-55C0-05D7-7E06-F80FD95E1B44}"/>
              </a:ext>
            </a:extLst>
          </p:cNvPr>
          <p:cNvSpPr txBox="1"/>
          <p:nvPr/>
        </p:nvSpPr>
        <p:spPr>
          <a:xfrm>
            <a:off x="2942449" y="5180255"/>
            <a:ext cx="175064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 dirty="0"/>
              <a:t>Communication Issue Title 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AF0F3E-40C4-1C00-9031-70113C5EC81E}"/>
              </a:ext>
            </a:extLst>
          </p:cNvPr>
          <p:cNvSpPr txBox="1"/>
          <p:nvPr/>
        </p:nvSpPr>
        <p:spPr>
          <a:xfrm>
            <a:off x="2990792" y="5712856"/>
            <a:ext cx="1702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Insert your desired text here.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11EB815-D14D-B5E1-CDF0-659F3EAF6B67}"/>
              </a:ext>
            </a:extLst>
          </p:cNvPr>
          <p:cNvCxnSpPr>
            <a:cxnSpLocks/>
          </p:cNvCxnSpPr>
          <p:nvPr/>
        </p:nvCxnSpPr>
        <p:spPr>
          <a:xfrm>
            <a:off x="280951" y="4839828"/>
            <a:ext cx="203906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FE4AF6A-96D9-86E0-4F21-234D5952A293}"/>
              </a:ext>
            </a:extLst>
          </p:cNvPr>
          <p:cNvCxnSpPr>
            <a:cxnSpLocks/>
          </p:cNvCxnSpPr>
          <p:nvPr/>
        </p:nvCxnSpPr>
        <p:spPr>
          <a:xfrm>
            <a:off x="2875803" y="4839828"/>
            <a:ext cx="187374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90B307F-8124-9BD5-0C47-CA6A8D0D777A}"/>
              </a:ext>
            </a:extLst>
          </p:cNvPr>
          <p:cNvGrpSpPr/>
          <p:nvPr/>
        </p:nvGrpSpPr>
        <p:grpSpPr>
          <a:xfrm>
            <a:off x="5310841" y="3347983"/>
            <a:ext cx="279826" cy="279827"/>
            <a:chOff x="6170935" y="3076575"/>
            <a:chExt cx="304799" cy="304800"/>
          </a:xfrm>
          <a:solidFill>
            <a:schemeClr val="accent4"/>
          </a:solidFill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C045CF7-53B6-3C80-5353-653DC0363AC8}"/>
                </a:ext>
              </a:extLst>
            </p:cNvPr>
            <p:cNvSpPr/>
            <p:nvPr/>
          </p:nvSpPr>
          <p:spPr>
            <a:xfrm>
              <a:off x="6170935" y="3076575"/>
              <a:ext cx="304799" cy="304800"/>
            </a:xfrm>
            <a:custGeom>
              <a:avLst/>
              <a:gdLst>
                <a:gd name="connsiteX0" fmla="*/ 152400 w 304799"/>
                <a:gd name="connsiteY0" fmla="*/ 0 h 304800"/>
                <a:gd name="connsiteX1" fmla="*/ 0 w 304799"/>
                <a:gd name="connsiteY1" fmla="*/ 152400 h 304800"/>
                <a:gd name="connsiteX2" fmla="*/ 152400 w 304799"/>
                <a:gd name="connsiteY2" fmla="*/ 304800 h 304800"/>
                <a:gd name="connsiteX3" fmla="*/ 304800 w 304799"/>
                <a:gd name="connsiteY3" fmla="*/ 152400 h 304800"/>
                <a:gd name="connsiteX4" fmla="*/ 152400 w 304799"/>
                <a:gd name="connsiteY4" fmla="*/ 0 h 304800"/>
                <a:gd name="connsiteX5" fmla="*/ 152400 w 304799"/>
                <a:gd name="connsiteY5" fmla="*/ 285750 h 304800"/>
                <a:gd name="connsiteX6" fmla="*/ 19050 w 304799"/>
                <a:gd name="connsiteY6" fmla="*/ 152400 h 304800"/>
                <a:gd name="connsiteX7" fmla="*/ 152400 w 304799"/>
                <a:gd name="connsiteY7" fmla="*/ 19050 h 304800"/>
                <a:gd name="connsiteX8" fmla="*/ 285750 w 304799"/>
                <a:gd name="connsiteY8" fmla="*/ 152400 h 304800"/>
                <a:gd name="connsiteX9" fmla="*/ 152400 w 304799"/>
                <a:gd name="connsiteY9" fmla="*/ 2857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4799" h="304800">
                  <a:moveTo>
                    <a:pt x="152400" y="0"/>
                  </a:moveTo>
                  <a:cubicBezTo>
                    <a:pt x="68231" y="0"/>
                    <a:pt x="0" y="68231"/>
                    <a:pt x="0" y="152400"/>
                  </a:cubicBezTo>
                  <a:cubicBezTo>
                    <a:pt x="0" y="236569"/>
                    <a:pt x="68231" y="304800"/>
                    <a:pt x="152400" y="304800"/>
                  </a:cubicBez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700" y="68273"/>
                    <a:pt x="236527" y="100"/>
                    <a:pt x="152400" y="0"/>
                  </a:cubicBezTo>
                  <a:close/>
                  <a:moveTo>
                    <a:pt x="152400" y="285750"/>
                  </a:moveTo>
                  <a:cubicBezTo>
                    <a:pt x="78753" y="285750"/>
                    <a:pt x="19050" y="226047"/>
                    <a:pt x="19050" y="152400"/>
                  </a:cubicBezTo>
                  <a:cubicBezTo>
                    <a:pt x="19050" y="78753"/>
                    <a:pt x="78753" y="19050"/>
                    <a:pt x="152400" y="19050"/>
                  </a:cubicBezTo>
                  <a:cubicBezTo>
                    <a:pt x="226047" y="19050"/>
                    <a:pt x="285750" y="78753"/>
                    <a:pt x="285750" y="152400"/>
                  </a:cubicBezTo>
                  <a:cubicBezTo>
                    <a:pt x="285666" y="226012"/>
                    <a:pt x="226012" y="285666"/>
                    <a:pt x="152400" y="2857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C2347CD-4060-98E5-1175-5D9918475CF5}"/>
                </a:ext>
              </a:extLst>
            </p:cNvPr>
            <p:cNvSpPr/>
            <p:nvPr/>
          </p:nvSpPr>
          <p:spPr>
            <a:xfrm>
              <a:off x="6230876" y="3165090"/>
              <a:ext cx="175402" cy="124977"/>
            </a:xfrm>
            <a:custGeom>
              <a:avLst/>
              <a:gdLst>
                <a:gd name="connsiteX0" fmla="*/ 63884 w 175402"/>
                <a:gd name="connsiteY0" fmla="*/ 98041 h 124977"/>
                <a:gd name="connsiteX1" fmla="*/ 13478 w 175402"/>
                <a:gd name="connsiteY1" fmla="*/ 47625 h 124977"/>
                <a:gd name="connsiteX2" fmla="*/ 0 w 175402"/>
                <a:gd name="connsiteY2" fmla="*/ 61093 h 124977"/>
                <a:gd name="connsiteX3" fmla="*/ 63884 w 175402"/>
                <a:gd name="connsiteY3" fmla="*/ 124978 h 124977"/>
                <a:gd name="connsiteX4" fmla="*/ 175403 w 175402"/>
                <a:gd name="connsiteY4" fmla="*/ 13468 h 124977"/>
                <a:gd name="connsiteX5" fmla="*/ 161925 w 175402"/>
                <a:gd name="connsiteY5" fmla="*/ 0 h 124977"/>
                <a:gd name="connsiteX6" fmla="*/ 63884 w 175402"/>
                <a:gd name="connsiteY6" fmla="*/ 98041 h 12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5402" h="124977">
                  <a:moveTo>
                    <a:pt x="63884" y="98041"/>
                  </a:moveTo>
                  <a:lnTo>
                    <a:pt x="13478" y="47625"/>
                  </a:lnTo>
                  <a:lnTo>
                    <a:pt x="0" y="61093"/>
                  </a:lnTo>
                  <a:lnTo>
                    <a:pt x="63884" y="124978"/>
                  </a:lnTo>
                  <a:lnTo>
                    <a:pt x="175403" y="13468"/>
                  </a:lnTo>
                  <a:lnTo>
                    <a:pt x="161925" y="0"/>
                  </a:lnTo>
                  <a:lnTo>
                    <a:pt x="63884" y="980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0155DE3C-8714-DA91-50DC-81BC22948E41}"/>
              </a:ext>
            </a:extLst>
          </p:cNvPr>
          <p:cNvSpPr txBox="1"/>
          <p:nvPr/>
        </p:nvSpPr>
        <p:spPr>
          <a:xfrm>
            <a:off x="5615024" y="3292483"/>
            <a:ext cx="1578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Strategy 1 </a:t>
            </a:r>
          </a:p>
          <a:p>
            <a:r>
              <a:rPr lang="en-US" sz="1400" dirty="0"/>
              <a:t>Insert text here.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A28CCF0-335A-683C-C67A-57B250947FBD}"/>
              </a:ext>
            </a:extLst>
          </p:cNvPr>
          <p:cNvGrpSpPr/>
          <p:nvPr/>
        </p:nvGrpSpPr>
        <p:grpSpPr>
          <a:xfrm>
            <a:off x="5310841" y="4104469"/>
            <a:ext cx="279826" cy="279827"/>
            <a:chOff x="6170935" y="3076575"/>
            <a:chExt cx="304799" cy="304800"/>
          </a:xfrm>
          <a:solidFill>
            <a:schemeClr val="accent4"/>
          </a:solidFill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C560152-F05E-140A-F905-8C485495CBD3}"/>
                </a:ext>
              </a:extLst>
            </p:cNvPr>
            <p:cNvSpPr/>
            <p:nvPr/>
          </p:nvSpPr>
          <p:spPr>
            <a:xfrm>
              <a:off x="6170935" y="3076575"/>
              <a:ext cx="304799" cy="304800"/>
            </a:xfrm>
            <a:custGeom>
              <a:avLst/>
              <a:gdLst>
                <a:gd name="connsiteX0" fmla="*/ 152400 w 304799"/>
                <a:gd name="connsiteY0" fmla="*/ 0 h 304800"/>
                <a:gd name="connsiteX1" fmla="*/ 0 w 304799"/>
                <a:gd name="connsiteY1" fmla="*/ 152400 h 304800"/>
                <a:gd name="connsiteX2" fmla="*/ 152400 w 304799"/>
                <a:gd name="connsiteY2" fmla="*/ 304800 h 304800"/>
                <a:gd name="connsiteX3" fmla="*/ 304800 w 304799"/>
                <a:gd name="connsiteY3" fmla="*/ 152400 h 304800"/>
                <a:gd name="connsiteX4" fmla="*/ 152400 w 304799"/>
                <a:gd name="connsiteY4" fmla="*/ 0 h 304800"/>
                <a:gd name="connsiteX5" fmla="*/ 152400 w 304799"/>
                <a:gd name="connsiteY5" fmla="*/ 285750 h 304800"/>
                <a:gd name="connsiteX6" fmla="*/ 19050 w 304799"/>
                <a:gd name="connsiteY6" fmla="*/ 152400 h 304800"/>
                <a:gd name="connsiteX7" fmla="*/ 152400 w 304799"/>
                <a:gd name="connsiteY7" fmla="*/ 19050 h 304800"/>
                <a:gd name="connsiteX8" fmla="*/ 285750 w 304799"/>
                <a:gd name="connsiteY8" fmla="*/ 152400 h 304800"/>
                <a:gd name="connsiteX9" fmla="*/ 152400 w 304799"/>
                <a:gd name="connsiteY9" fmla="*/ 2857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4799" h="304800">
                  <a:moveTo>
                    <a:pt x="152400" y="0"/>
                  </a:moveTo>
                  <a:cubicBezTo>
                    <a:pt x="68231" y="0"/>
                    <a:pt x="0" y="68231"/>
                    <a:pt x="0" y="152400"/>
                  </a:cubicBezTo>
                  <a:cubicBezTo>
                    <a:pt x="0" y="236569"/>
                    <a:pt x="68231" y="304800"/>
                    <a:pt x="152400" y="304800"/>
                  </a:cubicBez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700" y="68273"/>
                    <a:pt x="236527" y="100"/>
                    <a:pt x="152400" y="0"/>
                  </a:cubicBezTo>
                  <a:close/>
                  <a:moveTo>
                    <a:pt x="152400" y="285750"/>
                  </a:moveTo>
                  <a:cubicBezTo>
                    <a:pt x="78753" y="285750"/>
                    <a:pt x="19050" y="226047"/>
                    <a:pt x="19050" y="152400"/>
                  </a:cubicBezTo>
                  <a:cubicBezTo>
                    <a:pt x="19050" y="78753"/>
                    <a:pt x="78753" y="19050"/>
                    <a:pt x="152400" y="19050"/>
                  </a:cubicBezTo>
                  <a:cubicBezTo>
                    <a:pt x="226047" y="19050"/>
                    <a:pt x="285750" y="78753"/>
                    <a:pt x="285750" y="152400"/>
                  </a:cubicBezTo>
                  <a:cubicBezTo>
                    <a:pt x="285666" y="226012"/>
                    <a:pt x="226012" y="285666"/>
                    <a:pt x="152400" y="2857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3F21F1BD-EF99-5F59-96C6-55C22B4E5857}"/>
                </a:ext>
              </a:extLst>
            </p:cNvPr>
            <p:cNvSpPr/>
            <p:nvPr/>
          </p:nvSpPr>
          <p:spPr>
            <a:xfrm>
              <a:off x="6230876" y="3165090"/>
              <a:ext cx="175402" cy="124977"/>
            </a:xfrm>
            <a:custGeom>
              <a:avLst/>
              <a:gdLst>
                <a:gd name="connsiteX0" fmla="*/ 63884 w 175402"/>
                <a:gd name="connsiteY0" fmla="*/ 98041 h 124977"/>
                <a:gd name="connsiteX1" fmla="*/ 13478 w 175402"/>
                <a:gd name="connsiteY1" fmla="*/ 47625 h 124977"/>
                <a:gd name="connsiteX2" fmla="*/ 0 w 175402"/>
                <a:gd name="connsiteY2" fmla="*/ 61093 h 124977"/>
                <a:gd name="connsiteX3" fmla="*/ 63884 w 175402"/>
                <a:gd name="connsiteY3" fmla="*/ 124978 h 124977"/>
                <a:gd name="connsiteX4" fmla="*/ 175403 w 175402"/>
                <a:gd name="connsiteY4" fmla="*/ 13468 h 124977"/>
                <a:gd name="connsiteX5" fmla="*/ 161925 w 175402"/>
                <a:gd name="connsiteY5" fmla="*/ 0 h 124977"/>
                <a:gd name="connsiteX6" fmla="*/ 63884 w 175402"/>
                <a:gd name="connsiteY6" fmla="*/ 98041 h 12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5402" h="124977">
                  <a:moveTo>
                    <a:pt x="63884" y="98041"/>
                  </a:moveTo>
                  <a:lnTo>
                    <a:pt x="13478" y="47625"/>
                  </a:lnTo>
                  <a:lnTo>
                    <a:pt x="0" y="61093"/>
                  </a:lnTo>
                  <a:lnTo>
                    <a:pt x="63884" y="124978"/>
                  </a:lnTo>
                  <a:lnTo>
                    <a:pt x="175403" y="13468"/>
                  </a:lnTo>
                  <a:lnTo>
                    <a:pt x="161925" y="0"/>
                  </a:lnTo>
                  <a:lnTo>
                    <a:pt x="63884" y="980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E5396B75-4038-B859-FC17-7EB66FCB9B93}"/>
              </a:ext>
            </a:extLst>
          </p:cNvPr>
          <p:cNvSpPr txBox="1"/>
          <p:nvPr/>
        </p:nvSpPr>
        <p:spPr>
          <a:xfrm>
            <a:off x="5615024" y="4048969"/>
            <a:ext cx="1578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Strategy 2 </a:t>
            </a:r>
          </a:p>
          <a:p>
            <a:r>
              <a:rPr lang="en-US" sz="1400" dirty="0"/>
              <a:t>Insert text here.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656DED9-484A-0D51-C503-09515C300E2E}"/>
              </a:ext>
            </a:extLst>
          </p:cNvPr>
          <p:cNvCxnSpPr>
            <a:cxnSpLocks/>
          </p:cNvCxnSpPr>
          <p:nvPr/>
        </p:nvCxnSpPr>
        <p:spPr>
          <a:xfrm>
            <a:off x="5215001" y="4839828"/>
            <a:ext cx="217555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FD2CDB7-0E79-1C54-A7E8-9E3CF3117A14}"/>
              </a:ext>
            </a:extLst>
          </p:cNvPr>
          <p:cNvGrpSpPr/>
          <p:nvPr/>
        </p:nvGrpSpPr>
        <p:grpSpPr>
          <a:xfrm>
            <a:off x="7703758" y="3347983"/>
            <a:ext cx="279826" cy="279827"/>
            <a:chOff x="6170935" y="3076575"/>
            <a:chExt cx="304799" cy="304800"/>
          </a:xfrm>
          <a:solidFill>
            <a:schemeClr val="accent2"/>
          </a:solidFill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9E377ED-04D4-4434-D4DC-B5F70E3A7073}"/>
                </a:ext>
              </a:extLst>
            </p:cNvPr>
            <p:cNvSpPr/>
            <p:nvPr/>
          </p:nvSpPr>
          <p:spPr>
            <a:xfrm>
              <a:off x="6170935" y="3076575"/>
              <a:ext cx="304799" cy="304800"/>
            </a:xfrm>
            <a:custGeom>
              <a:avLst/>
              <a:gdLst>
                <a:gd name="connsiteX0" fmla="*/ 152400 w 304799"/>
                <a:gd name="connsiteY0" fmla="*/ 0 h 304800"/>
                <a:gd name="connsiteX1" fmla="*/ 0 w 304799"/>
                <a:gd name="connsiteY1" fmla="*/ 152400 h 304800"/>
                <a:gd name="connsiteX2" fmla="*/ 152400 w 304799"/>
                <a:gd name="connsiteY2" fmla="*/ 304800 h 304800"/>
                <a:gd name="connsiteX3" fmla="*/ 304800 w 304799"/>
                <a:gd name="connsiteY3" fmla="*/ 152400 h 304800"/>
                <a:gd name="connsiteX4" fmla="*/ 152400 w 304799"/>
                <a:gd name="connsiteY4" fmla="*/ 0 h 304800"/>
                <a:gd name="connsiteX5" fmla="*/ 152400 w 304799"/>
                <a:gd name="connsiteY5" fmla="*/ 285750 h 304800"/>
                <a:gd name="connsiteX6" fmla="*/ 19050 w 304799"/>
                <a:gd name="connsiteY6" fmla="*/ 152400 h 304800"/>
                <a:gd name="connsiteX7" fmla="*/ 152400 w 304799"/>
                <a:gd name="connsiteY7" fmla="*/ 19050 h 304800"/>
                <a:gd name="connsiteX8" fmla="*/ 285750 w 304799"/>
                <a:gd name="connsiteY8" fmla="*/ 152400 h 304800"/>
                <a:gd name="connsiteX9" fmla="*/ 152400 w 304799"/>
                <a:gd name="connsiteY9" fmla="*/ 2857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4799" h="304800">
                  <a:moveTo>
                    <a:pt x="152400" y="0"/>
                  </a:moveTo>
                  <a:cubicBezTo>
                    <a:pt x="68231" y="0"/>
                    <a:pt x="0" y="68231"/>
                    <a:pt x="0" y="152400"/>
                  </a:cubicBezTo>
                  <a:cubicBezTo>
                    <a:pt x="0" y="236569"/>
                    <a:pt x="68231" y="304800"/>
                    <a:pt x="152400" y="304800"/>
                  </a:cubicBez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700" y="68273"/>
                    <a:pt x="236527" y="100"/>
                    <a:pt x="152400" y="0"/>
                  </a:cubicBezTo>
                  <a:close/>
                  <a:moveTo>
                    <a:pt x="152400" y="285750"/>
                  </a:moveTo>
                  <a:cubicBezTo>
                    <a:pt x="78753" y="285750"/>
                    <a:pt x="19050" y="226047"/>
                    <a:pt x="19050" y="152400"/>
                  </a:cubicBezTo>
                  <a:cubicBezTo>
                    <a:pt x="19050" y="78753"/>
                    <a:pt x="78753" y="19050"/>
                    <a:pt x="152400" y="19050"/>
                  </a:cubicBezTo>
                  <a:cubicBezTo>
                    <a:pt x="226047" y="19050"/>
                    <a:pt x="285750" y="78753"/>
                    <a:pt x="285750" y="152400"/>
                  </a:cubicBezTo>
                  <a:cubicBezTo>
                    <a:pt x="285666" y="226012"/>
                    <a:pt x="226012" y="285666"/>
                    <a:pt x="152400" y="2857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8A676D66-71FE-21F3-60D2-D9350ED15520}"/>
                </a:ext>
              </a:extLst>
            </p:cNvPr>
            <p:cNvSpPr/>
            <p:nvPr/>
          </p:nvSpPr>
          <p:spPr>
            <a:xfrm>
              <a:off x="6230876" y="3165090"/>
              <a:ext cx="175402" cy="124977"/>
            </a:xfrm>
            <a:custGeom>
              <a:avLst/>
              <a:gdLst>
                <a:gd name="connsiteX0" fmla="*/ 63884 w 175402"/>
                <a:gd name="connsiteY0" fmla="*/ 98041 h 124977"/>
                <a:gd name="connsiteX1" fmla="*/ 13478 w 175402"/>
                <a:gd name="connsiteY1" fmla="*/ 47625 h 124977"/>
                <a:gd name="connsiteX2" fmla="*/ 0 w 175402"/>
                <a:gd name="connsiteY2" fmla="*/ 61093 h 124977"/>
                <a:gd name="connsiteX3" fmla="*/ 63884 w 175402"/>
                <a:gd name="connsiteY3" fmla="*/ 124978 h 124977"/>
                <a:gd name="connsiteX4" fmla="*/ 175403 w 175402"/>
                <a:gd name="connsiteY4" fmla="*/ 13468 h 124977"/>
                <a:gd name="connsiteX5" fmla="*/ 161925 w 175402"/>
                <a:gd name="connsiteY5" fmla="*/ 0 h 124977"/>
                <a:gd name="connsiteX6" fmla="*/ 63884 w 175402"/>
                <a:gd name="connsiteY6" fmla="*/ 98041 h 12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5402" h="124977">
                  <a:moveTo>
                    <a:pt x="63884" y="98041"/>
                  </a:moveTo>
                  <a:lnTo>
                    <a:pt x="13478" y="47625"/>
                  </a:lnTo>
                  <a:lnTo>
                    <a:pt x="0" y="61093"/>
                  </a:lnTo>
                  <a:lnTo>
                    <a:pt x="63884" y="124978"/>
                  </a:lnTo>
                  <a:lnTo>
                    <a:pt x="175403" y="13468"/>
                  </a:lnTo>
                  <a:lnTo>
                    <a:pt x="161925" y="0"/>
                  </a:lnTo>
                  <a:lnTo>
                    <a:pt x="63884" y="980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6B406724-302B-0210-0201-81022DD3B94E}"/>
              </a:ext>
            </a:extLst>
          </p:cNvPr>
          <p:cNvSpPr txBox="1"/>
          <p:nvPr/>
        </p:nvSpPr>
        <p:spPr>
          <a:xfrm>
            <a:off x="8007941" y="3292483"/>
            <a:ext cx="1578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Channel 1</a:t>
            </a:r>
          </a:p>
          <a:p>
            <a:r>
              <a:rPr lang="en-US" sz="1400" dirty="0"/>
              <a:t>Insert text here.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15016CE-676F-3737-58F9-2D5202F17523}"/>
              </a:ext>
            </a:extLst>
          </p:cNvPr>
          <p:cNvGrpSpPr/>
          <p:nvPr/>
        </p:nvGrpSpPr>
        <p:grpSpPr>
          <a:xfrm>
            <a:off x="7703758" y="4104469"/>
            <a:ext cx="279826" cy="279827"/>
            <a:chOff x="6170935" y="3076575"/>
            <a:chExt cx="304799" cy="304800"/>
          </a:xfrm>
          <a:solidFill>
            <a:schemeClr val="accent2"/>
          </a:solidFill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F1A79349-2164-6995-7386-7AEFD904AEC8}"/>
                </a:ext>
              </a:extLst>
            </p:cNvPr>
            <p:cNvSpPr/>
            <p:nvPr/>
          </p:nvSpPr>
          <p:spPr>
            <a:xfrm>
              <a:off x="6170935" y="3076575"/>
              <a:ext cx="304799" cy="304800"/>
            </a:xfrm>
            <a:custGeom>
              <a:avLst/>
              <a:gdLst>
                <a:gd name="connsiteX0" fmla="*/ 152400 w 304799"/>
                <a:gd name="connsiteY0" fmla="*/ 0 h 304800"/>
                <a:gd name="connsiteX1" fmla="*/ 0 w 304799"/>
                <a:gd name="connsiteY1" fmla="*/ 152400 h 304800"/>
                <a:gd name="connsiteX2" fmla="*/ 152400 w 304799"/>
                <a:gd name="connsiteY2" fmla="*/ 304800 h 304800"/>
                <a:gd name="connsiteX3" fmla="*/ 304800 w 304799"/>
                <a:gd name="connsiteY3" fmla="*/ 152400 h 304800"/>
                <a:gd name="connsiteX4" fmla="*/ 152400 w 304799"/>
                <a:gd name="connsiteY4" fmla="*/ 0 h 304800"/>
                <a:gd name="connsiteX5" fmla="*/ 152400 w 304799"/>
                <a:gd name="connsiteY5" fmla="*/ 285750 h 304800"/>
                <a:gd name="connsiteX6" fmla="*/ 19050 w 304799"/>
                <a:gd name="connsiteY6" fmla="*/ 152400 h 304800"/>
                <a:gd name="connsiteX7" fmla="*/ 152400 w 304799"/>
                <a:gd name="connsiteY7" fmla="*/ 19050 h 304800"/>
                <a:gd name="connsiteX8" fmla="*/ 285750 w 304799"/>
                <a:gd name="connsiteY8" fmla="*/ 152400 h 304800"/>
                <a:gd name="connsiteX9" fmla="*/ 152400 w 304799"/>
                <a:gd name="connsiteY9" fmla="*/ 2857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4799" h="304800">
                  <a:moveTo>
                    <a:pt x="152400" y="0"/>
                  </a:moveTo>
                  <a:cubicBezTo>
                    <a:pt x="68231" y="0"/>
                    <a:pt x="0" y="68231"/>
                    <a:pt x="0" y="152400"/>
                  </a:cubicBezTo>
                  <a:cubicBezTo>
                    <a:pt x="0" y="236569"/>
                    <a:pt x="68231" y="304800"/>
                    <a:pt x="152400" y="304800"/>
                  </a:cubicBez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700" y="68273"/>
                    <a:pt x="236527" y="100"/>
                    <a:pt x="152400" y="0"/>
                  </a:cubicBezTo>
                  <a:close/>
                  <a:moveTo>
                    <a:pt x="152400" y="285750"/>
                  </a:moveTo>
                  <a:cubicBezTo>
                    <a:pt x="78753" y="285750"/>
                    <a:pt x="19050" y="226047"/>
                    <a:pt x="19050" y="152400"/>
                  </a:cubicBezTo>
                  <a:cubicBezTo>
                    <a:pt x="19050" y="78753"/>
                    <a:pt x="78753" y="19050"/>
                    <a:pt x="152400" y="19050"/>
                  </a:cubicBezTo>
                  <a:cubicBezTo>
                    <a:pt x="226047" y="19050"/>
                    <a:pt x="285750" y="78753"/>
                    <a:pt x="285750" y="152400"/>
                  </a:cubicBezTo>
                  <a:cubicBezTo>
                    <a:pt x="285666" y="226012"/>
                    <a:pt x="226012" y="285666"/>
                    <a:pt x="152400" y="2857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5B0256E-4AD8-BBAC-879D-83F19E8281F4}"/>
                </a:ext>
              </a:extLst>
            </p:cNvPr>
            <p:cNvSpPr/>
            <p:nvPr/>
          </p:nvSpPr>
          <p:spPr>
            <a:xfrm>
              <a:off x="6230876" y="3165090"/>
              <a:ext cx="175402" cy="124977"/>
            </a:xfrm>
            <a:custGeom>
              <a:avLst/>
              <a:gdLst>
                <a:gd name="connsiteX0" fmla="*/ 63884 w 175402"/>
                <a:gd name="connsiteY0" fmla="*/ 98041 h 124977"/>
                <a:gd name="connsiteX1" fmla="*/ 13478 w 175402"/>
                <a:gd name="connsiteY1" fmla="*/ 47625 h 124977"/>
                <a:gd name="connsiteX2" fmla="*/ 0 w 175402"/>
                <a:gd name="connsiteY2" fmla="*/ 61093 h 124977"/>
                <a:gd name="connsiteX3" fmla="*/ 63884 w 175402"/>
                <a:gd name="connsiteY3" fmla="*/ 124978 h 124977"/>
                <a:gd name="connsiteX4" fmla="*/ 175403 w 175402"/>
                <a:gd name="connsiteY4" fmla="*/ 13468 h 124977"/>
                <a:gd name="connsiteX5" fmla="*/ 161925 w 175402"/>
                <a:gd name="connsiteY5" fmla="*/ 0 h 124977"/>
                <a:gd name="connsiteX6" fmla="*/ 63884 w 175402"/>
                <a:gd name="connsiteY6" fmla="*/ 98041 h 12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5402" h="124977">
                  <a:moveTo>
                    <a:pt x="63884" y="98041"/>
                  </a:moveTo>
                  <a:lnTo>
                    <a:pt x="13478" y="47625"/>
                  </a:lnTo>
                  <a:lnTo>
                    <a:pt x="0" y="61093"/>
                  </a:lnTo>
                  <a:lnTo>
                    <a:pt x="63884" y="124978"/>
                  </a:lnTo>
                  <a:lnTo>
                    <a:pt x="175403" y="13468"/>
                  </a:lnTo>
                  <a:lnTo>
                    <a:pt x="161925" y="0"/>
                  </a:lnTo>
                  <a:lnTo>
                    <a:pt x="63884" y="980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D102E289-ADE4-34CB-A20F-096C626B25C5}"/>
              </a:ext>
            </a:extLst>
          </p:cNvPr>
          <p:cNvSpPr txBox="1"/>
          <p:nvPr/>
        </p:nvSpPr>
        <p:spPr>
          <a:xfrm>
            <a:off x="8007941" y="4048969"/>
            <a:ext cx="1578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Channel 2</a:t>
            </a:r>
          </a:p>
          <a:p>
            <a:r>
              <a:rPr lang="en-US" sz="1400" dirty="0"/>
              <a:t>Insert text here.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22E64D9-6450-15BE-2314-B2FCD3303CB4}"/>
              </a:ext>
            </a:extLst>
          </p:cNvPr>
          <p:cNvCxnSpPr>
            <a:cxnSpLocks/>
          </p:cNvCxnSpPr>
          <p:nvPr/>
        </p:nvCxnSpPr>
        <p:spPr>
          <a:xfrm>
            <a:off x="7662267" y="4839828"/>
            <a:ext cx="188852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237E0093-22CF-CEBB-01A5-A3D6A9AB9D4E}"/>
              </a:ext>
            </a:extLst>
          </p:cNvPr>
          <p:cNvSpPr/>
          <p:nvPr/>
        </p:nvSpPr>
        <p:spPr>
          <a:xfrm>
            <a:off x="9833586" y="3783754"/>
            <a:ext cx="416382" cy="416382"/>
          </a:xfrm>
          <a:custGeom>
            <a:avLst/>
            <a:gdLst>
              <a:gd name="connsiteX0" fmla="*/ 147638 w 295275"/>
              <a:gd name="connsiteY0" fmla="*/ 0 h 295275"/>
              <a:gd name="connsiteX1" fmla="*/ 0 w 295275"/>
              <a:gd name="connsiteY1" fmla="*/ 147638 h 295275"/>
              <a:gd name="connsiteX2" fmla="*/ 147638 w 295275"/>
              <a:gd name="connsiteY2" fmla="*/ 295275 h 295275"/>
              <a:gd name="connsiteX3" fmla="*/ 295275 w 295275"/>
              <a:gd name="connsiteY3" fmla="*/ 147638 h 295275"/>
              <a:gd name="connsiteX4" fmla="*/ 147638 w 295275"/>
              <a:gd name="connsiteY4" fmla="*/ 0 h 295275"/>
              <a:gd name="connsiteX5" fmla="*/ 72390 w 295275"/>
              <a:gd name="connsiteY5" fmla="*/ 251460 h 295275"/>
              <a:gd name="connsiteX6" fmla="*/ 153352 w 295275"/>
              <a:gd name="connsiteY6" fmla="*/ 181927 h 295275"/>
              <a:gd name="connsiteX7" fmla="*/ 222885 w 295275"/>
              <a:gd name="connsiteY7" fmla="*/ 251460 h 295275"/>
              <a:gd name="connsiteX8" fmla="*/ 72390 w 295275"/>
              <a:gd name="connsiteY8" fmla="*/ 251460 h 295275"/>
              <a:gd name="connsiteX9" fmla="*/ 111443 w 295275"/>
              <a:gd name="connsiteY9" fmla="*/ 126682 h 295275"/>
              <a:gd name="connsiteX10" fmla="*/ 147638 w 295275"/>
              <a:gd name="connsiteY10" fmla="*/ 90488 h 295275"/>
              <a:gd name="connsiteX11" fmla="*/ 183833 w 295275"/>
              <a:gd name="connsiteY11" fmla="*/ 126682 h 295275"/>
              <a:gd name="connsiteX12" fmla="*/ 147638 w 295275"/>
              <a:gd name="connsiteY12" fmla="*/ 162878 h 295275"/>
              <a:gd name="connsiteX13" fmla="*/ 111443 w 295275"/>
              <a:gd name="connsiteY13" fmla="*/ 126682 h 295275"/>
              <a:gd name="connsiteX14" fmla="*/ 111443 w 295275"/>
              <a:gd name="connsiteY14" fmla="*/ 126682 h 295275"/>
              <a:gd name="connsiteX15" fmla="*/ 240030 w 295275"/>
              <a:gd name="connsiteY15" fmla="*/ 235268 h 295275"/>
              <a:gd name="connsiteX16" fmla="*/ 182880 w 295275"/>
              <a:gd name="connsiteY16" fmla="*/ 169545 h 295275"/>
              <a:gd name="connsiteX17" fmla="*/ 190500 w 295275"/>
              <a:gd name="connsiteY17" fmla="*/ 92393 h 295275"/>
              <a:gd name="connsiteX18" fmla="*/ 113348 w 295275"/>
              <a:gd name="connsiteY18" fmla="*/ 84773 h 295275"/>
              <a:gd name="connsiteX19" fmla="*/ 104775 w 295275"/>
              <a:gd name="connsiteY19" fmla="*/ 161925 h 295275"/>
              <a:gd name="connsiteX20" fmla="*/ 112395 w 295275"/>
              <a:gd name="connsiteY20" fmla="*/ 169545 h 295275"/>
              <a:gd name="connsiteX21" fmla="*/ 55245 w 295275"/>
              <a:gd name="connsiteY21" fmla="*/ 237173 h 295275"/>
              <a:gd name="connsiteX22" fmla="*/ 58102 w 295275"/>
              <a:gd name="connsiteY22" fmla="*/ 55245 h 295275"/>
              <a:gd name="connsiteX23" fmla="*/ 240030 w 295275"/>
              <a:gd name="connsiteY23" fmla="*/ 58103 h 295275"/>
              <a:gd name="connsiteX24" fmla="*/ 240030 w 295275"/>
              <a:gd name="connsiteY24" fmla="*/ 237173 h 295275"/>
              <a:gd name="connsiteX25" fmla="*/ 240030 w 295275"/>
              <a:gd name="connsiteY25" fmla="*/ 235268 h 29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5275" h="295275">
                <a:moveTo>
                  <a:pt x="147638" y="0"/>
                </a:moveTo>
                <a:cubicBezTo>
                  <a:pt x="65723" y="0"/>
                  <a:pt x="0" y="65723"/>
                  <a:pt x="0" y="147638"/>
                </a:cubicBezTo>
                <a:cubicBezTo>
                  <a:pt x="0" y="229552"/>
                  <a:pt x="65723" y="295275"/>
                  <a:pt x="147638" y="295275"/>
                </a:cubicBezTo>
                <a:cubicBezTo>
                  <a:pt x="229552" y="295275"/>
                  <a:pt x="295275" y="229552"/>
                  <a:pt x="295275" y="147638"/>
                </a:cubicBezTo>
                <a:cubicBezTo>
                  <a:pt x="295275" y="65723"/>
                  <a:pt x="229552" y="0"/>
                  <a:pt x="147638" y="0"/>
                </a:cubicBezTo>
                <a:close/>
                <a:moveTo>
                  <a:pt x="72390" y="251460"/>
                </a:moveTo>
                <a:cubicBezTo>
                  <a:pt x="75248" y="209550"/>
                  <a:pt x="111443" y="179070"/>
                  <a:pt x="153352" y="181927"/>
                </a:cubicBezTo>
                <a:cubicBezTo>
                  <a:pt x="190500" y="184785"/>
                  <a:pt x="220027" y="214313"/>
                  <a:pt x="222885" y="251460"/>
                </a:cubicBezTo>
                <a:cubicBezTo>
                  <a:pt x="178118" y="284798"/>
                  <a:pt x="117157" y="284798"/>
                  <a:pt x="72390" y="251460"/>
                </a:cubicBezTo>
                <a:close/>
                <a:moveTo>
                  <a:pt x="111443" y="126682"/>
                </a:moveTo>
                <a:cubicBezTo>
                  <a:pt x="111443" y="106680"/>
                  <a:pt x="127635" y="90488"/>
                  <a:pt x="147638" y="90488"/>
                </a:cubicBezTo>
                <a:cubicBezTo>
                  <a:pt x="167640" y="90488"/>
                  <a:pt x="183833" y="106680"/>
                  <a:pt x="183833" y="126682"/>
                </a:cubicBezTo>
                <a:cubicBezTo>
                  <a:pt x="183833" y="146685"/>
                  <a:pt x="167640" y="162878"/>
                  <a:pt x="147638" y="162878"/>
                </a:cubicBezTo>
                <a:cubicBezTo>
                  <a:pt x="127635" y="162878"/>
                  <a:pt x="111443" y="146685"/>
                  <a:pt x="111443" y="126682"/>
                </a:cubicBezTo>
                <a:lnTo>
                  <a:pt x="111443" y="126682"/>
                </a:lnTo>
                <a:close/>
                <a:moveTo>
                  <a:pt x="240030" y="235268"/>
                </a:moveTo>
                <a:cubicBezTo>
                  <a:pt x="233363" y="204788"/>
                  <a:pt x="211455" y="180023"/>
                  <a:pt x="182880" y="169545"/>
                </a:cubicBezTo>
                <a:cubicBezTo>
                  <a:pt x="206693" y="150495"/>
                  <a:pt x="209550" y="116205"/>
                  <a:pt x="190500" y="92393"/>
                </a:cubicBezTo>
                <a:cubicBezTo>
                  <a:pt x="171450" y="68580"/>
                  <a:pt x="137160" y="65723"/>
                  <a:pt x="113348" y="84773"/>
                </a:cubicBezTo>
                <a:cubicBezTo>
                  <a:pt x="89535" y="103823"/>
                  <a:pt x="85725" y="138113"/>
                  <a:pt x="104775" y="161925"/>
                </a:cubicBezTo>
                <a:cubicBezTo>
                  <a:pt x="106680" y="164783"/>
                  <a:pt x="109538" y="167640"/>
                  <a:pt x="112395" y="169545"/>
                </a:cubicBezTo>
                <a:cubicBezTo>
                  <a:pt x="82868" y="180975"/>
                  <a:pt x="61913" y="206693"/>
                  <a:pt x="55245" y="237173"/>
                </a:cubicBezTo>
                <a:cubicBezTo>
                  <a:pt x="5715" y="186690"/>
                  <a:pt x="6668" y="104775"/>
                  <a:pt x="58102" y="55245"/>
                </a:cubicBezTo>
                <a:cubicBezTo>
                  <a:pt x="109538" y="5715"/>
                  <a:pt x="190500" y="6667"/>
                  <a:pt x="240030" y="58103"/>
                </a:cubicBezTo>
                <a:cubicBezTo>
                  <a:pt x="288608" y="107632"/>
                  <a:pt x="288608" y="187643"/>
                  <a:pt x="240030" y="237173"/>
                </a:cubicBezTo>
                <a:cubicBezTo>
                  <a:pt x="240030" y="237173"/>
                  <a:pt x="240030" y="236220"/>
                  <a:pt x="240030" y="235268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1CFA3BC-1952-9C0E-E29D-EEF71B4481BD}"/>
              </a:ext>
            </a:extLst>
          </p:cNvPr>
          <p:cNvSpPr txBox="1"/>
          <p:nvPr/>
        </p:nvSpPr>
        <p:spPr>
          <a:xfrm>
            <a:off x="10355093" y="3737335"/>
            <a:ext cx="1578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Name Here</a:t>
            </a:r>
          </a:p>
          <a:p>
            <a:r>
              <a:rPr lang="en-US" sz="1400" dirty="0"/>
              <a:t>Role/Position</a:t>
            </a:r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09706CD6-8CFC-BEBC-04C3-B9870AE3DCD5}"/>
              </a:ext>
            </a:extLst>
          </p:cNvPr>
          <p:cNvSpPr/>
          <p:nvPr/>
        </p:nvSpPr>
        <p:spPr>
          <a:xfrm>
            <a:off x="9833586" y="5428865"/>
            <a:ext cx="416382" cy="416382"/>
          </a:xfrm>
          <a:custGeom>
            <a:avLst/>
            <a:gdLst>
              <a:gd name="connsiteX0" fmla="*/ 147638 w 295275"/>
              <a:gd name="connsiteY0" fmla="*/ 0 h 295275"/>
              <a:gd name="connsiteX1" fmla="*/ 0 w 295275"/>
              <a:gd name="connsiteY1" fmla="*/ 147638 h 295275"/>
              <a:gd name="connsiteX2" fmla="*/ 147638 w 295275"/>
              <a:gd name="connsiteY2" fmla="*/ 295275 h 295275"/>
              <a:gd name="connsiteX3" fmla="*/ 295275 w 295275"/>
              <a:gd name="connsiteY3" fmla="*/ 147638 h 295275"/>
              <a:gd name="connsiteX4" fmla="*/ 147638 w 295275"/>
              <a:gd name="connsiteY4" fmla="*/ 0 h 295275"/>
              <a:gd name="connsiteX5" fmla="*/ 72390 w 295275"/>
              <a:gd name="connsiteY5" fmla="*/ 251460 h 295275"/>
              <a:gd name="connsiteX6" fmla="*/ 153352 w 295275"/>
              <a:gd name="connsiteY6" fmla="*/ 181927 h 295275"/>
              <a:gd name="connsiteX7" fmla="*/ 222885 w 295275"/>
              <a:gd name="connsiteY7" fmla="*/ 251460 h 295275"/>
              <a:gd name="connsiteX8" fmla="*/ 72390 w 295275"/>
              <a:gd name="connsiteY8" fmla="*/ 251460 h 295275"/>
              <a:gd name="connsiteX9" fmla="*/ 111443 w 295275"/>
              <a:gd name="connsiteY9" fmla="*/ 126682 h 295275"/>
              <a:gd name="connsiteX10" fmla="*/ 147638 w 295275"/>
              <a:gd name="connsiteY10" fmla="*/ 90488 h 295275"/>
              <a:gd name="connsiteX11" fmla="*/ 183833 w 295275"/>
              <a:gd name="connsiteY11" fmla="*/ 126682 h 295275"/>
              <a:gd name="connsiteX12" fmla="*/ 147638 w 295275"/>
              <a:gd name="connsiteY12" fmla="*/ 162878 h 295275"/>
              <a:gd name="connsiteX13" fmla="*/ 111443 w 295275"/>
              <a:gd name="connsiteY13" fmla="*/ 126682 h 295275"/>
              <a:gd name="connsiteX14" fmla="*/ 111443 w 295275"/>
              <a:gd name="connsiteY14" fmla="*/ 126682 h 295275"/>
              <a:gd name="connsiteX15" fmla="*/ 240030 w 295275"/>
              <a:gd name="connsiteY15" fmla="*/ 235268 h 295275"/>
              <a:gd name="connsiteX16" fmla="*/ 182880 w 295275"/>
              <a:gd name="connsiteY16" fmla="*/ 169545 h 295275"/>
              <a:gd name="connsiteX17" fmla="*/ 190500 w 295275"/>
              <a:gd name="connsiteY17" fmla="*/ 92393 h 295275"/>
              <a:gd name="connsiteX18" fmla="*/ 113348 w 295275"/>
              <a:gd name="connsiteY18" fmla="*/ 84773 h 295275"/>
              <a:gd name="connsiteX19" fmla="*/ 104775 w 295275"/>
              <a:gd name="connsiteY19" fmla="*/ 161925 h 295275"/>
              <a:gd name="connsiteX20" fmla="*/ 112395 w 295275"/>
              <a:gd name="connsiteY20" fmla="*/ 169545 h 295275"/>
              <a:gd name="connsiteX21" fmla="*/ 55245 w 295275"/>
              <a:gd name="connsiteY21" fmla="*/ 237173 h 295275"/>
              <a:gd name="connsiteX22" fmla="*/ 58102 w 295275"/>
              <a:gd name="connsiteY22" fmla="*/ 55245 h 295275"/>
              <a:gd name="connsiteX23" fmla="*/ 240030 w 295275"/>
              <a:gd name="connsiteY23" fmla="*/ 58103 h 295275"/>
              <a:gd name="connsiteX24" fmla="*/ 240030 w 295275"/>
              <a:gd name="connsiteY24" fmla="*/ 237173 h 295275"/>
              <a:gd name="connsiteX25" fmla="*/ 240030 w 295275"/>
              <a:gd name="connsiteY25" fmla="*/ 235268 h 29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5275" h="295275">
                <a:moveTo>
                  <a:pt x="147638" y="0"/>
                </a:moveTo>
                <a:cubicBezTo>
                  <a:pt x="65723" y="0"/>
                  <a:pt x="0" y="65723"/>
                  <a:pt x="0" y="147638"/>
                </a:cubicBezTo>
                <a:cubicBezTo>
                  <a:pt x="0" y="229552"/>
                  <a:pt x="65723" y="295275"/>
                  <a:pt x="147638" y="295275"/>
                </a:cubicBezTo>
                <a:cubicBezTo>
                  <a:pt x="229552" y="295275"/>
                  <a:pt x="295275" y="229552"/>
                  <a:pt x="295275" y="147638"/>
                </a:cubicBezTo>
                <a:cubicBezTo>
                  <a:pt x="295275" y="65723"/>
                  <a:pt x="229552" y="0"/>
                  <a:pt x="147638" y="0"/>
                </a:cubicBezTo>
                <a:close/>
                <a:moveTo>
                  <a:pt x="72390" y="251460"/>
                </a:moveTo>
                <a:cubicBezTo>
                  <a:pt x="75248" y="209550"/>
                  <a:pt x="111443" y="179070"/>
                  <a:pt x="153352" y="181927"/>
                </a:cubicBezTo>
                <a:cubicBezTo>
                  <a:pt x="190500" y="184785"/>
                  <a:pt x="220027" y="214313"/>
                  <a:pt x="222885" y="251460"/>
                </a:cubicBezTo>
                <a:cubicBezTo>
                  <a:pt x="178118" y="284798"/>
                  <a:pt x="117157" y="284798"/>
                  <a:pt x="72390" y="251460"/>
                </a:cubicBezTo>
                <a:close/>
                <a:moveTo>
                  <a:pt x="111443" y="126682"/>
                </a:moveTo>
                <a:cubicBezTo>
                  <a:pt x="111443" y="106680"/>
                  <a:pt x="127635" y="90488"/>
                  <a:pt x="147638" y="90488"/>
                </a:cubicBezTo>
                <a:cubicBezTo>
                  <a:pt x="167640" y="90488"/>
                  <a:pt x="183833" y="106680"/>
                  <a:pt x="183833" y="126682"/>
                </a:cubicBezTo>
                <a:cubicBezTo>
                  <a:pt x="183833" y="146685"/>
                  <a:pt x="167640" y="162878"/>
                  <a:pt x="147638" y="162878"/>
                </a:cubicBezTo>
                <a:cubicBezTo>
                  <a:pt x="127635" y="162878"/>
                  <a:pt x="111443" y="146685"/>
                  <a:pt x="111443" y="126682"/>
                </a:cubicBezTo>
                <a:lnTo>
                  <a:pt x="111443" y="126682"/>
                </a:lnTo>
                <a:close/>
                <a:moveTo>
                  <a:pt x="240030" y="235268"/>
                </a:moveTo>
                <a:cubicBezTo>
                  <a:pt x="233363" y="204788"/>
                  <a:pt x="211455" y="180023"/>
                  <a:pt x="182880" y="169545"/>
                </a:cubicBezTo>
                <a:cubicBezTo>
                  <a:pt x="206693" y="150495"/>
                  <a:pt x="209550" y="116205"/>
                  <a:pt x="190500" y="92393"/>
                </a:cubicBezTo>
                <a:cubicBezTo>
                  <a:pt x="171450" y="68580"/>
                  <a:pt x="137160" y="65723"/>
                  <a:pt x="113348" y="84773"/>
                </a:cubicBezTo>
                <a:cubicBezTo>
                  <a:pt x="89535" y="103823"/>
                  <a:pt x="85725" y="138113"/>
                  <a:pt x="104775" y="161925"/>
                </a:cubicBezTo>
                <a:cubicBezTo>
                  <a:pt x="106680" y="164783"/>
                  <a:pt x="109538" y="167640"/>
                  <a:pt x="112395" y="169545"/>
                </a:cubicBezTo>
                <a:cubicBezTo>
                  <a:pt x="82868" y="180975"/>
                  <a:pt x="61913" y="206693"/>
                  <a:pt x="55245" y="237173"/>
                </a:cubicBezTo>
                <a:cubicBezTo>
                  <a:pt x="5715" y="186690"/>
                  <a:pt x="6668" y="104775"/>
                  <a:pt x="58102" y="55245"/>
                </a:cubicBezTo>
                <a:cubicBezTo>
                  <a:pt x="109538" y="5715"/>
                  <a:pt x="190500" y="6667"/>
                  <a:pt x="240030" y="58103"/>
                </a:cubicBezTo>
                <a:cubicBezTo>
                  <a:pt x="288608" y="107632"/>
                  <a:pt x="288608" y="187643"/>
                  <a:pt x="240030" y="237173"/>
                </a:cubicBezTo>
                <a:cubicBezTo>
                  <a:pt x="240030" y="237173"/>
                  <a:pt x="240030" y="236220"/>
                  <a:pt x="240030" y="235268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46E8C4A-E756-61C2-E31C-24AE02461F04}"/>
              </a:ext>
            </a:extLst>
          </p:cNvPr>
          <p:cNvSpPr txBox="1"/>
          <p:nvPr/>
        </p:nvSpPr>
        <p:spPr>
          <a:xfrm>
            <a:off x="10355093" y="5382446"/>
            <a:ext cx="1578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Name Here</a:t>
            </a:r>
          </a:p>
          <a:p>
            <a:r>
              <a:rPr lang="en-US" sz="1400" dirty="0"/>
              <a:t>Role/Position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85E4452-B759-1FCC-4457-1E5EF9D9B239}"/>
              </a:ext>
            </a:extLst>
          </p:cNvPr>
          <p:cNvCxnSpPr>
            <a:cxnSpLocks/>
          </p:cNvCxnSpPr>
          <p:nvPr/>
        </p:nvCxnSpPr>
        <p:spPr>
          <a:xfrm>
            <a:off x="9838828" y="4839828"/>
            <a:ext cx="174055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E65C8AE-B0AC-AC9D-A17B-604F9BA4C4A2}"/>
              </a:ext>
            </a:extLst>
          </p:cNvPr>
          <p:cNvCxnSpPr>
            <a:cxnSpLocks/>
          </p:cNvCxnSpPr>
          <p:nvPr/>
        </p:nvCxnSpPr>
        <p:spPr>
          <a:xfrm>
            <a:off x="5734372" y="3933056"/>
            <a:ext cx="165618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BBA69F1-CCBC-A784-13B2-C9E0C86F33E9}"/>
              </a:ext>
            </a:extLst>
          </p:cNvPr>
          <p:cNvCxnSpPr>
            <a:cxnSpLocks/>
          </p:cNvCxnSpPr>
          <p:nvPr/>
        </p:nvCxnSpPr>
        <p:spPr>
          <a:xfrm>
            <a:off x="8104681" y="3933056"/>
            <a:ext cx="148224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FD3D79B-9855-538C-FD9B-6C4F40EAE7F8}"/>
              </a:ext>
            </a:extLst>
          </p:cNvPr>
          <p:cNvGrpSpPr/>
          <p:nvPr/>
        </p:nvGrpSpPr>
        <p:grpSpPr>
          <a:xfrm>
            <a:off x="5310841" y="5231875"/>
            <a:ext cx="279826" cy="279827"/>
            <a:chOff x="6170935" y="3076575"/>
            <a:chExt cx="304799" cy="304800"/>
          </a:xfrm>
          <a:solidFill>
            <a:schemeClr val="accent4"/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CAECF2B-79E2-1DD1-939D-7CCC5CB9BE5F}"/>
                </a:ext>
              </a:extLst>
            </p:cNvPr>
            <p:cNvSpPr/>
            <p:nvPr/>
          </p:nvSpPr>
          <p:spPr>
            <a:xfrm>
              <a:off x="6170935" y="3076575"/>
              <a:ext cx="304799" cy="304800"/>
            </a:xfrm>
            <a:custGeom>
              <a:avLst/>
              <a:gdLst>
                <a:gd name="connsiteX0" fmla="*/ 152400 w 304799"/>
                <a:gd name="connsiteY0" fmla="*/ 0 h 304800"/>
                <a:gd name="connsiteX1" fmla="*/ 0 w 304799"/>
                <a:gd name="connsiteY1" fmla="*/ 152400 h 304800"/>
                <a:gd name="connsiteX2" fmla="*/ 152400 w 304799"/>
                <a:gd name="connsiteY2" fmla="*/ 304800 h 304800"/>
                <a:gd name="connsiteX3" fmla="*/ 304800 w 304799"/>
                <a:gd name="connsiteY3" fmla="*/ 152400 h 304800"/>
                <a:gd name="connsiteX4" fmla="*/ 152400 w 304799"/>
                <a:gd name="connsiteY4" fmla="*/ 0 h 304800"/>
                <a:gd name="connsiteX5" fmla="*/ 152400 w 304799"/>
                <a:gd name="connsiteY5" fmla="*/ 285750 h 304800"/>
                <a:gd name="connsiteX6" fmla="*/ 19050 w 304799"/>
                <a:gd name="connsiteY6" fmla="*/ 152400 h 304800"/>
                <a:gd name="connsiteX7" fmla="*/ 152400 w 304799"/>
                <a:gd name="connsiteY7" fmla="*/ 19050 h 304800"/>
                <a:gd name="connsiteX8" fmla="*/ 285750 w 304799"/>
                <a:gd name="connsiteY8" fmla="*/ 152400 h 304800"/>
                <a:gd name="connsiteX9" fmla="*/ 152400 w 304799"/>
                <a:gd name="connsiteY9" fmla="*/ 2857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4799" h="304800">
                  <a:moveTo>
                    <a:pt x="152400" y="0"/>
                  </a:moveTo>
                  <a:cubicBezTo>
                    <a:pt x="68231" y="0"/>
                    <a:pt x="0" y="68231"/>
                    <a:pt x="0" y="152400"/>
                  </a:cubicBezTo>
                  <a:cubicBezTo>
                    <a:pt x="0" y="236569"/>
                    <a:pt x="68231" y="304800"/>
                    <a:pt x="152400" y="304800"/>
                  </a:cubicBez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700" y="68273"/>
                    <a:pt x="236527" y="100"/>
                    <a:pt x="152400" y="0"/>
                  </a:cubicBezTo>
                  <a:close/>
                  <a:moveTo>
                    <a:pt x="152400" y="285750"/>
                  </a:moveTo>
                  <a:cubicBezTo>
                    <a:pt x="78753" y="285750"/>
                    <a:pt x="19050" y="226047"/>
                    <a:pt x="19050" y="152400"/>
                  </a:cubicBezTo>
                  <a:cubicBezTo>
                    <a:pt x="19050" y="78753"/>
                    <a:pt x="78753" y="19050"/>
                    <a:pt x="152400" y="19050"/>
                  </a:cubicBezTo>
                  <a:cubicBezTo>
                    <a:pt x="226047" y="19050"/>
                    <a:pt x="285750" y="78753"/>
                    <a:pt x="285750" y="152400"/>
                  </a:cubicBezTo>
                  <a:cubicBezTo>
                    <a:pt x="285666" y="226012"/>
                    <a:pt x="226012" y="285666"/>
                    <a:pt x="152400" y="2857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486FF00-708F-7A79-9716-5519FC0898CC}"/>
                </a:ext>
              </a:extLst>
            </p:cNvPr>
            <p:cNvSpPr/>
            <p:nvPr/>
          </p:nvSpPr>
          <p:spPr>
            <a:xfrm>
              <a:off x="6230876" y="3165090"/>
              <a:ext cx="175402" cy="124977"/>
            </a:xfrm>
            <a:custGeom>
              <a:avLst/>
              <a:gdLst>
                <a:gd name="connsiteX0" fmla="*/ 63884 w 175402"/>
                <a:gd name="connsiteY0" fmla="*/ 98041 h 124977"/>
                <a:gd name="connsiteX1" fmla="*/ 13478 w 175402"/>
                <a:gd name="connsiteY1" fmla="*/ 47625 h 124977"/>
                <a:gd name="connsiteX2" fmla="*/ 0 w 175402"/>
                <a:gd name="connsiteY2" fmla="*/ 61093 h 124977"/>
                <a:gd name="connsiteX3" fmla="*/ 63884 w 175402"/>
                <a:gd name="connsiteY3" fmla="*/ 124978 h 124977"/>
                <a:gd name="connsiteX4" fmla="*/ 175403 w 175402"/>
                <a:gd name="connsiteY4" fmla="*/ 13468 h 124977"/>
                <a:gd name="connsiteX5" fmla="*/ 161925 w 175402"/>
                <a:gd name="connsiteY5" fmla="*/ 0 h 124977"/>
                <a:gd name="connsiteX6" fmla="*/ 63884 w 175402"/>
                <a:gd name="connsiteY6" fmla="*/ 98041 h 12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5402" h="124977">
                  <a:moveTo>
                    <a:pt x="63884" y="98041"/>
                  </a:moveTo>
                  <a:lnTo>
                    <a:pt x="13478" y="47625"/>
                  </a:lnTo>
                  <a:lnTo>
                    <a:pt x="0" y="61093"/>
                  </a:lnTo>
                  <a:lnTo>
                    <a:pt x="63884" y="124978"/>
                  </a:lnTo>
                  <a:lnTo>
                    <a:pt x="175403" y="13468"/>
                  </a:lnTo>
                  <a:lnTo>
                    <a:pt x="161925" y="0"/>
                  </a:lnTo>
                  <a:lnTo>
                    <a:pt x="63884" y="980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EF72DEE7-C05F-CAE5-954D-BA91BCE9941A}"/>
              </a:ext>
            </a:extLst>
          </p:cNvPr>
          <p:cNvSpPr txBox="1"/>
          <p:nvPr/>
        </p:nvSpPr>
        <p:spPr>
          <a:xfrm>
            <a:off x="5615024" y="5176375"/>
            <a:ext cx="1578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Strategy 1 </a:t>
            </a:r>
          </a:p>
          <a:p>
            <a:r>
              <a:rPr lang="en-US" sz="1400" dirty="0"/>
              <a:t>Insert text here.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554EB59-0524-2C33-206D-4CBB79DC9F6B}"/>
              </a:ext>
            </a:extLst>
          </p:cNvPr>
          <p:cNvGrpSpPr/>
          <p:nvPr/>
        </p:nvGrpSpPr>
        <p:grpSpPr>
          <a:xfrm>
            <a:off x="5310841" y="5988361"/>
            <a:ext cx="279826" cy="279827"/>
            <a:chOff x="6170935" y="3076575"/>
            <a:chExt cx="304799" cy="304800"/>
          </a:xfrm>
          <a:solidFill>
            <a:schemeClr val="accent4"/>
          </a:solidFill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B3D6778-98E2-7B08-A48A-10507C536E03}"/>
                </a:ext>
              </a:extLst>
            </p:cNvPr>
            <p:cNvSpPr/>
            <p:nvPr/>
          </p:nvSpPr>
          <p:spPr>
            <a:xfrm>
              <a:off x="6170935" y="3076575"/>
              <a:ext cx="304799" cy="304800"/>
            </a:xfrm>
            <a:custGeom>
              <a:avLst/>
              <a:gdLst>
                <a:gd name="connsiteX0" fmla="*/ 152400 w 304799"/>
                <a:gd name="connsiteY0" fmla="*/ 0 h 304800"/>
                <a:gd name="connsiteX1" fmla="*/ 0 w 304799"/>
                <a:gd name="connsiteY1" fmla="*/ 152400 h 304800"/>
                <a:gd name="connsiteX2" fmla="*/ 152400 w 304799"/>
                <a:gd name="connsiteY2" fmla="*/ 304800 h 304800"/>
                <a:gd name="connsiteX3" fmla="*/ 304800 w 304799"/>
                <a:gd name="connsiteY3" fmla="*/ 152400 h 304800"/>
                <a:gd name="connsiteX4" fmla="*/ 152400 w 304799"/>
                <a:gd name="connsiteY4" fmla="*/ 0 h 304800"/>
                <a:gd name="connsiteX5" fmla="*/ 152400 w 304799"/>
                <a:gd name="connsiteY5" fmla="*/ 285750 h 304800"/>
                <a:gd name="connsiteX6" fmla="*/ 19050 w 304799"/>
                <a:gd name="connsiteY6" fmla="*/ 152400 h 304800"/>
                <a:gd name="connsiteX7" fmla="*/ 152400 w 304799"/>
                <a:gd name="connsiteY7" fmla="*/ 19050 h 304800"/>
                <a:gd name="connsiteX8" fmla="*/ 285750 w 304799"/>
                <a:gd name="connsiteY8" fmla="*/ 152400 h 304800"/>
                <a:gd name="connsiteX9" fmla="*/ 152400 w 304799"/>
                <a:gd name="connsiteY9" fmla="*/ 2857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4799" h="304800">
                  <a:moveTo>
                    <a:pt x="152400" y="0"/>
                  </a:moveTo>
                  <a:cubicBezTo>
                    <a:pt x="68231" y="0"/>
                    <a:pt x="0" y="68231"/>
                    <a:pt x="0" y="152400"/>
                  </a:cubicBezTo>
                  <a:cubicBezTo>
                    <a:pt x="0" y="236569"/>
                    <a:pt x="68231" y="304800"/>
                    <a:pt x="152400" y="304800"/>
                  </a:cubicBez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700" y="68273"/>
                    <a:pt x="236527" y="100"/>
                    <a:pt x="152400" y="0"/>
                  </a:cubicBezTo>
                  <a:close/>
                  <a:moveTo>
                    <a:pt x="152400" y="285750"/>
                  </a:moveTo>
                  <a:cubicBezTo>
                    <a:pt x="78753" y="285750"/>
                    <a:pt x="19050" y="226047"/>
                    <a:pt x="19050" y="152400"/>
                  </a:cubicBezTo>
                  <a:cubicBezTo>
                    <a:pt x="19050" y="78753"/>
                    <a:pt x="78753" y="19050"/>
                    <a:pt x="152400" y="19050"/>
                  </a:cubicBezTo>
                  <a:cubicBezTo>
                    <a:pt x="226047" y="19050"/>
                    <a:pt x="285750" y="78753"/>
                    <a:pt x="285750" y="152400"/>
                  </a:cubicBezTo>
                  <a:cubicBezTo>
                    <a:pt x="285666" y="226012"/>
                    <a:pt x="226012" y="285666"/>
                    <a:pt x="152400" y="2857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8FEDE0E-A765-7BAA-0B42-07ACEADED453}"/>
                </a:ext>
              </a:extLst>
            </p:cNvPr>
            <p:cNvSpPr/>
            <p:nvPr/>
          </p:nvSpPr>
          <p:spPr>
            <a:xfrm>
              <a:off x="6230876" y="3165090"/>
              <a:ext cx="175402" cy="124977"/>
            </a:xfrm>
            <a:custGeom>
              <a:avLst/>
              <a:gdLst>
                <a:gd name="connsiteX0" fmla="*/ 63884 w 175402"/>
                <a:gd name="connsiteY0" fmla="*/ 98041 h 124977"/>
                <a:gd name="connsiteX1" fmla="*/ 13478 w 175402"/>
                <a:gd name="connsiteY1" fmla="*/ 47625 h 124977"/>
                <a:gd name="connsiteX2" fmla="*/ 0 w 175402"/>
                <a:gd name="connsiteY2" fmla="*/ 61093 h 124977"/>
                <a:gd name="connsiteX3" fmla="*/ 63884 w 175402"/>
                <a:gd name="connsiteY3" fmla="*/ 124978 h 124977"/>
                <a:gd name="connsiteX4" fmla="*/ 175403 w 175402"/>
                <a:gd name="connsiteY4" fmla="*/ 13468 h 124977"/>
                <a:gd name="connsiteX5" fmla="*/ 161925 w 175402"/>
                <a:gd name="connsiteY5" fmla="*/ 0 h 124977"/>
                <a:gd name="connsiteX6" fmla="*/ 63884 w 175402"/>
                <a:gd name="connsiteY6" fmla="*/ 98041 h 12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5402" h="124977">
                  <a:moveTo>
                    <a:pt x="63884" y="98041"/>
                  </a:moveTo>
                  <a:lnTo>
                    <a:pt x="13478" y="47625"/>
                  </a:lnTo>
                  <a:lnTo>
                    <a:pt x="0" y="61093"/>
                  </a:lnTo>
                  <a:lnTo>
                    <a:pt x="63884" y="124978"/>
                  </a:lnTo>
                  <a:lnTo>
                    <a:pt x="175403" y="13468"/>
                  </a:lnTo>
                  <a:lnTo>
                    <a:pt x="161925" y="0"/>
                  </a:lnTo>
                  <a:lnTo>
                    <a:pt x="63884" y="980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9BD4896-2108-9DA8-92DD-5F2626390028}"/>
              </a:ext>
            </a:extLst>
          </p:cNvPr>
          <p:cNvSpPr txBox="1"/>
          <p:nvPr/>
        </p:nvSpPr>
        <p:spPr>
          <a:xfrm>
            <a:off x="5615024" y="5932861"/>
            <a:ext cx="1578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Strategy 2 </a:t>
            </a:r>
          </a:p>
          <a:p>
            <a:r>
              <a:rPr lang="en-US" sz="1400" dirty="0"/>
              <a:t>Insert text here.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10CA17A-6D8E-18AF-856D-3BE63392770A}"/>
              </a:ext>
            </a:extLst>
          </p:cNvPr>
          <p:cNvGrpSpPr/>
          <p:nvPr/>
        </p:nvGrpSpPr>
        <p:grpSpPr>
          <a:xfrm>
            <a:off x="7703758" y="5231875"/>
            <a:ext cx="279826" cy="279827"/>
            <a:chOff x="6170935" y="3076575"/>
            <a:chExt cx="304799" cy="304800"/>
          </a:xfrm>
          <a:solidFill>
            <a:schemeClr val="accent2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8C0C281-37A2-636A-FF51-7B5551F80822}"/>
                </a:ext>
              </a:extLst>
            </p:cNvPr>
            <p:cNvSpPr/>
            <p:nvPr/>
          </p:nvSpPr>
          <p:spPr>
            <a:xfrm>
              <a:off x="6170935" y="3076575"/>
              <a:ext cx="304799" cy="304800"/>
            </a:xfrm>
            <a:custGeom>
              <a:avLst/>
              <a:gdLst>
                <a:gd name="connsiteX0" fmla="*/ 152400 w 304799"/>
                <a:gd name="connsiteY0" fmla="*/ 0 h 304800"/>
                <a:gd name="connsiteX1" fmla="*/ 0 w 304799"/>
                <a:gd name="connsiteY1" fmla="*/ 152400 h 304800"/>
                <a:gd name="connsiteX2" fmla="*/ 152400 w 304799"/>
                <a:gd name="connsiteY2" fmla="*/ 304800 h 304800"/>
                <a:gd name="connsiteX3" fmla="*/ 304800 w 304799"/>
                <a:gd name="connsiteY3" fmla="*/ 152400 h 304800"/>
                <a:gd name="connsiteX4" fmla="*/ 152400 w 304799"/>
                <a:gd name="connsiteY4" fmla="*/ 0 h 304800"/>
                <a:gd name="connsiteX5" fmla="*/ 152400 w 304799"/>
                <a:gd name="connsiteY5" fmla="*/ 285750 h 304800"/>
                <a:gd name="connsiteX6" fmla="*/ 19050 w 304799"/>
                <a:gd name="connsiteY6" fmla="*/ 152400 h 304800"/>
                <a:gd name="connsiteX7" fmla="*/ 152400 w 304799"/>
                <a:gd name="connsiteY7" fmla="*/ 19050 h 304800"/>
                <a:gd name="connsiteX8" fmla="*/ 285750 w 304799"/>
                <a:gd name="connsiteY8" fmla="*/ 152400 h 304800"/>
                <a:gd name="connsiteX9" fmla="*/ 152400 w 304799"/>
                <a:gd name="connsiteY9" fmla="*/ 2857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4799" h="304800">
                  <a:moveTo>
                    <a:pt x="152400" y="0"/>
                  </a:moveTo>
                  <a:cubicBezTo>
                    <a:pt x="68231" y="0"/>
                    <a:pt x="0" y="68231"/>
                    <a:pt x="0" y="152400"/>
                  </a:cubicBezTo>
                  <a:cubicBezTo>
                    <a:pt x="0" y="236569"/>
                    <a:pt x="68231" y="304800"/>
                    <a:pt x="152400" y="304800"/>
                  </a:cubicBez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700" y="68273"/>
                    <a:pt x="236527" y="100"/>
                    <a:pt x="152400" y="0"/>
                  </a:cubicBezTo>
                  <a:close/>
                  <a:moveTo>
                    <a:pt x="152400" y="285750"/>
                  </a:moveTo>
                  <a:cubicBezTo>
                    <a:pt x="78753" y="285750"/>
                    <a:pt x="19050" y="226047"/>
                    <a:pt x="19050" y="152400"/>
                  </a:cubicBezTo>
                  <a:cubicBezTo>
                    <a:pt x="19050" y="78753"/>
                    <a:pt x="78753" y="19050"/>
                    <a:pt x="152400" y="19050"/>
                  </a:cubicBezTo>
                  <a:cubicBezTo>
                    <a:pt x="226047" y="19050"/>
                    <a:pt x="285750" y="78753"/>
                    <a:pt x="285750" y="152400"/>
                  </a:cubicBezTo>
                  <a:cubicBezTo>
                    <a:pt x="285666" y="226012"/>
                    <a:pt x="226012" y="285666"/>
                    <a:pt x="152400" y="2857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B32AF8B-B2BD-5083-2AED-F2EBC6B69D37}"/>
                </a:ext>
              </a:extLst>
            </p:cNvPr>
            <p:cNvSpPr/>
            <p:nvPr/>
          </p:nvSpPr>
          <p:spPr>
            <a:xfrm>
              <a:off x="6230876" y="3165090"/>
              <a:ext cx="175402" cy="124977"/>
            </a:xfrm>
            <a:custGeom>
              <a:avLst/>
              <a:gdLst>
                <a:gd name="connsiteX0" fmla="*/ 63884 w 175402"/>
                <a:gd name="connsiteY0" fmla="*/ 98041 h 124977"/>
                <a:gd name="connsiteX1" fmla="*/ 13478 w 175402"/>
                <a:gd name="connsiteY1" fmla="*/ 47625 h 124977"/>
                <a:gd name="connsiteX2" fmla="*/ 0 w 175402"/>
                <a:gd name="connsiteY2" fmla="*/ 61093 h 124977"/>
                <a:gd name="connsiteX3" fmla="*/ 63884 w 175402"/>
                <a:gd name="connsiteY3" fmla="*/ 124978 h 124977"/>
                <a:gd name="connsiteX4" fmla="*/ 175403 w 175402"/>
                <a:gd name="connsiteY4" fmla="*/ 13468 h 124977"/>
                <a:gd name="connsiteX5" fmla="*/ 161925 w 175402"/>
                <a:gd name="connsiteY5" fmla="*/ 0 h 124977"/>
                <a:gd name="connsiteX6" fmla="*/ 63884 w 175402"/>
                <a:gd name="connsiteY6" fmla="*/ 98041 h 12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5402" h="124977">
                  <a:moveTo>
                    <a:pt x="63884" y="98041"/>
                  </a:moveTo>
                  <a:lnTo>
                    <a:pt x="13478" y="47625"/>
                  </a:lnTo>
                  <a:lnTo>
                    <a:pt x="0" y="61093"/>
                  </a:lnTo>
                  <a:lnTo>
                    <a:pt x="63884" y="124978"/>
                  </a:lnTo>
                  <a:lnTo>
                    <a:pt x="175403" y="13468"/>
                  </a:lnTo>
                  <a:lnTo>
                    <a:pt x="161925" y="0"/>
                  </a:lnTo>
                  <a:lnTo>
                    <a:pt x="63884" y="980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364CF08E-EAA0-D259-1DC8-BF8DAD2398E9}"/>
              </a:ext>
            </a:extLst>
          </p:cNvPr>
          <p:cNvSpPr txBox="1"/>
          <p:nvPr/>
        </p:nvSpPr>
        <p:spPr>
          <a:xfrm>
            <a:off x="8007941" y="5176375"/>
            <a:ext cx="1578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Channel 1</a:t>
            </a:r>
          </a:p>
          <a:p>
            <a:r>
              <a:rPr lang="en-US" sz="1400" dirty="0"/>
              <a:t>Insert text here.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E26FC3E-6591-9DA8-1A7B-FF4DB6C9C8BD}"/>
              </a:ext>
            </a:extLst>
          </p:cNvPr>
          <p:cNvGrpSpPr/>
          <p:nvPr/>
        </p:nvGrpSpPr>
        <p:grpSpPr>
          <a:xfrm>
            <a:off x="7703758" y="5988361"/>
            <a:ext cx="279826" cy="279827"/>
            <a:chOff x="6170935" y="3076575"/>
            <a:chExt cx="304799" cy="304800"/>
          </a:xfrm>
          <a:solidFill>
            <a:schemeClr val="accent2"/>
          </a:solidFill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E1C26CC-B2EA-93C4-4220-32429331D821}"/>
                </a:ext>
              </a:extLst>
            </p:cNvPr>
            <p:cNvSpPr/>
            <p:nvPr/>
          </p:nvSpPr>
          <p:spPr>
            <a:xfrm>
              <a:off x="6170935" y="3076575"/>
              <a:ext cx="304799" cy="304800"/>
            </a:xfrm>
            <a:custGeom>
              <a:avLst/>
              <a:gdLst>
                <a:gd name="connsiteX0" fmla="*/ 152400 w 304799"/>
                <a:gd name="connsiteY0" fmla="*/ 0 h 304800"/>
                <a:gd name="connsiteX1" fmla="*/ 0 w 304799"/>
                <a:gd name="connsiteY1" fmla="*/ 152400 h 304800"/>
                <a:gd name="connsiteX2" fmla="*/ 152400 w 304799"/>
                <a:gd name="connsiteY2" fmla="*/ 304800 h 304800"/>
                <a:gd name="connsiteX3" fmla="*/ 304800 w 304799"/>
                <a:gd name="connsiteY3" fmla="*/ 152400 h 304800"/>
                <a:gd name="connsiteX4" fmla="*/ 152400 w 304799"/>
                <a:gd name="connsiteY4" fmla="*/ 0 h 304800"/>
                <a:gd name="connsiteX5" fmla="*/ 152400 w 304799"/>
                <a:gd name="connsiteY5" fmla="*/ 285750 h 304800"/>
                <a:gd name="connsiteX6" fmla="*/ 19050 w 304799"/>
                <a:gd name="connsiteY6" fmla="*/ 152400 h 304800"/>
                <a:gd name="connsiteX7" fmla="*/ 152400 w 304799"/>
                <a:gd name="connsiteY7" fmla="*/ 19050 h 304800"/>
                <a:gd name="connsiteX8" fmla="*/ 285750 w 304799"/>
                <a:gd name="connsiteY8" fmla="*/ 152400 h 304800"/>
                <a:gd name="connsiteX9" fmla="*/ 152400 w 304799"/>
                <a:gd name="connsiteY9" fmla="*/ 2857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4799" h="304800">
                  <a:moveTo>
                    <a:pt x="152400" y="0"/>
                  </a:moveTo>
                  <a:cubicBezTo>
                    <a:pt x="68231" y="0"/>
                    <a:pt x="0" y="68231"/>
                    <a:pt x="0" y="152400"/>
                  </a:cubicBezTo>
                  <a:cubicBezTo>
                    <a:pt x="0" y="236569"/>
                    <a:pt x="68231" y="304800"/>
                    <a:pt x="152400" y="304800"/>
                  </a:cubicBez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700" y="68273"/>
                    <a:pt x="236527" y="100"/>
                    <a:pt x="152400" y="0"/>
                  </a:cubicBezTo>
                  <a:close/>
                  <a:moveTo>
                    <a:pt x="152400" y="285750"/>
                  </a:moveTo>
                  <a:cubicBezTo>
                    <a:pt x="78753" y="285750"/>
                    <a:pt x="19050" y="226047"/>
                    <a:pt x="19050" y="152400"/>
                  </a:cubicBezTo>
                  <a:cubicBezTo>
                    <a:pt x="19050" y="78753"/>
                    <a:pt x="78753" y="19050"/>
                    <a:pt x="152400" y="19050"/>
                  </a:cubicBezTo>
                  <a:cubicBezTo>
                    <a:pt x="226047" y="19050"/>
                    <a:pt x="285750" y="78753"/>
                    <a:pt x="285750" y="152400"/>
                  </a:cubicBezTo>
                  <a:cubicBezTo>
                    <a:pt x="285666" y="226012"/>
                    <a:pt x="226012" y="285666"/>
                    <a:pt x="152400" y="2857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C112FE8-0430-7AAF-8C71-C79B31D93D5A}"/>
                </a:ext>
              </a:extLst>
            </p:cNvPr>
            <p:cNvSpPr/>
            <p:nvPr/>
          </p:nvSpPr>
          <p:spPr>
            <a:xfrm>
              <a:off x="6230876" y="3165090"/>
              <a:ext cx="175402" cy="124977"/>
            </a:xfrm>
            <a:custGeom>
              <a:avLst/>
              <a:gdLst>
                <a:gd name="connsiteX0" fmla="*/ 63884 w 175402"/>
                <a:gd name="connsiteY0" fmla="*/ 98041 h 124977"/>
                <a:gd name="connsiteX1" fmla="*/ 13478 w 175402"/>
                <a:gd name="connsiteY1" fmla="*/ 47625 h 124977"/>
                <a:gd name="connsiteX2" fmla="*/ 0 w 175402"/>
                <a:gd name="connsiteY2" fmla="*/ 61093 h 124977"/>
                <a:gd name="connsiteX3" fmla="*/ 63884 w 175402"/>
                <a:gd name="connsiteY3" fmla="*/ 124978 h 124977"/>
                <a:gd name="connsiteX4" fmla="*/ 175403 w 175402"/>
                <a:gd name="connsiteY4" fmla="*/ 13468 h 124977"/>
                <a:gd name="connsiteX5" fmla="*/ 161925 w 175402"/>
                <a:gd name="connsiteY5" fmla="*/ 0 h 124977"/>
                <a:gd name="connsiteX6" fmla="*/ 63884 w 175402"/>
                <a:gd name="connsiteY6" fmla="*/ 98041 h 12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5402" h="124977">
                  <a:moveTo>
                    <a:pt x="63884" y="98041"/>
                  </a:moveTo>
                  <a:lnTo>
                    <a:pt x="13478" y="47625"/>
                  </a:lnTo>
                  <a:lnTo>
                    <a:pt x="0" y="61093"/>
                  </a:lnTo>
                  <a:lnTo>
                    <a:pt x="63884" y="124978"/>
                  </a:lnTo>
                  <a:lnTo>
                    <a:pt x="175403" y="13468"/>
                  </a:lnTo>
                  <a:lnTo>
                    <a:pt x="161925" y="0"/>
                  </a:lnTo>
                  <a:lnTo>
                    <a:pt x="63884" y="9804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55240520-0C48-6C66-C371-4004F0CC37ED}"/>
              </a:ext>
            </a:extLst>
          </p:cNvPr>
          <p:cNvSpPr txBox="1"/>
          <p:nvPr/>
        </p:nvSpPr>
        <p:spPr>
          <a:xfrm>
            <a:off x="8007941" y="5932861"/>
            <a:ext cx="1578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Channel 2</a:t>
            </a:r>
          </a:p>
          <a:p>
            <a:r>
              <a:rPr lang="en-US" sz="1400" dirty="0"/>
              <a:t>Insert text here.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728D4D2-67CC-EDA9-4204-1780864A1A8C}"/>
              </a:ext>
            </a:extLst>
          </p:cNvPr>
          <p:cNvCxnSpPr>
            <a:cxnSpLocks/>
          </p:cNvCxnSpPr>
          <p:nvPr/>
        </p:nvCxnSpPr>
        <p:spPr>
          <a:xfrm>
            <a:off x="5734372" y="5816948"/>
            <a:ext cx="165618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45CDCF4-A009-C744-932D-9897901D2602}"/>
              </a:ext>
            </a:extLst>
          </p:cNvPr>
          <p:cNvCxnSpPr>
            <a:cxnSpLocks/>
          </p:cNvCxnSpPr>
          <p:nvPr/>
        </p:nvCxnSpPr>
        <p:spPr>
          <a:xfrm>
            <a:off x="8104681" y="5816948"/>
            <a:ext cx="148224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840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rapezoid 126">
            <a:extLst>
              <a:ext uri="{FF2B5EF4-FFF2-40B4-BE49-F238E27FC236}">
                <a16:creationId xmlns:a16="http://schemas.microsoft.com/office/drawing/2014/main" id="{51649BBA-97F5-6CD5-E358-5C68C8489E11}"/>
              </a:ext>
            </a:extLst>
          </p:cNvPr>
          <p:cNvSpPr/>
          <p:nvPr/>
        </p:nvSpPr>
        <p:spPr>
          <a:xfrm rot="10800000">
            <a:off x="242289" y="6127829"/>
            <a:ext cx="11756779" cy="432048"/>
          </a:xfrm>
          <a:prstGeom prst="trapezoid">
            <a:avLst/>
          </a:prstGeom>
          <a:solidFill>
            <a:schemeClr val="bg1">
              <a:lumMod val="75000"/>
            </a:schemeClr>
          </a:solidFill>
          <a:effectLst>
            <a:softEdge rad="165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946C3D7-5321-773F-3754-5F2823331201}"/>
              </a:ext>
            </a:extLst>
          </p:cNvPr>
          <p:cNvSpPr/>
          <p:nvPr/>
        </p:nvSpPr>
        <p:spPr>
          <a:xfrm>
            <a:off x="0" y="5192494"/>
            <a:ext cx="12188825" cy="11844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rapezoid 125">
            <a:extLst>
              <a:ext uri="{FF2B5EF4-FFF2-40B4-BE49-F238E27FC236}">
                <a16:creationId xmlns:a16="http://schemas.microsoft.com/office/drawing/2014/main" id="{4426AAB3-F78E-5A23-CB96-65E70D89D0D2}"/>
              </a:ext>
            </a:extLst>
          </p:cNvPr>
          <p:cNvSpPr/>
          <p:nvPr/>
        </p:nvSpPr>
        <p:spPr>
          <a:xfrm rot="10800000">
            <a:off x="242289" y="3572247"/>
            <a:ext cx="11756779" cy="432048"/>
          </a:xfrm>
          <a:prstGeom prst="trapezoid">
            <a:avLst/>
          </a:prstGeom>
          <a:solidFill>
            <a:schemeClr val="bg1">
              <a:lumMod val="75000"/>
            </a:schemeClr>
          </a:solidFill>
          <a:effectLst>
            <a:softEdge rad="165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44C5A95-ABF3-48F0-1249-7901EF39F300}"/>
              </a:ext>
            </a:extLst>
          </p:cNvPr>
          <p:cNvSpPr/>
          <p:nvPr/>
        </p:nvSpPr>
        <p:spPr>
          <a:xfrm>
            <a:off x="0" y="2636912"/>
            <a:ext cx="12188825" cy="11844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DCCE0E-ABA7-B0B6-CF77-1DAB49EBA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Plan Project Checklist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E4FB9-3CFB-676E-00D4-F3A9E9D8A0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 brief intro statement about the topic. Insert your desired text here. This is a sample text.</a:t>
            </a:r>
          </a:p>
        </p:txBody>
      </p:sp>
      <p:pic>
        <p:nvPicPr>
          <p:cNvPr id="4" name="Graphic 3" descr="Mandala outline">
            <a:extLst>
              <a:ext uri="{FF2B5EF4-FFF2-40B4-BE49-F238E27FC236}">
                <a16:creationId xmlns:a16="http://schemas.microsoft.com/office/drawing/2014/main" id="{EFF48B3E-9DC5-88D3-D0E4-4B5F20FCD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8828" y="404664"/>
            <a:ext cx="648072" cy="6480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B2CFB5-5883-5F04-3940-DE373F127001}"/>
              </a:ext>
            </a:extLst>
          </p:cNvPr>
          <p:cNvSpPr txBox="1"/>
          <p:nvPr/>
        </p:nvSpPr>
        <p:spPr>
          <a:xfrm>
            <a:off x="10486900" y="540585"/>
            <a:ext cx="1405733" cy="48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600" b="1" dirty="0"/>
              <a:t>YOUR </a:t>
            </a:r>
          </a:p>
          <a:p>
            <a:pPr>
              <a:lnSpc>
                <a:spcPct val="80000"/>
              </a:lnSpc>
            </a:pPr>
            <a:r>
              <a:rPr lang="en-US" sz="1600" b="1" dirty="0"/>
              <a:t>LOGO HERE</a:t>
            </a:r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81736A43-9312-3EFA-22CF-6071D40C82AA}"/>
              </a:ext>
            </a:extLst>
          </p:cNvPr>
          <p:cNvSpPr/>
          <p:nvPr/>
        </p:nvSpPr>
        <p:spPr>
          <a:xfrm flipH="1">
            <a:off x="627330" y="2132856"/>
            <a:ext cx="2010697" cy="432048"/>
          </a:xfrm>
          <a:prstGeom prst="snip2DiagRect">
            <a:avLst>
              <a:gd name="adj1" fmla="val 0"/>
              <a:gd name="adj2" fmla="val 3625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Description</a:t>
            </a: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8E5A6DF-B319-7E28-09FE-3825752E86EF}"/>
              </a:ext>
            </a:extLst>
          </p:cNvPr>
          <p:cNvSpPr/>
          <p:nvPr/>
        </p:nvSpPr>
        <p:spPr>
          <a:xfrm flipV="1">
            <a:off x="621804" y="2060848"/>
            <a:ext cx="144016" cy="144016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693856-428D-366C-3629-64D1950F2CC8}"/>
              </a:ext>
            </a:extLst>
          </p:cNvPr>
          <p:cNvSpPr txBox="1"/>
          <p:nvPr/>
        </p:nvSpPr>
        <p:spPr>
          <a:xfrm>
            <a:off x="929413" y="2893830"/>
            <a:ext cx="1873956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1600" b="1"/>
            </a:lvl1pPr>
          </a:lstStyle>
          <a:p>
            <a:pPr algn="l"/>
            <a:r>
              <a:rPr lang="en-US" dirty="0">
                <a:solidFill>
                  <a:schemeClr val="accent2"/>
                </a:solidFill>
              </a:rPr>
              <a:t>Desired Outcome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628C3C-F2EB-15B6-6D20-74AD5E0A25FD}"/>
              </a:ext>
            </a:extLst>
          </p:cNvPr>
          <p:cNvSpPr txBox="1"/>
          <p:nvPr/>
        </p:nvSpPr>
        <p:spPr>
          <a:xfrm>
            <a:off x="929413" y="3158808"/>
            <a:ext cx="1750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Insert your desired text here.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2BCD95-B220-23EB-86F3-7F97ED62CDF1}"/>
              </a:ext>
            </a:extLst>
          </p:cNvPr>
          <p:cNvSpPr txBox="1"/>
          <p:nvPr/>
        </p:nvSpPr>
        <p:spPr>
          <a:xfrm>
            <a:off x="929413" y="4041863"/>
            <a:ext cx="175064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1600" b="1"/>
            </a:lvl1pPr>
          </a:lstStyle>
          <a:p>
            <a:pPr algn="l"/>
            <a:r>
              <a:rPr lang="en-US" dirty="0">
                <a:solidFill>
                  <a:schemeClr val="accent2"/>
                </a:solidFill>
              </a:rPr>
              <a:t>Communication Channel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7FADD1-ADD0-6B7D-F4DC-66A4716B94B4}"/>
              </a:ext>
            </a:extLst>
          </p:cNvPr>
          <p:cNvSpPr txBox="1"/>
          <p:nvPr/>
        </p:nvSpPr>
        <p:spPr>
          <a:xfrm>
            <a:off x="929413" y="4523575"/>
            <a:ext cx="1750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Insert your desired text here.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B165FEC-ABC6-84A7-C758-589B54E5F85C}"/>
              </a:ext>
            </a:extLst>
          </p:cNvPr>
          <p:cNvSpPr txBox="1"/>
          <p:nvPr/>
        </p:nvSpPr>
        <p:spPr>
          <a:xfrm>
            <a:off x="929413" y="5401251"/>
            <a:ext cx="175064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1600" b="1"/>
            </a:lvl1pPr>
          </a:lstStyle>
          <a:p>
            <a:pPr algn="l"/>
            <a:r>
              <a:rPr lang="en-US" dirty="0">
                <a:solidFill>
                  <a:schemeClr val="accent2"/>
                </a:solidFill>
              </a:rPr>
              <a:t>Target Audience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B011E70-57C0-67E9-2F47-A40FAFD1DD29}"/>
              </a:ext>
            </a:extLst>
          </p:cNvPr>
          <p:cNvSpPr txBox="1"/>
          <p:nvPr/>
        </p:nvSpPr>
        <p:spPr>
          <a:xfrm>
            <a:off x="929413" y="5666229"/>
            <a:ext cx="1750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Insert your desired text here. </a:t>
            </a:r>
          </a:p>
        </p:txBody>
      </p:sp>
      <p:sp>
        <p:nvSpPr>
          <p:cNvPr id="73" name="Rectangle: Diagonal Corners Snipped 72">
            <a:extLst>
              <a:ext uri="{FF2B5EF4-FFF2-40B4-BE49-F238E27FC236}">
                <a16:creationId xmlns:a16="http://schemas.microsoft.com/office/drawing/2014/main" id="{659774DE-17F8-8341-F826-92108D0419A0}"/>
              </a:ext>
            </a:extLst>
          </p:cNvPr>
          <p:cNvSpPr/>
          <p:nvPr/>
        </p:nvSpPr>
        <p:spPr>
          <a:xfrm>
            <a:off x="298954" y="2928448"/>
            <a:ext cx="507147" cy="432048"/>
          </a:xfrm>
          <a:prstGeom prst="snip2Diag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74" name="Rectangle: Diagonal Corners Snipped 73">
            <a:extLst>
              <a:ext uri="{FF2B5EF4-FFF2-40B4-BE49-F238E27FC236}">
                <a16:creationId xmlns:a16="http://schemas.microsoft.com/office/drawing/2014/main" id="{F5E98E20-6823-C956-DAB5-59A93ADADF89}"/>
              </a:ext>
            </a:extLst>
          </p:cNvPr>
          <p:cNvSpPr/>
          <p:nvPr/>
        </p:nvSpPr>
        <p:spPr>
          <a:xfrm>
            <a:off x="298954" y="4076481"/>
            <a:ext cx="507147" cy="432048"/>
          </a:xfrm>
          <a:prstGeom prst="snip2Diag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75" name="Rectangle: Diagonal Corners Snipped 74">
            <a:extLst>
              <a:ext uri="{FF2B5EF4-FFF2-40B4-BE49-F238E27FC236}">
                <a16:creationId xmlns:a16="http://schemas.microsoft.com/office/drawing/2014/main" id="{D4CD89A5-C5F1-EF40-FE39-19949F260BAF}"/>
              </a:ext>
            </a:extLst>
          </p:cNvPr>
          <p:cNvSpPr/>
          <p:nvPr/>
        </p:nvSpPr>
        <p:spPr>
          <a:xfrm>
            <a:off x="298954" y="5441654"/>
            <a:ext cx="507147" cy="432048"/>
          </a:xfrm>
          <a:prstGeom prst="snip2Diag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ACF05001-8632-8D71-E7CE-37B31BBADBE3}"/>
              </a:ext>
            </a:extLst>
          </p:cNvPr>
          <p:cNvSpPr/>
          <p:nvPr/>
        </p:nvSpPr>
        <p:spPr>
          <a:xfrm flipH="1">
            <a:off x="3430115" y="2132856"/>
            <a:ext cx="3672408" cy="432048"/>
          </a:xfrm>
          <a:prstGeom prst="snip2DiagRect">
            <a:avLst>
              <a:gd name="adj1" fmla="val 0"/>
              <a:gd name="adj2" fmla="val 362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Actionable Points</a:t>
            </a:r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89DB07C-EBC8-EAFD-EDC1-7EA467E9F6FE}"/>
              </a:ext>
            </a:extLst>
          </p:cNvPr>
          <p:cNvSpPr/>
          <p:nvPr/>
        </p:nvSpPr>
        <p:spPr>
          <a:xfrm flipV="1">
            <a:off x="3424590" y="2060848"/>
            <a:ext cx="144016" cy="144016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169220B8-B0FE-604B-4017-753232FD6044}"/>
              </a:ext>
            </a:extLst>
          </p:cNvPr>
          <p:cNvSpPr/>
          <p:nvPr/>
        </p:nvSpPr>
        <p:spPr>
          <a:xfrm flipH="1">
            <a:off x="7750596" y="2132856"/>
            <a:ext cx="4032448" cy="432048"/>
          </a:xfrm>
          <a:prstGeom prst="snip2DiagRect">
            <a:avLst>
              <a:gd name="adj1" fmla="val 0"/>
              <a:gd name="adj2" fmla="val 36258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Status</a:t>
            </a: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74398EB4-D57C-9AF4-9F81-701B7BC38F43}"/>
              </a:ext>
            </a:extLst>
          </p:cNvPr>
          <p:cNvSpPr/>
          <p:nvPr/>
        </p:nvSpPr>
        <p:spPr>
          <a:xfrm flipV="1">
            <a:off x="7745071" y="2060848"/>
            <a:ext cx="144016" cy="144016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767497-DA87-E353-4FE0-88DBD842A648}"/>
              </a:ext>
            </a:extLst>
          </p:cNvPr>
          <p:cNvSpPr txBox="1"/>
          <p:nvPr/>
        </p:nvSpPr>
        <p:spPr>
          <a:xfrm>
            <a:off x="3738747" y="2883957"/>
            <a:ext cx="3219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Insert your desired text here. </a:t>
            </a:r>
          </a:p>
        </p:txBody>
      </p:sp>
      <p:pic>
        <p:nvPicPr>
          <p:cNvPr id="28" name="Graphic 27" descr="Circle with left arrow outline">
            <a:extLst>
              <a:ext uri="{FF2B5EF4-FFF2-40B4-BE49-F238E27FC236}">
                <a16:creationId xmlns:a16="http://schemas.microsoft.com/office/drawing/2014/main" id="{8F735EDD-49EB-0C88-6BBC-35DA8E4AFC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562" y="2883957"/>
            <a:ext cx="313184" cy="31318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EAE82EA-BD15-6F19-A5DE-CDB1E231CFAF}"/>
              </a:ext>
            </a:extLst>
          </p:cNvPr>
          <p:cNvSpPr txBox="1"/>
          <p:nvPr/>
        </p:nvSpPr>
        <p:spPr>
          <a:xfrm>
            <a:off x="3738747" y="3276042"/>
            <a:ext cx="3219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Insert your desired text here. </a:t>
            </a:r>
          </a:p>
        </p:txBody>
      </p:sp>
      <p:pic>
        <p:nvPicPr>
          <p:cNvPr id="32" name="Graphic 31" descr="Circle with left arrow outline">
            <a:extLst>
              <a:ext uri="{FF2B5EF4-FFF2-40B4-BE49-F238E27FC236}">
                <a16:creationId xmlns:a16="http://schemas.microsoft.com/office/drawing/2014/main" id="{79D299B9-9780-4861-6115-150AEEE0A0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562" y="3276042"/>
            <a:ext cx="313184" cy="3131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D2E7721-4E2C-29B1-BE26-4EF7B4E783C9}"/>
              </a:ext>
            </a:extLst>
          </p:cNvPr>
          <p:cNvSpPr txBox="1"/>
          <p:nvPr/>
        </p:nvSpPr>
        <p:spPr>
          <a:xfrm>
            <a:off x="3738747" y="4121091"/>
            <a:ext cx="3219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Insert your desired text here. </a:t>
            </a:r>
          </a:p>
        </p:txBody>
      </p:sp>
      <p:pic>
        <p:nvPicPr>
          <p:cNvPr id="34" name="Graphic 33" descr="Circle with left arrow outline">
            <a:extLst>
              <a:ext uri="{FF2B5EF4-FFF2-40B4-BE49-F238E27FC236}">
                <a16:creationId xmlns:a16="http://schemas.microsoft.com/office/drawing/2014/main" id="{7EB65520-2884-F07E-8D69-4941EE0C10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562" y="4121091"/>
            <a:ext cx="313184" cy="31318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4956B57-4584-F033-5474-1DA7DE687BEC}"/>
              </a:ext>
            </a:extLst>
          </p:cNvPr>
          <p:cNvSpPr txBox="1"/>
          <p:nvPr/>
        </p:nvSpPr>
        <p:spPr>
          <a:xfrm>
            <a:off x="3738747" y="4513176"/>
            <a:ext cx="3219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Insert your desired text here. </a:t>
            </a:r>
          </a:p>
        </p:txBody>
      </p:sp>
      <p:pic>
        <p:nvPicPr>
          <p:cNvPr id="66" name="Graphic 65" descr="Circle with left arrow outline">
            <a:extLst>
              <a:ext uri="{FF2B5EF4-FFF2-40B4-BE49-F238E27FC236}">
                <a16:creationId xmlns:a16="http://schemas.microsoft.com/office/drawing/2014/main" id="{283D41CB-A2F6-1128-7498-62F3DDCAE4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562" y="4513176"/>
            <a:ext cx="313184" cy="313184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2FFBDB3D-8922-6A18-D7E0-CC3E82359B24}"/>
              </a:ext>
            </a:extLst>
          </p:cNvPr>
          <p:cNvSpPr txBox="1"/>
          <p:nvPr/>
        </p:nvSpPr>
        <p:spPr>
          <a:xfrm>
            <a:off x="3738747" y="5422897"/>
            <a:ext cx="3219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Insert your desired text here. </a:t>
            </a:r>
          </a:p>
        </p:txBody>
      </p:sp>
      <p:pic>
        <p:nvPicPr>
          <p:cNvPr id="76" name="Graphic 75" descr="Circle with left arrow outline">
            <a:extLst>
              <a:ext uri="{FF2B5EF4-FFF2-40B4-BE49-F238E27FC236}">
                <a16:creationId xmlns:a16="http://schemas.microsoft.com/office/drawing/2014/main" id="{D01BF04D-A899-FEEB-A1E9-E3CE61FD4D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562" y="5422897"/>
            <a:ext cx="313184" cy="313184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99E9E5A4-42E6-08D7-D417-5047F4EA8BFE}"/>
              </a:ext>
            </a:extLst>
          </p:cNvPr>
          <p:cNvSpPr txBox="1"/>
          <p:nvPr/>
        </p:nvSpPr>
        <p:spPr>
          <a:xfrm>
            <a:off x="3738747" y="5814982"/>
            <a:ext cx="3219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Insert your desired text here. </a:t>
            </a:r>
          </a:p>
        </p:txBody>
      </p:sp>
      <p:pic>
        <p:nvPicPr>
          <p:cNvPr id="78" name="Graphic 77" descr="Circle with left arrow outline">
            <a:extLst>
              <a:ext uri="{FF2B5EF4-FFF2-40B4-BE49-F238E27FC236}">
                <a16:creationId xmlns:a16="http://schemas.microsoft.com/office/drawing/2014/main" id="{7486F4A8-E8E4-3759-98C8-E18DA61732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562" y="5814982"/>
            <a:ext cx="313184" cy="313184"/>
          </a:xfrm>
          <a:prstGeom prst="rect">
            <a:avLst/>
          </a:prstGeom>
        </p:spPr>
      </p:pic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1C91F6D7-6D1C-1DC2-DA54-E9FA1A728D89}"/>
              </a:ext>
            </a:extLst>
          </p:cNvPr>
          <p:cNvSpPr/>
          <p:nvPr/>
        </p:nvSpPr>
        <p:spPr>
          <a:xfrm>
            <a:off x="7745071" y="2896642"/>
            <a:ext cx="2381789" cy="2621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2CE15D1-D1FB-6AC9-516C-8783A4645A65}"/>
              </a:ext>
            </a:extLst>
          </p:cNvPr>
          <p:cNvSpPr/>
          <p:nvPr/>
        </p:nvSpPr>
        <p:spPr>
          <a:xfrm>
            <a:off x="7745071" y="3318550"/>
            <a:ext cx="2381789" cy="2621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721C090-F9CA-DC0E-0F23-121150433E45}"/>
              </a:ext>
            </a:extLst>
          </p:cNvPr>
          <p:cNvSpPr txBox="1"/>
          <p:nvPr/>
        </p:nvSpPr>
        <p:spPr>
          <a:xfrm>
            <a:off x="10279990" y="2883957"/>
            <a:ext cx="1609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Completed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8EE82B1-D490-EA50-1EFB-D375ABE41FFE}"/>
              </a:ext>
            </a:extLst>
          </p:cNvPr>
          <p:cNvSpPr txBox="1"/>
          <p:nvPr/>
        </p:nvSpPr>
        <p:spPr>
          <a:xfrm>
            <a:off x="10279990" y="3287515"/>
            <a:ext cx="1609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 Progress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7F58C5FC-54B8-B3B2-B443-C125511B19EA}"/>
              </a:ext>
            </a:extLst>
          </p:cNvPr>
          <p:cNvSpPr/>
          <p:nvPr/>
        </p:nvSpPr>
        <p:spPr>
          <a:xfrm>
            <a:off x="7745071" y="2896642"/>
            <a:ext cx="2381789" cy="262166"/>
          </a:xfrm>
          <a:prstGeom prst="roundRect">
            <a:avLst>
              <a:gd name="adj" fmla="val 50000"/>
            </a:avLst>
          </a:prstGeom>
          <a:pattFill prst="dkUpDiag">
            <a:fgClr>
              <a:srgbClr val="00B050"/>
            </a:fgClr>
            <a:bgClr>
              <a:srgbClr val="92D050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09E5138C-EE69-3E00-72AC-A42934797A32}"/>
              </a:ext>
            </a:extLst>
          </p:cNvPr>
          <p:cNvSpPr/>
          <p:nvPr/>
        </p:nvSpPr>
        <p:spPr>
          <a:xfrm>
            <a:off x="7745071" y="3318550"/>
            <a:ext cx="1589701" cy="262166"/>
          </a:xfrm>
          <a:prstGeom prst="roundRect">
            <a:avLst>
              <a:gd name="adj" fmla="val 50000"/>
            </a:avLst>
          </a:prstGeom>
          <a:pattFill prst="dkUpDiag">
            <a:fgClr>
              <a:srgbClr val="FFC000"/>
            </a:fgClr>
            <a:bgClr>
              <a:srgbClr val="FFFF00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5045B74D-81C0-4636-3D7C-2C9F08EC538C}"/>
              </a:ext>
            </a:extLst>
          </p:cNvPr>
          <p:cNvSpPr/>
          <p:nvPr/>
        </p:nvSpPr>
        <p:spPr>
          <a:xfrm>
            <a:off x="7745071" y="4149558"/>
            <a:ext cx="2381789" cy="2621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9CCD26A7-D72A-4A04-F878-B9C718B84C0D}"/>
              </a:ext>
            </a:extLst>
          </p:cNvPr>
          <p:cNvSpPr/>
          <p:nvPr/>
        </p:nvSpPr>
        <p:spPr>
          <a:xfrm>
            <a:off x="7745071" y="4571466"/>
            <a:ext cx="2381789" cy="2621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1B91071-9E8E-3498-912D-E655820E2E44}"/>
              </a:ext>
            </a:extLst>
          </p:cNvPr>
          <p:cNvSpPr txBox="1"/>
          <p:nvPr/>
        </p:nvSpPr>
        <p:spPr>
          <a:xfrm>
            <a:off x="10279990" y="4136873"/>
            <a:ext cx="1609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Not Yet Started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47E4C2A-1AE9-A161-720E-5755B98461D0}"/>
              </a:ext>
            </a:extLst>
          </p:cNvPr>
          <p:cNvSpPr txBox="1"/>
          <p:nvPr/>
        </p:nvSpPr>
        <p:spPr>
          <a:xfrm>
            <a:off x="10279990" y="4540431"/>
            <a:ext cx="1609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 Progress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7E77571F-90BB-5075-9B87-0486B2B2FE09}"/>
              </a:ext>
            </a:extLst>
          </p:cNvPr>
          <p:cNvSpPr/>
          <p:nvPr/>
        </p:nvSpPr>
        <p:spPr>
          <a:xfrm>
            <a:off x="7745071" y="4149558"/>
            <a:ext cx="365565" cy="262166"/>
          </a:xfrm>
          <a:prstGeom prst="roundRect">
            <a:avLst>
              <a:gd name="adj" fmla="val 50000"/>
            </a:avLst>
          </a:prstGeom>
          <a:pattFill prst="dkUpDiag">
            <a:fgClr>
              <a:srgbClr val="FF0000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86A7B3F6-B625-C388-4E3F-02880C0A9687}"/>
              </a:ext>
            </a:extLst>
          </p:cNvPr>
          <p:cNvSpPr/>
          <p:nvPr/>
        </p:nvSpPr>
        <p:spPr>
          <a:xfrm>
            <a:off x="7745071" y="4571466"/>
            <a:ext cx="1877733" cy="262166"/>
          </a:xfrm>
          <a:prstGeom prst="roundRect">
            <a:avLst>
              <a:gd name="adj" fmla="val 50000"/>
            </a:avLst>
          </a:prstGeom>
          <a:pattFill prst="dkUpDiag">
            <a:fgClr>
              <a:srgbClr val="FFC000"/>
            </a:fgClr>
            <a:bgClr>
              <a:srgbClr val="FFFF00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3782D004-CDC8-57B0-FB79-CB79F8CEC569}"/>
              </a:ext>
            </a:extLst>
          </p:cNvPr>
          <p:cNvSpPr/>
          <p:nvPr/>
        </p:nvSpPr>
        <p:spPr>
          <a:xfrm>
            <a:off x="7745071" y="5422897"/>
            <a:ext cx="2381789" cy="2621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1CBACB74-736B-90DE-89C2-89AC100562A1}"/>
              </a:ext>
            </a:extLst>
          </p:cNvPr>
          <p:cNvSpPr/>
          <p:nvPr/>
        </p:nvSpPr>
        <p:spPr>
          <a:xfrm>
            <a:off x="7745071" y="5844805"/>
            <a:ext cx="2381789" cy="2621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6362526-6A9C-3D3F-A7DF-7CD24BF51003}"/>
              </a:ext>
            </a:extLst>
          </p:cNvPr>
          <p:cNvSpPr txBox="1"/>
          <p:nvPr/>
        </p:nvSpPr>
        <p:spPr>
          <a:xfrm>
            <a:off x="10279990" y="5410212"/>
            <a:ext cx="1609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Completed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B537627-3590-A272-D334-8968C99F27FD}"/>
              </a:ext>
            </a:extLst>
          </p:cNvPr>
          <p:cNvSpPr txBox="1"/>
          <p:nvPr/>
        </p:nvSpPr>
        <p:spPr>
          <a:xfrm>
            <a:off x="10279990" y="5813770"/>
            <a:ext cx="1609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Not Yet Started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8B02F1A6-447F-E5FC-A54B-6B13FC5FDF3F}"/>
              </a:ext>
            </a:extLst>
          </p:cNvPr>
          <p:cNvSpPr/>
          <p:nvPr/>
        </p:nvSpPr>
        <p:spPr>
          <a:xfrm>
            <a:off x="7745071" y="5422897"/>
            <a:ext cx="2381789" cy="262166"/>
          </a:xfrm>
          <a:prstGeom prst="roundRect">
            <a:avLst>
              <a:gd name="adj" fmla="val 50000"/>
            </a:avLst>
          </a:prstGeom>
          <a:pattFill prst="dkUpDiag">
            <a:fgClr>
              <a:srgbClr val="00B050"/>
            </a:fgClr>
            <a:bgClr>
              <a:srgbClr val="92D050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A09A56AD-633A-0AAC-F3BB-C9B8C47AE243}"/>
              </a:ext>
            </a:extLst>
          </p:cNvPr>
          <p:cNvSpPr/>
          <p:nvPr/>
        </p:nvSpPr>
        <p:spPr>
          <a:xfrm>
            <a:off x="7745071" y="5844805"/>
            <a:ext cx="365565" cy="262166"/>
          </a:xfrm>
          <a:prstGeom prst="roundRect">
            <a:avLst>
              <a:gd name="adj" fmla="val 50000"/>
            </a:avLst>
          </a:prstGeom>
          <a:pattFill prst="dkUpDiag">
            <a:fgClr>
              <a:srgbClr val="FF0000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0" name="Graphic 119" descr="Bar graph with upward trend with solid fill">
            <a:extLst>
              <a:ext uri="{FF2B5EF4-FFF2-40B4-BE49-F238E27FC236}">
                <a16:creationId xmlns:a16="http://schemas.microsoft.com/office/drawing/2014/main" id="{31F6B531-DB4C-8C5D-65A1-4259DDA2A49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393593" y="2981404"/>
            <a:ext cx="326135" cy="326135"/>
          </a:xfrm>
          <a:prstGeom prst="rect">
            <a:avLst/>
          </a:prstGeom>
        </p:spPr>
      </p:pic>
      <p:pic>
        <p:nvPicPr>
          <p:cNvPr id="122" name="Graphic 121" descr="Megaphone1 with solid fill">
            <a:extLst>
              <a:ext uri="{FF2B5EF4-FFF2-40B4-BE49-F238E27FC236}">
                <a16:creationId xmlns:a16="http://schemas.microsoft.com/office/drawing/2014/main" id="{B9B2B979-7806-B2DC-6F7C-3871D8385A4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5108" y="4107659"/>
            <a:ext cx="349207" cy="349207"/>
          </a:xfrm>
          <a:prstGeom prst="rect">
            <a:avLst/>
          </a:prstGeom>
        </p:spPr>
      </p:pic>
      <p:pic>
        <p:nvPicPr>
          <p:cNvPr id="124" name="Graphic 123" descr="Target Audience with solid fill">
            <a:extLst>
              <a:ext uri="{FF2B5EF4-FFF2-40B4-BE49-F238E27FC236}">
                <a16:creationId xmlns:a16="http://schemas.microsoft.com/office/drawing/2014/main" id="{072CE720-4B96-AE74-DAE4-CA1F002FD43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0543" y="5483323"/>
            <a:ext cx="338336" cy="33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9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7C37E022-2921-4531-C201-8DFF2C37D354}"/>
              </a:ext>
            </a:extLst>
          </p:cNvPr>
          <p:cNvSpPr/>
          <p:nvPr/>
        </p:nvSpPr>
        <p:spPr>
          <a:xfrm>
            <a:off x="8508785" y="1994684"/>
            <a:ext cx="3308157" cy="2664809"/>
          </a:xfrm>
          <a:custGeom>
            <a:avLst/>
            <a:gdLst>
              <a:gd name="connsiteX0" fmla="*/ 993926 w 3308157"/>
              <a:gd name="connsiteY0" fmla="*/ 0 h 2664809"/>
              <a:gd name="connsiteX1" fmla="*/ 3308157 w 3308157"/>
              <a:gd name="connsiteY1" fmla="*/ 0 h 2664809"/>
              <a:gd name="connsiteX2" fmla="*/ 3308157 w 3308157"/>
              <a:gd name="connsiteY2" fmla="*/ 2664809 h 2664809"/>
              <a:gd name="connsiteX3" fmla="*/ 0 w 3308157"/>
              <a:gd name="connsiteY3" fmla="*/ 2664809 h 2664809"/>
              <a:gd name="connsiteX4" fmla="*/ 577401 w 3308157"/>
              <a:gd name="connsiteY4" fmla="*/ 326231 h 2664809"/>
              <a:gd name="connsiteX5" fmla="*/ 993926 w 3308157"/>
              <a:gd name="connsiteY5" fmla="*/ 0 h 2664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08157" h="2664809">
                <a:moveTo>
                  <a:pt x="993926" y="0"/>
                </a:moveTo>
                <a:lnTo>
                  <a:pt x="3308157" y="0"/>
                </a:lnTo>
                <a:lnTo>
                  <a:pt x="3308157" y="2664809"/>
                </a:lnTo>
                <a:lnTo>
                  <a:pt x="0" y="2664809"/>
                </a:lnTo>
                <a:lnTo>
                  <a:pt x="577401" y="326231"/>
                </a:lnTo>
                <a:cubicBezTo>
                  <a:pt x="624645" y="134588"/>
                  <a:pt x="796570" y="0"/>
                  <a:pt x="993926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75000"/>
                  <a:alpha val="0"/>
                </a:schemeClr>
              </a:gs>
              <a:gs pos="100000">
                <a:schemeClr val="accent4"/>
              </a:gs>
            </a:gsLst>
            <a:lin ang="16200000" scaled="1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82F8A852-6FD8-FB70-0360-B2381929FF36}"/>
              </a:ext>
            </a:extLst>
          </p:cNvPr>
          <p:cNvSpPr/>
          <p:nvPr/>
        </p:nvSpPr>
        <p:spPr>
          <a:xfrm>
            <a:off x="8880669" y="1732264"/>
            <a:ext cx="3308157" cy="2664809"/>
          </a:xfrm>
          <a:custGeom>
            <a:avLst/>
            <a:gdLst>
              <a:gd name="connsiteX0" fmla="*/ 993926 w 3308157"/>
              <a:gd name="connsiteY0" fmla="*/ 0 h 2664809"/>
              <a:gd name="connsiteX1" fmla="*/ 3308157 w 3308157"/>
              <a:gd name="connsiteY1" fmla="*/ 0 h 2664809"/>
              <a:gd name="connsiteX2" fmla="*/ 3308157 w 3308157"/>
              <a:gd name="connsiteY2" fmla="*/ 2664809 h 2664809"/>
              <a:gd name="connsiteX3" fmla="*/ 0 w 3308157"/>
              <a:gd name="connsiteY3" fmla="*/ 2664809 h 2664809"/>
              <a:gd name="connsiteX4" fmla="*/ 577401 w 3308157"/>
              <a:gd name="connsiteY4" fmla="*/ 326231 h 2664809"/>
              <a:gd name="connsiteX5" fmla="*/ 993926 w 3308157"/>
              <a:gd name="connsiteY5" fmla="*/ 0 h 2664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08157" h="2664809">
                <a:moveTo>
                  <a:pt x="993926" y="0"/>
                </a:moveTo>
                <a:lnTo>
                  <a:pt x="3308157" y="0"/>
                </a:lnTo>
                <a:lnTo>
                  <a:pt x="3308157" y="2664809"/>
                </a:lnTo>
                <a:lnTo>
                  <a:pt x="0" y="2664809"/>
                </a:lnTo>
                <a:lnTo>
                  <a:pt x="577401" y="326231"/>
                </a:lnTo>
                <a:cubicBezTo>
                  <a:pt x="624645" y="134588"/>
                  <a:pt x="796570" y="0"/>
                  <a:pt x="993926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75000"/>
                  <a:alpha val="0"/>
                </a:schemeClr>
              </a:gs>
              <a:gs pos="100000">
                <a:schemeClr val="accent5"/>
              </a:gs>
            </a:gsLst>
            <a:lin ang="16200000" scaled="1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DCCE0E-ABA7-B0B6-CF77-1DAB49EBA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404664"/>
            <a:ext cx="4044811" cy="1296145"/>
          </a:xfrm>
        </p:spPr>
        <p:txBody>
          <a:bodyPr/>
          <a:lstStyle/>
          <a:p>
            <a:r>
              <a:rPr lang="en-US" dirty="0"/>
              <a:t>Key Channel </a:t>
            </a:r>
            <a:br>
              <a:rPr lang="en-US" dirty="0"/>
            </a:br>
            <a:r>
              <a:rPr lang="en-US" dirty="0"/>
              <a:t>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E4FB9-3CFB-676E-00D4-F3A9E9D8A0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10236" y="404659"/>
            <a:ext cx="3859794" cy="1296145"/>
          </a:xfrm>
        </p:spPr>
        <p:txBody>
          <a:bodyPr/>
          <a:lstStyle/>
          <a:p>
            <a:r>
              <a:rPr lang="en-US" dirty="0"/>
              <a:t>A brief intro statement about the topic. Insert your desired text here. This is a sample text.</a:t>
            </a:r>
          </a:p>
        </p:txBody>
      </p:sp>
      <p:pic>
        <p:nvPicPr>
          <p:cNvPr id="89" name="Picture Placeholder 88" descr="A hand drawing a maze on a piece of paper surrounded by crumpled paper&#10;&#10;Description automatically generated">
            <a:extLst>
              <a:ext uri="{FF2B5EF4-FFF2-40B4-BE49-F238E27FC236}">
                <a16:creationId xmlns:a16="http://schemas.microsoft.com/office/drawing/2014/main" id="{5E33C22C-9DCD-E141-B0E6-492D8D21DDE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10" r="26610"/>
          <a:stretch/>
        </p:blipFill>
        <p:spPr>
          <a:xfrm>
            <a:off x="8555039" y="1476630"/>
            <a:ext cx="3631022" cy="5371106"/>
          </a:xfrm>
        </p:spPr>
      </p:pic>
      <p:pic>
        <p:nvPicPr>
          <p:cNvPr id="4" name="Graphic 3" descr="Mandala outline">
            <a:extLst>
              <a:ext uri="{FF2B5EF4-FFF2-40B4-BE49-F238E27FC236}">
                <a16:creationId xmlns:a16="http://schemas.microsoft.com/office/drawing/2014/main" id="{EFF48B3E-9DC5-88D3-D0E4-4B5F20FCD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8828" y="404664"/>
            <a:ext cx="648072" cy="6480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B2CFB5-5883-5F04-3940-DE373F127001}"/>
              </a:ext>
            </a:extLst>
          </p:cNvPr>
          <p:cNvSpPr txBox="1"/>
          <p:nvPr/>
        </p:nvSpPr>
        <p:spPr>
          <a:xfrm>
            <a:off x="10486900" y="540585"/>
            <a:ext cx="1405733" cy="48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600" b="1" dirty="0"/>
              <a:t>YOUR </a:t>
            </a:r>
          </a:p>
          <a:p>
            <a:pPr>
              <a:lnSpc>
                <a:spcPct val="80000"/>
              </a:lnSpc>
            </a:pPr>
            <a:r>
              <a:rPr lang="en-US" sz="1600" b="1" dirty="0"/>
              <a:t>LOGO HERE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93265D-B70B-4F98-094E-38B7EA7BC341}"/>
              </a:ext>
            </a:extLst>
          </p:cNvPr>
          <p:cNvSpPr txBox="1"/>
          <p:nvPr/>
        </p:nvSpPr>
        <p:spPr>
          <a:xfrm>
            <a:off x="1496434" y="3429000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Insert your desired text here. This is a sample text.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CB8F2EF-357D-16A2-19FB-69AFC9C7C8EF}"/>
              </a:ext>
            </a:extLst>
          </p:cNvPr>
          <p:cNvSpPr txBox="1"/>
          <p:nvPr/>
        </p:nvSpPr>
        <p:spPr>
          <a:xfrm>
            <a:off x="1511316" y="3080051"/>
            <a:ext cx="3143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1600" b="1"/>
            </a:lvl1pPr>
          </a:lstStyle>
          <a:p>
            <a:pPr algn="l"/>
            <a:r>
              <a:rPr lang="en-US" sz="2000" dirty="0"/>
              <a:t>Title Placeholder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9900BA-AFF2-361D-B745-22D80FD5492D}"/>
              </a:ext>
            </a:extLst>
          </p:cNvPr>
          <p:cNvSpPr txBox="1"/>
          <p:nvPr/>
        </p:nvSpPr>
        <p:spPr>
          <a:xfrm>
            <a:off x="1496434" y="5270863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Insert your desired text here. This is a sample text.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8CF371-74E9-BD33-A20F-3A75C66107B5}"/>
              </a:ext>
            </a:extLst>
          </p:cNvPr>
          <p:cNvSpPr txBox="1"/>
          <p:nvPr/>
        </p:nvSpPr>
        <p:spPr>
          <a:xfrm>
            <a:off x="1511316" y="4921914"/>
            <a:ext cx="357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1600" b="1"/>
            </a:lvl1pPr>
          </a:lstStyle>
          <a:p>
            <a:pPr algn="l"/>
            <a:r>
              <a:rPr lang="en-US" sz="2000" dirty="0"/>
              <a:t>Title Placeholder 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730278-F942-EB09-0BAD-0D309256A568}"/>
              </a:ext>
            </a:extLst>
          </p:cNvPr>
          <p:cNvSpPr txBox="1"/>
          <p:nvPr/>
        </p:nvSpPr>
        <p:spPr>
          <a:xfrm>
            <a:off x="5722553" y="3429000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Insert your desired text here. This is a sample text.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AFF870-EAC1-4BAD-77F9-8C67273013C3}"/>
              </a:ext>
            </a:extLst>
          </p:cNvPr>
          <p:cNvSpPr txBox="1"/>
          <p:nvPr/>
        </p:nvSpPr>
        <p:spPr>
          <a:xfrm>
            <a:off x="5737435" y="3080051"/>
            <a:ext cx="3143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1600" b="1"/>
            </a:lvl1pPr>
          </a:lstStyle>
          <a:p>
            <a:pPr algn="l"/>
            <a:r>
              <a:rPr lang="en-US" sz="2000" dirty="0"/>
              <a:t>Title Placeholder 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B4D32B-1766-DA5A-A182-847FDB6F64EE}"/>
              </a:ext>
            </a:extLst>
          </p:cNvPr>
          <p:cNvSpPr txBox="1"/>
          <p:nvPr/>
        </p:nvSpPr>
        <p:spPr>
          <a:xfrm>
            <a:off x="5722553" y="5270863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Insert your desired text here. This is a sample text.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7F2C4D-E67B-8E29-794E-91E4974DAF00}"/>
              </a:ext>
            </a:extLst>
          </p:cNvPr>
          <p:cNvSpPr txBox="1"/>
          <p:nvPr/>
        </p:nvSpPr>
        <p:spPr>
          <a:xfrm>
            <a:off x="5737435" y="4921914"/>
            <a:ext cx="357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1600" b="1"/>
            </a:lvl1pPr>
          </a:lstStyle>
          <a:p>
            <a:pPr algn="l"/>
            <a:r>
              <a:rPr lang="en-US" sz="2000" dirty="0"/>
              <a:t>Title Placeholder 4</a:t>
            </a:r>
          </a:p>
        </p:txBody>
      </p:sp>
      <p:sp>
        <p:nvSpPr>
          <p:cNvPr id="57" name="Trapezoid 56">
            <a:extLst>
              <a:ext uri="{FF2B5EF4-FFF2-40B4-BE49-F238E27FC236}">
                <a16:creationId xmlns:a16="http://schemas.microsoft.com/office/drawing/2014/main" id="{FC823CF0-4022-1576-D7CE-B1641CED9F6B}"/>
              </a:ext>
            </a:extLst>
          </p:cNvPr>
          <p:cNvSpPr/>
          <p:nvPr/>
        </p:nvSpPr>
        <p:spPr>
          <a:xfrm rot="10800000">
            <a:off x="595053" y="3264717"/>
            <a:ext cx="1006226" cy="432048"/>
          </a:xfrm>
          <a:prstGeom prst="trapezoid">
            <a:avLst/>
          </a:prstGeom>
          <a:solidFill>
            <a:schemeClr val="accent1">
              <a:lumMod val="50000"/>
            </a:schemeClr>
          </a:solidFill>
          <a:effectLst>
            <a:softEdge rad="165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A343A0D6-2102-3863-09C6-CA5CC4281C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091" y="2913852"/>
            <a:ext cx="841743" cy="575191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5F2362F-62E0-ADC2-36EA-B8DC46B83F00}"/>
              </a:ext>
            </a:extLst>
          </p:cNvPr>
          <p:cNvSpPr txBox="1"/>
          <p:nvPr/>
        </p:nvSpPr>
        <p:spPr>
          <a:xfrm>
            <a:off x="609600" y="3012340"/>
            <a:ext cx="827235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800" b="1" dirty="0">
                <a:solidFill>
                  <a:schemeClr val="accent2"/>
                </a:solidFill>
              </a:rPr>
              <a:t>01</a:t>
            </a:r>
          </a:p>
        </p:txBody>
      </p:sp>
      <p:sp>
        <p:nvSpPr>
          <p:cNvPr id="58" name="Trapezoid 57">
            <a:extLst>
              <a:ext uri="{FF2B5EF4-FFF2-40B4-BE49-F238E27FC236}">
                <a16:creationId xmlns:a16="http://schemas.microsoft.com/office/drawing/2014/main" id="{885191DD-7ACA-D945-05C1-34FD3EF400B2}"/>
              </a:ext>
            </a:extLst>
          </p:cNvPr>
          <p:cNvSpPr/>
          <p:nvPr/>
        </p:nvSpPr>
        <p:spPr>
          <a:xfrm rot="10800000">
            <a:off x="595053" y="5116816"/>
            <a:ext cx="1006226" cy="432048"/>
          </a:xfrm>
          <a:prstGeom prst="trapezoid">
            <a:avLst/>
          </a:prstGeom>
          <a:solidFill>
            <a:schemeClr val="accent1">
              <a:lumMod val="50000"/>
            </a:schemeClr>
          </a:solidFill>
          <a:effectLst>
            <a:softEdge rad="165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5C5A0D62-8867-4BAA-D8CF-265A31A787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091" y="4765951"/>
            <a:ext cx="841743" cy="575191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E9079B7-BD59-FA3E-4480-006B99F3D8EA}"/>
              </a:ext>
            </a:extLst>
          </p:cNvPr>
          <p:cNvSpPr txBox="1"/>
          <p:nvPr/>
        </p:nvSpPr>
        <p:spPr>
          <a:xfrm>
            <a:off x="609600" y="4864439"/>
            <a:ext cx="827235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800" b="1" dirty="0">
                <a:solidFill>
                  <a:schemeClr val="accent2"/>
                </a:solidFill>
              </a:rPr>
              <a:t>02</a:t>
            </a:r>
          </a:p>
        </p:txBody>
      </p:sp>
      <p:sp>
        <p:nvSpPr>
          <p:cNvPr id="68" name="Trapezoid 67">
            <a:extLst>
              <a:ext uri="{FF2B5EF4-FFF2-40B4-BE49-F238E27FC236}">
                <a16:creationId xmlns:a16="http://schemas.microsoft.com/office/drawing/2014/main" id="{A5F9F22A-4682-E017-1F22-60E8BD21874C}"/>
              </a:ext>
            </a:extLst>
          </p:cNvPr>
          <p:cNvSpPr/>
          <p:nvPr/>
        </p:nvSpPr>
        <p:spPr>
          <a:xfrm rot="10800000">
            <a:off x="4735029" y="3264717"/>
            <a:ext cx="1006226" cy="432048"/>
          </a:xfrm>
          <a:prstGeom prst="trapezoid">
            <a:avLst/>
          </a:prstGeom>
          <a:solidFill>
            <a:schemeClr val="accent1">
              <a:lumMod val="50000"/>
            </a:schemeClr>
          </a:solidFill>
          <a:effectLst>
            <a:softEdge rad="165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5A0C1DEE-912F-49F4-3BBA-86BAF00B15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5067" y="2913852"/>
            <a:ext cx="841743" cy="575191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4359927C-DCC4-E086-5F9D-CAC3EB4AFD92}"/>
              </a:ext>
            </a:extLst>
          </p:cNvPr>
          <p:cNvSpPr txBox="1"/>
          <p:nvPr/>
        </p:nvSpPr>
        <p:spPr>
          <a:xfrm>
            <a:off x="4749576" y="3012340"/>
            <a:ext cx="827235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800" b="1" dirty="0">
                <a:solidFill>
                  <a:schemeClr val="accent2"/>
                </a:solidFill>
              </a:rPr>
              <a:t>03</a:t>
            </a:r>
          </a:p>
        </p:txBody>
      </p:sp>
      <p:sp>
        <p:nvSpPr>
          <p:cNvPr id="71" name="Trapezoid 70">
            <a:extLst>
              <a:ext uri="{FF2B5EF4-FFF2-40B4-BE49-F238E27FC236}">
                <a16:creationId xmlns:a16="http://schemas.microsoft.com/office/drawing/2014/main" id="{98DB5AA5-B3A8-3D9E-8CF4-9229353E1349}"/>
              </a:ext>
            </a:extLst>
          </p:cNvPr>
          <p:cNvSpPr/>
          <p:nvPr/>
        </p:nvSpPr>
        <p:spPr>
          <a:xfrm rot="10800000">
            <a:off x="4735029" y="5116816"/>
            <a:ext cx="1006226" cy="432048"/>
          </a:xfrm>
          <a:prstGeom prst="trapezoid">
            <a:avLst/>
          </a:prstGeom>
          <a:solidFill>
            <a:schemeClr val="accent1">
              <a:lumMod val="50000"/>
            </a:schemeClr>
          </a:solidFill>
          <a:effectLst>
            <a:softEdge rad="165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2FBC849D-8E0C-3C21-CD04-83DC277C2F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5067" y="4765951"/>
            <a:ext cx="841743" cy="575191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8E898094-90F1-0D44-4579-3FF6C812A250}"/>
              </a:ext>
            </a:extLst>
          </p:cNvPr>
          <p:cNvSpPr txBox="1"/>
          <p:nvPr/>
        </p:nvSpPr>
        <p:spPr>
          <a:xfrm>
            <a:off x="4749576" y="4864439"/>
            <a:ext cx="827235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800" b="1" dirty="0">
                <a:solidFill>
                  <a:schemeClr val="accent2"/>
                </a:solidFill>
              </a:rPr>
              <a:t>04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C5D5104-8191-488F-4868-26978E87ABC9}"/>
              </a:ext>
            </a:extLst>
          </p:cNvPr>
          <p:cNvCxnSpPr/>
          <p:nvPr/>
        </p:nvCxnSpPr>
        <p:spPr>
          <a:xfrm>
            <a:off x="595053" y="4365104"/>
            <a:ext cx="377116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64A839E-3ED7-1019-B3C0-CED445E40F72}"/>
              </a:ext>
            </a:extLst>
          </p:cNvPr>
          <p:cNvCxnSpPr/>
          <p:nvPr/>
        </p:nvCxnSpPr>
        <p:spPr>
          <a:xfrm>
            <a:off x="4706213" y="4365104"/>
            <a:ext cx="377116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206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56E06489-17A0-E24A-55DA-D433B15F907B}"/>
              </a:ext>
            </a:extLst>
          </p:cNvPr>
          <p:cNvSpPr/>
          <p:nvPr/>
        </p:nvSpPr>
        <p:spPr>
          <a:xfrm>
            <a:off x="5421404" y="2274001"/>
            <a:ext cx="1297322" cy="129732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Graphic 22">
            <a:extLst>
              <a:ext uri="{FF2B5EF4-FFF2-40B4-BE49-F238E27FC236}">
                <a16:creationId xmlns:a16="http://schemas.microsoft.com/office/drawing/2014/main" id="{E745A664-218C-3621-28A3-F68BD0669EFE}"/>
              </a:ext>
            </a:extLst>
          </p:cNvPr>
          <p:cNvSpPr/>
          <p:nvPr/>
        </p:nvSpPr>
        <p:spPr>
          <a:xfrm>
            <a:off x="6023901" y="2319345"/>
            <a:ext cx="6165514" cy="4540872"/>
          </a:xfrm>
          <a:custGeom>
            <a:avLst/>
            <a:gdLst>
              <a:gd name="connsiteX0" fmla="*/ 202728 w 6165514"/>
              <a:gd name="connsiteY0" fmla="*/ 496000 h 4540872"/>
              <a:gd name="connsiteX1" fmla="*/ 687196 w 6165514"/>
              <a:gd name="connsiteY1" fmla="*/ 114132 h 4540872"/>
              <a:gd name="connsiteX2" fmla="*/ 1016433 w 6165514"/>
              <a:gd name="connsiteY2" fmla="*/ 0 h 4540872"/>
              <a:gd name="connsiteX3" fmla="*/ 6165515 w 6165514"/>
              <a:gd name="connsiteY3" fmla="*/ 0 h 4540872"/>
              <a:gd name="connsiteX4" fmla="*/ 6165515 w 6165514"/>
              <a:gd name="connsiteY4" fmla="*/ 4540873 h 4540872"/>
              <a:gd name="connsiteX5" fmla="*/ 1525738 w 6165514"/>
              <a:gd name="connsiteY5" fmla="*/ 4540873 h 4540872"/>
              <a:gd name="connsiteX6" fmla="*/ 1019242 w 6165514"/>
              <a:gd name="connsiteY6" fmla="*/ 4171571 h 4540872"/>
              <a:gd name="connsiteX7" fmla="*/ 25469 w 6165514"/>
              <a:gd name="connsiteY7" fmla="*/ 1076415 h 4540872"/>
              <a:gd name="connsiteX8" fmla="*/ 202580 w 6165514"/>
              <a:gd name="connsiteY8" fmla="*/ 496000 h 4540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65514" h="4540872">
                <a:moveTo>
                  <a:pt x="202728" y="496000"/>
                </a:moveTo>
                <a:lnTo>
                  <a:pt x="687196" y="114132"/>
                </a:lnTo>
                <a:cubicBezTo>
                  <a:pt x="781074" y="40212"/>
                  <a:pt x="896979" y="0"/>
                  <a:pt x="1016433" y="0"/>
                </a:cubicBezTo>
                <a:lnTo>
                  <a:pt x="6165515" y="0"/>
                </a:lnTo>
                <a:lnTo>
                  <a:pt x="6165515" y="4540873"/>
                </a:lnTo>
                <a:lnTo>
                  <a:pt x="1525738" y="4540873"/>
                </a:lnTo>
                <a:cubicBezTo>
                  <a:pt x="1294666" y="4540873"/>
                  <a:pt x="1089909" y="4391555"/>
                  <a:pt x="1019242" y="4171571"/>
                </a:cubicBezTo>
                <a:lnTo>
                  <a:pt x="25469" y="1076415"/>
                </a:lnTo>
                <a:cubicBezTo>
                  <a:pt x="-42389" y="865006"/>
                  <a:pt x="28278" y="633490"/>
                  <a:pt x="202580" y="49600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AB67B5-DF0D-4EC8-2A97-35548673F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8" name="Picture Placeholder 7" descr="A close-up of a handshake&#10;&#10;Description automatically generated">
            <a:extLst>
              <a:ext uri="{FF2B5EF4-FFF2-40B4-BE49-F238E27FC236}">
                <a16:creationId xmlns:a16="http://schemas.microsoft.com/office/drawing/2014/main" id="{06E8D754-DAE4-131D-3354-C8C37BC3656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68" r="14668"/>
          <a:stretch>
            <a:fillRect/>
          </a:stretch>
        </p:blipFill>
        <p:spPr/>
      </p:pic>
      <p:sp>
        <p:nvSpPr>
          <p:cNvPr id="9" name="Block Arc 8">
            <a:extLst>
              <a:ext uri="{FF2B5EF4-FFF2-40B4-BE49-F238E27FC236}">
                <a16:creationId xmlns:a16="http://schemas.microsoft.com/office/drawing/2014/main" id="{6953056E-7D6B-BDBD-8EE2-8741E1013BB3}"/>
              </a:ext>
            </a:extLst>
          </p:cNvPr>
          <p:cNvSpPr/>
          <p:nvPr/>
        </p:nvSpPr>
        <p:spPr>
          <a:xfrm>
            <a:off x="3070076" y="5271328"/>
            <a:ext cx="3168352" cy="3168352"/>
          </a:xfrm>
          <a:prstGeom prst="blockArc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2FDA76-D1B1-62FE-CDA0-7129275C647F}"/>
              </a:ext>
            </a:extLst>
          </p:cNvPr>
          <p:cNvSpPr txBox="1"/>
          <p:nvPr/>
        </p:nvSpPr>
        <p:spPr>
          <a:xfrm>
            <a:off x="6601631" y="2514180"/>
            <a:ext cx="49105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Get in touch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9B193E-48F4-BD18-FCC3-9E4EB5A7F26B}"/>
              </a:ext>
            </a:extLst>
          </p:cNvPr>
          <p:cNvSpPr txBox="1"/>
          <p:nvPr/>
        </p:nvSpPr>
        <p:spPr>
          <a:xfrm>
            <a:off x="6672128" y="3353626"/>
            <a:ext cx="4102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Enter your website URL here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A45A3C-22A0-097E-D747-88EDD3288533}"/>
              </a:ext>
            </a:extLst>
          </p:cNvPr>
          <p:cNvSpPr txBox="1"/>
          <p:nvPr/>
        </p:nvSpPr>
        <p:spPr>
          <a:xfrm>
            <a:off x="6766492" y="4169318"/>
            <a:ext cx="3096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Your office address here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2F6038-4296-F37A-DB1A-D790A3C67E4A}"/>
              </a:ext>
            </a:extLst>
          </p:cNvPr>
          <p:cNvSpPr txBox="1"/>
          <p:nvPr/>
        </p:nvSpPr>
        <p:spPr>
          <a:xfrm>
            <a:off x="7020161" y="4966997"/>
            <a:ext cx="3096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Enter email address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FDA195-BF97-6422-0C06-37798DE9A1A0}"/>
              </a:ext>
            </a:extLst>
          </p:cNvPr>
          <p:cNvSpPr txBox="1"/>
          <p:nvPr/>
        </p:nvSpPr>
        <p:spPr>
          <a:xfrm>
            <a:off x="7279307" y="5761606"/>
            <a:ext cx="3096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(212) 123-4567</a:t>
            </a:r>
          </a:p>
        </p:txBody>
      </p:sp>
      <p:sp>
        <p:nvSpPr>
          <p:cNvPr id="21" name="Block Arc 20">
            <a:extLst>
              <a:ext uri="{FF2B5EF4-FFF2-40B4-BE49-F238E27FC236}">
                <a16:creationId xmlns:a16="http://schemas.microsoft.com/office/drawing/2014/main" id="{3266A4D3-2C02-DE51-5821-D45E36DDF404}"/>
              </a:ext>
            </a:extLst>
          </p:cNvPr>
          <p:cNvSpPr/>
          <p:nvPr/>
        </p:nvSpPr>
        <p:spPr>
          <a:xfrm rot="16200000">
            <a:off x="11224433" y="0"/>
            <a:ext cx="1917949" cy="1917949"/>
          </a:xfrm>
          <a:prstGeom prst="blockArc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0367FD-57B1-5743-6E24-38D89D7F9237}"/>
              </a:ext>
            </a:extLst>
          </p:cNvPr>
          <p:cNvGrpSpPr/>
          <p:nvPr/>
        </p:nvGrpSpPr>
        <p:grpSpPr>
          <a:xfrm>
            <a:off x="5814414" y="3229588"/>
            <a:ext cx="1350827" cy="3107507"/>
            <a:chOff x="5421545" y="3335137"/>
            <a:chExt cx="1714019" cy="3943013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86881DA-AFD7-3156-2045-4B67128CEF71}"/>
                </a:ext>
              </a:extLst>
            </p:cNvPr>
            <p:cNvSpPr/>
            <p:nvPr/>
          </p:nvSpPr>
          <p:spPr>
            <a:xfrm>
              <a:off x="5421545" y="3335137"/>
              <a:ext cx="822462" cy="8224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1A8E281-942F-3FC9-9766-BFE9D886D40C}"/>
                </a:ext>
              </a:extLst>
            </p:cNvPr>
            <p:cNvSpPr/>
            <p:nvPr/>
          </p:nvSpPr>
          <p:spPr>
            <a:xfrm>
              <a:off x="5747276" y="4375320"/>
              <a:ext cx="822461" cy="8224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A81315-4D9B-8B53-245B-2F59F4BE3FFF}"/>
                </a:ext>
              </a:extLst>
            </p:cNvPr>
            <p:cNvSpPr/>
            <p:nvPr/>
          </p:nvSpPr>
          <p:spPr>
            <a:xfrm>
              <a:off x="5997255" y="5415504"/>
              <a:ext cx="822463" cy="8224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0829FC9-7E90-853F-785B-35CD2B054F0B}"/>
                </a:ext>
              </a:extLst>
            </p:cNvPr>
            <p:cNvSpPr/>
            <p:nvPr/>
          </p:nvSpPr>
          <p:spPr>
            <a:xfrm>
              <a:off x="6313102" y="6455688"/>
              <a:ext cx="822462" cy="8224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3" name="Graphic 32" descr="World outline">
            <a:extLst>
              <a:ext uri="{FF2B5EF4-FFF2-40B4-BE49-F238E27FC236}">
                <a16:creationId xmlns:a16="http://schemas.microsoft.com/office/drawing/2014/main" id="{86AC303F-557B-3D6D-88B3-D5EF018BCA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9569" y="3334743"/>
            <a:ext cx="437875" cy="437875"/>
          </a:xfrm>
          <a:prstGeom prst="rect">
            <a:avLst/>
          </a:prstGeom>
        </p:spPr>
      </p:pic>
      <p:pic>
        <p:nvPicPr>
          <p:cNvPr id="34" name="Graphic 33" descr="Map with pin outline">
            <a:extLst>
              <a:ext uri="{FF2B5EF4-FFF2-40B4-BE49-F238E27FC236}">
                <a16:creationId xmlns:a16="http://schemas.microsoft.com/office/drawing/2014/main" id="{E8C8FA11-59E0-605E-5752-76DD249887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63514" y="4134492"/>
            <a:ext cx="438117" cy="438117"/>
          </a:xfrm>
          <a:prstGeom prst="rect">
            <a:avLst/>
          </a:prstGeom>
        </p:spPr>
      </p:pic>
      <p:pic>
        <p:nvPicPr>
          <p:cNvPr id="35" name="Graphic 34" descr="Envelope outline">
            <a:extLst>
              <a:ext uri="{FF2B5EF4-FFF2-40B4-BE49-F238E27FC236}">
                <a16:creationId xmlns:a16="http://schemas.microsoft.com/office/drawing/2014/main" id="{C5C26F73-A955-3954-74A0-D3717B6BED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2427" y="4966997"/>
            <a:ext cx="448206" cy="448206"/>
          </a:xfrm>
          <a:prstGeom prst="rect">
            <a:avLst/>
          </a:prstGeom>
        </p:spPr>
      </p:pic>
      <p:pic>
        <p:nvPicPr>
          <p:cNvPr id="36" name="Graphic 35" descr="Speaker phone outline">
            <a:extLst>
              <a:ext uri="{FF2B5EF4-FFF2-40B4-BE49-F238E27FC236}">
                <a16:creationId xmlns:a16="http://schemas.microsoft.com/office/drawing/2014/main" id="{7912D69B-DB76-7D43-1A91-336A3BB671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56707" y="5746983"/>
            <a:ext cx="532037" cy="532037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E8A53BE-390E-EFB4-909F-BCBBF1B2D3AB}"/>
              </a:ext>
            </a:extLst>
          </p:cNvPr>
          <p:cNvCxnSpPr/>
          <p:nvPr/>
        </p:nvCxnSpPr>
        <p:spPr>
          <a:xfrm>
            <a:off x="6719310" y="3933056"/>
            <a:ext cx="499172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8A6FBB6-DBD6-0833-FC69-C4DD1E4E1C28}"/>
              </a:ext>
            </a:extLst>
          </p:cNvPr>
          <p:cNvCxnSpPr>
            <a:cxnSpLocks/>
          </p:cNvCxnSpPr>
          <p:nvPr/>
        </p:nvCxnSpPr>
        <p:spPr>
          <a:xfrm>
            <a:off x="6916321" y="4698683"/>
            <a:ext cx="479471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5099DB1-AF5D-F485-2AE0-AA6A2956A4E1}"/>
              </a:ext>
            </a:extLst>
          </p:cNvPr>
          <p:cNvCxnSpPr>
            <a:cxnSpLocks/>
          </p:cNvCxnSpPr>
          <p:nvPr/>
        </p:nvCxnSpPr>
        <p:spPr>
          <a:xfrm>
            <a:off x="6916321" y="5517321"/>
            <a:ext cx="479471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EF9139D-0B9C-BE00-629A-6A44F0AD5952}"/>
              </a:ext>
            </a:extLst>
          </p:cNvPr>
          <p:cNvSpPr/>
          <p:nvPr/>
        </p:nvSpPr>
        <p:spPr>
          <a:xfrm>
            <a:off x="3214092" y="405781"/>
            <a:ext cx="673008" cy="151216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4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96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lideModel - Communication Strategy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7DFFC"/>
      </a:accent1>
      <a:accent2>
        <a:srgbClr val="00A6FB"/>
      </a:accent2>
      <a:accent3>
        <a:srgbClr val="858AE3"/>
      </a:accent3>
      <a:accent4>
        <a:srgbClr val="613DC1"/>
      </a:accent4>
      <a:accent5>
        <a:srgbClr val="4E148C"/>
      </a:accent5>
      <a:accent6>
        <a:srgbClr val="2C0735"/>
      </a:accent6>
      <a:hlink>
        <a:srgbClr val="0000FF"/>
      </a:hlink>
      <a:folHlink>
        <a:srgbClr val="800080"/>
      </a:folHlink>
    </a:clrScheme>
    <a:fontScheme name="SlideModel">
      <a:majorFont>
        <a:latin typeface="Segoe UI"/>
        <a:ea typeface=""/>
        <a:cs typeface="Segoe UI"/>
      </a:majorFont>
      <a:minorFont>
        <a:latin typeface="Segoe UI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7342</TotalTime>
  <Words>716</Words>
  <Application>Microsoft Office PowerPoint</Application>
  <PresentationFormat>Custom</PresentationFormat>
  <Paragraphs>164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COMMUNICATION STRATEGY</vt:lpstr>
      <vt:lpstr>TABLE OF CONTENTS</vt:lpstr>
      <vt:lpstr>MEET  OUR TEAM</vt:lpstr>
      <vt:lpstr>Communication Strategy Framework</vt:lpstr>
      <vt:lpstr>Communication Strategy Success Drivers</vt:lpstr>
      <vt:lpstr>Comm Strategy Implementation Plan</vt:lpstr>
      <vt:lpstr>Implementation Plan Project Checklist</vt:lpstr>
      <vt:lpstr>Key Channel  Takeaways</vt:lpstr>
      <vt:lpstr>THANK YOU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Bottleneck Analysis PowerPoint Template</dc:title>
  <dc:creator>Julian</dc:creator>
  <cp:lastModifiedBy>Julian M</cp:lastModifiedBy>
  <cp:revision>144</cp:revision>
  <dcterms:created xsi:type="dcterms:W3CDTF">2013-09-12T13:05:01Z</dcterms:created>
  <dcterms:modified xsi:type="dcterms:W3CDTF">2023-11-22T19:36:32Z</dcterms:modified>
</cp:coreProperties>
</file>