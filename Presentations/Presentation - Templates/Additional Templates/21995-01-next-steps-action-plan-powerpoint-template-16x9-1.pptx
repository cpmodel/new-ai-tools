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6" r:id="rId2"/>
    <p:sldId id="277" r:id="rId3"/>
    <p:sldId id="268" r:id="rId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CF5F"/>
    <a:srgbClr val="F3E811"/>
    <a:srgbClr val="DF5B4D"/>
    <a:srgbClr val="E5E7ED"/>
    <a:srgbClr val="FD736B"/>
    <a:srgbClr val="293CC8"/>
    <a:srgbClr val="F662FF"/>
    <a:srgbClr val="FBB583"/>
    <a:srgbClr val="5DD7ED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24"/>
  </p:normalViewPr>
  <p:slideViewPr>
    <p:cSldViewPr>
      <p:cViewPr varScale="1">
        <p:scale>
          <a:sx n="73" d="100"/>
          <a:sy n="73" d="100"/>
        </p:scale>
        <p:origin x="91" y="27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815282195748421E-2"/>
          <c:y val="6.0335668443192908E-2"/>
          <c:w val="0.94184717804251583"/>
          <c:h val="0.851020718106005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operating income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50000"/>
                    <a:satMod val="300000"/>
                  </a:schemeClr>
                </a:gs>
                <a:gs pos="35000">
                  <a:schemeClr val="accent1">
                    <a:tint val="37000"/>
                    <a:satMod val="300000"/>
                  </a:schemeClr>
                </a:gs>
                <a:gs pos="100000">
                  <a:schemeClr val="accent1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41</c:v>
                </c:pt>
                <c:pt idx="2">
                  <c:v>24</c:v>
                </c:pt>
                <c:pt idx="3">
                  <c:v>28</c:v>
                </c:pt>
                <c:pt idx="4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05-4A31-9C12-8FDDA49273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costs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50000"/>
                    <a:satMod val="300000"/>
                  </a:schemeClr>
                </a:gs>
                <a:gs pos="35000">
                  <a:schemeClr val="accent2">
                    <a:tint val="37000"/>
                    <a:satMod val="300000"/>
                  </a:schemeClr>
                </a:gs>
                <a:gs pos="100000">
                  <a:schemeClr val="accent2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</c:v>
                </c:pt>
                <c:pt idx="1">
                  <c:v>22</c:v>
                </c:pt>
                <c:pt idx="2">
                  <c:v>13</c:v>
                </c:pt>
                <c:pt idx="3">
                  <c:v>16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05-4A31-9C12-8FDDA4927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067769215"/>
        <c:axId val="1067771711"/>
      </c:barChart>
      <c:catAx>
        <c:axId val="1067769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7771711"/>
        <c:crosses val="autoZero"/>
        <c:auto val="1"/>
        <c:lblAlgn val="ctr"/>
        <c:lblOffset val="100"/>
        <c:noMultiLvlLbl val="0"/>
      </c:catAx>
      <c:valAx>
        <c:axId val="1067771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77692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svg"/><Relationship Id="rId7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8.svg"/><Relationship Id="rId10" Type="http://schemas.openxmlformats.org/officeDocument/2006/relationships/chart" Target="../charts/chart1.xml"/><Relationship Id="rId4" Type="http://schemas.openxmlformats.org/officeDocument/2006/relationships/image" Target="../media/image7.png"/><Relationship Id="rId9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: Rounded Corners 287">
            <a:extLst>
              <a:ext uri="{FF2B5EF4-FFF2-40B4-BE49-F238E27FC236}">
                <a16:creationId xmlns:a16="http://schemas.microsoft.com/office/drawing/2014/main" id="{7543ECE1-7082-2F98-AEB3-D15BE466B9D0}"/>
              </a:ext>
            </a:extLst>
          </p:cNvPr>
          <p:cNvSpPr/>
          <p:nvPr/>
        </p:nvSpPr>
        <p:spPr>
          <a:xfrm>
            <a:off x="622985" y="1202201"/>
            <a:ext cx="1655003" cy="665142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9D587-83B8-DC96-E5C5-EED2C40C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Next Steps Action Plan Slide Template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3DA0CE-8C36-6483-C5B7-67239E16A11C}"/>
              </a:ext>
            </a:extLst>
          </p:cNvPr>
          <p:cNvSpPr/>
          <p:nvPr/>
        </p:nvSpPr>
        <p:spPr>
          <a:xfrm>
            <a:off x="2336800" y="1196752"/>
            <a:ext cx="2411487" cy="665142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43A70C-4A72-7597-8669-A6E6854CE419}"/>
              </a:ext>
            </a:extLst>
          </p:cNvPr>
          <p:cNvSpPr/>
          <p:nvPr/>
        </p:nvSpPr>
        <p:spPr>
          <a:xfrm>
            <a:off x="4783498" y="1196752"/>
            <a:ext cx="2411487" cy="665142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168046-BECC-455A-63AC-EFDDB5022AB9}"/>
              </a:ext>
            </a:extLst>
          </p:cNvPr>
          <p:cNvSpPr/>
          <p:nvPr/>
        </p:nvSpPr>
        <p:spPr>
          <a:xfrm>
            <a:off x="7230196" y="1196752"/>
            <a:ext cx="2411487" cy="665142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4699AEC-4742-4542-4B23-B1238F6E893D}"/>
              </a:ext>
            </a:extLst>
          </p:cNvPr>
          <p:cNvSpPr/>
          <p:nvPr/>
        </p:nvSpPr>
        <p:spPr>
          <a:xfrm>
            <a:off x="9676895" y="1196752"/>
            <a:ext cx="1902489" cy="665142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A7CFA0-F33A-3A07-A82B-039381A1AE4D}"/>
              </a:ext>
            </a:extLst>
          </p:cNvPr>
          <p:cNvSpPr/>
          <p:nvPr/>
        </p:nvSpPr>
        <p:spPr>
          <a:xfrm>
            <a:off x="622985" y="1914632"/>
            <a:ext cx="1655003" cy="1289245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3FF336C-CF3B-540C-E3A7-54CCDCB98AE4}"/>
              </a:ext>
            </a:extLst>
          </p:cNvPr>
          <p:cNvSpPr/>
          <p:nvPr/>
        </p:nvSpPr>
        <p:spPr>
          <a:xfrm>
            <a:off x="2336800" y="1914632"/>
            <a:ext cx="9236501" cy="129088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3D7A113-BAD0-1C2C-08E4-5C7F7E74DBD0}"/>
              </a:ext>
            </a:extLst>
          </p:cNvPr>
          <p:cNvSpPr/>
          <p:nvPr/>
        </p:nvSpPr>
        <p:spPr>
          <a:xfrm>
            <a:off x="622985" y="3269354"/>
            <a:ext cx="1655003" cy="1289245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D116F44-92EE-D6C1-3EE7-E5EAEAA971A9}"/>
              </a:ext>
            </a:extLst>
          </p:cNvPr>
          <p:cNvSpPr/>
          <p:nvPr/>
        </p:nvSpPr>
        <p:spPr>
          <a:xfrm>
            <a:off x="2336800" y="3269354"/>
            <a:ext cx="9236501" cy="129088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5D4D2B7-FDAD-D63B-CF8E-07B9529967BB}"/>
              </a:ext>
            </a:extLst>
          </p:cNvPr>
          <p:cNvSpPr/>
          <p:nvPr/>
        </p:nvSpPr>
        <p:spPr>
          <a:xfrm>
            <a:off x="622985" y="4605520"/>
            <a:ext cx="1655003" cy="1289245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E831B72-201C-8177-E495-2E17C1EE5B1C}"/>
              </a:ext>
            </a:extLst>
          </p:cNvPr>
          <p:cNvSpPr/>
          <p:nvPr/>
        </p:nvSpPr>
        <p:spPr>
          <a:xfrm>
            <a:off x="2336800" y="4605520"/>
            <a:ext cx="9236501" cy="129088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C6274DC-B8F0-676D-5930-12FE29097DE7}"/>
              </a:ext>
            </a:extLst>
          </p:cNvPr>
          <p:cNvSpPr txBox="1"/>
          <p:nvPr/>
        </p:nvSpPr>
        <p:spPr>
          <a:xfrm>
            <a:off x="655093" y="1262719"/>
            <a:ext cx="1624083" cy="53320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ACTION PLAN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EC60C7-CA38-F316-39D7-16B1CD610D3D}"/>
              </a:ext>
            </a:extLst>
          </p:cNvPr>
          <p:cNvSpPr txBox="1"/>
          <p:nvPr/>
        </p:nvSpPr>
        <p:spPr>
          <a:xfrm>
            <a:off x="777923" y="2701583"/>
            <a:ext cx="1378424" cy="3177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Edit Text Here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F94949-D2F5-622B-2D04-697FFF001B77}"/>
              </a:ext>
            </a:extLst>
          </p:cNvPr>
          <p:cNvSpPr txBox="1"/>
          <p:nvPr/>
        </p:nvSpPr>
        <p:spPr>
          <a:xfrm>
            <a:off x="777923" y="4070791"/>
            <a:ext cx="1378424" cy="3177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Edit Text Here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D21B70-E2E5-8BBD-FE00-A0B964A7D71F}"/>
              </a:ext>
            </a:extLst>
          </p:cNvPr>
          <p:cNvSpPr txBox="1"/>
          <p:nvPr/>
        </p:nvSpPr>
        <p:spPr>
          <a:xfrm>
            <a:off x="777923" y="5367936"/>
            <a:ext cx="1378424" cy="3177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Edit Text Here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7067691-D3C7-556D-83D7-8454C6F4700D}"/>
              </a:ext>
            </a:extLst>
          </p:cNvPr>
          <p:cNvSpPr txBox="1"/>
          <p:nvPr/>
        </p:nvSpPr>
        <p:spPr>
          <a:xfrm>
            <a:off x="2513198" y="1312227"/>
            <a:ext cx="1604407" cy="434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SOLUTIONS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1BF7CF-E720-E655-EA7F-53779C5F6BFA}"/>
              </a:ext>
            </a:extLst>
          </p:cNvPr>
          <p:cNvSpPr txBox="1"/>
          <p:nvPr/>
        </p:nvSpPr>
        <p:spPr>
          <a:xfrm>
            <a:off x="4966466" y="1312227"/>
            <a:ext cx="1604407" cy="434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ACTIONS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9A05538-6A5D-B609-D922-0C63B4BD7696}"/>
              </a:ext>
            </a:extLst>
          </p:cNvPr>
          <p:cNvSpPr txBox="1"/>
          <p:nvPr/>
        </p:nvSpPr>
        <p:spPr>
          <a:xfrm>
            <a:off x="7397432" y="1312227"/>
            <a:ext cx="1604407" cy="434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DEADLINES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A9CF1D-F312-1217-FEB0-A6440389360B}"/>
              </a:ext>
            </a:extLst>
          </p:cNvPr>
          <p:cNvSpPr txBox="1"/>
          <p:nvPr/>
        </p:nvSpPr>
        <p:spPr>
          <a:xfrm>
            <a:off x="9828397" y="1312227"/>
            <a:ext cx="1162559" cy="434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STATUS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02A53E8-ADB6-45C1-425E-BC0ECC7E17B4}"/>
              </a:ext>
            </a:extLst>
          </p:cNvPr>
          <p:cNvGrpSpPr/>
          <p:nvPr/>
        </p:nvGrpSpPr>
        <p:grpSpPr>
          <a:xfrm>
            <a:off x="4757139" y="2081783"/>
            <a:ext cx="4901976" cy="956581"/>
            <a:chOff x="4757139" y="1844824"/>
            <a:chExt cx="4901976" cy="1333274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A8A1050-6187-BD70-510F-EDA8A5E47823}"/>
                </a:ext>
              </a:extLst>
            </p:cNvPr>
            <p:cNvCxnSpPr/>
            <p:nvPr/>
          </p:nvCxnSpPr>
          <p:spPr>
            <a:xfrm>
              <a:off x="4757139" y="1844824"/>
              <a:ext cx="0" cy="133327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08D8EA7-C576-CDD8-2B5E-1BB17E128E58}"/>
                </a:ext>
              </a:extLst>
            </p:cNvPr>
            <p:cNvCxnSpPr/>
            <p:nvPr/>
          </p:nvCxnSpPr>
          <p:spPr>
            <a:xfrm>
              <a:off x="7205847" y="1844824"/>
              <a:ext cx="0" cy="133327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9FC5B57-FF1B-02F5-0307-6087A93C8F5A}"/>
                </a:ext>
              </a:extLst>
            </p:cNvPr>
            <p:cNvCxnSpPr/>
            <p:nvPr/>
          </p:nvCxnSpPr>
          <p:spPr>
            <a:xfrm>
              <a:off x="9659115" y="1844824"/>
              <a:ext cx="0" cy="133327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263EA9B-AFBD-0244-A3DE-F76956E5FDE5}"/>
              </a:ext>
            </a:extLst>
          </p:cNvPr>
          <p:cNvGrpSpPr/>
          <p:nvPr/>
        </p:nvGrpSpPr>
        <p:grpSpPr>
          <a:xfrm>
            <a:off x="4757139" y="3436505"/>
            <a:ext cx="4901976" cy="956581"/>
            <a:chOff x="4757139" y="1844824"/>
            <a:chExt cx="4901976" cy="1333274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8C31CD3-33EC-EB9E-2432-86195E6DAC5E}"/>
                </a:ext>
              </a:extLst>
            </p:cNvPr>
            <p:cNvCxnSpPr/>
            <p:nvPr/>
          </p:nvCxnSpPr>
          <p:spPr>
            <a:xfrm>
              <a:off x="4757139" y="1844824"/>
              <a:ext cx="0" cy="133327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9EB4FA8-A5B3-9D4B-CF0B-FB2133651D03}"/>
                </a:ext>
              </a:extLst>
            </p:cNvPr>
            <p:cNvCxnSpPr/>
            <p:nvPr/>
          </p:nvCxnSpPr>
          <p:spPr>
            <a:xfrm>
              <a:off x="7205847" y="1844824"/>
              <a:ext cx="0" cy="133327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62F382C-AA80-0DBA-F6F5-CD9880A07F95}"/>
                </a:ext>
              </a:extLst>
            </p:cNvPr>
            <p:cNvCxnSpPr/>
            <p:nvPr/>
          </p:nvCxnSpPr>
          <p:spPr>
            <a:xfrm>
              <a:off x="9659115" y="1844824"/>
              <a:ext cx="0" cy="133327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53E1FE8-77A4-4224-4C3F-673616168BEF}"/>
              </a:ext>
            </a:extLst>
          </p:cNvPr>
          <p:cNvGrpSpPr/>
          <p:nvPr/>
        </p:nvGrpSpPr>
        <p:grpSpPr>
          <a:xfrm>
            <a:off x="4757139" y="4772670"/>
            <a:ext cx="4901976" cy="956581"/>
            <a:chOff x="4757139" y="1844824"/>
            <a:chExt cx="4901976" cy="1333274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12678F8-09D7-15FB-8571-BDB11572ADA3}"/>
                </a:ext>
              </a:extLst>
            </p:cNvPr>
            <p:cNvCxnSpPr/>
            <p:nvPr/>
          </p:nvCxnSpPr>
          <p:spPr>
            <a:xfrm>
              <a:off x="4757139" y="1844824"/>
              <a:ext cx="0" cy="133327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9195E83-3311-E060-C4ED-E72C1FB3AE26}"/>
                </a:ext>
              </a:extLst>
            </p:cNvPr>
            <p:cNvCxnSpPr/>
            <p:nvPr/>
          </p:nvCxnSpPr>
          <p:spPr>
            <a:xfrm>
              <a:off x="7205847" y="1844824"/>
              <a:ext cx="0" cy="133327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193167E-7E08-29B4-0F29-23EB7B826965}"/>
                </a:ext>
              </a:extLst>
            </p:cNvPr>
            <p:cNvCxnSpPr/>
            <p:nvPr/>
          </p:nvCxnSpPr>
          <p:spPr>
            <a:xfrm>
              <a:off x="9659115" y="1844824"/>
              <a:ext cx="0" cy="133327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F3DEC61-9395-DEDE-A14E-27A169E01C18}"/>
              </a:ext>
            </a:extLst>
          </p:cNvPr>
          <p:cNvGrpSpPr/>
          <p:nvPr/>
        </p:nvGrpSpPr>
        <p:grpSpPr>
          <a:xfrm>
            <a:off x="2527228" y="2102166"/>
            <a:ext cx="2026579" cy="819116"/>
            <a:chOff x="2527228" y="2014124"/>
            <a:chExt cx="2026579" cy="819116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E386C21-2C6A-5B4F-2190-929ADF1BE313}"/>
                </a:ext>
              </a:extLst>
            </p:cNvPr>
            <p:cNvSpPr txBox="1"/>
            <p:nvPr/>
          </p:nvSpPr>
          <p:spPr>
            <a:xfrm>
              <a:off x="2840435" y="2014124"/>
              <a:ext cx="1713372" cy="245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</a:t>
              </a: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09FD050B-6023-05DB-FD0E-842B8ABCE06A}"/>
                </a:ext>
              </a:extLst>
            </p:cNvPr>
            <p:cNvGrpSpPr/>
            <p:nvPr/>
          </p:nvGrpSpPr>
          <p:grpSpPr>
            <a:xfrm>
              <a:off x="2527228" y="2037306"/>
              <a:ext cx="198948" cy="198948"/>
              <a:chOff x="5662364" y="44624"/>
              <a:chExt cx="198948" cy="198948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960ECD5-0DBD-6E4F-397E-DEEEBC537841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9" name="Graphic 78" descr="Checkmark with solid fill">
                <a:extLst>
                  <a:ext uri="{FF2B5EF4-FFF2-40B4-BE49-F238E27FC236}">
                    <a16:creationId xmlns:a16="http://schemas.microsoft.com/office/drawing/2014/main" id="{5B611797-0700-4C03-7D23-1DB554D043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2AC160F-2A07-CF6A-F45C-5CCBFAA9D6C1}"/>
                </a:ext>
              </a:extLst>
            </p:cNvPr>
            <p:cNvSpPr txBox="1"/>
            <p:nvPr/>
          </p:nvSpPr>
          <p:spPr>
            <a:xfrm>
              <a:off x="2840435" y="2390181"/>
              <a:ext cx="1713372" cy="4430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FA4C287-DD72-65D9-E304-241145DB903B}"/>
                </a:ext>
              </a:extLst>
            </p:cNvPr>
            <p:cNvGrpSpPr/>
            <p:nvPr/>
          </p:nvGrpSpPr>
          <p:grpSpPr>
            <a:xfrm>
              <a:off x="2527228" y="2388359"/>
              <a:ext cx="198948" cy="198948"/>
              <a:chOff x="5662364" y="44624"/>
              <a:chExt cx="198948" cy="198948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7E8C6F75-FF92-6DD1-C306-92F7A9EFFB07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4" name="Graphic 83" descr="Checkmark with solid fill">
                <a:extLst>
                  <a:ext uri="{FF2B5EF4-FFF2-40B4-BE49-F238E27FC236}">
                    <a16:creationId xmlns:a16="http://schemas.microsoft.com/office/drawing/2014/main" id="{3BAF0AFE-FB19-5B00-A317-8F950F35F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</p:grpSp>
      <p:sp>
        <p:nvSpPr>
          <p:cNvPr id="199" name="TextBox 198">
            <a:extLst>
              <a:ext uri="{FF2B5EF4-FFF2-40B4-BE49-F238E27FC236}">
                <a16:creationId xmlns:a16="http://schemas.microsoft.com/office/drawing/2014/main" id="{D61CF653-758B-3F53-2201-06A42FD076B5}"/>
              </a:ext>
            </a:extLst>
          </p:cNvPr>
          <p:cNvSpPr txBox="1"/>
          <p:nvPr/>
        </p:nvSpPr>
        <p:spPr>
          <a:xfrm>
            <a:off x="4802091" y="6316076"/>
            <a:ext cx="1378424" cy="195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COMPLETED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92FA568-9C8C-2CF4-A753-EE0291B0A525}"/>
              </a:ext>
            </a:extLst>
          </p:cNvPr>
          <p:cNvSpPr txBox="1"/>
          <p:nvPr/>
        </p:nvSpPr>
        <p:spPr>
          <a:xfrm>
            <a:off x="6929022" y="6316076"/>
            <a:ext cx="2524411" cy="195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ONGOING/ON TRACK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8A1DDE46-CF8C-BF90-D9C4-2982D5AFB692}"/>
              </a:ext>
            </a:extLst>
          </p:cNvPr>
          <p:cNvSpPr txBox="1"/>
          <p:nvPr/>
        </p:nvSpPr>
        <p:spPr>
          <a:xfrm>
            <a:off x="9664971" y="6316076"/>
            <a:ext cx="2248782" cy="195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DELAYED/OFF TRACK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35" name="Graphic 234" descr="Warehouse outline">
            <a:extLst>
              <a:ext uri="{FF2B5EF4-FFF2-40B4-BE49-F238E27FC236}">
                <a16:creationId xmlns:a16="http://schemas.microsoft.com/office/drawing/2014/main" id="{372FEA90-74A6-3761-2D21-283F10A7CF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4897" y="2132193"/>
            <a:ext cx="511179" cy="511179"/>
          </a:xfrm>
          <a:prstGeom prst="rect">
            <a:avLst/>
          </a:prstGeom>
        </p:spPr>
      </p:pic>
      <p:pic>
        <p:nvPicPr>
          <p:cNvPr id="237" name="Graphic 236" descr="Bar graph with upward trend outline">
            <a:extLst>
              <a:ext uri="{FF2B5EF4-FFF2-40B4-BE49-F238E27FC236}">
                <a16:creationId xmlns:a16="http://schemas.microsoft.com/office/drawing/2014/main" id="{F3787DE5-2C57-D4EC-633C-9DCA7A39B9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4897" y="3500345"/>
            <a:ext cx="511179" cy="511179"/>
          </a:xfrm>
          <a:prstGeom prst="rect">
            <a:avLst/>
          </a:prstGeom>
        </p:spPr>
      </p:pic>
      <p:pic>
        <p:nvPicPr>
          <p:cNvPr id="239" name="Graphic 238" descr="Gears outline">
            <a:extLst>
              <a:ext uri="{FF2B5EF4-FFF2-40B4-BE49-F238E27FC236}">
                <a16:creationId xmlns:a16="http://schemas.microsoft.com/office/drawing/2014/main" id="{338C47A8-EDF2-1708-ECD2-D0FAFCCE2F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4897" y="4796489"/>
            <a:ext cx="511179" cy="511179"/>
          </a:xfrm>
          <a:prstGeom prst="rect">
            <a:avLst/>
          </a:prstGeom>
        </p:spPr>
      </p:pic>
      <p:pic>
        <p:nvPicPr>
          <p:cNvPr id="240" name="Graphic 239" descr="Monitor outline">
            <a:extLst>
              <a:ext uri="{FF2B5EF4-FFF2-40B4-BE49-F238E27FC236}">
                <a16:creationId xmlns:a16="http://schemas.microsoft.com/office/drawing/2014/main" id="{C68A3248-58A7-7AF3-053B-503D2DFC03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359" y="1247316"/>
            <a:ext cx="564017" cy="564015"/>
          </a:xfrm>
          <a:prstGeom prst="rect">
            <a:avLst/>
          </a:prstGeom>
        </p:spPr>
      </p:pic>
      <p:pic>
        <p:nvPicPr>
          <p:cNvPr id="241" name="Graphic 240" descr="Puzzle outline">
            <a:extLst>
              <a:ext uri="{FF2B5EF4-FFF2-40B4-BE49-F238E27FC236}">
                <a16:creationId xmlns:a16="http://schemas.microsoft.com/office/drawing/2014/main" id="{51D8075E-A051-EF7F-ABB2-005B94774C8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75662" y="1247316"/>
            <a:ext cx="564017" cy="564015"/>
          </a:xfrm>
          <a:prstGeom prst="rect">
            <a:avLst/>
          </a:prstGeom>
        </p:spPr>
      </p:pic>
      <p:pic>
        <p:nvPicPr>
          <p:cNvPr id="242" name="Graphic 241" descr="Stopwatch outline">
            <a:extLst>
              <a:ext uri="{FF2B5EF4-FFF2-40B4-BE49-F238E27FC236}">
                <a16:creationId xmlns:a16="http://schemas.microsoft.com/office/drawing/2014/main" id="{9F3969FE-0573-8A44-F2C2-CFD4A807DC6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85256" y="1247316"/>
            <a:ext cx="564017" cy="564015"/>
          </a:xfrm>
          <a:prstGeom prst="rect">
            <a:avLst/>
          </a:prstGeom>
        </p:spPr>
      </p:pic>
      <p:pic>
        <p:nvPicPr>
          <p:cNvPr id="243" name="Graphic 242" descr="Upward trend outline">
            <a:extLst>
              <a:ext uri="{FF2B5EF4-FFF2-40B4-BE49-F238E27FC236}">
                <a16:creationId xmlns:a16="http://schemas.microsoft.com/office/drawing/2014/main" id="{B299CD36-6BCD-CF74-D979-1011DB88A1B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914002" y="1247316"/>
            <a:ext cx="564017" cy="56401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9000262-1766-CD3A-6715-AAB2AE6EA84C}"/>
              </a:ext>
            </a:extLst>
          </p:cNvPr>
          <p:cNvGrpSpPr/>
          <p:nvPr/>
        </p:nvGrpSpPr>
        <p:grpSpPr>
          <a:xfrm>
            <a:off x="4947567" y="2102166"/>
            <a:ext cx="2026579" cy="819116"/>
            <a:chOff x="2527228" y="2014124"/>
            <a:chExt cx="2026579" cy="8191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9878C6C-8270-5D1E-66F5-0A6A496E14A7}"/>
                </a:ext>
              </a:extLst>
            </p:cNvPr>
            <p:cNvSpPr txBox="1"/>
            <p:nvPr/>
          </p:nvSpPr>
          <p:spPr>
            <a:xfrm>
              <a:off x="2840435" y="2014124"/>
              <a:ext cx="1713372" cy="245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5625E24-FE4B-E316-22AD-797D6C91ECE2}"/>
                </a:ext>
              </a:extLst>
            </p:cNvPr>
            <p:cNvGrpSpPr/>
            <p:nvPr/>
          </p:nvGrpSpPr>
          <p:grpSpPr>
            <a:xfrm>
              <a:off x="2527228" y="2037306"/>
              <a:ext cx="198948" cy="198948"/>
              <a:chOff x="5662364" y="44624"/>
              <a:chExt cx="198948" cy="198948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59D8776-B08C-C571-B064-19975D4A7EC3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2" name="Graphic 11" descr="Checkmark with solid fill">
                <a:extLst>
                  <a:ext uri="{FF2B5EF4-FFF2-40B4-BE49-F238E27FC236}">
                    <a16:creationId xmlns:a16="http://schemas.microsoft.com/office/drawing/2014/main" id="{ADC43128-BCCD-F319-4C20-7DB5968CE3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6EEEDC-E121-DDBC-2F68-4D7C7B5C092E}"/>
                </a:ext>
              </a:extLst>
            </p:cNvPr>
            <p:cNvSpPr txBox="1"/>
            <p:nvPr/>
          </p:nvSpPr>
          <p:spPr>
            <a:xfrm>
              <a:off x="2840435" y="2390181"/>
              <a:ext cx="1713372" cy="4430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04D1FE-5B6F-CFCC-8EA1-0C7DE8B1A6FA}"/>
                </a:ext>
              </a:extLst>
            </p:cNvPr>
            <p:cNvGrpSpPr/>
            <p:nvPr/>
          </p:nvGrpSpPr>
          <p:grpSpPr>
            <a:xfrm>
              <a:off x="2527228" y="2388359"/>
              <a:ext cx="198948" cy="198948"/>
              <a:chOff x="5662364" y="44624"/>
              <a:chExt cx="198948" cy="198948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A5C3DA7-2C43-1649-34FF-97DE8648FCBD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" name="Graphic 9" descr="Checkmark with solid fill">
                <a:extLst>
                  <a:ext uri="{FF2B5EF4-FFF2-40B4-BE49-F238E27FC236}">
                    <a16:creationId xmlns:a16="http://schemas.microsoft.com/office/drawing/2014/main" id="{2C5959F0-369C-0531-81F4-2DCA99A59D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9AE67B-2E2A-3B29-DE7B-5030E12A0476}"/>
              </a:ext>
            </a:extLst>
          </p:cNvPr>
          <p:cNvGrpSpPr/>
          <p:nvPr/>
        </p:nvGrpSpPr>
        <p:grpSpPr>
          <a:xfrm>
            <a:off x="7426865" y="2102166"/>
            <a:ext cx="2026579" cy="819116"/>
            <a:chOff x="2527228" y="2014124"/>
            <a:chExt cx="2026579" cy="81911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9FD6B2-C960-2921-192B-078B46C88440}"/>
                </a:ext>
              </a:extLst>
            </p:cNvPr>
            <p:cNvSpPr txBox="1"/>
            <p:nvPr/>
          </p:nvSpPr>
          <p:spPr>
            <a:xfrm>
              <a:off x="2840435" y="2014124"/>
              <a:ext cx="1713372" cy="245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8EBAF79-8877-FA07-C3F2-80725310D95A}"/>
                </a:ext>
              </a:extLst>
            </p:cNvPr>
            <p:cNvGrpSpPr/>
            <p:nvPr/>
          </p:nvGrpSpPr>
          <p:grpSpPr>
            <a:xfrm>
              <a:off x="2527228" y="2037306"/>
              <a:ext cx="198948" cy="198948"/>
              <a:chOff x="5662364" y="44624"/>
              <a:chExt cx="198948" cy="198948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DA8B189-1678-0EC9-86F5-3B47244AA159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7" name="Graphic 26" descr="Checkmark with solid fill">
                <a:extLst>
                  <a:ext uri="{FF2B5EF4-FFF2-40B4-BE49-F238E27FC236}">
                    <a16:creationId xmlns:a16="http://schemas.microsoft.com/office/drawing/2014/main" id="{84A3CBE2-8FB2-B1E4-A0D1-7DBC2102C3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3973EDB-8CE5-D8B2-952A-884D75ED8F32}"/>
                </a:ext>
              </a:extLst>
            </p:cNvPr>
            <p:cNvSpPr txBox="1"/>
            <p:nvPr/>
          </p:nvSpPr>
          <p:spPr>
            <a:xfrm>
              <a:off x="2840435" y="2390181"/>
              <a:ext cx="1713372" cy="4430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A357447-0DAC-DA5A-05F6-E48159D8020B}"/>
                </a:ext>
              </a:extLst>
            </p:cNvPr>
            <p:cNvGrpSpPr/>
            <p:nvPr/>
          </p:nvGrpSpPr>
          <p:grpSpPr>
            <a:xfrm>
              <a:off x="2527228" y="2388359"/>
              <a:ext cx="198948" cy="198948"/>
              <a:chOff x="5662364" y="44624"/>
              <a:chExt cx="198948" cy="198948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43FF475-17A3-D3F5-70E1-EFF8FE415143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5" name="Graphic 24" descr="Checkmark with solid fill">
                <a:extLst>
                  <a:ext uri="{FF2B5EF4-FFF2-40B4-BE49-F238E27FC236}">
                    <a16:creationId xmlns:a16="http://schemas.microsoft.com/office/drawing/2014/main" id="{57C86B03-DB2F-B098-DB84-50256C36A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5F20118-C568-8438-98B5-F57604C581C2}"/>
              </a:ext>
            </a:extLst>
          </p:cNvPr>
          <p:cNvGrpSpPr/>
          <p:nvPr/>
        </p:nvGrpSpPr>
        <p:grpSpPr>
          <a:xfrm>
            <a:off x="2527228" y="3506298"/>
            <a:ext cx="2026579" cy="819116"/>
            <a:chOff x="2527228" y="2014124"/>
            <a:chExt cx="2026579" cy="81911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3426BC3-763B-9546-8ED9-C44006F52B11}"/>
                </a:ext>
              </a:extLst>
            </p:cNvPr>
            <p:cNvSpPr txBox="1"/>
            <p:nvPr/>
          </p:nvSpPr>
          <p:spPr>
            <a:xfrm>
              <a:off x="2840435" y="2014124"/>
              <a:ext cx="1713372" cy="245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12BE482-319F-2A0E-B87D-4B668FFA1A61}"/>
                </a:ext>
              </a:extLst>
            </p:cNvPr>
            <p:cNvGrpSpPr/>
            <p:nvPr/>
          </p:nvGrpSpPr>
          <p:grpSpPr>
            <a:xfrm>
              <a:off x="2527228" y="2037306"/>
              <a:ext cx="198948" cy="198948"/>
              <a:chOff x="5662364" y="44624"/>
              <a:chExt cx="198948" cy="198948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B2A0820B-618D-5367-199D-3F5FA22AB5F7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0" name="Graphic 39" descr="Checkmark with solid fill">
                <a:extLst>
                  <a:ext uri="{FF2B5EF4-FFF2-40B4-BE49-F238E27FC236}">
                    <a16:creationId xmlns:a16="http://schemas.microsoft.com/office/drawing/2014/main" id="{EF153650-BBFE-9C15-EAA0-BAF360AA9B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6BBB189-561D-5837-EC57-42F9C0798A2D}"/>
                </a:ext>
              </a:extLst>
            </p:cNvPr>
            <p:cNvSpPr txBox="1"/>
            <p:nvPr/>
          </p:nvSpPr>
          <p:spPr>
            <a:xfrm>
              <a:off x="2840435" y="2390181"/>
              <a:ext cx="1713372" cy="4430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165E7D5-F877-6BBC-CE46-F1B01A5D3FC6}"/>
                </a:ext>
              </a:extLst>
            </p:cNvPr>
            <p:cNvGrpSpPr/>
            <p:nvPr/>
          </p:nvGrpSpPr>
          <p:grpSpPr>
            <a:xfrm>
              <a:off x="2527228" y="2388359"/>
              <a:ext cx="198948" cy="198948"/>
              <a:chOff x="5662364" y="44624"/>
              <a:chExt cx="198948" cy="198948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D3682AE6-7478-D0CA-571E-1D750BBCAFBC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6" name="Graphic 35" descr="Checkmark with solid fill">
                <a:extLst>
                  <a:ext uri="{FF2B5EF4-FFF2-40B4-BE49-F238E27FC236}">
                    <a16:creationId xmlns:a16="http://schemas.microsoft.com/office/drawing/2014/main" id="{2C2680F9-27AD-FAB7-8D1D-32A5A9B1C7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8287749-465C-BE55-D5AB-C35E6CDB0854}"/>
              </a:ext>
            </a:extLst>
          </p:cNvPr>
          <p:cNvGrpSpPr/>
          <p:nvPr/>
        </p:nvGrpSpPr>
        <p:grpSpPr>
          <a:xfrm>
            <a:off x="4947567" y="3506298"/>
            <a:ext cx="2026579" cy="819116"/>
            <a:chOff x="2527228" y="2014124"/>
            <a:chExt cx="2026579" cy="81911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32D5B49-B4E3-49DC-A7A6-A6974BF8CE55}"/>
                </a:ext>
              </a:extLst>
            </p:cNvPr>
            <p:cNvSpPr txBox="1"/>
            <p:nvPr/>
          </p:nvSpPr>
          <p:spPr>
            <a:xfrm>
              <a:off x="2840435" y="2014124"/>
              <a:ext cx="1713372" cy="245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3391A83-6B38-3DD0-667C-1053542C128D}"/>
                </a:ext>
              </a:extLst>
            </p:cNvPr>
            <p:cNvGrpSpPr/>
            <p:nvPr/>
          </p:nvGrpSpPr>
          <p:grpSpPr>
            <a:xfrm>
              <a:off x="2527228" y="2037306"/>
              <a:ext cx="198948" cy="198948"/>
              <a:chOff x="5662364" y="44624"/>
              <a:chExt cx="198948" cy="198948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89182C0-6C15-B583-7E2B-6F68A45197F8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9" name="Graphic 48" descr="Checkmark with solid fill">
                <a:extLst>
                  <a:ext uri="{FF2B5EF4-FFF2-40B4-BE49-F238E27FC236}">
                    <a16:creationId xmlns:a16="http://schemas.microsoft.com/office/drawing/2014/main" id="{DA968E03-60E3-03A8-2EBF-C6AA109E9D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7461674-E8F4-C629-4975-E725C58B793C}"/>
                </a:ext>
              </a:extLst>
            </p:cNvPr>
            <p:cNvSpPr txBox="1"/>
            <p:nvPr/>
          </p:nvSpPr>
          <p:spPr>
            <a:xfrm>
              <a:off x="2840435" y="2390181"/>
              <a:ext cx="1713372" cy="4430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E563096-F786-BDCD-643B-CB3CC2819F2E}"/>
                </a:ext>
              </a:extLst>
            </p:cNvPr>
            <p:cNvGrpSpPr/>
            <p:nvPr/>
          </p:nvGrpSpPr>
          <p:grpSpPr>
            <a:xfrm>
              <a:off x="2527228" y="2388359"/>
              <a:ext cx="198948" cy="198948"/>
              <a:chOff x="5662364" y="44624"/>
              <a:chExt cx="198948" cy="198948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9C12491-E0E4-B176-0A1C-0DBC70BC543A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7" name="Graphic 46" descr="Checkmark with solid fill">
                <a:extLst>
                  <a:ext uri="{FF2B5EF4-FFF2-40B4-BE49-F238E27FC236}">
                    <a16:creationId xmlns:a16="http://schemas.microsoft.com/office/drawing/2014/main" id="{9479AD0F-317D-9E8E-2A09-11C8E55F30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6DBD6E6-0696-F704-2D53-B8307CA90D72}"/>
              </a:ext>
            </a:extLst>
          </p:cNvPr>
          <p:cNvGrpSpPr/>
          <p:nvPr/>
        </p:nvGrpSpPr>
        <p:grpSpPr>
          <a:xfrm>
            <a:off x="7426865" y="3506298"/>
            <a:ext cx="2026579" cy="819116"/>
            <a:chOff x="2527228" y="2014124"/>
            <a:chExt cx="2026579" cy="81911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8B9262B-9C50-866D-0004-2CB6BA8CB59C}"/>
                </a:ext>
              </a:extLst>
            </p:cNvPr>
            <p:cNvSpPr txBox="1"/>
            <p:nvPr/>
          </p:nvSpPr>
          <p:spPr>
            <a:xfrm>
              <a:off x="2840435" y="2014124"/>
              <a:ext cx="1713372" cy="245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8F10595-C6B9-259B-F6D5-B32061FBBB0B}"/>
                </a:ext>
              </a:extLst>
            </p:cNvPr>
            <p:cNvGrpSpPr/>
            <p:nvPr/>
          </p:nvGrpSpPr>
          <p:grpSpPr>
            <a:xfrm>
              <a:off x="2527228" y="2037306"/>
              <a:ext cx="198948" cy="198948"/>
              <a:chOff x="5662364" y="44624"/>
              <a:chExt cx="198948" cy="198948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7280CC76-418E-AC13-9278-8DBDCB71F527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0" name="Graphic 99" descr="Checkmark with solid fill">
                <a:extLst>
                  <a:ext uri="{FF2B5EF4-FFF2-40B4-BE49-F238E27FC236}">
                    <a16:creationId xmlns:a16="http://schemas.microsoft.com/office/drawing/2014/main" id="{706E0FD8-E636-EE0F-B25B-888262E18A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5C38007-2304-DC3F-AFF5-E9ABBD258FC7}"/>
                </a:ext>
              </a:extLst>
            </p:cNvPr>
            <p:cNvSpPr txBox="1"/>
            <p:nvPr/>
          </p:nvSpPr>
          <p:spPr>
            <a:xfrm>
              <a:off x="2840435" y="2390181"/>
              <a:ext cx="1713372" cy="4430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8FF26F0-A871-BC01-D08A-F495825A3458}"/>
                </a:ext>
              </a:extLst>
            </p:cNvPr>
            <p:cNvGrpSpPr/>
            <p:nvPr/>
          </p:nvGrpSpPr>
          <p:grpSpPr>
            <a:xfrm>
              <a:off x="2527228" y="2388359"/>
              <a:ext cx="198948" cy="198948"/>
              <a:chOff x="5662364" y="44624"/>
              <a:chExt cx="198948" cy="198948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C4D427F-8A57-731F-AC5C-199C2572ECB7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8" name="Graphic 77" descr="Checkmark with solid fill">
                <a:extLst>
                  <a:ext uri="{FF2B5EF4-FFF2-40B4-BE49-F238E27FC236}">
                    <a16:creationId xmlns:a16="http://schemas.microsoft.com/office/drawing/2014/main" id="{38BA5D01-F013-AAB3-0BB3-7CB1209094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9C54B254-9D92-28EE-D50D-F816D7B9B991}"/>
              </a:ext>
            </a:extLst>
          </p:cNvPr>
          <p:cNvGrpSpPr/>
          <p:nvPr/>
        </p:nvGrpSpPr>
        <p:grpSpPr>
          <a:xfrm>
            <a:off x="2527228" y="4854823"/>
            <a:ext cx="2026579" cy="819116"/>
            <a:chOff x="2527228" y="2014124"/>
            <a:chExt cx="2026579" cy="819116"/>
          </a:xfrm>
        </p:grpSpPr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677ACC94-6A37-F9F2-0B54-59EEF2873A12}"/>
                </a:ext>
              </a:extLst>
            </p:cNvPr>
            <p:cNvSpPr txBox="1"/>
            <p:nvPr/>
          </p:nvSpPr>
          <p:spPr>
            <a:xfrm>
              <a:off x="2840435" y="2014124"/>
              <a:ext cx="1713372" cy="245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</a:t>
              </a:r>
            </a:p>
          </p:txBody>
        </p: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B39B2617-7C2F-6296-294D-198508D6753F}"/>
                </a:ext>
              </a:extLst>
            </p:cNvPr>
            <p:cNvGrpSpPr/>
            <p:nvPr/>
          </p:nvGrpSpPr>
          <p:grpSpPr>
            <a:xfrm>
              <a:off x="2527228" y="2037306"/>
              <a:ext cx="198948" cy="198948"/>
              <a:chOff x="5662364" y="44624"/>
              <a:chExt cx="198948" cy="198948"/>
            </a:xfrm>
          </p:grpSpPr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DDD2D47D-C9FD-AB78-AC86-8F4AB20829BE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63" name="Graphic 262" descr="Checkmark with solid fill">
                <a:extLst>
                  <a:ext uri="{FF2B5EF4-FFF2-40B4-BE49-F238E27FC236}">
                    <a16:creationId xmlns:a16="http://schemas.microsoft.com/office/drawing/2014/main" id="{0ED69D62-6512-9656-9CB7-602D9B91C0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8094F330-8254-4BB6-3FF5-71B1DD21377C}"/>
                </a:ext>
              </a:extLst>
            </p:cNvPr>
            <p:cNvSpPr txBox="1"/>
            <p:nvPr/>
          </p:nvSpPr>
          <p:spPr>
            <a:xfrm>
              <a:off x="2840435" y="2390181"/>
              <a:ext cx="1713372" cy="4430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</a:t>
              </a:r>
            </a:p>
          </p:txBody>
        </p: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5535B248-CDF0-71EC-2517-24267D7291CD}"/>
                </a:ext>
              </a:extLst>
            </p:cNvPr>
            <p:cNvGrpSpPr/>
            <p:nvPr/>
          </p:nvGrpSpPr>
          <p:grpSpPr>
            <a:xfrm>
              <a:off x="2527228" y="2388359"/>
              <a:ext cx="198948" cy="198948"/>
              <a:chOff x="5662364" y="44624"/>
              <a:chExt cx="198948" cy="198948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5DCD0A6C-DEFF-B687-7D6C-33EE6D061433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61" name="Graphic 260" descr="Checkmark with solid fill">
                <a:extLst>
                  <a:ext uri="{FF2B5EF4-FFF2-40B4-BE49-F238E27FC236}">
                    <a16:creationId xmlns:a16="http://schemas.microsoft.com/office/drawing/2014/main" id="{6BB89A2B-6961-C2F1-2D01-41A97A310D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2F376223-167E-63AD-98EC-7957DC953F0D}"/>
              </a:ext>
            </a:extLst>
          </p:cNvPr>
          <p:cNvGrpSpPr/>
          <p:nvPr/>
        </p:nvGrpSpPr>
        <p:grpSpPr>
          <a:xfrm>
            <a:off x="4947567" y="4854823"/>
            <a:ext cx="2026579" cy="819116"/>
            <a:chOff x="2527228" y="2014124"/>
            <a:chExt cx="2026579" cy="819116"/>
          </a:xfrm>
        </p:grpSpPr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4E79163-41AB-2757-A847-33CC4A7DC73E}"/>
                </a:ext>
              </a:extLst>
            </p:cNvPr>
            <p:cNvSpPr txBox="1"/>
            <p:nvPr/>
          </p:nvSpPr>
          <p:spPr>
            <a:xfrm>
              <a:off x="2840435" y="2014124"/>
              <a:ext cx="1713372" cy="245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</a:t>
              </a:r>
            </a:p>
          </p:txBody>
        </p: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D301C763-F294-D990-CFBF-517CC8FD8C6F}"/>
                </a:ext>
              </a:extLst>
            </p:cNvPr>
            <p:cNvGrpSpPr/>
            <p:nvPr/>
          </p:nvGrpSpPr>
          <p:grpSpPr>
            <a:xfrm>
              <a:off x="2527228" y="2037306"/>
              <a:ext cx="198948" cy="198948"/>
              <a:chOff x="5662364" y="44624"/>
              <a:chExt cx="198948" cy="198948"/>
            </a:xfrm>
          </p:grpSpPr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DA932E4C-8346-6EC4-3A66-AA22B0C7F596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72" name="Graphic 271" descr="Checkmark with solid fill">
                <a:extLst>
                  <a:ext uri="{FF2B5EF4-FFF2-40B4-BE49-F238E27FC236}">
                    <a16:creationId xmlns:a16="http://schemas.microsoft.com/office/drawing/2014/main" id="{F9CD381A-BA84-F0FB-8641-A54D681A15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E2D75218-CD39-455B-98AD-DE84928E9E93}"/>
                </a:ext>
              </a:extLst>
            </p:cNvPr>
            <p:cNvSpPr txBox="1"/>
            <p:nvPr/>
          </p:nvSpPr>
          <p:spPr>
            <a:xfrm>
              <a:off x="2840435" y="2390181"/>
              <a:ext cx="1713372" cy="4430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</a:t>
              </a:r>
            </a:p>
          </p:txBody>
        </p: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622D5778-CB56-A8F6-08C3-F62C3312927C}"/>
                </a:ext>
              </a:extLst>
            </p:cNvPr>
            <p:cNvGrpSpPr/>
            <p:nvPr/>
          </p:nvGrpSpPr>
          <p:grpSpPr>
            <a:xfrm>
              <a:off x="2527228" y="2388359"/>
              <a:ext cx="198948" cy="198948"/>
              <a:chOff x="5662364" y="44624"/>
              <a:chExt cx="198948" cy="198948"/>
            </a:xfrm>
          </p:grpSpPr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794F5464-EFE4-4E72-EBCC-17F7F10380BA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70" name="Graphic 269" descr="Checkmark with solid fill">
                <a:extLst>
                  <a:ext uri="{FF2B5EF4-FFF2-40B4-BE49-F238E27FC236}">
                    <a16:creationId xmlns:a16="http://schemas.microsoft.com/office/drawing/2014/main" id="{8103C01F-21DE-41FC-DAEF-048E768246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129BCB51-BBC7-A359-85DD-3E8E6A3882CD}"/>
              </a:ext>
            </a:extLst>
          </p:cNvPr>
          <p:cNvGrpSpPr/>
          <p:nvPr/>
        </p:nvGrpSpPr>
        <p:grpSpPr>
          <a:xfrm>
            <a:off x="7426865" y="4854823"/>
            <a:ext cx="2026579" cy="819116"/>
            <a:chOff x="2527228" y="2014124"/>
            <a:chExt cx="2026579" cy="819116"/>
          </a:xfrm>
        </p:grpSpPr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2A60DFDD-0631-212F-A311-A3A1A7FC1B40}"/>
                </a:ext>
              </a:extLst>
            </p:cNvPr>
            <p:cNvSpPr txBox="1"/>
            <p:nvPr/>
          </p:nvSpPr>
          <p:spPr>
            <a:xfrm>
              <a:off x="2840435" y="2014124"/>
              <a:ext cx="1713372" cy="245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</a:t>
              </a:r>
            </a:p>
          </p:txBody>
        </p: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CC3CF757-8C88-2BD0-2865-2341BDDEB4C3}"/>
                </a:ext>
              </a:extLst>
            </p:cNvPr>
            <p:cNvGrpSpPr/>
            <p:nvPr/>
          </p:nvGrpSpPr>
          <p:grpSpPr>
            <a:xfrm>
              <a:off x="2527228" y="2037306"/>
              <a:ext cx="198948" cy="198948"/>
              <a:chOff x="5662364" y="44624"/>
              <a:chExt cx="198948" cy="198948"/>
            </a:xfrm>
          </p:grpSpPr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D36CABD1-E8B6-FCBD-76F6-D8ABDC4B6C28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81" name="Graphic 280" descr="Checkmark with solid fill">
                <a:extLst>
                  <a:ext uri="{FF2B5EF4-FFF2-40B4-BE49-F238E27FC236}">
                    <a16:creationId xmlns:a16="http://schemas.microsoft.com/office/drawing/2014/main" id="{68366DAC-7FAD-29B7-7765-DBD4B0F2A2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B6748986-EBAF-10F9-48B5-D198CF4A7DA0}"/>
                </a:ext>
              </a:extLst>
            </p:cNvPr>
            <p:cNvSpPr txBox="1"/>
            <p:nvPr/>
          </p:nvSpPr>
          <p:spPr>
            <a:xfrm>
              <a:off x="2840435" y="2390181"/>
              <a:ext cx="1713372" cy="4430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Insert your desired text here.</a:t>
              </a:r>
            </a:p>
          </p:txBody>
        </p: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41B8536D-99B9-7B11-EBAC-853A15CE0F3A}"/>
                </a:ext>
              </a:extLst>
            </p:cNvPr>
            <p:cNvGrpSpPr/>
            <p:nvPr/>
          </p:nvGrpSpPr>
          <p:grpSpPr>
            <a:xfrm>
              <a:off x="2527228" y="2388359"/>
              <a:ext cx="198948" cy="198948"/>
              <a:chOff x="5662364" y="44624"/>
              <a:chExt cx="198948" cy="198948"/>
            </a:xfrm>
          </p:grpSpPr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F1D98273-864F-8BEC-83D7-C4D43055C2DF}"/>
                  </a:ext>
                </a:extLst>
              </p:cNvPr>
              <p:cNvSpPr/>
              <p:nvPr/>
            </p:nvSpPr>
            <p:spPr>
              <a:xfrm>
                <a:off x="5662364" y="44624"/>
                <a:ext cx="198948" cy="19894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79" name="Graphic 278" descr="Checkmark with solid fill">
                <a:extLst>
                  <a:ext uri="{FF2B5EF4-FFF2-40B4-BE49-F238E27FC236}">
                    <a16:creationId xmlns:a16="http://schemas.microsoft.com/office/drawing/2014/main" id="{E64BD763-775C-4B05-E3F6-C75EF92438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11621" y="93881"/>
                <a:ext cx="100434" cy="100434"/>
              </a:xfrm>
              <a:prstGeom prst="rect">
                <a:avLst/>
              </a:prstGeom>
            </p:spPr>
          </p:pic>
        </p:grpSp>
      </p:grpSp>
      <p:sp>
        <p:nvSpPr>
          <p:cNvPr id="282" name="Oval 281">
            <a:extLst>
              <a:ext uri="{FF2B5EF4-FFF2-40B4-BE49-F238E27FC236}">
                <a16:creationId xmlns:a16="http://schemas.microsoft.com/office/drawing/2014/main" id="{28F6138A-4667-BAB9-8F70-5AFA5CAEE2DC}"/>
              </a:ext>
            </a:extLst>
          </p:cNvPr>
          <p:cNvSpPr/>
          <p:nvPr/>
        </p:nvSpPr>
        <p:spPr>
          <a:xfrm>
            <a:off x="10321591" y="2280031"/>
            <a:ext cx="560083" cy="560083"/>
          </a:xfrm>
          <a:prstGeom prst="ellipse">
            <a:avLst/>
          </a:prstGeom>
          <a:solidFill>
            <a:srgbClr val="45CF5F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E43147D7-D468-6EF8-FDF4-9DA4FFBA0363}"/>
              </a:ext>
            </a:extLst>
          </p:cNvPr>
          <p:cNvSpPr/>
          <p:nvPr/>
        </p:nvSpPr>
        <p:spPr>
          <a:xfrm>
            <a:off x="10321590" y="3628954"/>
            <a:ext cx="560083" cy="560083"/>
          </a:xfrm>
          <a:prstGeom prst="ellipse">
            <a:avLst/>
          </a:prstGeom>
          <a:solidFill>
            <a:srgbClr val="F3E81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45EB705E-52D4-9722-C0D1-6482058C6190}"/>
              </a:ext>
            </a:extLst>
          </p:cNvPr>
          <p:cNvSpPr/>
          <p:nvPr/>
        </p:nvSpPr>
        <p:spPr>
          <a:xfrm>
            <a:off x="10321589" y="4977877"/>
            <a:ext cx="560083" cy="560083"/>
          </a:xfrm>
          <a:prstGeom prst="ellipse">
            <a:avLst/>
          </a:prstGeom>
          <a:solidFill>
            <a:srgbClr val="DF5B4D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736DD81F-FABB-97D7-7271-13EE86276CA8}"/>
              </a:ext>
            </a:extLst>
          </p:cNvPr>
          <p:cNvSpPr/>
          <p:nvPr/>
        </p:nvSpPr>
        <p:spPr>
          <a:xfrm>
            <a:off x="4250189" y="6267209"/>
            <a:ext cx="316152" cy="316152"/>
          </a:xfrm>
          <a:prstGeom prst="ellipse">
            <a:avLst/>
          </a:prstGeom>
          <a:solidFill>
            <a:srgbClr val="45CF5F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32A66CFA-91DC-1D6C-A30C-A47F7E74621B}"/>
              </a:ext>
            </a:extLst>
          </p:cNvPr>
          <p:cNvSpPr/>
          <p:nvPr/>
        </p:nvSpPr>
        <p:spPr>
          <a:xfrm>
            <a:off x="6382283" y="6276839"/>
            <a:ext cx="316152" cy="316152"/>
          </a:xfrm>
          <a:prstGeom prst="ellipse">
            <a:avLst/>
          </a:prstGeom>
          <a:solidFill>
            <a:srgbClr val="F3E81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C12AB4B6-6631-0703-4EA9-20C589BDD7F2}"/>
              </a:ext>
            </a:extLst>
          </p:cNvPr>
          <p:cNvSpPr/>
          <p:nvPr/>
        </p:nvSpPr>
        <p:spPr>
          <a:xfrm>
            <a:off x="9196584" y="6267209"/>
            <a:ext cx="316152" cy="316152"/>
          </a:xfrm>
          <a:prstGeom prst="ellipse">
            <a:avLst/>
          </a:prstGeom>
          <a:solidFill>
            <a:srgbClr val="DF5B4D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42BB83-DAAC-52AB-CFC6-3C463424C829}"/>
              </a:ext>
            </a:extLst>
          </p:cNvPr>
          <p:cNvSpPr/>
          <p:nvPr/>
        </p:nvSpPr>
        <p:spPr>
          <a:xfrm>
            <a:off x="584616" y="1346661"/>
            <a:ext cx="3205540" cy="496265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6BDB3D-FE09-F9C2-367D-F5BC9660627A}"/>
              </a:ext>
            </a:extLst>
          </p:cNvPr>
          <p:cNvSpPr/>
          <p:nvPr/>
        </p:nvSpPr>
        <p:spPr>
          <a:xfrm>
            <a:off x="3955207" y="532015"/>
            <a:ext cx="3703282" cy="1960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138A6C-A667-7FD6-B008-8C38A46B35E8}"/>
              </a:ext>
            </a:extLst>
          </p:cNvPr>
          <p:cNvSpPr/>
          <p:nvPr/>
        </p:nvSpPr>
        <p:spPr>
          <a:xfrm>
            <a:off x="7851408" y="532015"/>
            <a:ext cx="3703282" cy="19608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A5FE1C3-37F2-3B61-5EFE-4EE7150E079C}"/>
              </a:ext>
            </a:extLst>
          </p:cNvPr>
          <p:cNvSpPr/>
          <p:nvPr/>
        </p:nvSpPr>
        <p:spPr>
          <a:xfrm>
            <a:off x="3955207" y="4747846"/>
            <a:ext cx="7599483" cy="1569826"/>
          </a:xfrm>
          <a:custGeom>
            <a:avLst/>
            <a:gdLst>
              <a:gd name="connsiteX0" fmla="*/ 0 w 7599483"/>
              <a:gd name="connsiteY0" fmla="*/ 0 h 1569826"/>
              <a:gd name="connsiteX1" fmla="*/ 3896201 w 7599483"/>
              <a:gd name="connsiteY1" fmla="*/ 0 h 1569826"/>
              <a:gd name="connsiteX2" fmla="*/ 4544024 w 7599483"/>
              <a:gd name="connsiteY2" fmla="*/ 0 h 1569826"/>
              <a:gd name="connsiteX3" fmla="*/ 7599483 w 7599483"/>
              <a:gd name="connsiteY3" fmla="*/ 0 h 1569826"/>
              <a:gd name="connsiteX4" fmla="*/ 7599483 w 7599483"/>
              <a:gd name="connsiteY4" fmla="*/ 1569826 h 1569826"/>
              <a:gd name="connsiteX5" fmla="*/ 4544024 w 7599483"/>
              <a:gd name="connsiteY5" fmla="*/ 1569826 h 1569826"/>
              <a:gd name="connsiteX6" fmla="*/ 3896201 w 7599483"/>
              <a:gd name="connsiteY6" fmla="*/ 1569826 h 1569826"/>
              <a:gd name="connsiteX7" fmla="*/ 0 w 7599483"/>
              <a:gd name="connsiteY7" fmla="*/ 1569826 h 156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9483" h="1569826">
                <a:moveTo>
                  <a:pt x="0" y="0"/>
                </a:moveTo>
                <a:lnTo>
                  <a:pt x="3896201" y="0"/>
                </a:lnTo>
                <a:lnTo>
                  <a:pt x="4544024" y="0"/>
                </a:lnTo>
                <a:lnTo>
                  <a:pt x="7599483" y="0"/>
                </a:lnTo>
                <a:lnTo>
                  <a:pt x="7599483" y="1569826"/>
                </a:lnTo>
                <a:lnTo>
                  <a:pt x="4544024" y="1569826"/>
                </a:lnTo>
                <a:lnTo>
                  <a:pt x="3896201" y="1569826"/>
                </a:lnTo>
                <a:lnTo>
                  <a:pt x="0" y="156982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07452C-4B75-249A-8422-14607DAD0ABD}"/>
              </a:ext>
            </a:extLst>
          </p:cNvPr>
          <p:cNvSpPr/>
          <p:nvPr/>
        </p:nvSpPr>
        <p:spPr>
          <a:xfrm>
            <a:off x="584616" y="532015"/>
            <a:ext cx="3205540" cy="64839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32E7E5-24D5-C9E7-B87A-5CC59B89E8D1}"/>
              </a:ext>
            </a:extLst>
          </p:cNvPr>
          <p:cNvSpPr txBox="1"/>
          <p:nvPr/>
        </p:nvSpPr>
        <p:spPr>
          <a:xfrm>
            <a:off x="797049" y="662232"/>
            <a:ext cx="2780675" cy="38795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ACTION PLAN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CD7B4F-D47A-F3C5-8540-B6D4DDC4C4CE}"/>
              </a:ext>
            </a:extLst>
          </p:cNvPr>
          <p:cNvSpPr/>
          <p:nvPr/>
        </p:nvSpPr>
        <p:spPr>
          <a:xfrm>
            <a:off x="3955207" y="2642169"/>
            <a:ext cx="3703282" cy="19608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C051CA-1DD7-576D-4A61-47B523E95F83}"/>
              </a:ext>
            </a:extLst>
          </p:cNvPr>
          <p:cNvSpPr/>
          <p:nvPr/>
        </p:nvSpPr>
        <p:spPr>
          <a:xfrm>
            <a:off x="7851408" y="2642169"/>
            <a:ext cx="3703282" cy="19608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EF3F99-57E4-DA3E-D398-BE9D357224AE}"/>
              </a:ext>
            </a:extLst>
          </p:cNvPr>
          <p:cNvSpPr/>
          <p:nvPr/>
        </p:nvSpPr>
        <p:spPr>
          <a:xfrm>
            <a:off x="6384937" y="532015"/>
            <a:ext cx="1273552" cy="19608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0606AE-2159-67E4-FF31-790D1A6AD9CF}"/>
              </a:ext>
            </a:extLst>
          </p:cNvPr>
          <p:cNvSpPr/>
          <p:nvPr/>
        </p:nvSpPr>
        <p:spPr>
          <a:xfrm>
            <a:off x="10281138" y="532015"/>
            <a:ext cx="1273552" cy="19608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F20764-E564-0068-1CA8-C949A6AA3D68}"/>
              </a:ext>
            </a:extLst>
          </p:cNvPr>
          <p:cNvSpPr/>
          <p:nvPr/>
        </p:nvSpPr>
        <p:spPr>
          <a:xfrm>
            <a:off x="6384937" y="2642169"/>
            <a:ext cx="1273552" cy="19608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11A833-CF7D-AF03-3BBC-D94DDE1A2286}"/>
              </a:ext>
            </a:extLst>
          </p:cNvPr>
          <p:cNvSpPr/>
          <p:nvPr/>
        </p:nvSpPr>
        <p:spPr>
          <a:xfrm>
            <a:off x="10281138" y="2642169"/>
            <a:ext cx="1273552" cy="19608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CCFA823-5B84-E117-85A1-8656247BA223}"/>
              </a:ext>
            </a:extLst>
          </p:cNvPr>
          <p:cNvGrpSpPr/>
          <p:nvPr/>
        </p:nvGrpSpPr>
        <p:grpSpPr>
          <a:xfrm>
            <a:off x="4162896" y="1092282"/>
            <a:ext cx="1897242" cy="1203292"/>
            <a:chOff x="4150196" y="1097491"/>
            <a:chExt cx="1897242" cy="120329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7B577EF-7210-B114-5352-B2C1FFDC22ED}"/>
                </a:ext>
              </a:extLst>
            </p:cNvPr>
            <p:cNvSpPr txBox="1"/>
            <p:nvPr/>
          </p:nvSpPr>
          <p:spPr>
            <a:xfrm>
              <a:off x="4150196" y="1097491"/>
              <a:ext cx="1897242" cy="2853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8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Edit Text Here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8AEE746-B346-9315-5B8B-7818CB80593D}"/>
                </a:ext>
              </a:extLst>
            </p:cNvPr>
            <p:cNvSpPr txBox="1"/>
            <p:nvPr/>
          </p:nvSpPr>
          <p:spPr>
            <a:xfrm>
              <a:off x="4150196" y="1446947"/>
              <a:ext cx="1897242" cy="44948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F3B6051-E764-E43C-59A8-79D15B983E89}"/>
                </a:ext>
              </a:extLst>
            </p:cNvPr>
            <p:cNvGrpSpPr/>
            <p:nvPr/>
          </p:nvGrpSpPr>
          <p:grpSpPr>
            <a:xfrm>
              <a:off x="4150196" y="2060448"/>
              <a:ext cx="859532" cy="240335"/>
              <a:chOff x="4150196" y="2060448"/>
              <a:chExt cx="859532" cy="240335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1E484FDA-50B4-A30E-CF5D-B381CB17D26C}"/>
                  </a:ext>
                </a:extLst>
              </p:cNvPr>
              <p:cNvSpPr/>
              <p:nvPr/>
            </p:nvSpPr>
            <p:spPr>
              <a:xfrm>
                <a:off x="4150196" y="2060448"/>
                <a:ext cx="859532" cy="24033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10A2BB4-BBFF-F89B-E5FD-2ABE8DEA60D1}"/>
                  </a:ext>
                </a:extLst>
              </p:cNvPr>
              <p:cNvSpPr txBox="1"/>
              <p:nvPr/>
            </p:nvSpPr>
            <p:spPr>
              <a:xfrm>
                <a:off x="4292241" y="2103860"/>
                <a:ext cx="575442" cy="15351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IN" sz="12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10 AM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675F9EB-DACE-C81E-E122-260A4398CC35}"/>
              </a:ext>
            </a:extLst>
          </p:cNvPr>
          <p:cNvGrpSpPr/>
          <p:nvPr/>
        </p:nvGrpSpPr>
        <p:grpSpPr>
          <a:xfrm>
            <a:off x="8074496" y="1092282"/>
            <a:ext cx="1897242" cy="1203292"/>
            <a:chOff x="4150196" y="1097491"/>
            <a:chExt cx="1897242" cy="120329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D06BB8C-3AE2-F366-D436-A5EAC945F866}"/>
                </a:ext>
              </a:extLst>
            </p:cNvPr>
            <p:cNvSpPr txBox="1"/>
            <p:nvPr/>
          </p:nvSpPr>
          <p:spPr>
            <a:xfrm>
              <a:off x="4150196" y="1097491"/>
              <a:ext cx="1897242" cy="2853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8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Edit Text Here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0881E79-BDEA-B03C-B7B0-A3E1FB8A2EE2}"/>
                </a:ext>
              </a:extLst>
            </p:cNvPr>
            <p:cNvSpPr txBox="1"/>
            <p:nvPr/>
          </p:nvSpPr>
          <p:spPr>
            <a:xfrm>
              <a:off x="4150196" y="1446947"/>
              <a:ext cx="1897242" cy="44948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ABC9C05-A469-687C-32DE-ADCACFE429A9}"/>
                </a:ext>
              </a:extLst>
            </p:cNvPr>
            <p:cNvGrpSpPr/>
            <p:nvPr/>
          </p:nvGrpSpPr>
          <p:grpSpPr>
            <a:xfrm>
              <a:off x="4150196" y="2060448"/>
              <a:ext cx="859532" cy="240335"/>
              <a:chOff x="4150196" y="2060448"/>
              <a:chExt cx="859532" cy="240335"/>
            </a:xfrm>
          </p:grpSpPr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3AE1559A-8F0B-9354-C343-5346997C9176}"/>
                  </a:ext>
                </a:extLst>
              </p:cNvPr>
              <p:cNvSpPr/>
              <p:nvPr/>
            </p:nvSpPr>
            <p:spPr>
              <a:xfrm>
                <a:off x="4150196" y="2060448"/>
                <a:ext cx="859532" cy="24033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E4EE90A-5451-A7EB-53D6-4CED852AD04B}"/>
                  </a:ext>
                </a:extLst>
              </p:cNvPr>
              <p:cNvSpPr txBox="1"/>
              <p:nvPr/>
            </p:nvSpPr>
            <p:spPr>
              <a:xfrm>
                <a:off x="4292241" y="2103860"/>
                <a:ext cx="575442" cy="15351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IN" sz="12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01 PM</a:t>
                </a:r>
              </a:p>
            </p:txBody>
          </p:sp>
        </p:grp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94E9B40-E34F-F298-C189-4AAC43912C69}"/>
              </a:ext>
            </a:extLst>
          </p:cNvPr>
          <p:cNvGrpSpPr/>
          <p:nvPr/>
        </p:nvGrpSpPr>
        <p:grpSpPr>
          <a:xfrm>
            <a:off x="4162896" y="3202436"/>
            <a:ext cx="1897242" cy="1203292"/>
            <a:chOff x="4150196" y="1097491"/>
            <a:chExt cx="1897242" cy="1203292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56CAA08-D71B-5C9D-EC19-C635D22531D0}"/>
                </a:ext>
              </a:extLst>
            </p:cNvPr>
            <p:cNvSpPr txBox="1"/>
            <p:nvPr/>
          </p:nvSpPr>
          <p:spPr>
            <a:xfrm>
              <a:off x="4150196" y="1097491"/>
              <a:ext cx="1897242" cy="2853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8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Edit Text Here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D80AE7E9-A1CF-EC30-AB45-E5497913D2CF}"/>
                </a:ext>
              </a:extLst>
            </p:cNvPr>
            <p:cNvSpPr txBox="1"/>
            <p:nvPr/>
          </p:nvSpPr>
          <p:spPr>
            <a:xfrm>
              <a:off x="4150196" y="1446947"/>
              <a:ext cx="1897242" cy="44948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6F906B88-7BCC-6E93-85E2-9A73DB0976DB}"/>
                </a:ext>
              </a:extLst>
            </p:cNvPr>
            <p:cNvGrpSpPr/>
            <p:nvPr/>
          </p:nvGrpSpPr>
          <p:grpSpPr>
            <a:xfrm>
              <a:off x="4150196" y="2060448"/>
              <a:ext cx="859532" cy="240335"/>
              <a:chOff x="4150196" y="2060448"/>
              <a:chExt cx="859532" cy="240335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86947CEB-925F-02A7-78E6-FF6E42B2657D}"/>
                  </a:ext>
                </a:extLst>
              </p:cNvPr>
              <p:cNvSpPr/>
              <p:nvPr/>
            </p:nvSpPr>
            <p:spPr>
              <a:xfrm>
                <a:off x="4150196" y="2060448"/>
                <a:ext cx="859532" cy="24033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2EB73B9E-FF7C-E15B-5B76-C4A6C10C6B5F}"/>
                  </a:ext>
                </a:extLst>
              </p:cNvPr>
              <p:cNvSpPr txBox="1"/>
              <p:nvPr/>
            </p:nvSpPr>
            <p:spPr>
              <a:xfrm>
                <a:off x="4292241" y="2103860"/>
                <a:ext cx="575442" cy="15351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IN" sz="12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11 AM</a:t>
                </a:r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28DDD82D-AB3D-C36D-5BB6-7A436114239B}"/>
              </a:ext>
            </a:extLst>
          </p:cNvPr>
          <p:cNvGrpSpPr/>
          <p:nvPr/>
        </p:nvGrpSpPr>
        <p:grpSpPr>
          <a:xfrm>
            <a:off x="8074496" y="3202436"/>
            <a:ext cx="1897242" cy="1203292"/>
            <a:chOff x="4150196" y="1097491"/>
            <a:chExt cx="1897242" cy="1203292"/>
          </a:xfrm>
        </p:grpSpPr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51024D5-2C89-1C71-25DF-CC43A42333C7}"/>
                </a:ext>
              </a:extLst>
            </p:cNvPr>
            <p:cNvSpPr txBox="1"/>
            <p:nvPr/>
          </p:nvSpPr>
          <p:spPr>
            <a:xfrm>
              <a:off x="4150196" y="1097491"/>
              <a:ext cx="1897242" cy="2853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8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Edit Text Here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78D336EC-81C1-89D9-A2D1-D6724036046C}"/>
                </a:ext>
              </a:extLst>
            </p:cNvPr>
            <p:cNvSpPr txBox="1"/>
            <p:nvPr/>
          </p:nvSpPr>
          <p:spPr>
            <a:xfrm>
              <a:off x="4150196" y="1446947"/>
              <a:ext cx="1897242" cy="44948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FFDD484D-326E-9573-465E-4BB54C5FBC1A}"/>
                </a:ext>
              </a:extLst>
            </p:cNvPr>
            <p:cNvGrpSpPr/>
            <p:nvPr/>
          </p:nvGrpSpPr>
          <p:grpSpPr>
            <a:xfrm>
              <a:off x="4150196" y="2060448"/>
              <a:ext cx="859532" cy="240335"/>
              <a:chOff x="4150196" y="2060448"/>
              <a:chExt cx="859532" cy="240335"/>
            </a:xfrm>
          </p:grpSpPr>
          <p:sp>
            <p:nvSpPr>
              <p:cNvPr id="232" name="Rectangle: Rounded Corners 231">
                <a:extLst>
                  <a:ext uri="{FF2B5EF4-FFF2-40B4-BE49-F238E27FC236}">
                    <a16:creationId xmlns:a16="http://schemas.microsoft.com/office/drawing/2014/main" id="{B5A97C5D-CC37-B4FC-2E83-433BED389D04}"/>
                  </a:ext>
                </a:extLst>
              </p:cNvPr>
              <p:cNvSpPr/>
              <p:nvPr/>
            </p:nvSpPr>
            <p:spPr>
              <a:xfrm>
                <a:off x="4150196" y="2060448"/>
                <a:ext cx="859532" cy="24033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4B3DA8F6-C82A-EB00-0D1C-CD7915E92B30}"/>
                  </a:ext>
                </a:extLst>
              </p:cNvPr>
              <p:cNvSpPr txBox="1"/>
              <p:nvPr/>
            </p:nvSpPr>
            <p:spPr>
              <a:xfrm>
                <a:off x="4292241" y="2103860"/>
                <a:ext cx="575442" cy="15351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IN" sz="12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03 PM</a:t>
                </a:r>
              </a:p>
            </p:txBody>
          </p:sp>
        </p:grp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1CC25608-F07A-FB8A-E15F-B41FC53E020E}"/>
              </a:ext>
            </a:extLst>
          </p:cNvPr>
          <p:cNvGrpSpPr/>
          <p:nvPr/>
        </p:nvGrpSpPr>
        <p:grpSpPr>
          <a:xfrm>
            <a:off x="839834" y="1587582"/>
            <a:ext cx="2695104" cy="1208782"/>
            <a:chOff x="835496" y="1524082"/>
            <a:chExt cx="2695104" cy="1208782"/>
          </a:xfrm>
        </p:grpSpPr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174907BF-C929-A68F-C146-6CC43F6911F1}"/>
                </a:ext>
              </a:extLst>
            </p:cNvPr>
            <p:cNvSpPr txBox="1"/>
            <p:nvPr/>
          </p:nvSpPr>
          <p:spPr>
            <a:xfrm>
              <a:off x="835496" y="1524082"/>
              <a:ext cx="2695104" cy="2853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800" b="1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EDIT TEXT HERE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F4A7F218-0928-41AE-24E9-AABEB889B961}"/>
                </a:ext>
              </a:extLst>
            </p:cNvPr>
            <p:cNvSpPr txBox="1"/>
            <p:nvPr/>
          </p:nvSpPr>
          <p:spPr>
            <a:xfrm>
              <a:off x="835496" y="1949242"/>
              <a:ext cx="2695104" cy="7836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This is a sample text. Insert your desired text here. </a:t>
              </a:r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2FA7B111-8709-6302-2DEA-54D11605B047}"/>
              </a:ext>
            </a:extLst>
          </p:cNvPr>
          <p:cNvGrpSpPr/>
          <p:nvPr/>
        </p:nvGrpSpPr>
        <p:grpSpPr>
          <a:xfrm>
            <a:off x="4142592" y="5062318"/>
            <a:ext cx="3459212" cy="940883"/>
            <a:chOff x="835496" y="1524082"/>
            <a:chExt cx="2695104" cy="940883"/>
          </a:xfrm>
        </p:grpSpPr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BE1A23A0-DAAA-442C-7FD4-3EC256B8FFED}"/>
                </a:ext>
              </a:extLst>
            </p:cNvPr>
            <p:cNvSpPr txBox="1"/>
            <p:nvPr/>
          </p:nvSpPr>
          <p:spPr>
            <a:xfrm>
              <a:off x="835496" y="1524082"/>
              <a:ext cx="2695104" cy="2853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8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E84B6DDB-0651-08FB-F7DE-8BA53F66AD57}"/>
                </a:ext>
              </a:extLst>
            </p:cNvPr>
            <p:cNvSpPr txBox="1"/>
            <p:nvPr/>
          </p:nvSpPr>
          <p:spPr>
            <a:xfrm>
              <a:off x="835496" y="1949243"/>
              <a:ext cx="2695104" cy="5157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This is a sample text. </a:t>
              </a:r>
            </a:p>
          </p:txBody>
        </p: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5A032C52-4B1C-C9D4-DB90-A6E903B87667}"/>
              </a:ext>
            </a:extLst>
          </p:cNvPr>
          <p:cNvGrpSpPr/>
          <p:nvPr/>
        </p:nvGrpSpPr>
        <p:grpSpPr>
          <a:xfrm>
            <a:off x="7882079" y="5062318"/>
            <a:ext cx="3459212" cy="940883"/>
            <a:chOff x="835496" y="1524082"/>
            <a:chExt cx="2695104" cy="940883"/>
          </a:xfrm>
        </p:grpSpPr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67A6E6A8-E740-AE9B-2589-91D8237B79B1}"/>
                </a:ext>
              </a:extLst>
            </p:cNvPr>
            <p:cNvSpPr txBox="1"/>
            <p:nvPr/>
          </p:nvSpPr>
          <p:spPr>
            <a:xfrm>
              <a:off x="835496" y="1524082"/>
              <a:ext cx="2695104" cy="2853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8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B696A8AA-414B-8EDE-E3FF-D9532A8AC80F}"/>
                </a:ext>
              </a:extLst>
            </p:cNvPr>
            <p:cNvSpPr txBox="1"/>
            <p:nvPr/>
          </p:nvSpPr>
          <p:spPr>
            <a:xfrm>
              <a:off x="835496" y="1949243"/>
              <a:ext cx="2695104" cy="5157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This is a sample text. </a:t>
              </a:r>
            </a:p>
          </p:txBody>
        </p:sp>
      </p:grpSp>
      <p:pic>
        <p:nvPicPr>
          <p:cNvPr id="247" name="Graphic 246" descr="Bar graph with upward trend outline">
            <a:extLst>
              <a:ext uri="{FF2B5EF4-FFF2-40B4-BE49-F238E27FC236}">
                <a16:creationId xmlns:a16="http://schemas.microsoft.com/office/drawing/2014/main" id="{1E20B0CB-2B42-0148-3590-1023BD71C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7746" y="2995127"/>
            <a:ext cx="700336" cy="700336"/>
          </a:xfrm>
          <a:prstGeom prst="rect">
            <a:avLst/>
          </a:prstGeom>
        </p:spPr>
      </p:pic>
      <p:pic>
        <p:nvPicPr>
          <p:cNvPr id="249" name="Graphic 248" descr="Gears outline">
            <a:extLst>
              <a:ext uri="{FF2B5EF4-FFF2-40B4-BE49-F238E27FC236}">
                <a16:creationId xmlns:a16="http://schemas.microsoft.com/office/drawing/2014/main" id="{4574E275-BC63-F199-7341-DD4313220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7746" y="900202"/>
            <a:ext cx="700336" cy="700336"/>
          </a:xfrm>
          <a:prstGeom prst="rect">
            <a:avLst/>
          </a:prstGeom>
        </p:spPr>
      </p:pic>
      <p:pic>
        <p:nvPicPr>
          <p:cNvPr id="251" name="Graphic 250" descr="Briefcase outline">
            <a:extLst>
              <a:ext uri="{FF2B5EF4-FFF2-40B4-BE49-F238E27FC236}">
                <a16:creationId xmlns:a16="http://schemas.microsoft.com/office/drawing/2014/main" id="{23884A53-517E-655C-4C3A-54AA6E246B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1545" y="900202"/>
            <a:ext cx="700336" cy="700336"/>
          </a:xfrm>
          <a:prstGeom prst="rect">
            <a:avLst/>
          </a:prstGeom>
        </p:spPr>
      </p:pic>
      <p:pic>
        <p:nvPicPr>
          <p:cNvPr id="253" name="Graphic 252" descr="Rocket outline">
            <a:extLst>
              <a:ext uri="{FF2B5EF4-FFF2-40B4-BE49-F238E27FC236}">
                <a16:creationId xmlns:a16="http://schemas.microsoft.com/office/drawing/2014/main" id="{B78D5D47-D794-5CF0-87D5-CC15E43A76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71545" y="2995127"/>
            <a:ext cx="700336" cy="700336"/>
          </a:xfrm>
          <a:prstGeom prst="rect">
            <a:avLst/>
          </a:prstGeom>
        </p:spPr>
      </p:pic>
      <p:sp>
        <p:nvSpPr>
          <p:cNvPr id="254" name="TextBox 253">
            <a:extLst>
              <a:ext uri="{FF2B5EF4-FFF2-40B4-BE49-F238E27FC236}">
                <a16:creationId xmlns:a16="http://schemas.microsoft.com/office/drawing/2014/main" id="{51648762-2000-5E2D-6AA2-08A7BC40DBB3}"/>
              </a:ext>
            </a:extLst>
          </p:cNvPr>
          <p:cNvSpPr txBox="1"/>
          <p:nvPr/>
        </p:nvSpPr>
        <p:spPr>
          <a:xfrm>
            <a:off x="6552157" y="1720564"/>
            <a:ext cx="939112" cy="5157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This is a sample text 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39E2224A-1DC7-DBBA-2F8D-1A187D9FE263}"/>
              </a:ext>
            </a:extLst>
          </p:cNvPr>
          <p:cNvSpPr txBox="1"/>
          <p:nvPr/>
        </p:nvSpPr>
        <p:spPr>
          <a:xfrm>
            <a:off x="10448358" y="1720564"/>
            <a:ext cx="939112" cy="5157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This is a sample text 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424AA3B7-8A8E-AFBC-160B-4CF2BC245044}"/>
              </a:ext>
            </a:extLst>
          </p:cNvPr>
          <p:cNvSpPr txBox="1"/>
          <p:nvPr/>
        </p:nvSpPr>
        <p:spPr>
          <a:xfrm>
            <a:off x="6552157" y="3838613"/>
            <a:ext cx="939112" cy="5157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This is a sample text 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11CB11A7-1484-C208-4224-2165130248F1}"/>
              </a:ext>
            </a:extLst>
          </p:cNvPr>
          <p:cNvSpPr txBox="1"/>
          <p:nvPr/>
        </p:nvSpPr>
        <p:spPr>
          <a:xfrm>
            <a:off x="10448358" y="3838613"/>
            <a:ext cx="939112" cy="5157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This is a sample text </a:t>
            </a:r>
          </a:p>
        </p:txBody>
      </p:sp>
      <p:graphicFrame>
        <p:nvGraphicFramePr>
          <p:cNvPr id="258" name="Chart 257">
            <a:extLst>
              <a:ext uri="{FF2B5EF4-FFF2-40B4-BE49-F238E27FC236}">
                <a16:creationId xmlns:a16="http://schemas.microsoft.com/office/drawing/2014/main" id="{2B8B1533-0370-60FF-F7CA-B82B283950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4290616"/>
              </p:ext>
            </p:extLst>
          </p:nvPr>
        </p:nvGraphicFramePr>
        <p:xfrm>
          <a:off x="837828" y="2927363"/>
          <a:ext cx="2713446" cy="3101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085427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dustryAnalys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35A35"/>
      </a:accent1>
      <a:accent2>
        <a:srgbClr val="ECB448"/>
      </a:accent2>
      <a:accent3>
        <a:srgbClr val="8BB74C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6543</TotalTime>
  <Words>328</Words>
  <Application>Microsoft Office PowerPoint</Application>
  <PresentationFormat>Custom</PresentationFormat>
  <Paragraphs>55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Segoe UI</vt:lpstr>
      <vt:lpstr>Office Theme</vt:lpstr>
      <vt:lpstr>Next Steps Action Plan Slide Template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Steps Action Plan PowerPoint Template</dc:title>
  <dc:creator>Julian</dc:creator>
  <cp:lastModifiedBy>Julian M</cp:lastModifiedBy>
  <cp:revision>121</cp:revision>
  <dcterms:created xsi:type="dcterms:W3CDTF">2013-09-12T13:05:01Z</dcterms:created>
  <dcterms:modified xsi:type="dcterms:W3CDTF">2023-06-21T17:43:59Z</dcterms:modified>
</cp:coreProperties>
</file>