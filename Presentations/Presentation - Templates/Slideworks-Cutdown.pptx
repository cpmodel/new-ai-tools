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3" r:id="rId1"/>
    <p:sldMasterId id="2147483865" r:id="rId2"/>
  </p:sldMasterIdLst>
  <p:notesMasterIdLst>
    <p:notesMasterId r:id="rId8"/>
  </p:notesMasterIdLst>
  <p:handoutMasterIdLst>
    <p:handoutMasterId r:id="rId9"/>
  </p:handoutMasterIdLst>
  <p:sldIdLst>
    <p:sldId id="2147470740" r:id="rId3"/>
    <p:sldId id="2147471509" r:id="rId4"/>
    <p:sldId id="2147471108" r:id="rId5"/>
    <p:sldId id="2147471492" r:id="rId6"/>
    <p:sldId id="2147471497" r:id="rId7"/>
  </p:sldIdLst>
  <p:sldSz cx="12192000" cy="6858000"/>
  <p:notesSz cx="6858000" cy="9144000"/>
  <p:custDataLst>
    <p:tags r:id="rId10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061F32"/>
    <a:srgbClr val="00B050"/>
    <a:srgbClr val="FFF2D9"/>
    <a:srgbClr val="73F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1"/>
    <p:restoredTop sz="95845"/>
  </p:normalViewPr>
  <p:slideViewPr>
    <p:cSldViewPr snapToGrid="0" showGuides="1">
      <p:cViewPr varScale="1">
        <p:scale>
          <a:sx n="106" d="100"/>
          <a:sy n="106" d="100"/>
        </p:scale>
        <p:origin x="1026" y="102"/>
      </p:cViewPr>
      <p:guideLst>
        <p:guide orient="horz" pos="2137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461C8D16-F91C-40AB-8163-8272BCB3CEB6}"/>
    <pc:docChg chg="delSld delSection modSection">
      <pc:chgData name="Stephen John Stretton" userId="da8c780b-1aa2-4e36-94fb-871dc8111504" providerId="ADAL" clId="{461C8D16-F91C-40AB-8163-8272BCB3CEB6}" dt="2026-09-28T20:49:00.100" v="3" actId="17853"/>
      <pc:docMkLst>
        <pc:docMk/>
      </pc:docMkLst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388973764" sldId="26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702661776" sldId="28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579588639" sldId="29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43194968" sldId="29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029693824" sldId="29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0" sldId="30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0" sldId="32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60595336" sldId="36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871821955" sldId="187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407762152" sldId="224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05642828" sldId="225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762389536" sldId="225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575949425" sldId="226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90575714" sldId="226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338321347" sldId="228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4236902" sldId="228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62589326" sldId="231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618203365" sldId="233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644244451" sldId="427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331060039" sldId="431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374014372" sldId="214747048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110915809" sldId="214747048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374049881" sldId="214747053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504459337" sldId="214747079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045723335" sldId="214747082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646172580" sldId="214747083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139267148" sldId="2147470834"/>
        </pc:sldMkLst>
      </pc:sldChg>
      <pc:sldChg chg="del">
        <pc:chgData name="Stephen John Stretton" userId="da8c780b-1aa2-4e36-94fb-871dc8111504" providerId="ADAL" clId="{461C8D16-F91C-40AB-8163-8272BCB3CEB6}" dt="2026-09-28T20:48:52.581" v="1" actId="47"/>
        <pc:sldMkLst>
          <pc:docMk/>
          <pc:sldMk cId="3797087306" sldId="214747085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60015439" sldId="214747085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977631743" sldId="214747085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608376325" sldId="214747086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752296082" sldId="214747086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148644646" sldId="214747086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82081957" sldId="214747086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458827328" sldId="214747087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14572689" sldId="214747087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783734577" sldId="214747087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451481449" sldId="214747087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284423496" sldId="214747087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663600327" sldId="214747087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49283649" sldId="214747087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356933538" sldId="214747087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922137645" sldId="214747087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00451471" sldId="214747088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204570558" sldId="214747088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906628685" sldId="214747088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505685224" sldId="214747090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46549675" sldId="214747090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279722278" sldId="214747090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38530324" sldId="214747090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29883391" sldId="214747091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67778977" sldId="214747091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135884181" sldId="214747091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537117581" sldId="214747091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744467309" sldId="214747091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010098538" sldId="214747091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412892143" sldId="214747091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53757372" sldId="214747091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191266253" sldId="214747091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889144471" sldId="214747091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074101830" sldId="214747092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337919675" sldId="214747092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050958209" sldId="214747092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912227379" sldId="214747092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719079592" sldId="214747092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28614089" sldId="214747092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139501248" sldId="214747092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522464889" sldId="214747093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178668073" sldId="214747093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8108405" sldId="214747093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716901599" sldId="214747093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748027731" sldId="214747093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11934624" sldId="214747093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51423283" sldId="214747094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513864401" sldId="214747095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658647672" sldId="214747095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14447565" sldId="214747096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134538428" sldId="214747096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33463611" sldId="214747096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27052828" sldId="214747096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144901824" sldId="214747096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075041952" sldId="214747096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81479193" sldId="214747097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59577770" sldId="214747097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90522440" sldId="214747097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127510617" sldId="214747097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319462331" sldId="214747097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041241535" sldId="214747098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83106179" sldId="214747098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79118360" sldId="214747098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572240398" sldId="214747098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92753550" sldId="214747098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314118583" sldId="214747098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060442867" sldId="214747098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002355066" sldId="214747098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047398614" sldId="214747099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932440242" sldId="214747099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227108958" sldId="214747099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172584662" sldId="214747099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699471880" sldId="214747100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53091534" sldId="214747100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078281210" sldId="214747100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45573931" sldId="214747100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49690454" sldId="214747100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30693918" sldId="214747100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201776478" sldId="214747103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962118806" sldId="214747106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71701941" sldId="214747107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163714283" sldId="214747107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783232711" sldId="214747108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463166732" sldId="214747109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148469122" sldId="214747110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932100813" sldId="214747111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168529020" sldId="214747111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739946541" sldId="214747112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006158357" sldId="214747122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17420182" sldId="214747127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470350311" sldId="214747129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188654996" sldId="214747129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545559484" sldId="214747129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964298231" sldId="214747129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276838295" sldId="214747129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983985390" sldId="214747129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711237526" sldId="214747130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347968603" sldId="214747130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568045578" sldId="214747130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723693967" sldId="214747130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894181603" sldId="214747130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821864265" sldId="214747131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783162986" sldId="214747132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028709865" sldId="214747132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87435473" sldId="214747132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282071324" sldId="214747132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759803147" sldId="214747132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458100128" sldId="214747133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739456989" sldId="214747133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765027492" sldId="214747133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586042620" sldId="214747133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50853666" sldId="214747133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171024382" sldId="214747133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818274006" sldId="214747135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948709166" sldId="214747136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87038281" sldId="214747136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135387428" sldId="214747136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734719793" sldId="214747136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610697072" sldId="214747136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146544963" sldId="214747136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23768183" sldId="214747136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583898810" sldId="214747136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063157360" sldId="214747136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838760377" sldId="214747137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230405429" sldId="214747137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589117449" sldId="214747137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42617489" sldId="214747137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210780937" sldId="214747137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411142456" sldId="214747137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461075932" sldId="214747139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038127100" sldId="214747139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214872394" sldId="214747139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40594027" sldId="214747139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922740785" sldId="214747139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881790731" sldId="214747140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038846525" sldId="214747140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70786074" sldId="214747140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139684000" sldId="214747140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722822687" sldId="214747141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99850174" sldId="214747141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724856045" sldId="214747141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657194416" sldId="214747141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755360404" sldId="214747141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36856824" sldId="214747142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133306988" sldId="214747142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805380909" sldId="214747142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18884311" sldId="214747142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957781958" sldId="214747142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400811451" sldId="214747142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325497705" sldId="214747142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896333251" sldId="214747142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521950819" sldId="214747143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152910590" sldId="214747143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473031824" sldId="214747143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840077994" sldId="214747143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463643424" sldId="214747143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193730453" sldId="214747143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720338598" sldId="214747143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333010703" sldId="214747144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576751864" sldId="214747144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009069485" sldId="214747144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154192299" sldId="214747144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02342786" sldId="214747144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62313790" sldId="214747144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05870516" sldId="214747144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5784372" sldId="214747145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12427453" sldId="214747145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246686144" sldId="214747145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963786043" sldId="214747145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255218841" sldId="214747145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01019914" sldId="214747145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750368768" sldId="214747145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711464401" sldId="214747145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317404104" sldId="214747145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333755611" sldId="214747145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322187921" sldId="214747146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20451946" sldId="214747146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298427251" sldId="214747146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933772758" sldId="214747146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711674459" sldId="214747146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546258038" sldId="214747146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74343723" sldId="214747146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02520331" sldId="214747146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946025393" sldId="214747147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616462606" sldId="214747147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57666481" sldId="214747147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362106822" sldId="214747147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938287985" sldId="214747147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322044204" sldId="214747147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893214686" sldId="214747147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37190201" sldId="214747147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744040115" sldId="2147471479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300695333" sldId="214747148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56637534" sldId="214747148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221754537" sldId="214747148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798010371" sldId="214747148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445966587" sldId="214747148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150133216" sldId="214747148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060075982" sldId="214747148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253286894" sldId="2147471488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59112522" sldId="214747149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545080326" sldId="2147471493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690613793" sldId="2147471494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529025553" sldId="214747149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70965659" sldId="214747149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4171763188" sldId="2147471500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181463201" sldId="2147471501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2291074939" sldId="2147471502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779520870" sldId="2147471505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681844001" sldId="2147471506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3923890261" sldId="2147471507"/>
        </pc:sldMkLst>
      </pc:sldChg>
      <pc:sldChg chg="del">
        <pc:chgData name="Stephen John Stretton" userId="da8c780b-1aa2-4e36-94fb-871dc8111504" providerId="ADAL" clId="{461C8D16-F91C-40AB-8163-8272BCB3CEB6}" dt="2026-09-28T20:48:52.525" v="0" actId="47"/>
        <pc:sldMkLst>
          <pc:docMk/>
          <pc:sldMk cId="1272706881" sldId="2147471508"/>
        </pc:sldMkLst>
      </pc:sldChg>
      <pc:sldMasterChg chg="delSldLayout">
        <pc:chgData name="Stephen John Stretton" userId="da8c780b-1aa2-4e36-94fb-871dc8111504" providerId="ADAL" clId="{461C8D16-F91C-40AB-8163-8272BCB3CEB6}" dt="2026-09-28T20:48:52.525" v="0" actId="47"/>
        <pc:sldMasterMkLst>
          <pc:docMk/>
          <pc:sldMasterMk cId="4286173087" sldId="2147483843"/>
        </pc:sldMasterMkLst>
        <pc:sldLayoutChg chg="del">
          <pc:chgData name="Stephen John Stretton" userId="da8c780b-1aa2-4e36-94fb-871dc8111504" providerId="ADAL" clId="{461C8D16-F91C-40AB-8163-8272BCB3CEB6}" dt="2026-09-28T20:48:52.525" v="0" actId="47"/>
          <pc:sldLayoutMkLst>
            <pc:docMk/>
            <pc:sldMasterMk cId="4286173087" sldId="2147483843"/>
            <pc:sldLayoutMk cId="862813584" sldId="2147483861"/>
          </pc:sldLayoutMkLst>
        </pc:sldLayoutChg>
        <pc:sldLayoutChg chg="del">
          <pc:chgData name="Stephen John Stretton" userId="da8c780b-1aa2-4e36-94fb-871dc8111504" providerId="ADAL" clId="{461C8D16-F91C-40AB-8163-8272BCB3CEB6}" dt="2026-09-28T20:48:52.525" v="0" actId="47"/>
          <pc:sldLayoutMkLst>
            <pc:docMk/>
            <pc:sldMasterMk cId="4286173087" sldId="2147483843"/>
            <pc:sldLayoutMk cId="2242928241" sldId="2147483862"/>
          </pc:sldLayoutMkLst>
        </pc:sldLayoutChg>
        <pc:sldLayoutChg chg="del">
          <pc:chgData name="Stephen John Stretton" userId="da8c780b-1aa2-4e36-94fb-871dc8111504" providerId="ADAL" clId="{461C8D16-F91C-40AB-8163-8272BCB3CEB6}" dt="2026-09-28T20:48:52.525" v="0" actId="47"/>
          <pc:sldLayoutMkLst>
            <pc:docMk/>
            <pc:sldMasterMk cId="4286173087" sldId="2147483843"/>
            <pc:sldLayoutMk cId="811924280" sldId="2147483863"/>
          </pc:sldLayoutMkLst>
        </pc:sldLayoutChg>
        <pc:sldLayoutChg chg="del">
          <pc:chgData name="Stephen John Stretton" userId="da8c780b-1aa2-4e36-94fb-871dc8111504" providerId="ADAL" clId="{461C8D16-F91C-40AB-8163-8272BCB3CEB6}" dt="2026-09-28T20:48:52.525" v="0" actId="47"/>
          <pc:sldLayoutMkLst>
            <pc:docMk/>
            <pc:sldMasterMk cId="4286173087" sldId="2147483843"/>
            <pc:sldLayoutMk cId="2236959761" sldId="21474838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09/28/2026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09/28/2026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43125" rIns="86250" bIns="43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Google Shape;1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9734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35268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812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2.emf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oleObject" Target="../embeddings/oleObject2.bin"/><Relationship Id="rId5" Type="http://schemas.openxmlformats.org/officeDocument/2006/relationships/tags" Target="../tags/tag5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1.xml"/><Relationship Id="rId9" Type="http://schemas.openxmlformats.org/officeDocument/2006/relationships/tags" Target="../tags/tag56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oleObject" Target="../embeddings/oleObject3.bin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image" Target="../media/image3.emf"/><Relationship Id="rId5" Type="http://schemas.openxmlformats.org/officeDocument/2006/relationships/tags" Target="../tags/tag72.xml"/><Relationship Id="rId10" Type="http://schemas.openxmlformats.org/officeDocument/2006/relationships/oleObject" Target="../embeddings/oleObject4.bin"/><Relationship Id="rId4" Type="http://schemas.openxmlformats.org/officeDocument/2006/relationships/tags" Target="../tags/tag71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18" Type="http://schemas.openxmlformats.org/officeDocument/2006/relationships/tags" Target="../tags/tag105.xml"/><Relationship Id="rId26" Type="http://schemas.openxmlformats.org/officeDocument/2006/relationships/image" Target="../media/image1.emf"/><Relationship Id="rId3" Type="http://schemas.openxmlformats.org/officeDocument/2006/relationships/tags" Target="../tags/tag90.xml"/><Relationship Id="rId21" Type="http://schemas.openxmlformats.org/officeDocument/2006/relationships/tags" Target="../tags/tag108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17" Type="http://schemas.openxmlformats.org/officeDocument/2006/relationships/tags" Target="../tags/tag104.xml"/><Relationship Id="rId25" Type="http://schemas.openxmlformats.org/officeDocument/2006/relationships/oleObject" Target="../embeddings/oleObject5.bin"/><Relationship Id="rId2" Type="http://schemas.openxmlformats.org/officeDocument/2006/relationships/tags" Target="../tags/tag89.xml"/><Relationship Id="rId16" Type="http://schemas.openxmlformats.org/officeDocument/2006/relationships/tags" Target="../tags/tag103.xml"/><Relationship Id="rId20" Type="http://schemas.openxmlformats.org/officeDocument/2006/relationships/tags" Target="../tags/tag107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24" Type="http://schemas.openxmlformats.org/officeDocument/2006/relationships/slideMaster" Target="../slideMasters/slideMaster1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23" Type="http://schemas.openxmlformats.org/officeDocument/2006/relationships/tags" Target="../tags/tag110.xml"/><Relationship Id="rId10" Type="http://schemas.openxmlformats.org/officeDocument/2006/relationships/tags" Target="../tags/tag97.xml"/><Relationship Id="rId19" Type="http://schemas.openxmlformats.org/officeDocument/2006/relationships/tags" Target="../tags/tag106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Relationship Id="rId22" Type="http://schemas.openxmlformats.org/officeDocument/2006/relationships/tags" Target="../tags/tag109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tags" Target="../tags/tag123.xml"/><Relationship Id="rId18" Type="http://schemas.openxmlformats.org/officeDocument/2006/relationships/tags" Target="../tags/tag128.xml"/><Relationship Id="rId26" Type="http://schemas.openxmlformats.org/officeDocument/2006/relationships/image" Target="../media/image1.emf"/><Relationship Id="rId3" Type="http://schemas.openxmlformats.org/officeDocument/2006/relationships/tags" Target="../tags/tag113.xml"/><Relationship Id="rId21" Type="http://schemas.openxmlformats.org/officeDocument/2006/relationships/tags" Target="../tags/tag131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17" Type="http://schemas.openxmlformats.org/officeDocument/2006/relationships/tags" Target="../tags/tag127.xml"/><Relationship Id="rId25" Type="http://schemas.openxmlformats.org/officeDocument/2006/relationships/oleObject" Target="../embeddings/oleObject6.bin"/><Relationship Id="rId2" Type="http://schemas.openxmlformats.org/officeDocument/2006/relationships/tags" Target="../tags/tag112.xml"/><Relationship Id="rId16" Type="http://schemas.openxmlformats.org/officeDocument/2006/relationships/tags" Target="../tags/tag126.xml"/><Relationship Id="rId20" Type="http://schemas.openxmlformats.org/officeDocument/2006/relationships/tags" Target="../tags/tag130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24" Type="http://schemas.openxmlformats.org/officeDocument/2006/relationships/slideMaster" Target="../slideMasters/slideMaster1.xml"/><Relationship Id="rId5" Type="http://schemas.openxmlformats.org/officeDocument/2006/relationships/tags" Target="../tags/tag115.xml"/><Relationship Id="rId15" Type="http://schemas.openxmlformats.org/officeDocument/2006/relationships/tags" Target="../tags/tag125.xml"/><Relationship Id="rId23" Type="http://schemas.openxmlformats.org/officeDocument/2006/relationships/tags" Target="../tags/tag133.xml"/><Relationship Id="rId10" Type="http://schemas.openxmlformats.org/officeDocument/2006/relationships/tags" Target="../tags/tag120.xml"/><Relationship Id="rId19" Type="http://schemas.openxmlformats.org/officeDocument/2006/relationships/tags" Target="../tags/tag129.xml"/><Relationship Id="rId4" Type="http://schemas.openxmlformats.org/officeDocument/2006/relationships/tags" Target="../tags/tag114.xml"/><Relationship Id="rId9" Type="http://schemas.openxmlformats.org/officeDocument/2006/relationships/tags" Target="../tags/tag119.xml"/><Relationship Id="rId14" Type="http://schemas.openxmlformats.org/officeDocument/2006/relationships/tags" Target="../tags/tag124.xml"/><Relationship Id="rId22" Type="http://schemas.openxmlformats.org/officeDocument/2006/relationships/tags" Target="../tags/tag13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18" Type="http://schemas.openxmlformats.org/officeDocument/2006/relationships/tags" Target="../tags/tag151.xml"/><Relationship Id="rId26" Type="http://schemas.openxmlformats.org/officeDocument/2006/relationships/slideMaster" Target="../slideMasters/slideMaster1.xml"/><Relationship Id="rId3" Type="http://schemas.openxmlformats.org/officeDocument/2006/relationships/tags" Target="../tags/tag136.xml"/><Relationship Id="rId21" Type="http://schemas.openxmlformats.org/officeDocument/2006/relationships/tags" Target="../tags/tag154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17" Type="http://schemas.openxmlformats.org/officeDocument/2006/relationships/tags" Target="../tags/tag150.xml"/><Relationship Id="rId25" Type="http://schemas.openxmlformats.org/officeDocument/2006/relationships/tags" Target="../tags/tag158.xml"/><Relationship Id="rId2" Type="http://schemas.openxmlformats.org/officeDocument/2006/relationships/tags" Target="../tags/tag135.xml"/><Relationship Id="rId16" Type="http://schemas.openxmlformats.org/officeDocument/2006/relationships/tags" Target="../tags/tag149.xml"/><Relationship Id="rId20" Type="http://schemas.openxmlformats.org/officeDocument/2006/relationships/tags" Target="../tags/tag153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24" Type="http://schemas.openxmlformats.org/officeDocument/2006/relationships/tags" Target="../tags/tag157.xml"/><Relationship Id="rId5" Type="http://schemas.openxmlformats.org/officeDocument/2006/relationships/tags" Target="../tags/tag138.xml"/><Relationship Id="rId15" Type="http://schemas.openxmlformats.org/officeDocument/2006/relationships/tags" Target="../tags/tag148.xml"/><Relationship Id="rId23" Type="http://schemas.openxmlformats.org/officeDocument/2006/relationships/tags" Target="../tags/tag156.xml"/><Relationship Id="rId28" Type="http://schemas.openxmlformats.org/officeDocument/2006/relationships/image" Target="../media/image1.emf"/><Relationship Id="rId10" Type="http://schemas.openxmlformats.org/officeDocument/2006/relationships/tags" Target="../tags/tag143.xml"/><Relationship Id="rId19" Type="http://schemas.openxmlformats.org/officeDocument/2006/relationships/tags" Target="../tags/tag152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tags" Target="../tags/tag147.xml"/><Relationship Id="rId22" Type="http://schemas.openxmlformats.org/officeDocument/2006/relationships/tags" Target="../tags/tag155.xml"/><Relationship Id="rId27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18" Type="http://schemas.openxmlformats.org/officeDocument/2006/relationships/tags" Target="../tags/tag176.xml"/><Relationship Id="rId26" Type="http://schemas.openxmlformats.org/officeDocument/2006/relationships/slideMaster" Target="../slideMasters/slideMaster1.xml"/><Relationship Id="rId3" Type="http://schemas.openxmlformats.org/officeDocument/2006/relationships/tags" Target="../tags/tag161.xml"/><Relationship Id="rId21" Type="http://schemas.openxmlformats.org/officeDocument/2006/relationships/tags" Target="../tags/tag179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17" Type="http://schemas.openxmlformats.org/officeDocument/2006/relationships/tags" Target="../tags/tag175.xml"/><Relationship Id="rId25" Type="http://schemas.openxmlformats.org/officeDocument/2006/relationships/tags" Target="../tags/tag183.xml"/><Relationship Id="rId2" Type="http://schemas.openxmlformats.org/officeDocument/2006/relationships/tags" Target="../tags/tag160.xml"/><Relationship Id="rId16" Type="http://schemas.openxmlformats.org/officeDocument/2006/relationships/tags" Target="../tags/tag174.xml"/><Relationship Id="rId20" Type="http://schemas.openxmlformats.org/officeDocument/2006/relationships/tags" Target="../tags/tag178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24" Type="http://schemas.openxmlformats.org/officeDocument/2006/relationships/tags" Target="../tags/tag182.xml"/><Relationship Id="rId5" Type="http://schemas.openxmlformats.org/officeDocument/2006/relationships/tags" Target="../tags/tag163.xml"/><Relationship Id="rId15" Type="http://schemas.openxmlformats.org/officeDocument/2006/relationships/tags" Target="../tags/tag173.xml"/><Relationship Id="rId23" Type="http://schemas.openxmlformats.org/officeDocument/2006/relationships/tags" Target="../tags/tag181.xml"/><Relationship Id="rId28" Type="http://schemas.openxmlformats.org/officeDocument/2006/relationships/image" Target="../media/image1.emf"/><Relationship Id="rId10" Type="http://schemas.openxmlformats.org/officeDocument/2006/relationships/tags" Target="../tags/tag168.xml"/><Relationship Id="rId19" Type="http://schemas.openxmlformats.org/officeDocument/2006/relationships/tags" Target="../tags/tag177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Relationship Id="rId22" Type="http://schemas.openxmlformats.org/officeDocument/2006/relationships/tags" Target="../tags/tag180.xml"/><Relationship Id="rId27" Type="http://schemas.openxmlformats.org/officeDocument/2006/relationships/oleObject" Target="../embeddings/oleObject7.bin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tags" Target="../tags/tag201.xml"/><Relationship Id="rId26" Type="http://schemas.openxmlformats.org/officeDocument/2006/relationships/slideMaster" Target="../slideMasters/slideMaster1.xml"/><Relationship Id="rId3" Type="http://schemas.openxmlformats.org/officeDocument/2006/relationships/tags" Target="../tags/tag186.xml"/><Relationship Id="rId21" Type="http://schemas.openxmlformats.org/officeDocument/2006/relationships/tags" Target="../tags/tag204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5" Type="http://schemas.openxmlformats.org/officeDocument/2006/relationships/tags" Target="../tags/tag208.xml"/><Relationship Id="rId2" Type="http://schemas.openxmlformats.org/officeDocument/2006/relationships/tags" Target="../tags/tag185.xml"/><Relationship Id="rId16" Type="http://schemas.openxmlformats.org/officeDocument/2006/relationships/tags" Target="../tags/tag199.xml"/><Relationship Id="rId20" Type="http://schemas.openxmlformats.org/officeDocument/2006/relationships/tags" Target="../tags/tag203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24" Type="http://schemas.openxmlformats.org/officeDocument/2006/relationships/tags" Target="../tags/tag207.xml"/><Relationship Id="rId5" Type="http://schemas.openxmlformats.org/officeDocument/2006/relationships/tags" Target="../tags/tag188.xml"/><Relationship Id="rId15" Type="http://schemas.openxmlformats.org/officeDocument/2006/relationships/tags" Target="../tags/tag198.xml"/><Relationship Id="rId23" Type="http://schemas.openxmlformats.org/officeDocument/2006/relationships/tags" Target="../tags/tag206.xml"/><Relationship Id="rId28" Type="http://schemas.openxmlformats.org/officeDocument/2006/relationships/image" Target="../media/image4.emf"/><Relationship Id="rId10" Type="http://schemas.openxmlformats.org/officeDocument/2006/relationships/tags" Target="../tags/tag193.xml"/><Relationship Id="rId19" Type="http://schemas.openxmlformats.org/officeDocument/2006/relationships/tags" Target="../tags/tag202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Relationship Id="rId22" Type="http://schemas.openxmlformats.org/officeDocument/2006/relationships/tags" Target="../tags/tag205.xml"/><Relationship Id="rId27" Type="http://schemas.openxmlformats.org/officeDocument/2006/relationships/oleObject" Target="../embeddings/oleObject8.bin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tags" Target="../tags/tag221.xml"/><Relationship Id="rId18" Type="http://schemas.openxmlformats.org/officeDocument/2006/relationships/tags" Target="../tags/tag226.xml"/><Relationship Id="rId3" Type="http://schemas.openxmlformats.org/officeDocument/2006/relationships/tags" Target="../tags/tag211.xml"/><Relationship Id="rId21" Type="http://schemas.openxmlformats.org/officeDocument/2006/relationships/tags" Target="../tags/tag229.xml"/><Relationship Id="rId7" Type="http://schemas.openxmlformats.org/officeDocument/2006/relationships/tags" Target="../tags/tag215.xml"/><Relationship Id="rId12" Type="http://schemas.openxmlformats.org/officeDocument/2006/relationships/tags" Target="../tags/tag220.xml"/><Relationship Id="rId17" Type="http://schemas.openxmlformats.org/officeDocument/2006/relationships/tags" Target="../tags/tag225.xml"/><Relationship Id="rId2" Type="http://schemas.openxmlformats.org/officeDocument/2006/relationships/tags" Target="../tags/tag210.xml"/><Relationship Id="rId16" Type="http://schemas.openxmlformats.org/officeDocument/2006/relationships/tags" Target="../tags/tag224.xml"/><Relationship Id="rId20" Type="http://schemas.openxmlformats.org/officeDocument/2006/relationships/tags" Target="../tags/tag228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24" Type="http://schemas.openxmlformats.org/officeDocument/2006/relationships/image" Target="../media/image1.emf"/><Relationship Id="rId5" Type="http://schemas.openxmlformats.org/officeDocument/2006/relationships/tags" Target="../tags/tag213.xml"/><Relationship Id="rId15" Type="http://schemas.openxmlformats.org/officeDocument/2006/relationships/tags" Target="../tags/tag223.xml"/><Relationship Id="rId23" Type="http://schemas.openxmlformats.org/officeDocument/2006/relationships/oleObject" Target="../embeddings/oleObject9.bin"/><Relationship Id="rId10" Type="http://schemas.openxmlformats.org/officeDocument/2006/relationships/tags" Target="../tags/tag218.xml"/><Relationship Id="rId19" Type="http://schemas.openxmlformats.org/officeDocument/2006/relationships/tags" Target="../tags/tag227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tags" Target="../tags/tag222.xml"/><Relationship Id="rId2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32.xml"/><Relationship Id="rId7" Type="http://schemas.openxmlformats.org/officeDocument/2006/relationships/oleObject" Target="../embeddings/oleObject10.bin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34.xml"/><Relationship Id="rId4" Type="http://schemas.openxmlformats.org/officeDocument/2006/relationships/tags" Target="../tags/tag233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3" Type="http://schemas.openxmlformats.org/officeDocument/2006/relationships/tags" Target="../tags/tag237.xml"/><Relationship Id="rId7" Type="http://schemas.openxmlformats.org/officeDocument/2006/relationships/tags" Target="../tags/tag241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image" Target="../media/image5.emf"/><Relationship Id="rId5" Type="http://schemas.openxmlformats.org/officeDocument/2006/relationships/tags" Target="../tags/tag239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238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9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3.xml"/><Relationship Id="rId1" Type="http://schemas.openxmlformats.org/officeDocument/2006/relationships/tags" Target="../tags/tag25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2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57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28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9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90.xml"/><Relationship Id="rId7" Type="http://schemas.openxmlformats.org/officeDocument/2006/relationships/tags" Target="../tags/tag294.xml"/><Relationship Id="rId2" Type="http://schemas.openxmlformats.org/officeDocument/2006/relationships/tags" Target="../tags/tag289.xml"/><Relationship Id="rId1" Type="http://schemas.openxmlformats.org/officeDocument/2006/relationships/tags" Target="../tags/tag288.xml"/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10" Type="http://schemas.openxmlformats.org/officeDocument/2006/relationships/image" Target="../media/image1.emf"/><Relationship Id="rId4" Type="http://schemas.openxmlformats.org/officeDocument/2006/relationships/tags" Target="../tags/tag291.xml"/><Relationship Id="rId9" Type="http://schemas.openxmlformats.org/officeDocument/2006/relationships/oleObject" Target="../embeddings/oleObject15.bin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297.xml"/><Relationship Id="rId7" Type="http://schemas.openxmlformats.org/officeDocument/2006/relationships/oleObject" Target="../embeddings/oleObject16.bin"/><Relationship Id="rId2" Type="http://schemas.openxmlformats.org/officeDocument/2006/relationships/tags" Target="../tags/tag296.xml"/><Relationship Id="rId1" Type="http://schemas.openxmlformats.org/officeDocument/2006/relationships/tags" Target="../tags/tag29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99.xml"/><Relationship Id="rId4" Type="http://schemas.openxmlformats.org/officeDocument/2006/relationships/tags" Target="../tags/tag298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0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07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315.xml"/><Relationship Id="rId13" Type="http://schemas.openxmlformats.org/officeDocument/2006/relationships/tags" Target="../tags/tag320.xml"/><Relationship Id="rId3" Type="http://schemas.openxmlformats.org/officeDocument/2006/relationships/tags" Target="../tags/tag310.xml"/><Relationship Id="rId7" Type="http://schemas.openxmlformats.org/officeDocument/2006/relationships/tags" Target="../tags/tag314.xml"/><Relationship Id="rId12" Type="http://schemas.openxmlformats.org/officeDocument/2006/relationships/tags" Target="../tags/tag319.xml"/><Relationship Id="rId2" Type="http://schemas.openxmlformats.org/officeDocument/2006/relationships/tags" Target="../tags/tag309.xml"/><Relationship Id="rId16" Type="http://schemas.openxmlformats.org/officeDocument/2006/relationships/image" Target="../media/image1.emf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11" Type="http://schemas.openxmlformats.org/officeDocument/2006/relationships/tags" Target="../tags/tag318.xml"/><Relationship Id="rId5" Type="http://schemas.openxmlformats.org/officeDocument/2006/relationships/tags" Target="../tags/tag312.xml"/><Relationship Id="rId15" Type="http://schemas.openxmlformats.org/officeDocument/2006/relationships/oleObject" Target="../embeddings/oleObject17.bin"/><Relationship Id="rId10" Type="http://schemas.openxmlformats.org/officeDocument/2006/relationships/tags" Target="../tags/tag317.xml"/><Relationship Id="rId4" Type="http://schemas.openxmlformats.org/officeDocument/2006/relationships/tags" Target="../tags/tag311.xml"/><Relationship Id="rId9" Type="http://schemas.openxmlformats.org/officeDocument/2006/relationships/tags" Target="../tags/tag316.xml"/><Relationship Id="rId14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8.xml"/><Relationship Id="rId13" Type="http://schemas.openxmlformats.org/officeDocument/2006/relationships/tags" Target="../tags/tag333.xml"/><Relationship Id="rId3" Type="http://schemas.openxmlformats.org/officeDocument/2006/relationships/tags" Target="../tags/tag323.xml"/><Relationship Id="rId7" Type="http://schemas.openxmlformats.org/officeDocument/2006/relationships/tags" Target="../tags/tag327.xml"/><Relationship Id="rId12" Type="http://schemas.openxmlformats.org/officeDocument/2006/relationships/tags" Target="../tags/tag332.xml"/><Relationship Id="rId2" Type="http://schemas.openxmlformats.org/officeDocument/2006/relationships/tags" Target="../tags/tag322.xml"/><Relationship Id="rId16" Type="http://schemas.openxmlformats.org/officeDocument/2006/relationships/image" Target="../media/image1.emf"/><Relationship Id="rId1" Type="http://schemas.openxmlformats.org/officeDocument/2006/relationships/tags" Target="../tags/tag321.xml"/><Relationship Id="rId6" Type="http://schemas.openxmlformats.org/officeDocument/2006/relationships/tags" Target="../tags/tag326.xml"/><Relationship Id="rId11" Type="http://schemas.openxmlformats.org/officeDocument/2006/relationships/tags" Target="../tags/tag331.xml"/><Relationship Id="rId5" Type="http://schemas.openxmlformats.org/officeDocument/2006/relationships/tags" Target="../tags/tag325.xml"/><Relationship Id="rId15" Type="http://schemas.openxmlformats.org/officeDocument/2006/relationships/oleObject" Target="../embeddings/oleObject18.bin"/><Relationship Id="rId10" Type="http://schemas.openxmlformats.org/officeDocument/2006/relationships/tags" Target="../tags/tag330.xml"/><Relationship Id="rId4" Type="http://schemas.openxmlformats.org/officeDocument/2006/relationships/tags" Target="../tags/tag324.xml"/><Relationship Id="rId9" Type="http://schemas.openxmlformats.org/officeDocument/2006/relationships/tags" Target="../tags/tag329.xml"/><Relationship Id="rId14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341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336.xml"/><Relationship Id="rId7" Type="http://schemas.openxmlformats.org/officeDocument/2006/relationships/tags" Target="../tags/tag340.xml"/><Relationship Id="rId12" Type="http://schemas.openxmlformats.org/officeDocument/2006/relationships/tags" Target="../tags/tag345.xml"/><Relationship Id="rId2" Type="http://schemas.openxmlformats.org/officeDocument/2006/relationships/tags" Target="../tags/tag335.xml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11" Type="http://schemas.openxmlformats.org/officeDocument/2006/relationships/tags" Target="../tags/tag344.xml"/><Relationship Id="rId5" Type="http://schemas.openxmlformats.org/officeDocument/2006/relationships/tags" Target="../tags/tag338.xml"/><Relationship Id="rId15" Type="http://schemas.openxmlformats.org/officeDocument/2006/relationships/image" Target="../media/image8.emf"/><Relationship Id="rId10" Type="http://schemas.openxmlformats.org/officeDocument/2006/relationships/tags" Target="../tags/tag343.xml"/><Relationship Id="rId4" Type="http://schemas.openxmlformats.org/officeDocument/2006/relationships/tags" Target="../tags/tag337.xml"/><Relationship Id="rId9" Type="http://schemas.openxmlformats.org/officeDocument/2006/relationships/tags" Target="../tags/tag342.xml"/><Relationship Id="rId14" Type="http://schemas.openxmlformats.org/officeDocument/2006/relationships/oleObject" Target="../embeddings/oleObject19.bin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353.xml"/><Relationship Id="rId13" Type="http://schemas.openxmlformats.org/officeDocument/2006/relationships/tags" Target="../tags/tag358.xml"/><Relationship Id="rId3" Type="http://schemas.openxmlformats.org/officeDocument/2006/relationships/tags" Target="../tags/tag348.xml"/><Relationship Id="rId7" Type="http://schemas.openxmlformats.org/officeDocument/2006/relationships/tags" Target="../tags/tag352.xml"/><Relationship Id="rId12" Type="http://schemas.openxmlformats.org/officeDocument/2006/relationships/tags" Target="../tags/tag357.xml"/><Relationship Id="rId2" Type="http://schemas.openxmlformats.org/officeDocument/2006/relationships/tags" Target="../tags/tag347.xml"/><Relationship Id="rId16" Type="http://schemas.openxmlformats.org/officeDocument/2006/relationships/image" Target="../media/image1.emf"/><Relationship Id="rId1" Type="http://schemas.openxmlformats.org/officeDocument/2006/relationships/tags" Target="../tags/tag346.xml"/><Relationship Id="rId6" Type="http://schemas.openxmlformats.org/officeDocument/2006/relationships/tags" Target="../tags/tag351.xml"/><Relationship Id="rId11" Type="http://schemas.openxmlformats.org/officeDocument/2006/relationships/tags" Target="../tags/tag356.xml"/><Relationship Id="rId5" Type="http://schemas.openxmlformats.org/officeDocument/2006/relationships/tags" Target="../tags/tag350.xml"/><Relationship Id="rId15" Type="http://schemas.openxmlformats.org/officeDocument/2006/relationships/oleObject" Target="../embeddings/oleObject20.bin"/><Relationship Id="rId10" Type="http://schemas.openxmlformats.org/officeDocument/2006/relationships/tags" Target="../tags/tag355.xml"/><Relationship Id="rId4" Type="http://schemas.openxmlformats.org/officeDocument/2006/relationships/tags" Target="../tags/tag349.xml"/><Relationship Id="rId9" Type="http://schemas.openxmlformats.org/officeDocument/2006/relationships/tags" Target="../tags/tag354.xml"/><Relationship Id="rId14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366.xml"/><Relationship Id="rId13" Type="http://schemas.openxmlformats.org/officeDocument/2006/relationships/tags" Target="../tags/tag371.xml"/><Relationship Id="rId3" Type="http://schemas.openxmlformats.org/officeDocument/2006/relationships/tags" Target="../tags/tag361.xml"/><Relationship Id="rId7" Type="http://schemas.openxmlformats.org/officeDocument/2006/relationships/tags" Target="../tags/tag365.xml"/><Relationship Id="rId12" Type="http://schemas.openxmlformats.org/officeDocument/2006/relationships/tags" Target="../tags/tag370.xml"/><Relationship Id="rId2" Type="http://schemas.openxmlformats.org/officeDocument/2006/relationships/tags" Target="../tags/tag360.xml"/><Relationship Id="rId16" Type="http://schemas.openxmlformats.org/officeDocument/2006/relationships/image" Target="../media/image9.emf"/><Relationship Id="rId1" Type="http://schemas.openxmlformats.org/officeDocument/2006/relationships/tags" Target="../tags/tag359.xml"/><Relationship Id="rId6" Type="http://schemas.openxmlformats.org/officeDocument/2006/relationships/tags" Target="../tags/tag364.xml"/><Relationship Id="rId11" Type="http://schemas.openxmlformats.org/officeDocument/2006/relationships/tags" Target="../tags/tag369.xml"/><Relationship Id="rId5" Type="http://schemas.openxmlformats.org/officeDocument/2006/relationships/tags" Target="../tags/tag363.xml"/><Relationship Id="rId15" Type="http://schemas.openxmlformats.org/officeDocument/2006/relationships/oleObject" Target="../embeddings/oleObject21.bin"/><Relationship Id="rId10" Type="http://schemas.openxmlformats.org/officeDocument/2006/relationships/tags" Target="../tags/tag368.xml"/><Relationship Id="rId4" Type="http://schemas.openxmlformats.org/officeDocument/2006/relationships/tags" Target="../tags/tag362.xml"/><Relationship Id="rId9" Type="http://schemas.openxmlformats.org/officeDocument/2006/relationships/tags" Target="../tags/tag367.xml"/><Relationship Id="rId14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374.xml"/><Relationship Id="rId2" Type="http://schemas.openxmlformats.org/officeDocument/2006/relationships/tags" Target="../tags/tag373.xml"/><Relationship Id="rId1" Type="http://schemas.openxmlformats.org/officeDocument/2006/relationships/tags" Target="../tags/tag37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7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77.xml"/><Relationship Id="rId1" Type="http://schemas.openxmlformats.org/officeDocument/2006/relationships/tags" Target="../tags/tag376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2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38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80.xml"/><Relationship Id="rId1" Type="http://schemas.openxmlformats.org/officeDocument/2006/relationships/tags" Target="../tags/tag379.xml"/><Relationship Id="rId6" Type="http://schemas.openxmlformats.org/officeDocument/2006/relationships/tags" Target="../tags/tag384.xml"/><Relationship Id="rId5" Type="http://schemas.openxmlformats.org/officeDocument/2006/relationships/tags" Target="../tags/tag383.xml"/><Relationship Id="rId4" Type="http://schemas.openxmlformats.org/officeDocument/2006/relationships/tags" Target="../tags/tag382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solidFill>
            <a:schemeClr val="tx1"/>
          </a:solidFill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BEF2C9-830A-7BCC-551D-40C1D6F338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BEF2C9-830A-7BCC-551D-40C1D6F338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EAE8FF3-BC97-4DB9-EAFC-C926D7E88442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74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13" imgH="416" progId="TCLayout.ActiveDocument.1">
                  <p:embed/>
                </p:oleObj>
              </mc:Choice>
              <mc:Fallback>
                <p:oleObj name="think-cell Slide" r:id="rId13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4" name="Object 8" hidden="1">
            <a:extLst>
              <a:ext uri="{FF2B5EF4-FFF2-40B4-BE49-F238E27FC236}">
                <a16:creationId xmlns:a16="http://schemas.microsoft.com/office/drawing/2014/main" id="{C7B99614-496E-9D52-9CB7-8AF8C457CA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13" imgH="416" progId="TCLayout.ActiveDocument.1">
                  <p:embed/>
                </p:oleObj>
              </mc:Choice>
              <mc:Fallback>
                <p:oleObj name="think-cell Slide" r:id="rId13" imgW="413" imgH="416" progId="TCLayout.ActiveDocument.1">
                  <p:embed/>
                  <p:pic>
                    <p:nvPicPr>
                      <p:cNvPr id="4" name="Object 8" hidden="1">
                        <a:extLst>
                          <a:ext uri="{FF2B5EF4-FFF2-40B4-BE49-F238E27FC236}">
                            <a16:creationId xmlns:a16="http://schemas.microsoft.com/office/drawing/2014/main" id="{C7B99614-496E-9D52-9CB7-8AF8C457CA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 hidden="1">
            <a:extLst>
              <a:ext uri="{FF2B5EF4-FFF2-40B4-BE49-F238E27FC236}">
                <a16:creationId xmlns:a16="http://schemas.microsoft.com/office/drawing/2014/main" id="{C6304BC6-E0D8-2B14-0602-01A32566F1E7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91ACE9F-87BC-41A4-94DD-8837944A6963}"/>
              </a:ext>
            </a:extLst>
          </p:cNvPr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197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29322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3C9204-17AF-D260-3E5D-5C68D9E3609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633177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9CECB623-1D43-BACC-0B29-06D5B8B56DCC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71287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C48F836-88DC-F214-AD85-8F81D4D105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C48F836-88DC-F214-AD85-8F81D4D10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F42DBC8D-7E78-2589-6F78-974DBD0D6E47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15F11AA-CB34-3DEE-239A-271A035907E4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94517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E2F5680-7343-03F0-F370-F962F5BFC1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E2F5680-7343-03F0-F370-F962F5BFC1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E830410D-BD52-054A-F9C1-BCF6FBED59EC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884BEC23-6187-85C3-A9DC-B7910E3A7449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2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2131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F25CC7B-2B50-6050-8562-3FBB4D4E4E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F25CC7B-2B50-6050-8562-3FBB4D4E4E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77D720CD-C1DE-D06E-C765-23D4AAE58616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944574D5-6D53-CA9B-E804-A005ED11F52C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7A1712D4-D027-DC62-EB34-0D8EA518E292}"/>
              </a:ext>
            </a:extLst>
          </p:cNvPr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</p:spTree>
    <p:extLst>
      <p:ext uri="{BB962C8B-B14F-4D97-AF65-F5344CB8AC3E}">
        <p14:creationId xmlns:p14="http://schemas.microsoft.com/office/powerpoint/2010/main" val="335980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9AFB607-0711-2378-8BDD-55E431E152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9AFB607-0711-2378-8BDD-55E431E152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B36E089-AC07-0E10-321B-C8389EA20604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AC9EDC97-D5A0-2AFA-BA78-378E117C754B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925478F7-EAB3-A58B-B985-950EC0C2976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04A5939C-9231-020B-3E8F-9D11D2C7C85F}"/>
              </a:ext>
            </a:extLst>
          </p:cNvPr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22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</p:spTree>
    <p:extLst>
      <p:ext uri="{BB962C8B-B14F-4D97-AF65-F5344CB8AC3E}">
        <p14:creationId xmlns:p14="http://schemas.microsoft.com/office/powerpoint/2010/main" val="364653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572" imgH="588" progId="TCLayout.ActiveDocument.1">
                  <p:embed/>
                </p:oleObj>
              </mc:Choice>
              <mc:Fallback>
                <p:oleObj name="think-cell Slide" r:id="rId27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28C4FA8-83C8-4060-E474-D0A1BAEEDF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572" imgH="588" progId="TCLayout.ActiveDocument.1">
                  <p:embed/>
                </p:oleObj>
              </mc:Choice>
              <mc:Fallback>
                <p:oleObj name="think-cell Slide" r:id="rId27" imgW="572" imgH="58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28C4FA8-83C8-4060-E474-D0A1BAEED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B55EB65-EDA4-492A-C74A-BD717ED40B01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RectangleLight">
            <a:extLst>
              <a:ext uri="{FF2B5EF4-FFF2-40B4-BE49-F238E27FC236}">
                <a16:creationId xmlns:a16="http://schemas.microsoft.com/office/drawing/2014/main" id="{3CA10899-AF45-F172-958C-F6C15A92CCAF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3476D5BD-B182-CC58-60C7-F023EFC57250}"/>
              </a:ext>
            </a:extLst>
          </p:cNvPr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21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22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23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24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5762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13" imgH="416" progId="TCLayout.ActiveDocument.1">
                  <p:embed/>
                </p:oleObj>
              </mc:Choice>
              <mc:Fallback>
                <p:oleObj name="think-cell Slide" r:id="rId23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C700605-7CFA-F615-BD79-8E5FADB5B2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13" imgH="416" progId="TCLayout.ActiveDocument.1">
                  <p:embed/>
                </p:oleObj>
              </mc:Choice>
              <mc:Fallback>
                <p:oleObj name="think-cell Slide" r:id="rId23" imgW="413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C700605-7CFA-F615-BD79-8E5FADB5B2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6BC15D1-BF0E-18C6-0683-EEAB60921ECF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6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SlideLogoText">
            <a:extLst>
              <a:ext uri="{FF2B5EF4-FFF2-40B4-BE49-F238E27FC236}">
                <a16:creationId xmlns:a16="http://schemas.microsoft.com/office/drawing/2014/main" id="{435ECA31-5088-DA4B-925C-8C9D5C5E1084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36976213-E120-1313-5604-1F7468E9745E}"/>
              </a:ext>
            </a:extLst>
          </p:cNvPr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9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20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13522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53735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0C5396-A74C-51C3-AEC5-D35E7FDD26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0C5396-A74C-51C3-AEC5-D35E7FDD2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5FB0D-5CC7-9318-47B3-B932C5E0C6E2}"/>
              </a:ext>
            </a:extLst>
          </p:cNvPr>
          <p:cNvSpPr txBox="1"/>
          <p:nvPr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51CB7D96-238D-424E-1A92-C27F075F834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DC719DE-2324-6AA2-BD2B-2BDAC6E585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DC719DE-2324-6AA2-BD2B-2BDAC6E585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41825CC2-9D4D-042B-7209-13C2E90494F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5BC22B71-1438-6ABD-0B07-BEA974AF01AD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73D58-A52D-9A87-3BB0-1E24EC784277}"/>
              </a:ext>
            </a:extLst>
          </p:cNvPr>
          <p:cNvSpPr txBox="1"/>
          <p:nvPr userDrawn="1"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</p:spTree>
    <p:extLst>
      <p:ext uri="{BB962C8B-B14F-4D97-AF65-F5344CB8AC3E}">
        <p14:creationId xmlns:p14="http://schemas.microsoft.com/office/powerpoint/2010/main" val="174072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569118" y="1400032"/>
            <a:ext cx="11072019" cy="482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771A5E6-4EA7-C278-CF9B-197E6937D3F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8B23C019-3D76-9585-DF94-4D39967D42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C886169-C706-948D-8B9F-F1E92FFFEEE0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08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80E36D8-9727-3A66-B568-44AB140574C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649F191-C694-FE89-7416-DE67666A6CA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F3C63B3-884B-90BC-83BC-98DD6BA5E5F6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21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5DDE-08ED-4939-B42D-FCE998A2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D3418-51D4-5391-448E-744257B6D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9CD5BD8-2663-9BE4-201E-456E71D4564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766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26A8D4C-8114-AAF3-B69E-60AB80EB26D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C523BB66-B722-18F4-334A-716D29B1E2B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569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2899738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14797253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4239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3357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0655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66818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82528A4-FE98-8571-EA52-4505B224F0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19037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82528A4-FE98-8571-EA52-4505B224F0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23496"/>
            <a:ext cx="3813048" cy="86177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927E183C-C612-94C0-8D21-21ADCAA3A86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866935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C93B8CF-53C4-A659-8BA7-98E461B505A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340720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91E0C0C-62D6-E064-2CC2-E198E5116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488281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4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4684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D042BC74-A1B0-D66A-B912-ECA9D094E0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024282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8549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4A2830BB-8325-CC91-40EE-C5BD44D2FDE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6773623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111618B-238C-7C5E-8E3D-930B2BA869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711318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111618B-238C-7C5E-8E3D-930B2BA869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A35F7591-BB78-8194-BCA2-3BB441A58AB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DDBF08DB-C34E-9F97-3D95-CCEAAFF29F4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318966"/>
            <a:ext cx="50657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BF235EA7-F506-E982-5344-0B9EB4AED93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2833388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73052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6"/>
            </p:custDataLst>
          </p:nvPr>
        </p:nvCxnSpPr>
        <p:spPr bwMode="black"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CE099F5A-AB6E-AD53-4EA1-72FFD8360229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02B85B79-0BAE-619A-3AEC-EB08E1DF838B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318966"/>
            <a:ext cx="69677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506D8327-B9DE-66EA-1C7C-F7B194FE20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63236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/4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108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3" imgH="473" progId="TCLayout.ActiveDocument.1">
                  <p:embed/>
                </p:oleObj>
              </mc:Choice>
              <mc:Fallback>
                <p:oleObj name="think-cell Slide" r:id="rId15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3" name="BottomLineRight">
            <a:extLst>
              <a:ext uri="{FF2B5EF4-FFF2-40B4-BE49-F238E27FC236}">
                <a16:creationId xmlns:a16="http://schemas.microsoft.com/office/drawing/2014/main" id="{2638C600-7B94-46B1-84A4-8C904769428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BottomLineLeft">
            <a:extLst>
              <a:ext uri="{FF2B5EF4-FFF2-40B4-BE49-F238E27FC236}">
                <a16:creationId xmlns:a16="http://schemas.microsoft.com/office/drawing/2014/main" id="{B99699F0-BA7E-4449-B3AE-B5E796EBA18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Right">
            <a:extLst>
              <a:ext uri="{FF2B5EF4-FFF2-40B4-BE49-F238E27FC236}">
                <a16:creationId xmlns:a16="http://schemas.microsoft.com/office/drawing/2014/main" id="{C34BF1E9-D917-4FD9-B9F4-CB69675F1DDF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TopLineLeft">
            <a:extLst>
              <a:ext uri="{FF2B5EF4-FFF2-40B4-BE49-F238E27FC236}">
                <a16:creationId xmlns:a16="http://schemas.microsoft.com/office/drawing/2014/main" id="{D35815C2-596B-44C1-B9BE-5474DFE650BA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2A5F5D65-67D6-97BA-DC46-C1BB70E190FE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CB24B1E4-9CDE-122F-7D32-9F30444BD16A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318966"/>
            <a:ext cx="7918704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54E1CE10-D639-ACA5-5A49-FD00D11D45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2450462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586B688-2A9E-8C10-C217-4395E19B0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9330252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Br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C3C8F7A-B91B-1856-7F01-523436AD2C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691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C3C8F7A-B91B-1856-7F01-523436AD2C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250FDB1-185C-6132-0CEB-9AD718C2E0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17066" y="1561571"/>
            <a:ext cx="6519337" cy="5025495"/>
          </a:xfrm>
        </p:spPr>
        <p:txBody>
          <a:bodyPr vert="horz" anchor="ctr"/>
          <a:lstStyle>
            <a:lvl1pPr algn="r">
              <a:defRPr sz="43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00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2879EA1-6C11-B75E-61FF-E22684208E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7688" y="2133600"/>
            <a:ext cx="4346575" cy="2438400"/>
          </a:xfrm>
        </p:spPr>
        <p:txBody>
          <a:bodyPr/>
          <a:lstStyle>
            <a:lvl1pPr>
              <a:defRPr sz="4000" b="1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E0C6955A-EDE6-4DF9-6C9C-551CB42F0A3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3401564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" preserve="1">
  <p:cSld name="Section slide">
    <p:bg>
      <p:bgPr>
        <a:solidFill>
          <a:schemeClr val="dk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7"/>
          <p:cNvSpPr txBox="1">
            <a:spLocks noGrp="1"/>
          </p:cNvSpPr>
          <p:nvPr>
            <p:ph type="title"/>
          </p:nvPr>
        </p:nvSpPr>
        <p:spPr>
          <a:xfrm>
            <a:off x="534725" y="1343875"/>
            <a:ext cx="5169600" cy="14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lvetica Neue"/>
              <a:buNone/>
              <a:defRPr sz="48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47"/>
          <p:cNvSpPr txBox="1">
            <a:spLocks noGrp="1"/>
          </p:cNvSpPr>
          <p:nvPr>
            <p:ph type="body" idx="1"/>
          </p:nvPr>
        </p:nvSpPr>
        <p:spPr>
          <a:xfrm>
            <a:off x="5556122" y="1151012"/>
            <a:ext cx="10703700" cy="60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49600"/>
              <a:buNone/>
              <a:defRPr sz="49600" b="0" i="0">
                <a:solidFill>
                  <a:schemeClr val="lt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5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500"/>
            </a:lvl5pPr>
            <a:lvl6pPr marL="2743200" lvl="5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500"/>
            </a:lvl6pPr>
            <a:lvl7pPr marL="3200400" lvl="6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500"/>
            </a:lvl7pPr>
            <a:lvl8pPr marL="3657600" lvl="7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500"/>
            </a:lvl8pPr>
            <a:lvl9pPr marL="4114800" lvl="8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738EF76-586E-D1F2-6410-4D399478955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789879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569118" y="1400032"/>
            <a:ext cx="11072019" cy="482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00346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89091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tags" Target="../tags/tag7.xml"/><Relationship Id="rId21" Type="http://schemas.openxmlformats.org/officeDocument/2006/relationships/tags" Target="../tags/tag2.xml"/><Relationship Id="rId34" Type="http://schemas.openxmlformats.org/officeDocument/2006/relationships/tags" Target="../tags/tag15.xml"/><Relationship Id="rId42" Type="http://schemas.openxmlformats.org/officeDocument/2006/relationships/tags" Target="../tags/tag23.xml"/><Relationship Id="rId47" Type="http://schemas.openxmlformats.org/officeDocument/2006/relationships/tags" Target="../tags/tag28.xml"/><Relationship Id="rId50" Type="http://schemas.openxmlformats.org/officeDocument/2006/relationships/tags" Target="../tags/tag31.xml"/><Relationship Id="rId55" Type="http://schemas.openxmlformats.org/officeDocument/2006/relationships/tags" Target="../tags/tag36.xml"/><Relationship Id="rId63" Type="http://schemas.openxmlformats.org/officeDocument/2006/relationships/tags" Target="../tags/tag44.xml"/><Relationship Id="rId68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10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5.xml"/><Relationship Id="rId32" Type="http://schemas.openxmlformats.org/officeDocument/2006/relationships/tags" Target="../tags/tag13.xml"/><Relationship Id="rId37" Type="http://schemas.openxmlformats.org/officeDocument/2006/relationships/tags" Target="../tags/tag18.xml"/><Relationship Id="rId40" Type="http://schemas.openxmlformats.org/officeDocument/2006/relationships/tags" Target="../tags/tag21.xml"/><Relationship Id="rId45" Type="http://schemas.openxmlformats.org/officeDocument/2006/relationships/tags" Target="../tags/tag26.xml"/><Relationship Id="rId53" Type="http://schemas.openxmlformats.org/officeDocument/2006/relationships/tags" Target="../tags/tag34.xml"/><Relationship Id="rId58" Type="http://schemas.openxmlformats.org/officeDocument/2006/relationships/tags" Target="../tags/tag39.xml"/><Relationship Id="rId66" Type="http://schemas.openxmlformats.org/officeDocument/2006/relationships/tags" Target="../tags/tag47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4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Relationship Id="rId27" Type="http://schemas.openxmlformats.org/officeDocument/2006/relationships/tags" Target="../tags/tag8.xml"/><Relationship Id="rId30" Type="http://schemas.openxmlformats.org/officeDocument/2006/relationships/tags" Target="../tags/tag11.xml"/><Relationship Id="rId35" Type="http://schemas.openxmlformats.org/officeDocument/2006/relationships/tags" Target="../tags/tag16.xml"/><Relationship Id="rId43" Type="http://schemas.openxmlformats.org/officeDocument/2006/relationships/tags" Target="../tags/tag24.xml"/><Relationship Id="rId48" Type="http://schemas.openxmlformats.org/officeDocument/2006/relationships/tags" Target="../tags/tag29.xml"/><Relationship Id="rId56" Type="http://schemas.openxmlformats.org/officeDocument/2006/relationships/tags" Target="../tags/tag37.xml"/><Relationship Id="rId64" Type="http://schemas.openxmlformats.org/officeDocument/2006/relationships/tags" Target="../tags/tag45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6.xml"/><Relationship Id="rId33" Type="http://schemas.openxmlformats.org/officeDocument/2006/relationships/tags" Target="../tags/tag14.xml"/><Relationship Id="rId38" Type="http://schemas.openxmlformats.org/officeDocument/2006/relationships/tags" Target="../tags/tag19.xml"/><Relationship Id="rId46" Type="http://schemas.openxmlformats.org/officeDocument/2006/relationships/tags" Target="../tags/tag27.xml"/><Relationship Id="rId59" Type="http://schemas.openxmlformats.org/officeDocument/2006/relationships/tags" Target="../tags/tag40.xml"/><Relationship Id="rId67" Type="http://schemas.openxmlformats.org/officeDocument/2006/relationships/oleObject" Target="../embeddings/oleObject1.bin"/><Relationship Id="rId20" Type="http://schemas.openxmlformats.org/officeDocument/2006/relationships/theme" Target="../theme/theme1.xml"/><Relationship Id="rId41" Type="http://schemas.openxmlformats.org/officeDocument/2006/relationships/tags" Target="../tags/tag22.xml"/><Relationship Id="rId54" Type="http://schemas.openxmlformats.org/officeDocument/2006/relationships/tags" Target="../tags/tag35.xml"/><Relationship Id="rId62" Type="http://schemas.openxmlformats.org/officeDocument/2006/relationships/tags" Target="../tags/tag4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4.xml"/><Relationship Id="rId28" Type="http://schemas.openxmlformats.org/officeDocument/2006/relationships/tags" Target="../tags/tag9.xml"/><Relationship Id="rId36" Type="http://schemas.openxmlformats.org/officeDocument/2006/relationships/tags" Target="../tags/tag17.xml"/><Relationship Id="rId49" Type="http://schemas.openxmlformats.org/officeDocument/2006/relationships/tags" Target="../tags/tag30.xml"/><Relationship Id="rId57" Type="http://schemas.openxmlformats.org/officeDocument/2006/relationships/tags" Target="../tags/tag38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2.xml"/><Relationship Id="rId44" Type="http://schemas.openxmlformats.org/officeDocument/2006/relationships/tags" Target="../tags/tag25.xml"/><Relationship Id="rId52" Type="http://schemas.openxmlformats.org/officeDocument/2006/relationships/tags" Target="../tags/tag33.xml"/><Relationship Id="rId60" Type="http://schemas.openxmlformats.org/officeDocument/2006/relationships/tags" Target="../tags/tag41.xml"/><Relationship Id="rId65" Type="http://schemas.openxmlformats.org/officeDocument/2006/relationships/tags" Target="../tags/tag4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2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2.xml"/><Relationship Id="rId18" Type="http://schemas.openxmlformats.org/officeDocument/2006/relationships/tags" Target="../tags/tag259.xml"/><Relationship Id="rId26" Type="http://schemas.openxmlformats.org/officeDocument/2006/relationships/tags" Target="../tags/tag267.xml"/><Relationship Id="rId39" Type="http://schemas.openxmlformats.org/officeDocument/2006/relationships/tags" Target="../tags/tag280.xml"/><Relationship Id="rId21" Type="http://schemas.openxmlformats.org/officeDocument/2006/relationships/tags" Target="../tags/tag262.xml"/><Relationship Id="rId34" Type="http://schemas.openxmlformats.org/officeDocument/2006/relationships/tags" Target="../tags/tag275.xml"/><Relationship Id="rId42" Type="http://schemas.openxmlformats.org/officeDocument/2006/relationships/image" Target="../media/image2.emf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6" Type="http://schemas.openxmlformats.org/officeDocument/2006/relationships/theme" Target="../theme/theme2.xml"/><Relationship Id="rId20" Type="http://schemas.openxmlformats.org/officeDocument/2006/relationships/tags" Target="../tags/tag261.xml"/><Relationship Id="rId29" Type="http://schemas.openxmlformats.org/officeDocument/2006/relationships/tags" Target="../tags/tag270.xml"/><Relationship Id="rId41" Type="http://schemas.openxmlformats.org/officeDocument/2006/relationships/oleObject" Target="../embeddings/oleObject13.bin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tags" Target="../tags/tag265.xml"/><Relationship Id="rId32" Type="http://schemas.openxmlformats.org/officeDocument/2006/relationships/tags" Target="../tags/tag273.xml"/><Relationship Id="rId37" Type="http://schemas.openxmlformats.org/officeDocument/2006/relationships/tags" Target="../tags/tag278.xml"/><Relationship Id="rId40" Type="http://schemas.openxmlformats.org/officeDocument/2006/relationships/tags" Target="../tags/tag281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tags" Target="../tags/tag264.xml"/><Relationship Id="rId28" Type="http://schemas.openxmlformats.org/officeDocument/2006/relationships/tags" Target="../tags/tag269.xml"/><Relationship Id="rId36" Type="http://schemas.openxmlformats.org/officeDocument/2006/relationships/tags" Target="../tags/tag277.xml"/><Relationship Id="rId10" Type="http://schemas.openxmlformats.org/officeDocument/2006/relationships/slideLayout" Target="../slideLayouts/slideLayout29.xml"/><Relationship Id="rId19" Type="http://schemas.openxmlformats.org/officeDocument/2006/relationships/tags" Target="../tags/tag260.xml"/><Relationship Id="rId31" Type="http://schemas.openxmlformats.org/officeDocument/2006/relationships/tags" Target="../tags/tag27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ags" Target="../tags/tag263.xml"/><Relationship Id="rId27" Type="http://schemas.openxmlformats.org/officeDocument/2006/relationships/tags" Target="../tags/tag268.xml"/><Relationship Id="rId30" Type="http://schemas.openxmlformats.org/officeDocument/2006/relationships/tags" Target="../tags/tag271.xml"/><Relationship Id="rId35" Type="http://schemas.openxmlformats.org/officeDocument/2006/relationships/tags" Target="../tags/tag276.xml"/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31.xml"/><Relationship Id="rId17" Type="http://schemas.openxmlformats.org/officeDocument/2006/relationships/tags" Target="../tags/tag258.xml"/><Relationship Id="rId25" Type="http://schemas.openxmlformats.org/officeDocument/2006/relationships/tags" Target="../tags/tag266.xml"/><Relationship Id="rId33" Type="http://schemas.openxmlformats.org/officeDocument/2006/relationships/tags" Target="../tags/tag274.xml"/><Relationship Id="rId38" Type="http://schemas.openxmlformats.org/officeDocument/2006/relationships/tags" Target="../tags/tag2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7" imgW="413" imgH="416" progId="TCLayout.ActiveDocument.1">
                  <p:embed/>
                </p:oleObj>
              </mc:Choice>
              <mc:Fallback>
                <p:oleObj name="think-cell Slide" r:id="rId6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2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B919194-DBE8-8A8F-5935-9C2902D532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7" imgW="413" imgH="416" progId="TCLayout.ActiveDocument.1">
                  <p:embed/>
                </p:oleObj>
              </mc:Choice>
              <mc:Fallback>
                <p:oleObj name="think-cell Slide" r:id="rId67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B919194-DBE8-8A8F-5935-9C2902D532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7340FEAA-6FE5-349C-2581-405903FF9504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SlideLogoText">
            <a:extLst>
              <a:ext uri="{FF2B5EF4-FFF2-40B4-BE49-F238E27FC236}">
                <a16:creationId xmlns:a16="http://schemas.microsoft.com/office/drawing/2014/main" id="{5FC231DF-5B2E-233A-A884-6CC43A446E5E}"/>
              </a:ext>
            </a:extLst>
          </p:cNvPr>
          <p:cNvSpPr txBox="1"/>
          <p:nvPr userDrawn="1">
            <p:custDataLst>
              <p:tags r:id="rId31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2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3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5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37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38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39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D16F3B36-9174-488C-1775-9D58E63953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428617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4" r:id="rId18"/>
    <p:sldLayoutId id="2147483881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560687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344" imgH="344" progId="TCLayout.ActiveDocument.1">
                  <p:embed/>
                </p:oleObj>
              </mc:Choice>
              <mc:Fallback>
                <p:oleObj name="think-cell Slide" r:id="rId41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19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357953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85988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>
            <p:custDataLst>
              <p:tags r:id="rId23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/>
        </p:nvGrpSpPr>
        <p:grpSpPr>
          <a:xfrm>
            <a:off x="10722394" y="4393208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6" name="LegendMoons" hidden="1">
            <a:extLst>
              <a:ext uri="{FF2B5EF4-FFF2-40B4-BE49-F238E27FC236}">
                <a16:creationId xmlns:a16="http://schemas.microsoft.com/office/drawing/2014/main" id="{BCBAA4B3-76E3-4E3E-9DFB-193618E70571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7" name="Legend1">
              <a:extLst>
                <a:ext uri="{FF2B5EF4-FFF2-40B4-BE49-F238E27FC236}">
                  <a16:creationId xmlns:a16="http://schemas.microsoft.com/office/drawing/2014/main" id="{A8F35D73-D259-46FA-AFD2-EA8247EDE0B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8" name="Legend2">
              <a:extLst>
                <a:ext uri="{FF2B5EF4-FFF2-40B4-BE49-F238E27FC236}">
                  <a16:creationId xmlns:a16="http://schemas.microsoft.com/office/drawing/2014/main" id="{8C810E22-5C1D-4238-A604-CBCDDCB4C05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9" name="Legend3">
              <a:extLst>
                <a:ext uri="{FF2B5EF4-FFF2-40B4-BE49-F238E27FC236}">
                  <a16:creationId xmlns:a16="http://schemas.microsoft.com/office/drawing/2014/main" id="{E4D11ABD-C458-4D2C-B8BA-1BD7E497965C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4">
              <a:extLst>
                <a:ext uri="{FF2B5EF4-FFF2-40B4-BE49-F238E27FC236}">
                  <a16:creationId xmlns:a16="http://schemas.microsoft.com/office/drawing/2014/main" id="{6751DA88-7594-4AF8-9B0B-6D236454D486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5">
              <a:extLst>
                <a:ext uri="{FF2B5EF4-FFF2-40B4-BE49-F238E27FC236}">
                  <a16:creationId xmlns:a16="http://schemas.microsoft.com/office/drawing/2014/main" id="{9BD97B4F-09E8-498D-A862-8771F6492867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2" name="MoonLegend1">
              <a:extLst>
                <a:ext uri="{FF2B5EF4-FFF2-40B4-BE49-F238E27FC236}">
                  <a16:creationId xmlns:a16="http://schemas.microsoft.com/office/drawing/2014/main" id="{2D833A59-C7AB-446D-8FF2-91CA9DB3ACEE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6FAD167A-470E-49B3-9358-C391E9721499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 hidden="1">
                <a:extLst>
                  <a:ext uri="{FF2B5EF4-FFF2-40B4-BE49-F238E27FC236}">
                    <a16:creationId xmlns:a16="http://schemas.microsoft.com/office/drawing/2014/main" id="{2106BC3D-6019-4A97-BF49-95FEE529E3EF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3" name="MoonLegend2">
              <a:extLst>
                <a:ext uri="{FF2B5EF4-FFF2-40B4-BE49-F238E27FC236}">
                  <a16:creationId xmlns:a16="http://schemas.microsoft.com/office/drawing/2014/main" id="{290914A9-07C8-4F8C-AD47-74783B1DE6E1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14C29FC0-EC32-412C-A1FC-29EF13DE8125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08217F02-10EE-4BF5-8640-3409A47C5847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4" name="MoonLegend3">
              <a:extLst>
                <a:ext uri="{FF2B5EF4-FFF2-40B4-BE49-F238E27FC236}">
                  <a16:creationId xmlns:a16="http://schemas.microsoft.com/office/drawing/2014/main" id="{435D5936-2D97-416D-A834-DF4B9D96A043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69BF58B2-CF38-41FB-8EF8-3EE6A3F13980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9A2D06B2-79B1-475C-A66E-9CB573E98829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4">
              <a:extLst>
                <a:ext uri="{FF2B5EF4-FFF2-40B4-BE49-F238E27FC236}">
                  <a16:creationId xmlns:a16="http://schemas.microsoft.com/office/drawing/2014/main" id="{8EC87CF1-17C2-4BF0-9A01-8C2C8FFFF842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3A7C7C4F-14E8-4812-AC35-7D066AEC66E0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7F7E2EA4-AD8C-4DA3-ACA6-A69404D1E88D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5">
              <a:extLst>
                <a:ext uri="{FF2B5EF4-FFF2-40B4-BE49-F238E27FC236}">
                  <a16:creationId xmlns:a16="http://schemas.microsoft.com/office/drawing/2014/main" id="{BCD87F8B-10B7-4E82-8EC4-F08B412A1736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8573FB6-1F3D-4B01-98F6-7E4478BE33EF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Arc 157">
                <a:extLst>
                  <a:ext uri="{FF2B5EF4-FFF2-40B4-BE49-F238E27FC236}">
                    <a16:creationId xmlns:a16="http://schemas.microsoft.com/office/drawing/2014/main" id="{CF3B10D5-50BA-4075-BEDD-5D7FF7BE36E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/>
        </p:nvGrpSpPr>
        <p:grpSpPr>
          <a:xfrm>
            <a:off x="10300983" y="3275405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sp>
        <p:nvSpPr>
          <p:cNvPr id="5" name="Slide Number">
            <a:extLst>
              <a:ext uri="{FF2B5EF4-FFF2-40B4-BE49-F238E27FC236}">
                <a16:creationId xmlns:a16="http://schemas.microsoft.com/office/drawing/2014/main" id="{7D98285D-CCD5-BF32-46E7-B3BB87940D99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E490D-2D09-98E6-65D2-50E9BB0C1F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228951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85.x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86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"/>
          <p:cNvSpPr/>
          <p:nvPr/>
        </p:nvSpPr>
        <p:spPr>
          <a:xfrm>
            <a:off x="1212175" y="0"/>
            <a:ext cx="9724800" cy="5613900"/>
          </a:xfrm>
          <a:prstGeom prst="rect">
            <a:avLst/>
          </a:prstGeom>
          <a:solidFill>
            <a:schemeClr val="tx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"/>
          <p:cNvSpPr txBox="1"/>
          <p:nvPr/>
        </p:nvSpPr>
        <p:spPr>
          <a:xfrm>
            <a:off x="481215" y="2816219"/>
            <a:ext cx="11034300" cy="26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4000"/>
              <a:buFont typeface="Helvetica Neue"/>
              <a:buNone/>
              <a:tabLst/>
              <a:defRPr/>
            </a:pPr>
            <a:endParaRPr kumimoji="0" sz="4500" b="0" i="0" u="none" strike="noStrike" kern="0" cap="none" spc="0" normalizeH="0" baseline="0" noProof="0" dirty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87" name="Google Shape;187;p1"/>
          <p:cNvSpPr txBox="1"/>
          <p:nvPr/>
        </p:nvSpPr>
        <p:spPr>
          <a:xfrm>
            <a:off x="1609162" y="581999"/>
            <a:ext cx="7388352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4400"/>
              <a:buFont typeface="Georgia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Consulting Proposal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2000"/>
              <a:buFont typeface="Arial"/>
              <a:buNone/>
              <a:tabLst/>
              <a:defRPr/>
            </a:pP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Complete PowerPoint template and toolkit for creating high-quality, best-practice consulting-style project proposals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" name="Picture 1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595383D-CFC2-B5F4-7FEE-01D5ECBD3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448" y="4947287"/>
            <a:ext cx="2081234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A364-4C51-21C7-0379-F0950BD6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0D506-CDD9-8E71-CC33-01B735BE18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D61EA-4924-0650-2154-1D5146C65D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FEDD3-BD82-C0AB-6003-4984B6A0F96B}"/>
              </a:ext>
            </a:extLst>
          </p:cNvPr>
          <p:cNvSpPr txBox="1"/>
          <p:nvPr/>
        </p:nvSpPr>
        <p:spPr>
          <a:xfrm>
            <a:off x="554736" y="2000250"/>
            <a:ext cx="11082528" cy="394335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0028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This project has three key objectives</a:t>
            </a:r>
            <a:endParaRPr lang="en-DK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543FA396-AC03-B7EB-E7A4-2DFCFC698C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DFBB657-A6E3-E6E1-4AFF-DFD6261FF3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6A2C15-E027-3F46-8F12-90C69A676297}"/>
              </a:ext>
            </a:extLst>
          </p:cNvPr>
          <p:cNvSpPr/>
          <p:nvPr/>
        </p:nvSpPr>
        <p:spPr>
          <a:xfrm>
            <a:off x="467803" y="2347039"/>
            <a:ext cx="5175497" cy="3959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high-level description of overall situation, as well as complication or challenge facing client e.g. [Client] is on a journey to professionalize its procurement function(s). Today, the spend is fragmented across the various functions and not centralized in a group procurement function.]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061F32"/>
                </a:solidFill>
                <a:latin typeface="Arial"/>
              </a:rPr>
              <a:t>[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Insert high-level description of overall situation, as well as complication or challenge facing client]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5FE0F-88FA-A242-9AD7-A86267A9D922}"/>
              </a:ext>
            </a:extLst>
          </p:cNvPr>
          <p:cNvSpPr txBox="1"/>
          <p:nvPr/>
        </p:nvSpPr>
        <p:spPr>
          <a:xfrm>
            <a:off x="6555783" y="1893445"/>
            <a:ext cx="5081801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Objectives for this project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9A1FB2-D4B8-4E4A-B6A3-147AFEB477F5}"/>
              </a:ext>
            </a:extLst>
          </p:cNvPr>
          <p:cNvCxnSpPr>
            <a:cxnSpLocks/>
          </p:cNvCxnSpPr>
          <p:nvPr/>
        </p:nvCxnSpPr>
        <p:spPr>
          <a:xfrm flipH="1">
            <a:off x="6555783" y="2241533"/>
            <a:ext cx="51768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6F5449B-1082-8D42-9EB5-2532C5C4D9F7}"/>
              </a:ext>
            </a:extLst>
          </p:cNvPr>
          <p:cNvSpPr txBox="1"/>
          <p:nvPr/>
        </p:nvSpPr>
        <p:spPr>
          <a:xfrm>
            <a:off x="467804" y="1898179"/>
            <a:ext cx="5175504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400" b="1">
                <a:solidFill>
                  <a:schemeClr val="bg1"/>
                </a:solidFill>
              </a:rPr>
              <a:t>Situation and complication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3F4204-3BE9-044A-BEC8-DB373D8A945B}"/>
              </a:ext>
            </a:extLst>
          </p:cNvPr>
          <p:cNvCxnSpPr>
            <a:cxnSpLocks/>
          </p:cNvCxnSpPr>
          <p:nvPr/>
        </p:nvCxnSpPr>
        <p:spPr>
          <a:xfrm flipH="1">
            <a:off x="467803" y="2241533"/>
            <a:ext cx="5175504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3014B9C-8DA7-B04A-BBEC-C3891B4E465E}"/>
              </a:ext>
            </a:extLst>
          </p:cNvPr>
          <p:cNvCxnSpPr>
            <a:cxnSpLocks/>
          </p:cNvCxnSpPr>
          <p:nvPr/>
        </p:nvCxnSpPr>
        <p:spPr>
          <a:xfrm>
            <a:off x="6150872" y="2374851"/>
            <a:ext cx="0" cy="3931920"/>
          </a:xfrm>
          <a:prstGeom prst="line">
            <a:avLst/>
          </a:prstGeom>
          <a:ln w="3175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8EF84FB-322D-4B47-85E7-1BAA1305657F}"/>
              </a:ext>
            </a:extLst>
          </p:cNvPr>
          <p:cNvGrpSpPr/>
          <p:nvPr/>
        </p:nvGrpSpPr>
        <p:grpSpPr>
          <a:xfrm>
            <a:off x="5945672" y="4135071"/>
            <a:ext cx="410399" cy="411480"/>
            <a:chOff x="5945672" y="4205532"/>
            <a:chExt cx="410399" cy="411480"/>
          </a:xfrm>
          <a:solidFill>
            <a:schemeClr val="bg1"/>
          </a:solidFill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BE98526-E52D-4E4C-876B-0512816CA01E}"/>
                </a:ext>
              </a:extLst>
            </p:cNvPr>
            <p:cNvSpPr/>
            <p:nvPr/>
          </p:nvSpPr>
          <p:spPr>
            <a:xfrm>
              <a:off x="5945672" y="4205532"/>
              <a:ext cx="410399" cy="4114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Triangle 67">
              <a:extLst>
                <a:ext uri="{FF2B5EF4-FFF2-40B4-BE49-F238E27FC236}">
                  <a16:creationId xmlns:a16="http://schemas.microsoft.com/office/drawing/2014/main" id="{D76888AC-9E76-8042-9DD2-27CEFFC2FD0F}"/>
                </a:ext>
              </a:extLst>
            </p:cNvPr>
            <p:cNvSpPr/>
            <p:nvPr/>
          </p:nvSpPr>
          <p:spPr>
            <a:xfrm rot="5400000">
              <a:off x="6032808" y="4333088"/>
              <a:ext cx="259644" cy="150560"/>
            </a:xfrm>
            <a:prstGeom prst="triangl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FEA05F7-1E98-BD40-9314-9CFBD1886F2E}"/>
                </a:ext>
              </a:extLst>
            </p:cNvPr>
            <p:cNvSpPr/>
            <p:nvPr/>
          </p:nvSpPr>
          <p:spPr>
            <a:xfrm>
              <a:off x="6061092" y="4266956"/>
              <a:ext cx="46376" cy="3005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E9F67755-61FC-4D5F-2DFD-D31038D874A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C09A14-41C7-8BD3-C442-181718CA8DAE}"/>
              </a:ext>
            </a:extLst>
          </p:cNvPr>
          <p:cNvSpPr/>
          <p:nvPr/>
        </p:nvSpPr>
        <p:spPr>
          <a:xfrm>
            <a:off x="6462087" y="2347039"/>
            <a:ext cx="5175497" cy="3959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2">
              <a:spcAft>
                <a:spcPts val="60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key question(s)/objectives that the proposed project aims to answer e.g. What might the right future organizational setup and procurement operating model for [Client] look like?]</a:t>
            </a:r>
          </a:p>
          <a:p>
            <a:pPr marL="457200" lvl="2">
              <a:spcAft>
                <a:spcPts val="600"/>
              </a:spcAft>
              <a:defRPr/>
            </a:pPr>
            <a:endParaRPr lang="en-US" sz="1200" dirty="0">
              <a:solidFill>
                <a:srgbClr val="061F32"/>
              </a:solidFill>
              <a:latin typeface="Arial"/>
            </a:endParaRPr>
          </a:p>
          <a:p>
            <a:pPr marL="457200" lvl="2">
              <a:spcAft>
                <a:spcPts val="60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key question(s)/objectives that the proposed project aims to answer]</a:t>
            </a:r>
          </a:p>
          <a:p>
            <a:pPr marL="457200" lvl="2">
              <a:spcAft>
                <a:spcPts val="600"/>
              </a:spcAft>
              <a:defRPr/>
            </a:pPr>
            <a:endParaRPr lang="en-US" sz="1200" dirty="0">
              <a:solidFill>
                <a:srgbClr val="061F32"/>
              </a:solidFill>
              <a:latin typeface="Arial"/>
            </a:endParaRPr>
          </a:p>
          <a:p>
            <a:pPr marL="457200" lvl="2">
              <a:spcAft>
                <a:spcPts val="60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key question(s)/objectives that the proposed project aims to answer]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D3305012-4279-8606-35B5-3ECAD852CACB}"/>
              </a:ext>
            </a:extLst>
          </p:cNvPr>
          <p:cNvSpPr>
            <a:spLocks noChangeAspect="1"/>
          </p:cNvSpPr>
          <p:nvPr/>
        </p:nvSpPr>
        <p:spPr>
          <a:xfrm>
            <a:off x="6627282" y="2381809"/>
            <a:ext cx="274320" cy="274320"/>
          </a:xfrm>
          <a:prstGeom prst="ellipse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9" name="Freeform: Shape 14">
            <a:extLst>
              <a:ext uri="{FF2B5EF4-FFF2-40B4-BE49-F238E27FC236}">
                <a16:creationId xmlns:a16="http://schemas.microsoft.com/office/drawing/2014/main" id="{8CEC6532-0B9D-53CD-AEE0-9AD649BEC0FF}"/>
              </a:ext>
            </a:extLst>
          </p:cNvPr>
          <p:cNvSpPr>
            <a:spLocks noChangeAspect="1"/>
          </p:cNvSpPr>
          <p:nvPr/>
        </p:nvSpPr>
        <p:spPr>
          <a:xfrm>
            <a:off x="6627282" y="3256574"/>
            <a:ext cx="274320" cy="274320"/>
          </a:xfrm>
          <a:prstGeom prst="ellipse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F0A9325-E90C-A0E5-B82C-9BD1297BA987}"/>
              </a:ext>
            </a:extLst>
          </p:cNvPr>
          <p:cNvSpPr>
            <a:spLocks noChangeAspect="1"/>
          </p:cNvSpPr>
          <p:nvPr/>
        </p:nvSpPr>
        <p:spPr>
          <a:xfrm>
            <a:off x="6627282" y="3946884"/>
            <a:ext cx="274320" cy="274320"/>
          </a:xfrm>
          <a:prstGeom prst="ellipse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3509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/>
          <a:lstStyle/>
          <a:p>
            <a:r>
              <a:rPr lang="en-US" sz="4800" dirty="0"/>
              <a:t>Executive summary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5773573-FCFB-D4A5-F8CD-BED2767162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5773573-FCFB-D4A5-F8CD-BED2767162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Google Shape;204;p3">
            <a:extLst>
              <a:ext uri="{FF2B5EF4-FFF2-40B4-BE49-F238E27FC236}">
                <a16:creationId xmlns:a16="http://schemas.microsoft.com/office/drawing/2014/main" id="{DDA5FBF2-53CE-D684-24F6-0C99FEC86EC9}"/>
              </a:ext>
            </a:extLst>
          </p:cNvPr>
          <p:cNvSpPr txBox="1"/>
          <p:nvPr/>
        </p:nvSpPr>
        <p:spPr>
          <a:xfrm>
            <a:off x="560832" y="2636476"/>
            <a:ext cx="10091126" cy="103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F4"/>
              </a:buClr>
              <a:buSzPts val="2000"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Best-practice guide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71616"/>
              </a:buClr>
              <a:buSzPts val="3600"/>
              <a:buFont typeface="Georgia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How to structure a consulting proposal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860465-D5F7-E051-4236-E340358BA097}"/>
              </a:ext>
            </a:extLst>
          </p:cNvPr>
          <p:cNvSpPr txBox="1"/>
          <p:nvPr/>
        </p:nvSpPr>
        <p:spPr>
          <a:xfrm>
            <a:off x="10485912" y="6555179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5007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Slideworks" id="{E069DF23-800B-2147-8703-57BAD797A89F}" vid="{C4B098EE-F2FB-4F45-9BF5-C6412EFF7DD9}"/>
    </a:ext>
  </a:extLst>
</a:theme>
</file>

<file path=ppt/theme/theme2.xml><?xml version="1.0" encoding="utf-8"?>
<a:theme xmlns:a="http://schemas.openxmlformats.org/drawingml/2006/main" name="1_Dark">
  <a:themeElements>
    <a:clrScheme name="Scheme Blue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8C5A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White)">
      <a:srgbClr val="FFFFFF"/>
    </a:custClr>
    <a:custClr name="Linear 2 (Pale Blue)">
      <a:srgbClr val="AAE6F0"/>
    </a:custClr>
    <a:custClr name="Linear 3">
      <a:srgbClr val="71D2F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neFirm-English (United States)-Wide.potx" id="{50FC1F8C-36A8-43E0-A709-09110D5475E7}" vid="{00C64DB9-B4DC-496F-9AB5-5DAD18BDE9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133673</TotalTime>
  <Words>189</Words>
  <Application>Microsoft Office PowerPoint</Application>
  <PresentationFormat>Widescreen</PresentationFormat>
  <Paragraphs>23</Paragraphs>
  <Slides>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Arial</vt:lpstr>
      <vt:lpstr>Georgia</vt:lpstr>
      <vt:lpstr>Helvetica Neue</vt:lpstr>
      <vt:lpstr>Segoe UI</vt:lpstr>
      <vt:lpstr>Wingdings</vt:lpstr>
      <vt:lpstr>Slideworks</vt:lpstr>
      <vt:lpstr>1_Dark</vt:lpstr>
      <vt:lpstr>think-cell Slide</vt:lpstr>
      <vt:lpstr>PowerPoint Presentation</vt:lpstr>
      <vt:lpstr>PowerPoint Presentation</vt:lpstr>
      <vt:lpstr>This project has three key objectives</vt:lpstr>
      <vt:lpstr>Executive summary</vt:lpstr>
      <vt:lpstr>PowerPoint Presentation</vt:lpstr>
    </vt:vector>
  </TitlesOfParts>
  <Manager/>
  <Company>Slideworks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Consulting Proposal Template</dc:title>
  <dc:subject>Consulting Proposal</dc:subject>
  <dc:creator>Slideworks</dc:creator>
  <cp:keywords>business, business development, consulting, project proposal</cp:keywords>
  <dc:description>Copyright of Slideworks.io. Any unauthorized distribution prohibited. See our full terms and conditions at https://slideworks.io/terms</dc:description>
  <cp:lastModifiedBy>Stephen John Stretton</cp:lastModifiedBy>
  <cp:revision>3525</cp:revision>
  <dcterms:created xsi:type="dcterms:W3CDTF">2023-03-08T19:54:29Z</dcterms:created>
  <dcterms:modified xsi:type="dcterms:W3CDTF">2026-09-28T20:49:01Z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2026-09-28T20:46:51Z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d4626a8c-6e5c-46ca-94a0-6d81615307cb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Slideworks:274\1_Dark:6</vt:lpwstr>
  </property>
  <property fmtid="{D5CDD505-2E9C-101B-9397-08002B2CF9AE}" pid="11" name="ClassificationContentMarkingFooterText">
    <vt:lpwstr>Official Use Only</vt:lpwstr>
  </property>
</Properties>
</file>