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Pathways: CPAT-CDPM integration (Edmundo)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Coded CPAT inside CDPM (formerly SiSePuede; Edmundo Molina, Tec de Monterrey; with Dave Groves and Sonya Sampson): one pathways tool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 platform (pathways project)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Edmundo meeting 19 Oct went well: on track. CPAT sent; CPAT-CDPM repo created. Egypt proof of concept close to CPAT (-7.3% vs -8.0% emissions)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Integrate early (no wait for a final product); one user flow; methodology note on subsidies vs public investment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User-flow workshop early Nov; integration 4-8 Jan; pilots (Libya, Egypt, Morocco) 11-15 Jan; end Jan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Agree the methodology split (running subsidies vs upfront public investment) before integration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