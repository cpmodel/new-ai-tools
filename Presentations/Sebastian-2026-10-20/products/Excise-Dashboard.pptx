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Excise Diagnostic and Tax &amp; Macro-Fiscal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Excise Diagnostic (Sierra Leone, Uganda, Liberia) and a dashboard: 53 indicators, 217 countries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 platform: tax and macro-fiscal data layer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Done: both handed to Dirk early (week of 5 Oct); all 4 Objective 3 milestones complete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Owners use them; one week of follow-up support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Support 8-12 Mar 2027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Owners not yet named; tools not validated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