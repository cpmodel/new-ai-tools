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FTT national (Zoe)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National-level data so FTT technology diffusion (power, cars, freight, heat, steel) runs on CPAT's countries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 platform; with MFMod, the bridge to the fiscal platform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Zoe delivering; I review. Progress % not yet reported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Ask Zoe for a review date; then FTT + MFMod on one Python platform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FTT project 27 Nov; FTT + MFMod working 12 Feb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Decision: MFMod in or out for Feb (FTT-only is doable in the week)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