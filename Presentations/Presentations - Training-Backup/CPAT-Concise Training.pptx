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4"/>
  </p:sldMasterIdLst>
  <p:notesMasterIdLst>
    <p:notesMasterId r:id="rId88"/>
  </p:notesMasterIdLst>
  <p:handoutMasterIdLst>
    <p:handoutMasterId r:id="rId89"/>
  </p:handoutMasterIdLst>
  <p:sldIdLst>
    <p:sldId id="2141412433" r:id="rId5"/>
    <p:sldId id="266" r:id="rId6"/>
    <p:sldId id="2147471621" r:id="rId7"/>
    <p:sldId id="2147471853" r:id="rId8"/>
    <p:sldId id="2147471694" r:id="rId9"/>
    <p:sldId id="2141411949" r:id="rId10"/>
    <p:sldId id="2147471692" r:id="rId11"/>
    <p:sldId id="2141411780" r:id="rId12"/>
    <p:sldId id="1793" r:id="rId13"/>
    <p:sldId id="2147471704" r:id="rId14"/>
    <p:sldId id="2147471710" r:id="rId15"/>
    <p:sldId id="2147471698" r:id="rId16"/>
    <p:sldId id="2147471812" r:id="rId17"/>
    <p:sldId id="2147471852" r:id="rId18"/>
    <p:sldId id="2147471888" r:id="rId19"/>
    <p:sldId id="276" r:id="rId20"/>
    <p:sldId id="2147471693" r:id="rId21"/>
    <p:sldId id="2141412448" r:id="rId22"/>
    <p:sldId id="2147471699" r:id="rId23"/>
    <p:sldId id="3000002" r:id="rId24"/>
    <p:sldId id="2147471889" r:id="rId25"/>
    <p:sldId id="3000003" r:id="rId26"/>
    <p:sldId id="2147471700" r:id="rId27"/>
    <p:sldId id="2147471586" r:id="rId28"/>
    <p:sldId id="2141411919" r:id="rId29"/>
    <p:sldId id="2147471712" r:id="rId30"/>
    <p:sldId id="2141412029" r:id="rId31"/>
    <p:sldId id="2147471896" r:id="rId32"/>
    <p:sldId id="2147471806" r:id="rId33"/>
    <p:sldId id="2147471886" r:id="rId34"/>
    <p:sldId id="2147471890" r:id="rId35"/>
    <p:sldId id="3000019" r:id="rId36"/>
    <p:sldId id="2141412001" r:id="rId37"/>
    <p:sldId id="2147471720" r:id="rId38"/>
    <p:sldId id="2147471714" r:id="rId39"/>
    <p:sldId id="2141411979" r:id="rId40"/>
    <p:sldId id="2141411997" r:id="rId41"/>
    <p:sldId id="3000018" r:id="rId42"/>
    <p:sldId id="2147471891" r:id="rId43"/>
    <p:sldId id="3000011" r:id="rId44"/>
    <p:sldId id="2147471790" r:id="rId45"/>
    <p:sldId id="3000013" r:id="rId46"/>
    <p:sldId id="2141411926" r:id="rId47"/>
    <p:sldId id="3000015" r:id="rId48"/>
    <p:sldId id="3000012" r:id="rId49"/>
    <p:sldId id="2147471892" r:id="rId50"/>
    <p:sldId id="2147471893" r:id="rId51"/>
    <p:sldId id="3000021" r:id="rId52"/>
    <p:sldId id="3000022" r:id="rId53"/>
    <p:sldId id="2147471623" r:id="rId54"/>
    <p:sldId id="2147471580" r:id="rId55"/>
    <p:sldId id="2147471611" r:id="rId56"/>
    <p:sldId id="2147471762" r:id="rId57"/>
    <p:sldId id="2147471612" r:id="rId58"/>
    <p:sldId id="2147471708" r:id="rId59"/>
    <p:sldId id="2147471711" r:id="rId60"/>
    <p:sldId id="2147471666" r:id="rId61"/>
    <p:sldId id="2147471706" r:id="rId62"/>
    <p:sldId id="2147471619" r:id="rId63"/>
    <p:sldId id="2147471724" r:id="rId64"/>
    <p:sldId id="2147471725" r:id="rId65"/>
    <p:sldId id="2147471861" r:id="rId66"/>
    <p:sldId id="2147471877" r:id="rId67"/>
    <p:sldId id="2147471860" r:id="rId68"/>
    <p:sldId id="2147471863" r:id="rId69"/>
    <p:sldId id="2147471869" r:id="rId70"/>
    <p:sldId id="2147471868" r:id="rId71"/>
    <p:sldId id="2147471895" r:id="rId72"/>
    <p:sldId id="2147471870" r:id="rId73"/>
    <p:sldId id="2147471857" r:id="rId74"/>
    <p:sldId id="2147471878" r:id="rId75"/>
    <p:sldId id="2147471879" r:id="rId76"/>
    <p:sldId id="2147471880" r:id="rId77"/>
    <p:sldId id="2147471881" r:id="rId78"/>
    <p:sldId id="2147471883" r:id="rId79"/>
    <p:sldId id="2147471882" r:id="rId80"/>
    <p:sldId id="2147471859" r:id="rId81"/>
    <p:sldId id="2147471884" r:id="rId82"/>
    <p:sldId id="2147471876" r:id="rId83"/>
    <p:sldId id="2147471864" r:id="rId84"/>
    <p:sldId id="2147471866" r:id="rId85"/>
    <p:sldId id="2147471894" r:id="rId86"/>
    <p:sldId id="2147471640" r:id="rId87"/>
  </p:sldIdLst>
  <p:sldSz cx="20104100" cy="11309350"/>
  <p:notesSz cx="20104100" cy="11309350"/>
  <p:defaultTextStyle>
    <a:defPPr>
      <a:defRPr lang="en-US"/>
    </a:defPPr>
    <a:lvl1pPr marL="0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88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77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265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354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442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31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619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708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79" userDrawn="1">
          <p15:clr>
            <a:srgbClr val="A4A3A4"/>
          </p15:clr>
        </p15:guide>
        <p15:guide id="2" pos="21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3AD23F-DC62-DF1D-BC8D-9C24735C5220}" name="Florent John McIsaac" initials="FJM" userId="S::fmcisaac@worldbank.org::2d8844a1-08dd-4f60-8d1b-c7a73a1f4904" providerId="AD"/>
  <p188:author id="{B0F670E4-7903-62D6-1D71-6059ED181027}" name="Stephen Stretton" initials="SS" userId="d46b5d2afcd4ceb0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ndy E. Hughes" initials="WEH" lastIdx="18" clrIdx="0">
    <p:extLst>
      <p:ext uri="{19B8F6BF-5375-455C-9EA6-DF929625EA0E}">
        <p15:presenceInfo xmlns:p15="http://schemas.microsoft.com/office/powerpoint/2012/main" userId="S::whughes@worldbank.org::ccb323fb-528a-4594-9603-47d8cab397fc" providerId="AD"/>
      </p:ext>
    </p:extLst>
  </p:cmAuthor>
  <p:cmAuthor id="2" name="Ana Ferran Torres" initials="AFT" lastIdx="12" clrIdx="1">
    <p:extLst>
      <p:ext uri="{19B8F6BF-5375-455C-9EA6-DF929625EA0E}">
        <p15:presenceInfo xmlns:p15="http://schemas.microsoft.com/office/powerpoint/2012/main" userId="S::aferrantorres@worldbank.org::1b5c7c5f-f6d6-40f3-9fd7-fa68caa6b11d" providerId="AD"/>
      </p:ext>
    </p:extLst>
  </p:cmAuthor>
  <p:cmAuthor id="3" name="Stephanie Rogers" initials="SR" lastIdx="3" clrIdx="2">
    <p:extLst>
      <p:ext uri="{19B8F6BF-5375-455C-9EA6-DF929625EA0E}">
        <p15:presenceInfo xmlns:p15="http://schemas.microsoft.com/office/powerpoint/2012/main" userId="S::srogers@worldbank.org::95b7fd45-651d-479b-b065-4b5f6b9f7cf8" providerId="AD"/>
      </p:ext>
    </p:extLst>
  </p:cmAuthor>
  <p:cmAuthor id="4" name="Izzati Zabidin" initials="IZ" lastIdx="1" clrIdx="3">
    <p:extLst>
      <p:ext uri="{19B8F6BF-5375-455C-9EA6-DF929625EA0E}">
        <p15:presenceInfo xmlns:p15="http://schemas.microsoft.com/office/powerpoint/2012/main" userId="S::izabidin@ifc.org::fa90ca0f-efb8-46e6-b0c0-8060e44ca6c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9495D"/>
    <a:srgbClr val="E2E7EB"/>
    <a:srgbClr val="1CA3D7"/>
    <a:srgbClr val="00955E"/>
    <a:srgbClr val="EBF1F9"/>
    <a:srgbClr val="D8E0E4"/>
    <a:srgbClr val="617D8A"/>
    <a:srgbClr val="FBFCFF"/>
    <a:srgbClr val="35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13CAB9-C272-4EC3-ABC8-72B200D9054C}" v="14" dt="2026-06-17T17:25:08.49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540" autoAdjust="0"/>
    <p:restoredTop sz="94660"/>
  </p:normalViewPr>
  <p:slideViewPr>
    <p:cSldViewPr snapToGrid="0">
      <p:cViewPr varScale="1">
        <p:scale>
          <a:sx n="40" d="100"/>
          <a:sy n="40" d="100"/>
        </p:scale>
        <p:origin x="105" y="45"/>
      </p:cViewPr>
      <p:guideLst>
        <p:guide orient="horz" pos="2879"/>
        <p:guide pos="215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commentAuthors" Target="commentAuthors.xml"/><Relationship Id="rId95" Type="http://schemas.microsoft.com/office/2016/11/relationships/changesInfo" Target="changesInfos/changesInfo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microsoft.com/office/2018/10/relationships/authors" Target="author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John Stretton" userId="da8c780b-1aa2-4e36-94fb-871dc8111504" providerId="ADAL" clId="{461C8D16-F91C-40AB-8163-8272BCB3CEB6}"/>
    <pc:docChg chg="undo custSel addSld delSld modSld sldOrd addSection delSection modSection">
      <pc:chgData name="Stephen John Stretton" userId="da8c780b-1aa2-4e36-94fb-871dc8111504" providerId="ADAL" clId="{461C8D16-F91C-40AB-8163-8272BCB3CEB6}" dt="2026-06-17T17:25:21.856" v="5327" actId="14100"/>
      <pc:docMkLst>
        <pc:docMk/>
      </pc:docMkLst>
      <pc:sldChg chg="delSp add del mod modShow">
        <pc:chgData name="Stephen John Stretton" userId="da8c780b-1aa2-4e36-94fb-871dc8111504" providerId="ADAL" clId="{461C8D16-F91C-40AB-8163-8272BCB3CEB6}" dt="2026-06-17T17:15:22.473" v="5148" actId="47"/>
        <pc:sldMkLst>
          <pc:docMk/>
          <pc:sldMk cId="2565265111" sldId="260"/>
        </pc:sldMkLst>
        <pc:spChg chg="del">
          <ac:chgData name="Stephen John Stretton" userId="da8c780b-1aa2-4e36-94fb-871dc8111504" providerId="ADAL" clId="{461C8D16-F91C-40AB-8163-8272BCB3CEB6}" dt="2026-06-17T17:14:33.023" v="5128" actId="21"/>
          <ac:spMkLst>
            <pc:docMk/>
            <pc:sldMk cId="2565265111" sldId="260"/>
            <ac:spMk id="3" creationId="{CFDD52C8-A1DE-954F-4F3C-550B4B616FD1}"/>
          </ac:spMkLst>
        </pc:spChg>
        <pc:grpChg chg="del">
          <ac:chgData name="Stephen John Stretton" userId="da8c780b-1aa2-4e36-94fb-871dc8111504" providerId="ADAL" clId="{461C8D16-F91C-40AB-8163-8272BCB3CEB6}" dt="2026-06-17T17:15:01.768" v="5142" actId="21"/>
          <ac:grpSpMkLst>
            <pc:docMk/>
            <pc:sldMk cId="2565265111" sldId="260"/>
            <ac:grpSpMk id="11" creationId="{30ABD3D5-9D24-4104-3B36-EE3C0C88F553}"/>
          </ac:grpSpMkLst>
        </pc:grpChg>
      </pc:sldChg>
      <pc:sldChg chg="addSp delSp modSp add mod ord">
        <pc:chgData name="Stephen John Stretton" userId="da8c780b-1aa2-4e36-94fb-871dc8111504" providerId="ADAL" clId="{461C8D16-F91C-40AB-8163-8272BCB3CEB6}" dt="2026-06-09T07:41:57.754" v="4326" actId="20578"/>
        <pc:sldMkLst>
          <pc:docMk/>
          <pc:sldMk cId="1908229061" sldId="266"/>
        </pc:sldMkLst>
        <pc:spChg chg="mod">
          <ac:chgData name="Stephen John Stretton" userId="da8c780b-1aa2-4e36-94fb-871dc8111504" providerId="ADAL" clId="{461C8D16-F91C-40AB-8163-8272BCB3CEB6}" dt="2026-06-07T11:43:25.569" v="468" actId="20577"/>
          <ac:spMkLst>
            <pc:docMk/>
            <pc:sldMk cId="1908229061" sldId="266"/>
            <ac:spMk id="2" creationId="{00000000-0000-0000-0000-000000000000}"/>
          </ac:spMkLst>
        </pc:spChg>
        <pc:spChg chg="add del mod">
          <ac:chgData name="Stephen John Stretton" userId="da8c780b-1aa2-4e36-94fb-871dc8111504" providerId="ADAL" clId="{461C8D16-F91C-40AB-8163-8272BCB3CEB6}" dt="2026-06-09T06:37:50.040" v="2647" actId="403"/>
          <ac:spMkLst>
            <pc:docMk/>
            <pc:sldMk cId="1908229061" sldId="266"/>
            <ac:spMk id="4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37:50.040" v="2647" actId="403"/>
          <ac:spMkLst>
            <pc:docMk/>
            <pc:sldMk cId="1908229061" sldId="266"/>
            <ac:spMk id="7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37:50.040" v="2647" actId="403"/>
          <ac:spMkLst>
            <pc:docMk/>
            <pc:sldMk cId="1908229061" sldId="266"/>
            <ac:spMk id="8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37:50.040" v="2647" actId="403"/>
          <ac:spMkLst>
            <pc:docMk/>
            <pc:sldMk cId="1908229061" sldId="266"/>
            <ac:spMk id="9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37:50.040" v="2647" actId="403"/>
          <ac:spMkLst>
            <pc:docMk/>
            <pc:sldMk cId="1908229061" sldId="266"/>
            <ac:spMk id="10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37:50.040" v="2647" actId="403"/>
          <ac:spMkLst>
            <pc:docMk/>
            <pc:sldMk cId="1908229061" sldId="266"/>
            <ac:spMk id="11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7:41:57.754" v="4326" actId="20578"/>
          <ac:spMkLst>
            <pc:docMk/>
            <pc:sldMk cId="1908229061" sldId="266"/>
            <ac:spMk id="12" creationId="{00000000-0000-0000-0000-000000000000}"/>
          </ac:spMkLst>
        </pc:spChg>
        <pc:grpChg chg="add mod">
          <ac:chgData name="Stephen John Stretton" userId="da8c780b-1aa2-4e36-94fb-871dc8111504" providerId="ADAL" clId="{461C8D16-F91C-40AB-8163-8272BCB3CEB6}" dt="2026-06-09T07:41:54.421" v="4325" actId="1076"/>
          <ac:grpSpMkLst>
            <pc:docMk/>
            <pc:sldMk cId="1908229061" sldId="266"/>
            <ac:grpSpMk id="14" creationId="{EAA050ED-66C0-E864-9DE4-338C7B17E90D}"/>
          </ac:grpSpMkLst>
        </pc:grpChg>
      </pc:sldChg>
      <pc:sldChg chg="add">
        <pc:chgData name="Stephen John Stretton" userId="da8c780b-1aa2-4e36-94fb-871dc8111504" providerId="ADAL" clId="{461C8D16-F91C-40AB-8163-8272BCB3CEB6}" dt="2026-06-09T08:03:04.813" v="4457"/>
        <pc:sldMkLst>
          <pc:docMk/>
          <pc:sldMk cId="1014043127" sldId="276"/>
        </pc:sldMkLst>
      </pc:sldChg>
      <pc:sldChg chg="modSp add del mod ord">
        <pc:chgData name="Stephen John Stretton" userId="da8c780b-1aa2-4e36-94fb-871dc8111504" providerId="ADAL" clId="{461C8D16-F91C-40AB-8163-8272BCB3CEB6}" dt="2026-06-17T17:21:40.684" v="5289" actId="47"/>
        <pc:sldMkLst>
          <pc:docMk/>
          <pc:sldMk cId="0" sldId="293"/>
        </pc:sldMkLst>
        <pc:spChg chg="mod">
          <ac:chgData name="Stephen John Stretton" userId="da8c780b-1aa2-4e36-94fb-871dc8111504" providerId="ADAL" clId="{461C8D16-F91C-40AB-8163-8272BCB3CEB6}" dt="2026-06-17T17:21:17.765" v="5280" actId="255"/>
          <ac:spMkLst>
            <pc:docMk/>
            <pc:sldMk cId="0" sldId="293"/>
            <ac:spMk id="4" creationId="{00000000-0000-0000-0000-000000000000}"/>
          </ac:spMkLst>
        </pc:spChg>
      </pc:sldChg>
      <pc:sldChg chg="delSp modSp add mod ord delAnim">
        <pc:chgData name="Stephen John Stretton" userId="da8c780b-1aa2-4e36-94fb-871dc8111504" providerId="ADAL" clId="{461C8D16-F91C-40AB-8163-8272BCB3CEB6}" dt="2026-06-09T08:01:40.216" v="4448"/>
        <pc:sldMkLst>
          <pc:docMk/>
          <pc:sldMk cId="2153486191" sldId="1793"/>
        </pc:sldMkLst>
        <pc:spChg chg="mod">
          <ac:chgData name="Stephen John Stretton" userId="da8c780b-1aa2-4e36-94fb-871dc8111504" providerId="ADAL" clId="{461C8D16-F91C-40AB-8163-8272BCB3CEB6}" dt="2026-06-09T08:01:14.739" v="4438" actId="1076"/>
          <ac:spMkLst>
            <pc:docMk/>
            <pc:sldMk cId="2153486191" sldId="1793"/>
            <ac:spMk id="17" creationId="{3775712E-3A4D-4467-9A5D-1B89A8EE1504}"/>
          </ac:spMkLst>
        </pc:spChg>
        <pc:spChg chg="mod">
          <ac:chgData name="Stephen John Stretton" userId="da8c780b-1aa2-4e36-94fb-871dc8111504" providerId="ADAL" clId="{461C8D16-F91C-40AB-8163-8272BCB3CEB6}" dt="2026-06-09T08:01:14.739" v="4438" actId="1076"/>
          <ac:spMkLst>
            <pc:docMk/>
            <pc:sldMk cId="2153486191" sldId="1793"/>
            <ac:spMk id="22" creationId="{761521E3-1A39-49A7-A329-96471B3E996F}"/>
          </ac:spMkLst>
        </pc:spChg>
        <pc:spChg chg="mod">
          <ac:chgData name="Stephen John Stretton" userId="da8c780b-1aa2-4e36-94fb-871dc8111504" providerId="ADAL" clId="{461C8D16-F91C-40AB-8163-8272BCB3CEB6}" dt="2026-06-09T08:01:14.739" v="4438" actId="1076"/>
          <ac:spMkLst>
            <pc:docMk/>
            <pc:sldMk cId="2153486191" sldId="1793"/>
            <ac:spMk id="23" creationId="{D7C5B028-C991-48CE-A8A0-BB0B2901C3E5}"/>
          </ac:spMkLst>
        </pc:spChg>
        <pc:spChg chg="mod">
          <ac:chgData name="Stephen John Stretton" userId="da8c780b-1aa2-4e36-94fb-871dc8111504" providerId="ADAL" clId="{461C8D16-F91C-40AB-8163-8272BCB3CEB6}" dt="2026-06-09T08:01:14.739" v="4438" actId="1076"/>
          <ac:spMkLst>
            <pc:docMk/>
            <pc:sldMk cId="2153486191" sldId="1793"/>
            <ac:spMk id="25" creationId="{8FF35952-954F-4FC1-890D-E741D876FE4B}"/>
          </ac:spMkLst>
        </pc:spChg>
        <pc:spChg chg="mod">
          <ac:chgData name="Stephen John Stretton" userId="da8c780b-1aa2-4e36-94fb-871dc8111504" providerId="ADAL" clId="{461C8D16-F91C-40AB-8163-8272BCB3CEB6}" dt="2026-06-09T08:01:14.739" v="4438" actId="1076"/>
          <ac:spMkLst>
            <pc:docMk/>
            <pc:sldMk cId="2153486191" sldId="1793"/>
            <ac:spMk id="26" creationId="{6022B123-44E3-4A6D-BA49-F54FA3F61307}"/>
          </ac:spMkLst>
        </pc:spChg>
        <pc:spChg chg="mod">
          <ac:chgData name="Stephen John Stretton" userId="da8c780b-1aa2-4e36-94fb-871dc8111504" providerId="ADAL" clId="{461C8D16-F91C-40AB-8163-8272BCB3CEB6}" dt="2026-06-09T08:01:14.739" v="4438" actId="1076"/>
          <ac:spMkLst>
            <pc:docMk/>
            <pc:sldMk cId="2153486191" sldId="1793"/>
            <ac:spMk id="28" creationId="{7957B4D8-6F78-433D-AE7B-6EB5D880416B}"/>
          </ac:spMkLst>
        </pc:spChg>
      </pc:sldChg>
      <pc:sldChg chg="add ord">
        <pc:chgData name="Stephen John Stretton" userId="da8c780b-1aa2-4e36-94fb-871dc8111504" providerId="ADAL" clId="{461C8D16-F91C-40AB-8163-8272BCB3CEB6}" dt="2026-06-09T08:03:09.197" v="4459"/>
        <pc:sldMkLst>
          <pc:docMk/>
          <pc:sldMk cId="659949872" sldId="3000002"/>
        </pc:sldMkLst>
      </pc:sldChg>
      <pc:sldChg chg="add">
        <pc:chgData name="Stephen John Stretton" userId="da8c780b-1aa2-4e36-94fb-871dc8111504" providerId="ADAL" clId="{461C8D16-F91C-40AB-8163-8272BCB3CEB6}" dt="2026-06-07T11:36:28.271" v="211"/>
        <pc:sldMkLst>
          <pc:docMk/>
          <pc:sldMk cId="4003823372" sldId="3000003"/>
        </pc:sldMkLst>
      </pc:sldChg>
      <pc:sldChg chg="addSp modSp add mod modShow">
        <pc:chgData name="Stephen John Stretton" userId="da8c780b-1aa2-4e36-94fb-871dc8111504" providerId="ADAL" clId="{461C8D16-F91C-40AB-8163-8272BCB3CEB6}" dt="2026-06-17T17:15:16.036" v="5147" actId="14100"/>
        <pc:sldMkLst>
          <pc:docMk/>
          <pc:sldMk cId="2378200134" sldId="3000011"/>
        </pc:sldMkLst>
        <pc:spChg chg="add mod">
          <ac:chgData name="Stephen John Stretton" userId="da8c780b-1aa2-4e36-94fb-871dc8111504" providerId="ADAL" clId="{461C8D16-F91C-40AB-8163-8272BCB3CEB6}" dt="2026-06-17T17:14:54.172" v="5141" actId="255"/>
          <ac:spMkLst>
            <pc:docMk/>
            <pc:sldMk cId="2378200134" sldId="3000011"/>
            <ac:spMk id="3" creationId="{CFDD52C8-A1DE-954F-4F3C-550B4B616FD1}"/>
          </ac:spMkLst>
        </pc:spChg>
        <pc:spChg chg="mod">
          <ac:chgData name="Stephen John Stretton" userId="da8c780b-1aa2-4e36-94fb-871dc8111504" providerId="ADAL" clId="{461C8D16-F91C-40AB-8163-8272BCB3CEB6}" dt="2026-06-17T17:15:04.878" v="5143"/>
          <ac:spMkLst>
            <pc:docMk/>
            <pc:sldMk cId="2378200134" sldId="3000011"/>
            <ac:spMk id="9" creationId="{2D7B2DD3-DE96-64DC-8C87-12B6E60952E2}"/>
          </ac:spMkLst>
        </pc:spChg>
        <pc:grpChg chg="add mod">
          <ac:chgData name="Stephen John Stretton" userId="da8c780b-1aa2-4e36-94fb-871dc8111504" providerId="ADAL" clId="{461C8D16-F91C-40AB-8163-8272BCB3CEB6}" dt="2026-06-17T17:15:16.036" v="5147" actId="14100"/>
          <ac:grpSpMkLst>
            <pc:docMk/>
            <pc:sldMk cId="2378200134" sldId="3000011"/>
            <ac:grpSpMk id="11" creationId="{30ABD3D5-9D24-4104-3B36-EE3C0C88F553}"/>
          </ac:grpSpMkLst>
        </pc:grpChg>
        <pc:graphicFrameChg chg="mod">
          <ac:chgData name="Stephen John Stretton" userId="da8c780b-1aa2-4e36-94fb-871dc8111504" providerId="ADAL" clId="{461C8D16-F91C-40AB-8163-8272BCB3CEB6}" dt="2026-06-17T17:15:04.878" v="5143"/>
          <ac:graphicFrameMkLst>
            <pc:docMk/>
            <pc:sldMk cId="2378200134" sldId="3000011"/>
            <ac:graphicFrameMk id="8" creationId="{045B7B5A-84E5-D793-009D-9773B7254722}"/>
          </ac:graphicFrameMkLst>
        </pc:graphicFrameChg>
      </pc:sldChg>
      <pc:sldChg chg="modSp add mod ord modShow">
        <pc:chgData name="Stephen John Stretton" userId="da8c780b-1aa2-4e36-94fb-871dc8111504" providerId="ADAL" clId="{461C8D16-F91C-40AB-8163-8272BCB3CEB6}" dt="2026-06-17T17:18:57.006" v="5222" actId="34476"/>
        <pc:sldMkLst>
          <pc:docMk/>
          <pc:sldMk cId="3101676957" sldId="3000012"/>
        </pc:sldMkLst>
        <pc:spChg chg="mod">
          <ac:chgData name="Stephen John Stretton" userId="da8c780b-1aa2-4e36-94fb-871dc8111504" providerId="ADAL" clId="{461C8D16-F91C-40AB-8163-8272BCB3CEB6}" dt="2026-06-17T17:17:10.299" v="5184" actId="20577"/>
          <ac:spMkLst>
            <pc:docMk/>
            <pc:sldMk cId="3101676957" sldId="3000012"/>
            <ac:spMk id="2" creationId="{9CF09ABC-02A7-37D2-A1B8-CDA31655BD3E}"/>
          </ac:spMkLst>
        </pc:spChg>
        <pc:spChg chg="mod">
          <ac:chgData name="Stephen John Stretton" userId="da8c780b-1aa2-4e36-94fb-871dc8111504" providerId="ADAL" clId="{461C8D16-F91C-40AB-8163-8272BCB3CEB6}" dt="2026-06-17T17:17:14.161" v="5187" actId="20577"/>
          <ac:spMkLst>
            <pc:docMk/>
            <pc:sldMk cId="3101676957" sldId="3000012"/>
            <ac:spMk id="7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17T17:18:15.051" v="5208" actId="14100"/>
          <ac:spMkLst>
            <pc:docMk/>
            <pc:sldMk cId="3101676957" sldId="3000012"/>
            <ac:spMk id="321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17T17:18:43.524" v="5218" actId="1076"/>
          <ac:spMkLst>
            <pc:docMk/>
            <pc:sldMk cId="3101676957" sldId="3000012"/>
            <ac:spMk id="323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17T17:18:47.853" v="5219" actId="14100"/>
          <ac:spMkLst>
            <pc:docMk/>
            <pc:sldMk cId="3101676957" sldId="3000012"/>
            <ac:spMk id="325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17T17:18:50.407" v="5220" actId="14100"/>
          <ac:spMkLst>
            <pc:docMk/>
            <pc:sldMk cId="3101676957" sldId="3000012"/>
            <ac:spMk id="327" creationId="{00000000-0000-0000-0000-000000000000}"/>
          </ac:spMkLst>
        </pc:spChg>
      </pc:sldChg>
      <pc:sldChg chg="modSp add mod ord modShow">
        <pc:chgData name="Stephen John Stretton" userId="da8c780b-1aa2-4e36-94fb-871dc8111504" providerId="ADAL" clId="{461C8D16-F91C-40AB-8163-8272BCB3CEB6}" dt="2026-06-09T08:23:39.578" v="4982" actId="20577"/>
        <pc:sldMkLst>
          <pc:docMk/>
          <pc:sldMk cId="652554194" sldId="3000013"/>
        </pc:sldMkLst>
        <pc:spChg chg="mod">
          <ac:chgData name="Stephen John Stretton" userId="da8c780b-1aa2-4e36-94fb-871dc8111504" providerId="ADAL" clId="{461C8D16-F91C-40AB-8163-8272BCB3CEB6}" dt="2026-06-09T08:23:39.578" v="4982" actId="20577"/>
          <ac:spMkLst>
            <pc:docMk/>
            <pc:sldMk cId="652554194" sldId="3000013"/>
            <ac:spMk id="7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7:34:29.616" v="4099" actId="1076"/>
          <ac:spMkLst>
            <pc:docMk/>
            <pc:sldMk cId="652554194" sldId="3000013"/>
            <ac:spMk id="331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7:34:29.616" v="4099" actId="1076"/>
          <ac:spMkLst>
            <pc:docMk/>
            <pc:sldMk cId="652554194" sldId="3000013"/>
            <ac:spMk id="333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7:34:29.616" v="4099" actId="1076"/>
          <ac:spMkLst>
            <pc:docMk/>
            <pc:sldMk cId="652554194" sldId="3000013"/>
            <ac:spMk id="335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7:34:29.616" v="4099" actId="1076"/>
          <ac:spMkLst>
            <pc:docMk/>
            <pc:sldMk cId="652554194" sldId="3000013"/>
            <ac:spMk id="337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7:34:29.616" v="4099" actId="1076"/>
          <ac:spMkLst>
            <pc:docMk/>
            <pc:sldMk cId="652554194" sldId="3000013"/>
            <ac:spMk id="339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7:34:29.616" v="4099" actId="1076"/>
          <ac:spMkLst>
            <pc:docMk/>
            <pc:sldMk cId="652554194" sldId="3000013"/>
            <ac:spMk id="341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7:34:29.616" v="4099" actId="1076"/>
          <ac:spMkLst>
            <pc:docMk/>
            <pc:sldMk cId="652554194" sldId="3000013"/>
            <ac:spMk id="343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7:34:29.616" v="4099" actId="1076"/>
          <ac:spMkLst>
            <pc:docMk/>
            <pc:sldMk cId="652554194" sldId="3000013"/>
            <ac:spMk id="345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7:34:29.616" v="4099" actId="1076"/>
          <ac:spMkLst>
            <pc:docMk/>
            <pc:sldMk cId="652554194" sldId="3000013"/>
            <ac:spMk id="347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7:35:11.758" v="4101" actId="14100"/>
          <ac:spMkLst>
            <pc:docMk/>
            <pc:sldMk cId="652554194" sldId="3000013"/>
            <ac:spMk id="351" creationId="{00000000-0000-0000-0000-000000000000}"/>
          </ac:spMkLst>
        </pc:spChg>
      </pc:sldChg>
      <pc:sldChg chg="modSp add del mod modShow">
        <pc:chgData name="Stephen John Stretton" userId="da8c780b-1aa2-4e36-94fb-871dc8111504" providerId="ADAL" clId="{461C8D16-F91C-40AB-8163-8272BCB3CEB6}" dt="2026-06-17T17:18:53.960" v="5221" actId="47"/>
        <pc:sldMkLst>
          <pc:docMk/>
          <pc:sldMk cId="734107405" sldId="3000014"/>
        </pc:sldMkLst>
        <pc:spChg chg="mod">
          <ac:chgData name="Stephen John Stretton" userId="da8c780b-1aa2-4e36-94fb-871dc8111504" providerId="ADAL" clId="{461C8D16-F91C-40AB-8163-8272BCB3CEB6}" dt="2026-06-17T17:15:42.466" v="5149" actId="21"/>
          <ac:spMkLst>
            <pc:docMk/>
            <pc:sldMk cId="734107405" sldId="3000014"/>
            <ac:spMk id="353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17T17:17:26.493" v="5188" actId="21"/>
          <ac:spMkLst>
            <pc:docMk/>
            <pc:sldMk cId="734107405" sldId="3000014"/>
            <ac:spMk id="355" creationId="{00000000-0000-0000-0000-000000000000}"/>
          </ac:spMkLst>
        </pc:spChg>
      </pc:sldChg>
      <pc:sldChg chg="modSp add mod ord modShow">
        <pc:chgData name="Stephen John Stretton" userId="da8c780b-1aa2-4e36-94fb-871dc8111504" providerId="ADAL" clId="{461C8D16-F91C-40AB-8163-8272BCB3CEB6}" dt="2026-06-09T08:24:13.661" v="4994" actId="34476"/>
        <pc:sldMkLst>
          <pc:docMk/>
          <pc:sldMk cId="939990307" sldId="3000015"/>
        </pc:sldMkLst>
        <pc:spChg chg="mod">
          <ac:chgData name="Stephen John Stretton" userId="da8c780b-1aa2-4e36-94fb-871dc8111504" providerId="ADAL" clId="{461C8D16-F91C-40AB-8163-8272BCB3CEB6}" dt="2026-06-09T08:24:10.353" v="4993" actId="20577"/>
          <ac:spMkLst>
            <pc:docMk/>
            <pc:sldMk cId="939990307" sldId="3000015"/>
            <ac:spMk id="7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8:24:05.613" v="4990" actId="1076"/>
          <ac:spMkLst>
            <pc:docMk/>
            <pc:sldMk cId="939990307" sldId="3000015"/>
            <ac:spMk id="365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8:24:03.100" v="4989" actId="1076"/>
          <ac:spMkLst>
            <pc:docMk/>
            <pc:sldMk cId="939990307" sldId="3000015"/>
            <ac:spMk id="367" creationId="{00000000-0000-0000-0000-000000000000}"/>
          </ac:spMkLst>
        </pc:spChg>
      </pc:sldChg>
      <pc:sldChg chg="modSp add del mod ord modShow">
        <pc:chgData name="Stephen John Stretton" userId="da8c780b-1aa2-4e36-94fb-871dc8111504" providerId="ADAL" clId="{461C8D16-F91C-40AB-8163-8272BCB3CEB6}" dt="2026-06-17T17:18:53.960" v="5221" actId="47"/>
        <pc:sldMkLst>
          <pc:docMk/>
          <pc:sldMk cId="561650182" sldId="3000016"/>
        </pc:sldMkLst>
        <pc:spChg chg="mod">
          <ac:chgData name="Stephen John Stretton" userId="da8c780b-1aa2-4e36-94fb-871dc8111504" providerId="ADAL" clId="{461C8D16-F91C-40AB-8163-8272BCB3CEB6}" dt="2026-06-17T17:15:59.113" v="5159" actId="21"/>
          <ac:spMkLst>
            <pc:docMk/>
            <pc:sldMk cId="561650182" sldId="3000016"/>
            <ac:spMk id="371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17T17:18:24.929" v="5210" actId="21"/>
          <ac:spMkLst>
            <pc:docMk/>
            <pc:sldMk cId="561650182" sldId="3000016"/>
            <ac:spMk id="373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17T17:16:42.206" v="5170" actId="21"/>
          <ac:spMkLst>
            <pc:docMk/>
            <pc:sldMk cId="561650182" sldId="3000016"/>
            <ac:spMk id="375" creationId="{00000000-0000-0000-0000-000000000000}"/>
          </ac:spMkLst>
        </pc:spChg>
      </pc:sldChg>
      <pc:sldChg chg="modSp add del mod ord modShow">
        <pc:chgData name="Stephen John Stretton" userId="da8c780b-1aa2-4e36-94fb-871dc8111504" providerId="ADAL" clId="{461C8D16-F91C-40AB-8163-8272BCB3CEB6}" dt="2026-06-17T17:13:43.363" v="5116" actId="47"/>
        <pc:sldMkLst>
          <pc:docMk/>
          <pc:sldMk cId="3416608388" sldId="3000017"/>
        </pc:sldMkLst>
        <pc:spChg chg="mod">
          <ac:chgData name="Stephen John Stretton" userId="da8c780b-1aa2-4e36-94fb-871dc8111504" providerId="ADAL" clId="{461C8D16-F91C-40AB-8163-8272BCB3CEB6}" dt="2026-06-17T17:13:41.088" v="5115" actId="21"/>
          <ac:spMkLst>
            <pc:docMk/>
            <pc:sldMk cId="3416608388" sldId="3000017"/>
            <ac:spMk id="379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17T17:13:01.634" v="5106" actId="1076"/>
          <ac:spMkLst>
            <pc:docMk/>
            <pc:sldMk cId="3416608388" sldId="3000017"/>
            <ac:spMk id="387" creationId="{00000000-0000-0000-0000-000000000000}"/>
          </ac:spMkLst>
        </pc:spChg>
      </pc:sldChg>
      <pc:sldChg chg="modSp add mod ord modShow">
        <pc:chgData name="Stephen John Stretton" userId="da8c780b-1aa2-4e36-94fb-871dc8111504" providerId="ADAL" clId="{461C8D16-F91C-40AB-8163-8272BCB3CEB6}" dt="2026-06-17T17:14:13.756" v="5127" actId="6549"/>
        <pc:sldMkLst>
          <pc:docMk/>
          <pc:sldMk cId="650343034" sldId="3000018"/>
        </pc:sldMkLst>
        <pc:spChg chg="mod">
          <ac:chgData name="Stephen John Stretton" userId="da8c780b-1aa2-4e36-94fb-871dc8111504" providerId="ADAL" clId="{461C8D16-F91C-40AB-8163-8272BCB3CEB6}" dt="2026-06-17T17:14:08.068" v="5124" actId="14100"/>
          <ac:spMkLst>
            <pc:docMk/>
            <pc:sldMk cId="650343034" sldId="3000018"/>
            <ac:spMk id="389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7:40:40.125" v="4313" actId="14100"/>
          <ac:spMkLst>
            <pc:docMk/>
            <pc:sldMk cId="650343034" sldId="3000018"/>
            <ac:spMk id="391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17T17:14:13.756" v="5127" actId="6549"/>
          <ac:spMkLst>
            <pc:docMk/>
            <pc:sldMk cId="650343034" sldId="3000018"/>
            <ac:spMk id="393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17T17:14:10.179" v="5126" actId="20577"/>
          <ac:spMkLst>
            <pc:docMk/>
            <pc:sldMk cId="650343034" sldId="3000018"/>
            <ac:spMk id="395" creationId="{00000000-0000-0000-0000-000000000000}"/>
          </ac:spMkLst>
        </pc:spChg>
      </pc:sldChg>
      <pc:sldChg chg="addSp modSp add mod ord modShow">
        <pc:chgData name="Stephen John Stretton" userId="da8c780b-1aa2-4e36-94fb-871dc8111504" providerId="ADAL" clId="{461C8D16-F91C-40AB-8163-8272BCB3CEB6}" dt="2026-06-17T17:13:57.914" v="5123" actId="20577"/>
        <pc:sldMkLst>
          <pc:docMk/>
          <pc:sldMk cId="508110872" sldId="3000019"/>
        </pc:sldMkLst>
        <pc:spChg chg="add mod">
          <ac:chgData name="Stephen John Stretton" userId="da8c780b-1aa2-4e36-94fb-871dc8111504" providerId="ADAL" clId="{461C8D16-F91C-40AB-8163-8272BCB3CEB6}" dt="2026-06-17T17:13:29.460" v="5113" actId="1076"/>
          <ac:spMkLst>
            <pc:docMk/>
            <pc:sldMk cId="508110872" sldId="3000019"/>
            <ac:spMk id="3" creationId="{B70BE718-D465-9751-2D80-3BAE995347A2}"/>
          </ac:spMkLst>
        </pc:spChg>
        <pc:spChg chg="add mod">
          <ac:chgData name="Stephen John Stretton" userId="da8c780b-1aa2-4e36-94fb-871dc8111504" providerId="ADAL" clId="{461C8D16-F91C-40AB-8163-8272BCB3CEB6}" dt="2026-06-17T17:13:29.460" v="5113" actId="1076"/>
          <ac:spMkLst>
            <pc:docMk/>
            <pc:sldMk cId="508110872" sldId="3000019"/>
            <ac:spMk id="4" creationId="{445922FB-FF07-9B58-DFF0-F97068F4DFB8}"/>
          </ac:spMkLst>
        </pc:spChg>
        <pc:spChg chg="add mod">
          <ac:chgData name="Stephen John Stretton" userId="da8c780b-1aa2-4e36-94fb-871dc8111504" providerId="ADAL" clId="{461C8D16-F91C-40AB-8163-8272BCB3CEB6}" dt="2026-06-17T17:13:29.460" v="5113" actId="1076"/>
          <ac:spMkLst>
            <pc:docMk/>
            <pc:sldMk cId="508110872" sldId="3000019"/>
            <ac:spMk id="5" creationId="{A70276A0-7248-E377-EE1D-CEBB07F85E0A}"/>
          </ac:spMkLst>
        </pc:spChg>
        <pc:spChg chg="add mod">
          <ac:chgData name="Stephen John Stretton" userId="da8c780b-1aa2-4e36-94fb-871dc8111504" providerId="ADAL" clId="{461C8D16-F91C-40AB-8163-8272BCB3CEB6}" dt="2026-06-17T17:13:29.460" v="5113" actId="1076"/>
          <ac:spMkLst>
            <pc:docMk/>
            <pc:sldMk cId="508110872" sldId="3000019"/>
            <ac:spMk id="6" creationId="{B410B449-9592-2CAD-47D8-BED6962BB0D4}"/>
          </ac:spMkLst>
        </pc:spChg>
        <pc:spChg chg="mod">
          <ac:chgData name="Stephen John Stretton" userId="da8c780b-1aa2-4e36-94fb-871dc8111504" providerId="ADAL" clId="{461C8D16-F91C-40AB-8163-8272BCB3CEB6}" dt="2026-06-17T17:13:57.914" v="5123" actId="20577"/>
          <ac:spMkLst>
            <pc:docMk/>
            <pc:sldMk cId="508110872" sldId="3000019"/>
            <ac:spMk id="7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17T17:13:50.607" v="5119" actId="20577"/>
          <ac:spMkLst>
            <pc:docMk/>
            <pc:sldMk cId="508110872" sldId="3000019"/>
            <ac:spMk id="397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17T17:13:54.009" v="5120" actId="14100"/>
          <ac:spMkLst>
            <pc:docMk/>
            <pc:sldMk cId="508110872" sldId="3000019"/>
            <ac:spMk id="399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17T17:13:25.005" v="5111" actId="14100"/>
          <ac:spMkLst>
            <pc:docMk/>
            <pc:sldMk cId="508110872" sldId="3000019"/>
            <ac:spMk id="401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17T17:13:22.372" v="5110" actId="14100"/>
          <ac:spMkLst>
            <pc:docMk/>
            <pc:sldMk cId="508110872" sldId="3000019"/>
            <ac:spMk id="403" creationId="{00000000-0000-0000-0000-000000000000}"/>
          </ac:spMkLst>
        </pc:spChg>
      </pc:sldChg>
      <pc:sldChg chg="modSp add mod">
        <pc:chgData name="Stephen John Stretton" userId="da8c780b-1aa2-4e36-94fb-871dc8111504" providerId="ADAL" clId="{461C8D16-F91C-40AB-8163-8272BCB3CEB6}" dt="2026-06-09T06:51:16.136" v="2809" actId="1076"/>
        <pc:sldMkLst>
          <pc:docMk/>
          <pc:sldMk cId="2166121328" sldId="3000021"/>
        </pc:sldMkLst>
        <pc:spChg chg="mod">
          <ac:chgData name="Stephen John Stretton" userId="da8c780b-1aa2-4e36-94fb-871dc8111504" providerId="ADAL" clId="{461C8D16-F91C-40AB-8163-8272BCB3CEB6}" dt="2026-06-09T06:51:01.283" v="2807" actId="1076"/>
          <ac:spMkLst>
            <pc:docMk/>
            <pc:sldMk cId="2166121328" sldId="3000021"/>
            <ac:spMk id="413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51:16.136" v="2809" actId="1076"/>
          <ac:spMkLst>
            <pc:docMk/>
            <pc:sldMk cId="2166121328" sldId="3000021"/>
            <ac:spMk id="415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51:16.136" v="2809" actId="1076"/>
          <ac:spMkLst>
            <pc:docMk/>
            <pc:sldMk cId="2166121328" sldId="3000021"/>
            <ac:spMk id="417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51:16.136" v="2809" actId="1076"/>
          <ac:spMkLst>
            <pc:docMk/>
            <pc:sldMk cId="2166121328" sldId="3000021"/>
            <ac:spMk id="419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51:16.136" v="2809" actId="1076"/>
          <ac:spMkLst>
            <pc:docMk/>
            <pc:sldMk cId="2166121328" sldId="3000021"/>
            <ac:spMk id="421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51:16.136" v="2809" actId="1076"/>
          <ac:spMkLst>
            <pc:docMk/>
            <pc:sldMk cId="2166121328" sldId="3000021"/>
            <ac:spMk id="423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51:16.136" v="2809" actId="1076"/>
          <ac:spMkLst>
            <pc:docMk/>
            <pc:sldMk cId="2166121328" sldId="3000021"/>
            <ac:spMk id="425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51:16.136" v="2809" actId="1076"/>
          <ac:spMkLst>
            <pc:docMk/>
            <pc:sldMk cId="2166121328" sldId="3000021"/>
            <ac:spMk id="427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51:16.136" v="2809" actId="1076"/>
          <ac:spMkLst>
            <pc:docMk/>
            <pc:sldMk cId="2166121328" sldId="3000021"/>
            <ac:spMk id="429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51:16.136" v="2809" actId="1076"/>
          <ac:spMkLst>
            <pc:docMk/>
            <pc:sldMk cId="2166121328" sldId="3000021"/>
            <ac:spMk id="431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51:09.495" v="2808" actId="1076"/>
          <ac:spMkLst>
            <pc:docMk/>
            <pc:sldMk cId="2166121328" sldId="3000021"/>
            <ac:spMk id="433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51:09.495" v="2808" actId="1076"/>
          <ac:spMkLst>
            <pc:docMk/>
            <pc:sldMk cId="2166121328" sldId="3000021"/>
            <ac:spMk id="435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51:09.495" v="2808" actId="1076"/>
          <ac:spMkLst>
            <pc:docMk/>
            <pc:sldMk cId="2166121328" sldId="3000021"/>
            <ac:spMk id="437" creationId="{00000000-0000-0000-0000-000000000000}"/>
          </ac:spMkLst>
        </pc:spChg>
      </pc:sldChg>
      <pc:sldChg chg="add">
        <pc:chgData name="Stephen John Stretton" userId="da8c780b-1aa2-4e36-94fb-871dc8111504" providerId="ADAL" clId="{461C8D16-F91C-40AB-8163-8272BCB3CEB6}" dt="2026-06-07T11:36:28.271" v="211"/>
        <pc:sldMkLst>
          <pc:docMk/>
          <pc:sldMk cId="2289711055" sldId="3000022"/>
        </pc:sldMkLst>
      </pc:sldChg>
      <pc:sldChg chg="add">
        <pc:chgData name="Stephen John Stretton" userId="da8c780b-1aa2-4e36-94fb-871dc8111504" providerId="ADAL" clId="{461C8D16-F91C-40AB-8163-8272BCB3CEB6}" dt="2026-06-09T05:44:08.917" v="1162"/>
        <pc:sldMkLst>
          <pc:docMk/>
          <pc:sldMk cId="3481688334" sldId="2141411780"/>
        </pc:sldMkLst>
      </pc:sldChg>
      <pc:sldChg chg="add del ord">
        <pc:chgData name="Stephen John Stretton" userId="da8c780b-1aa2-4e36-94fb-871dc8111504" providerId="ADAL" clId="{461C8D16-F91C-40AB-8163-8272BCB3CEB6}" dt="2026-06-09T08:21:43.849" v="4820"/>
        <pc:sldMkLst>
          <pc:docMk/>
          <pc:sldMk cId="3222917417" sldId="2141411919"/>
        </pc:sldMkLst>
      </pc:sldChg>
      <pc:sldChg chg="add del ord">
        <pc:chgData name="Stephen John Stretton" userId="da8c780b-1aa2-4e36-94fb-871dc8111504" providerId="ADAL" clId="{461C8D16-F91C-40AB-8163-8272BCB3CEB6}" dt="2026-06-09T08:00:47.487" v="4436"/>
        <pc:sldMkLst>
          <pc:docMk/>
          <pc:sldMk cId="2958811518" sldId="2141411926"/>
        </pc:sldMkLst>
      </pc:sldChg>
      <pc:sldChg chg="add ord">
        <pc:chgData name="Stephen John Stretton" userId="da8c780b-1aa2-4e36-94fb-871dc8111504" providerId="ADAL" clId="{461C8D16-F91C-40AB-8163-8272BCB3CEB6}" dt="2026-06-09T08:01:22.828" v="4444"/>
        <pc:sldMkLst>
          <pc:docMk/>
          <pc:sldMk cId="1953078986" sldId="2141411949"/>
        </pc:sldMkLst>
      </pc:sldChg>
      <pc:sldChg chg="add del">
        <pc:chgData name="Stephen John Stretton" userId="da8c780b-1aa2-4e36-94fb-871dc8111504" providerId="ADAL" clId="{461C8D16-F91C-40AB-8163-8272BCB3CEB6}" dt="2026-06-09T07:53:33.093" v="4397"/>
        <pc:sldMkLst>
          <pc:docMk/>
          <pc:sldMk cId="3824886960" sldId="2141411979"/>
        </pc:sldMkLst>
      </pc:sldChg>
      <pc:sldChg chg="add del">
        <pc:chgData name="Stephen John Stretton" userId="da8c780b-1aa2-4e36-94fb-871dc8111504" providerId="ADAL" clId="{461C8D16-F91C-40AB-8163-8272BCB3CEB6}" dt="2026-06-09T07:53:33.093" v="4397"/>
        <pc:sldMkLst>
          <pc:docMk/>
          <pc:sldMk cId="1314945980" sldId="2141411997"/>
        </pc:sldMkLst>
      </pc:sldChg>
      <pc:sldChg chg="add del">
        <pc:chgData name="Stephen John Stretton" userId="da8c780b-1aa2-4e36-94fb-871dc8111504" providerId="ADAL" clId="{461C8D16-F91C-40AB-8163-8272BCB3CEB6}" dt="2026-06-09T07:53:33.093" v="4397"/>
        <pc:sldMkLst>
          <pc:docMk/>
          <pc:sldMk cId="1833278786" sldId="2141412001"/>
        </pc:sldMkLst>
      </pc:sldChg>
      <pc:sldChg chg="addSp modSp add del mod ord">
        <pc:chgData name="Stephen John Stretton" userId="da8c780b-1aa2-4e36-94fb-871dc8111504" providerId="ADAL" clId="{461C8D16-F91C-40AB-8163-8272BCB3CEB6}" dt="2026-06-17T17:10:22.348" v="5079" actId="20577"/>
        <pc:sldMkLst>
          <pc:docMk/>
          <pc:sldMk cId="3653830617" sldId="2141412029"/>
        </pc:sldMkLst>
        <pc:spChg chg="mod">
          <ac:chgData name="Stephen John Stretton" userId="da8c780b-1aa2-4e36-94fb-871dc8111504" providerId="ADAL" clId="{461C8D16-F91C-40AB-8163-8272BCB3CEB6}" dt="2026-06-09T08:06:28.197" v="4602" actId="20577"/>
          <ac:spMkLst>
            <pc:docMk/>
            <pc:sldMk cId="3653830617" sldId="2141412029"/>
            <ac:spMk id="4" creationId="{266E8D2B-DA52-4A05-32D7-994C5417C347}"/>
          </ac:spMkLst>
        </pc:spChg>
        <pc:spChg chg="mod">
          <ac:chgData name="Stephen John Stretton" userId="da8c780b-1aa2-4e36-94fb-871dc8111504" providerId="ADAL" clId="{461C8D16-F91C-40AB-8163-8272BCB3CEB6}" dt="2026-06-09T08:06:59.475" v="4606" actId="164"/>
          <ac:spMkLst>
            <pc:docMk/>
            <pc:sldMk cId="3653830617" sldId="2141412029"/>
            <ac:spMk id="22" creationId="{548F4321-BE01-C70A-B73C-0C4CDB7640D0}"/>
          </ac:spMkLst>
        </pc:spChg>
        <pc:spChg chg="mod">
          <ac:chgData name="Stephen John Stretton" userId="da8c780b-1aa2-4e36-94fb-871dc8111504" providerId="ADAL" clId="{461C8D16-F91C-40AB-8163-8272BCB3CEB6}" dt="2026-06-09T08:06:59.475" v="4606" actId="164"/>
          <ac:spMkLst>
            <pc:docMk/>
            <pc:sldMk cId="3653830617" sldId="2141412029"/>
            <ac:spMk id="23" creationId="{C02AB8D8-639D-E2DB-D54C-32650575BA9B}"/>
          </ac:spMkLst>
        </pc:spChg>
        <pc:spChg chg="mod">
          <ac:chgData name="Stephen John Stretton" userId="da8c780b-1aa2-4e36-94fb-871dc8111504" providerId="ADAL" clId="{461C8D16-F91C-40AB-8163-8272BCB3CEB6}" dt="2026-06-09T08:06:59.475" v="4606" actId="164"/>
          <ac:spMkLst>
            <pc:docMk/>
            <pc:sldMk cId="3653830617" sldId="2141412029"/>
            <ac:spMk id="24" creationId="{6BFFCC48-255B-D523-56A2-7C0311377798}"/>
          </ac:spMkLst>
        </pc:spChg>
        <pc:spChg chg="mod">
          <ac:chgData name="Stephen John Stretton" userId="da8c780b-1aa2-4e36-94fb-871dc8111504" providerId="ADAL" clId="{461C8D16-F91C-40AB-8163-8272BCB3CEB6}" dt="2026-06-09T08:06:59.475" v="4606" actId="164"/>
          <ac:spMkLst>
            <pc:docMk/>
            <pc:sldMk cId="3653830617" sldId="2141412029"/>
            <ac:spMk id="25" creationId="{E663D0AA-CFA9-C058-E31B-54D57D5801C8}"/>
          </ac:spMkLst>
        </pc:spChg>
        <pc:spChg chg="mod">
          <ac:chgData name="Stephen John Stretton" userId="da8c780b-1aa2-4e36-94fb-871dc8111504" providerId="ADAL" clId="{461C8D16-F91C-40AB-8163-8272BCB3CEB6}" dt="2026-06-17T17:10:22.348" v="5079" actId="20577"/>
          <ac:spMkLst>
            <pc:docMk/>
            <pc:sldMk cId="3653830617" sldId="2141412029"/>
            <ac:spMk id="30" creationId="{1DCA4C09-FDEB-E625-0914-93E502B08400}"/>
          </ac:spMkLst>
        </pc:spChg>
        <pc:grpChg chg="add mod">
          <ac:chgData name="Stephen John Stretton" userId="da8c780b-1aa2-4e36-94fb-871dc8111504" providerId="ADAL" clId="{461C8D16-F91C-40AB-8163-8272BCB3CEB6}" dt="2026-06-09T08:06:59.475" v="4606" actId="164"/>
          <ac:grpSpMkLst>
            <pc:docMk/>
            <pc:sldMk cId="3653830617" sldId="2141412029"/>
            <ac:grpSpMk id="3" creationId="{D543941F-B7CF-50B1-E22D-8665C5F1C203}"/>
          </ac:grpSpMkLst>
        </pc:grpChg>
        <pc:grpChg chg="mod">
          <ac:chgData name="Stephen John Stretton" userId="da8c780b-1aa2-4e36-94fb-871dc8111504" providerId="ADAL" clId="{461C8D16-F91C-40AB-8163-8272BCB3CEB6}" dt="2026-06-09T08:06:59.475" v="4606" actId="164"/>
          <ac:grpSpMkLst>
            <pc:docMk/>
            <pc:sldMk cId="3653830617" sldId="2141412029"/>
            <ac:grpSpMk id="5" creationId="{8D0C97F6-E83B-17D1-3804-62B2EB147AC0}"/>
          </ac:grpSpMkLst>
        </pc:grpChg>
      </pc:sldChg>
      <pc:sldChg chg="addSp delSp modSp mod">
        <pc:chgData name="Stephen John Stretton" userId="da8c780b-1aa2-4e36-94fb-871dc8111504" providerId="ADAL" clId="{461C8D16-F91C-40AB-8163-8272BCB3CEB6}" dt="2026-06-17T17:21:59.564" v="5290" actId="6549"/>
        <pc:sldMkLst>
          <pc:docMk/>
          <pc:sldMk cId="1526977977" sldId="2141412433"/>
        </pc:sldMkLst>
        <pc:spChg chg="mod">
          <ac:chgData name="Stephen John Stretton" userId="da8c780b-1aa2-4e36-94fb-871dc8111504" providerId="ADAL" clId="{461C8D16-F91C-40AB-8163-8272BCB3CEB6}" dt="2026-06-07T12:00:06.704" v="806" actId="14100"/>
          <ac:spMkLst>
            <pc:docMk/>
            <pc:sldMk cId="1526977977" sldId="2141412433"/>
            <ac:spMk id="2" creationId="{DAE992C4-6F5F-6B37-F6B7-E34001673928}"/>
          </ac:spMkLst>
        </pc:spChg>
        <pc:spChg chg="add mod">
          <ac:chgData name="Stephen John Stretton" userId="da8c780b-1aa2-4e36-94fb-871dc8111504" providerId="ADAL" clId="{461C8D16-F91C-40AB-8163-8272BCB3CEB6}" dt="2026-06-17T17:21:59.564" v="5290" actId="6549"/>
          <ac:spMkLst>
            <pc:docMk/>
            <pc:sldMk cId="1526977977" sldId="2141412433"/>
            <ac:spMk id="7" creationId="{39BB26D1-A5C9-01E7-9795-A262D54097A4}"/>
          </ac:spMkLst>
        </pc:spChg>
      </pc:sldChg>
      <pc:sldChg chg="add">
        <pc:chgData name="Stephen John Stretton" userId="da8c780b-1aa2-4e36-94fb-871dc8111504" providerId="ADAL" clId="{461C8D16-F91C-40AB-8163-8272BCB3CEB6}" dt="2026-06-09T08:03:04.813" v="4457"/>
        <pc:sldMkLst>
          <pc:docMk/>
          <pc:sldMk cId="258540657" sldId="2141412448"/>
        </pc:sldMkLst>
      </pc:sldChg>
      <pc:sldChg chg="modSp add mod">
        <pc:chgData name="Stephen John Stretton" userId="da8c780b-1aa2-4e36-94fb-871dc8111504" providerId="ADAL" clId="{461C8D16-F91C-40AB-8163-8272BCB3CEB6}" dt="2026-06-09T07:58:03.673" v="4418" actId="20577"/>
        <pc:sldMkLst>
          <pc:docMk/>
          <pc:sldMk cId="2368913025" sldId="2147471580"/>
        </pc:sldMkLst>
        <pc:spChg chg="mod">
          <ac:chgData name="Stephen John Stretton" userId="da8c780b-1aa2-4e36-94fb-871dc8111504" providerId="ADAL" clId="{461C8D16-F91C-40AB-8163-8272BCB3CEB6}" dt="2026-06-09T05:41:05.610" v="1123" actId="20577"/>
          <ac:spMkLst>
            <pc:docMk/>
            <pc:sldMk cId="2368913025" sldId="2147471580"/>
            <ac:spMk id="2" creationId="{2D65FF09-FDE3-68C8-E800-AA2EE1C9F563}"/>
          </ac:spMkLst>
        </pc:spChg>
        <pc:spChg chg="mod">
          <ac:chgData name="Stephen John Stretton" userId="da8c780b-1aa2-4e36-94fb-871dc8111504" providerId="ADAL" clId="{461C8D16-F91C-40AB-8163-8272BCB3CEB6}" dt="2026-06-09T07:58:03.673" v="4418" actId="20577"/>
          <ac:spMkLst>
            <pc:docMk/>
            <pc:sldMk cId="2368913025" sldId="2147471580"/>
            <ac:spMk id="3" creationId="{21EC975E-0B57-37E8-B0DD-4DA091BFABEE}"/>
          </ac:spMkLst>
        </pc:spChg>
      </pc:sldChg>
      <pc:sldChg chg="modSp add del mod">
        <pc:chgData name="Stephen John Stretton" userId="da8c780b-1aa2-4e36-94fb-871dc8111504" providerId="ADAL" clId="{461C8D16-F91C-40AB-8163-8272BCB3CEB6}" dt="2026-06-17T17:10:12.743" v="5078" actId="255"/>
        <pc:sldMkLst>
          <pc:docMk/>
          <pc:sldMk cId="1861834035" sldId="2147471586"/>
        </pc:sldMkLst>
        <pc:spChg chg="mod">
          <ac:chgData name="Stephen John Stretton" userId="da8c780b-1aa2-4e36-94fb-871dc8111504" providerId="ADAL" clId="{461C8D16-F91C-40AB-8163-8272BCB3CEB6}" dt="2026-06-17T17:10:12.743" v="5078" actId="255"/>
          <ac:spMkLst>
            <pc:docMk/>
            <pc:sldMk cId="1861834035" sldId="2147471586"/>
            <ac:spMk id="122" creationId="{CC1E19A3-0DD5-D13D-668B-80E451161827}"/>
          </ac:spMkLst>
        </pc:spChg>
        <pc:spChg chg="mod">
          <ac:chgData name="Stephen John Stretton" userId="da8c780b-1aa2-4e36-94fb-871dc8111504" providerId="ADAL" clId="{461C8D16-F91C-40AB-8163-8272BCB3CEB6}" dt="2026-06-17T17:10:12.743" v="5078" actId="255"/>
          <ac:spMkLst>
            <pc:docMk/>
            <pc:sldMk cId="1861834035" sldId="2147471586"/>
            <ac:spMk id="131" creationId="{9C909325-E5DA-5B20-2CC3-CE0E18BFE079}"/>
          </ac:spMkLst>
        </pc:spChg>
        <pc:spChg chg="mod">
          <ac:chgData name="Stephen John Stretton" userId="da8c780b-1aa2-4e36-94fb-871dc8111504" providerId="ADAL" clId="{461C8D16-F91C-40AB-8163-8272BCB3CEB6}" dt="2026-06-17T17:09:50.533" v="5072" actId="255"/>
          <ac:spMkLst>
            <pc:docMk/>
            <pc:sldMk cId="1861834035" sldId="2147471586"/>
            <ac:spMk id="133" creationId="{D83E1D0F-FBA5-8DEA-9A38-ED1C4EC384AB}"/>
          </ac:spMkLst>
        </pc:spChg>
        <pc:spChg chg="mod">
          <ac:chgData name="Stephen John Stretton" userId="da8c780b-1aa2-4e36-94fb-871dc8111504" providerId="ADAL" clId="{461C8D16-F91C-40AB-8163-8272BCB3CEB6}" dt="2026-06-17T17:10:12.743" v="5078" actId="255"/>
          <ac:spMkLst>
            <pc:docMk/>
            <pc:sldMk cId="1861834035" sldId="2147471586"/>
            <ac:spMk id="134" creationId="{46BF4DD2-7D41-35FD-5F35-8A79A63F941F}"/>
          </ac:spMkLst>
        </pc:spChg>
        <pc:spChg chg="mod">
          <ac:chgData name="Stephen John Stretton" userId="da8c780b-1aa2-4e36-94fb-871dc8111504" providerId="ADAL" clId="{461C8D16-F91C-40AB-8163-8272BCB3CEB6}" dt="2026-06-17T17:10:12.743" v="5078" actId="255"/>
          <ac:spMkLst>
            <pc:docMk/>
            <pc:sldMk cId="1861834035" sldId="2147471586"/>
            <ac:spMk id="139" creationId="{79D1338A-8F1A-380A-B02A-77F873D0F799}"/>
          </ac:spMkLst>
        </pc:spChg>
        <pc:spChg chg="mod">
          <ac:chgData name="Stephen John Stretton" userId="da8c780b-1aa2-4e36-94fb-871dc8111504" providerId="ADAL" clId="{461C8D16-F91C-40AB-8163-8272BCB3CEB6}" dt="2026-06-17T17:10:12.743" v="5078" actId="255"/>
          <ac:spMkLst>
            <pc:docMk/>
            <pc:sldMk cId="1861834035" sldId="2147471586"/>
            <ac:spMk id="142" creationId="{2C5AED02-2E87-5BBD-00E2-014D6EEC6892}"/>
          </ac:spMkLst>
        </pc:spChg>
        <pc:spChg chg="mod">
          <ac:chgData name="Stephen John Stretton" userId="da8c780b-1aa2-4e36-94fb-871dc8111504" providerId="ADAL" clId="{461C8D16-F91C-40AB-8163-8272BCB3CEB6}" dt="2026-06-17T17:10:12.743" v="5078" actId="255"/>
          <ac:spMkLst>
            <pc:docMk/>
            <pc:sldMk cId="1861834035" sldId="2147471586"/>
            <ac:spMk id="149" creationId="{192C6EB0-DCA4-2B5D-9B8D-82AB9DFD72A8}"/>
          </ac:spMkLst>
        </pc:spChg>
        <pc:spChg chg="mod">
          <ac:chgData name="Stephen John Stretton" userId="da8c780b-1aa2-4e36-94fb-871dc8111504" providerId="ADAL" clId="{461C8D16-F91C-40AB-8163-8272BCB3CEB6}" dt="2026-06-17T17:10:12.743" v="5078" actId="255"/>
          <ac:spMkLst>
            <pc:docMk/>
            <pc:sldMk cId="1861834035" sldId="2147471586"/>
            <ac:spMk id="154" creationId="{5FE1D225-F4B6-13DB-1564-0B0D873E3A9A}"/>
          </ac:spMkLst>
        </pc:spChg>
        <pc:spChg chg="mod">
          <ac:chgData name="Stephen John Stretton" userId="da8c780b-1aa2-4e36-94fb-871dc8111504" providerId="ADAL" clId="{461C8D16-F91C-40AB-8163-8272BCB3CEB6}" dt="2026-06-17T17:10:12.743" v="5078" actId="255"/>
          <ac:spMkLst>
            <pc:docMk/>
            <pc:sldMk cId="1861834035" sldId="2147471586"/>
            <ac:spMk id="161" creationId="{6CED0400-E97E-3FB0-5390-8404E45DBA68}"/>
          </ac:spMkLst>
        </pc:spChg>
        <pc:spChg chg="mod">
          <ac:chgData name="Stephen John Stretton" userId="da8c780b-1aa2-4e36-94fb-871dc8111504" providerId="ADAL" clId="{461C8D16-F91C-40AB-8163-8272BCB3CEB6}" dt="2026-06-17T17:10:12.743" v="5078" actId="255"/>
          <ac:spMkLst>
            <pc:docMk/>
            <pc:sldMk cId="1861834035" sldId="2147471586"/>
            <ac:spMk id="162" creationId="{89C84710-7094-8565-9C64-DB7CD373A2B4}"/>
          </ac:spMkLst>
        </pc:spChg>
        <pc:spChg chg="mod">
          <ac:chgData name="Stephen John Stretton" userId="da8c780b-1aa2-4e36-94fb-871dc8111504" providerId="ADAL" clId="{461C8D16-F91C-40AB-8163-8272BCB3CEB6}" dt="2026-06-17T17:10:12.743" v="5078" actId="255"/>
          <ac:spMkLst>
            <pc:docMk/>
            <pc:sldMk cId="1861834035" sldId="2147471586"/>
            <ac:spMk id="164" creationId="{28A54365-672C-2419-AF97-733F3ED6F166}"/>
          </ac:spMkLst>
        </pc:spChg>
      </pc:sldChg>
      <pc:sldChg chg="modSp add mod">
        <pc:chgData name="Stephen John Stretton" userId="da8c780b-1aa2-4e36-94fb-871dc8111504" providerId="ADAL" clId="{461C8D16-F91C-40AB-8163-8272BCB3CEB6}" dt="2026-06-09T07:57:50.727" v="4417" actId="20577"/>
        <pc:sldMkLst>
          <pc:docMk/>
          <pc:sldMk cId="1737988581" sldId="2147471611"/>
        </pc:sldMkLst>
        <pc:spChg chg="mod">
          <ac:chgData name="Stephen John Stretton" userId="da8c780b-1aa2-4e36-94fb-871dc8111504" providerId="ADAL" clId="{461C8D16-F91C-40AB-8163-8272BCB3CEB6}" dt="2026-06-09T07:57:50.727" v="4417" actId="20577"/>
          <ac:spMkLst>
            <pc:docMk/>
            <pc:sldMk cId="1737988581" sldId="2147471611"/>
            <ac:spMk id="3" creationId="{095A13DB-2A45-7E18-1507-7D68C060D70E}"/>
          </ac:spMkLst>
        </pc:spChg>
      </pc:sldChg>
      <pc:sldChg chg="add ord">
        <pc:chgData name="Stephen John Stretton" userId="da8c780b-1aa2-4e36-94fb-871dc8111504" providerId="ADAL" clId="{461C8D16-F91C-40AB-8163-8272BCB3CEB6}" dt="2026-06-09T06:34:10.837" v="2555"/>
        <pc:sldMkLst>
          <pc:docMk/>
          <pc:sldMk cId="3857396302" sldId="2147471612"/>
        </pc:sldMkLst>
      </pc:sldChg>
      <pc:sldChg chg="add">
        <pc:chgData name="Stephen John Stretton" userId="da8c780b-1aa2-4e36-94fb-871dc8111504" providerId="ADAL" clId="{461C8D16-F91C-40AB-8163-8272BCB3CEB6}" dt="2026-06-07T11:49:10.590" v="667"/>
        <pc:sldMkLst>
          <pc:docMk/>
          <pc:sldMk cId="1925421090" sldId="2147471619"/>
        </pc:sldMkLst>
      </pc:sldChg>
      <pc:sldChg chg="modSp add mod">
        <pc:chgData name="Stephen John Stretton" userId="da8c780b-1aa2-4e36-94fb-871dc8111504" providerId="ADAL" clId="{461C8D16-F91C-40AB-8163-8272BCB3CEB6}" dt="2026-06-17T17:22:05.320" v="5291" actId="6549"/>
        <pc:sldMkLst>
          <pc:docMk/>
          <pc:sldMk cId="2142715937" sldId="2147471621"/>
        </pc:sldMkLst>
        <pc:spChg chg="mod">
          <ac:chgData name="Stephen John Stretton" userId="da8c780b-1aa2-4e36-94fb-871dc8111504" providerId="ADAL" clId="{461C8D16-F91C-40AB-8163-8272BCB3CEB6}" dt="2026-06-17T17:22:05.320" v="5291" actId="6549"/>
          <ac:spMkLst>
            <pc:docMk/>
            <pc:sldMk cId="2142715937" sldId="2147471621"/>
            <ac:spMk id="5" creationId="{6178455E-0CE8-9941-F060-AB543E3D1A31}"/>
          </ac:spMkLst>
        </pc:spChg>
      </pc:sldChg>
      <pc:sldChg chg="addSp delSp modSp add mod">
        <pc:chgData name="Stephen John Stretton" userId="da8c780b-1aa2-4e36-94fb-871dc8111504" providerId="ADAL" clId="{461C8D16-F91C-40AB-8163-8272BCB3CEB6}" dt="2026-06-17T17:12:05.364" v="5101" actId="478"/>
        <pc:sldMkLst>
          <pc:docMk/>
          <pc:sldMk cId="930140800" sldId="2147471623"/>
        </pc:sldMkLst>
        <pc:spChg chg="add mod">
          <ac:chgData name="Stephen John Stretton" userId="da8c780b-1aa2-4e36-94fb-871dc8111504" providerId="ADAL" clId="{461C8D16-F91C-40AB-8163-8272BCB3CEB6}" dt="2026-06-17T17:12:05.364" v="5101" actId="478"/>
          <ac:spMkLst>
            <pc:docMk/>
            <pc:sldMk cId="930140800" sldId="2147471623"/>
            <ac:spMk id="4" creationId="{A5A72C18-4E9A-8A83-5095-0051F30D56B7}"/>
          </ac:spMkLst>
        </pc:spChg>
        <pc:spChg chg="del mod">
          <ac:chgData name="Stephen John Stretton" userId="da8c780b-1aa2-4e36-94fb-871dc8111504" providerId="ADAL" clId="{461C8D16-F91C-40AB-8163-8272BCB3CEB6}" dt="2026-06-17T17:12:05.364" v="5101" actId="478"/>
          <ac:spMkLst>
            <pc:docMk/>
            <pc:sldMk cId="930140800" sldId="2147471623"/>
            <ac:spMk id="5" creationId="{4C5427A6-AFF1-55EB-FFF7-22A74A006F7C}"/>
          </ac:spMkLst>
        </pc:spChg>
      </pc:sldChg>
      <pc:sldChg chg="addSp delSp modSp add del mod">
        <pc:chgData name="Stephen John Stretton" userId="da8c780b-1aa2-4e36-94fb-871dc8111504" providerId="ADAL" clId="{461C8D16-F91C-40AB-8163-8272BCB3CEB6}" dt="2026-06-17T17:21:39.373" v="5288" actId="14100"/>
        <pc:sldMkLst>
          <pc:docMk/>
          <pc:sldMk cId="2728314236" sldId="2147471640"/>
        </pc:sldMkLst>
        <pc:spChg chg="add del mod">
          <ac:chgData name="Stephen John Stretton" userId="da8c780b-1aa2-4e36-94fb-871dc8111504" providerId="ADAL" clId="{461C8D16-F91C-40AB-8163-8272BCB3CEB6}" dt="2026-06-17T17:21:35.723" v="5287" actId="478"/>
          <ac:spMkLst>
            <pc:docMk/>
            <pc:sldMk cId="2728314236" sldId="2147471640"/>
            <ac:spMk id="4" creationId="{349BB811-74B6-98EE-3AFF-D00BC1B0186A}"/>
          </ac:spMkLst>
        </pc:spChg>
        <pc:spChg chg="del mod">
          <ac:chgData name="Stephen John Stretton" userId="da8c780b-1aa2-4e36-94fb-871dc8111504" providerId="ADAL" clId="{461C8D16-F91C-40AB-8163-8272BCB3CEB6}" dt="2026-06-17T17:21:23.566" v="5282" actId="478"/>
          <ac:spMkLst>
            <pc:docMk/>
            <pc:sldMk cId="2728314236" sldId="2147471640"/>
            <ac:spMk id="5" creationId="{3AC998FF-8F7A-BC86-1C66-AB367B85579C}"/>
          </ac:spMkLst>
        </pc:spChg>
        <pc:spChg chg="add mod">
          <ac:chgData name="Stephen John Stretton" userId="da8c780b-1aa2-4e36-94fb-871dc8111504" providerId="ADAL" clId="{461C8D16-F91C-40AB-8163-8272BCB3CEB6}" dt="2026-06-17T17:21:39.373" v="5288" actId="14100"/>
          <ac:spMkLst>
            <pc:docMk/>
            <pc:sldMk cId="2728314236" sldId="2147471640"/>
            <ac:spMk id="7" creationId="{B05E659E-11F2-5DAC-E330-A101317959EC}"/>
          </ac:spMkLst>
        </pc:spChg>
      </pc:sldChg>
      <pc:sldChg chg="add">
        <pc:chgData name="Stephen John Stretton" userId="da8c780b-1aa2-4e36-94fb-871dc8111504" providerId="ADAL" clId="{461C8D16-F91C-40AB-8163-8272BCB3CEB6}" dt="2026-06-07T11:49:10.590" v="667"/>
        <pc:sldMkLst>
          <pc:docMk/>
          <pc:sldMk cId="861268539" sldId="2147471666"/>
        </pc:sldMkLst>
      </pc:sldChg>
      <pc:sldChg chg="add ord">
        <pc:chgData name="Stephen John Stretton" userId="da8c780b-1aa2-4e36-94fb-871dc8111504" providerId="ADAL" clId="{461C8D16-F91C-40AB-8163-8272BCB3CEB6}" dt="2026-06-09T08:01:18.257" v="4440"/>
        <pc:sldMkLst>
          <pc:docMk/>
          <pc:sldMk cId="2806383880" sldId="2147471692"/>
        </pc:sldMkLst>
      </pc:sldChg>
      <pc:sldChg chg="add">
        <pc:chgData name="Stephen John Stretton" userId="da8c780b-1aa2-4e36-94fb-871dc8111504" providerId="ADAL" clId="{461C8D16-F91C-40AB-8163-8272BCB3CEB6}" dt="2026-06-09T08:03:04.813" v="4457"/>
        <pc:sldMkLst>
          <pc:docMk/>
          <pc:sldMk cId="3773080079" sldId="2147471693"/>
        </pc:sldMkLst>
      </pc:sldChg>
      <pc:sldChg chg="modSp add mod ord">
        <pc:chgData name="Stephen John Stretton" userId="da8c780b-1aa2-4e36-94fb-871dc8111504" providerId="ADAL" clId="{461C8D16-F91C-40AB-8163-8272BCB3CEB6}" dt="2026-06-17T17:11:15.660" v="5091" actId="6549"/>
        <pc:sldMkLst>
          <pc:docMk/>
          <pc:sldMk cId="1070036688" sldId="2147471694"/>
        </pc:sldMkLst>
        <pc:spChg chg="mod">
          <ac:chgData name="Stephen John Stretton" userId="da8c780b-1aa2-4e36-94fb-871dc8111504" providerId="ADAL" clId="{461C8D16-F91C-40AB-8163-8272BCB3CEB6}" dt="2026-06-17T17:11:15.660" v="5091" actId="6549"/>
          <ac:spMkLst>
            <pc:docMk/>
            <pc:sldMk cId="1070036688" sldId="2147471694"/>
            <ac:spMk id="7" creationId="{4551817E-871C-6D0A-DC2A-86B3A5A305D9}"/>
          </ac:spMkLst>
        </pc:spChg>
        <pc:spChg chg="mod">
          <ac:chgData name="Stephen John Stretton" userId="da8c780b-1aa2-4e36-94fb-871dc8111504" providerId="ADAL" clId="{461C8D16-F91C-40AB-8163-8272BCB3CEB6}" dt="2026-06-09T05:43:54.229" v="1160" actId="6549"/>
          <ac:spMkLst>
            <pc:docMk/>
            <pc:sldMk cId="1070036688" sldId="2147471694"/>
            <ac:spMk id="57" creationId="{7B8BCB6C-C864-75B3-B3FE-86B7379EE344}"/>
          </ac:spMkLst>
        </pc:spChg>
      </pc:sldChg>
      <pc:sldChg chg="add mod ord modShow">
        <pc:chgData name="Stephen John Stretton" userId="da8c780b-1aa2-4e36-94fb-871dc8111504" providerId="ADAL" clId="{461C8D16-F91C-40AB-8163-8272BCB3CEB6}" dt="2026-06-09T08:01:43.649" v="4449" actId="34476"/>
        <pc:sldMkLst>
          <pc:docMk/>
          <pc:sldMk cId="2091663100" sldId="2147471698"/>
        </pc:sldMkLst>
      </pc:sldChg>
      <pc:sldChg chg="add">
        <pc:chgData name="Stephen John Stretton" userId="da8c780b-1aa2-4e36-94fb-871dc8111504" providerId="ADAL" clId="{461C8D16-F91C-40AB-8163-8272BCB3CEB6}" dt="2026-06-09T08:03:04.813" v="4457"/>
        <pc:sldMkLst>
          <pc:docMk/>
          <pc:sldMk cId="2251063105" sldId="2147471699"/>
        </pc:sldMkLst>
      </pc:sldChg>
      <pc:sldChg chg="delSp modSp add del mod">
        <pc:chgData name="Stephen John Stretton" userId="da8c780b-1aa2-4e36-94fb-871dc8111504" providerId="ADAL" clId="{461C8D16-F91C-40AB-8163-8272BCB3CEB6}" dt="2026-06-09T08:06:12.350" v="4584" actId="1076"/>
        <pc:sldMkLst>
          <pc:docMk/>
          <pc:sldMk cId="2183649018" sldId="2147471700"/>
        </pc:sldMkLst>
        <pc:picChg chg="mod topLvl">
          <ac:chgData name="Stephen John Stretton" userId="da8c780b-1aa2-4e36-94fb-871dc8111504" providerId="ADAL" clId="{461C8D16-F91C-40AB-8163-8272BCB3CEB6}" dt="2026-06-09T08:06:12.350" v="4584" actId="1076"/>
          <ac:picMkLst>
            <pc:docMk/>
            <pc:sldMk cId="2183649018" sldId="2147471700"/>
            <ac:picMk id="4" creationId="{438B91D1-0830-15A8-5C7A-EF7368403300}"/>
          </ac:picMkLst>
        </pc:picChg>
      </pc:sldChg>
      <pc:sldChg chg="add ord">
        <pc:chgData name="Stephen John Stretton" userId="da8c780b-1aa2-4e36-94fb-871dc8111504" providerId="ADAL" clId="{461C8D16-F91C-40AB-8163-8272BCB3CEB6}" dt="2026-06-09T08:02:36.965" v="4455"/>
        <pc:sldMkLst>
          <pc:docMk/>
          <pc:sldMk cId="1333185938" sldId="2147471704"/>
        </pc:sldMkLst>
      </pc:sldChg>
      <pc:sldChg chg="modSp add del mod modClrScheme chgLayout">
        <pc:chgData name="Stephen John Stretton" userId="da8c780b-1aa2-4e36-94fb-871dc8111504" providerId="ADAL" clId="{461C8D16-F91C-40AB-8163-8272BCB3CEB6}" dt="2026-06-17T17:09:09.618" v="5069" actId="47"/>
        <pc:sldMkLst>
          <pc:docMk/>
          <pc:sldMk cId="4124661589" sldId="2147471705"/>
        </pc:sldMkLst>
      </pc:sldChg>
      <pc:sldChg chg="add">
        <pc:chgData name="Stephen John Stretton" userId="da8c780b-1aa2-4e36-94fb-871dc8111504" providerId="ADAL" clId="{461C8D16-F91C-40AB-8163-8272BCB3CEB6}" dt="2026-06-07T11:49:10.590" v="667"/>
        <pc:sldMkLst>
          <pc:docMk/>
          <pc:sldMk cId="1052020498" sldId="2147471706"/>
        </pc:sldMkLst>
      </pc:sldChg>
      <pc:sldChg chg="add">
        <pc:chgData name="Stephen John Stretton" userId="da8c780b-1aa2-4e36-94fb-871dc8111504" providerId="ADAL" clId="{461C8D16-F91C-40AB-8163-8272BCB3CEB6}" dt="2026-06-07T11:49:10.590" v="667"/>
        <pc:sldMkLst>
          <pc:docMk/>
          <pc:sldMk cId="3392434675" sldId="2147471708"/>
        </pc:sldMkLst>
      </pc:sldChg>
      <pc:sldChg chg="add ord">
        <pc:chgData name="Stephen John Stretton" userId="da8c780b-1aa2-4e36-94fb-871dc8111504" providerId="ADAL" clId="{461C8D16-F91C-40AB-8163-8272BCB3CEB6}" dt="2026-06-09T08:02:36.965" v="4455"/>
        <pc:sldMkLst>
          <pc:docMk/>
          <pc:sldMk cId="2358219231" sldId="2147471710"/>
        </pc:sldMkLst>
      </pc:sldChg>
      <pc:sldChg chg="add">
        <pc:chgData name="Stephen John Stretton" userId="da8c780b-1aa2-4e36-94fb-871dc8111504" providerId="ADAL" clId="{461C8D16-F91C-40AB-8163-8272BCB3CEB6}" dt="2026-06-07T11:49:10.590" v="667"/>
        <pc:sldMkLst>
          <pc:docMk/>
          <pc:sldMk cId="2785508895" sldId="2147471711"/>
        </pc:sldMkLst>
      </pc:sldChg>
      <pc:sldChg chg="modSp add del mod">
        <pc:chgData name="Stephen John Stretton" userId="da8c780b-1aa2-4e36-94fb-871dc8111504" providerId="ADAL" clId="{461C8D16-F91C-40AB-8163-8272BCB3CEB6}" dt="2026-06-09T08:22:34.506" v="4977" actId="20577"/>
        <pc:sldMkLst>
          <pc:docMk/>
          <pc:sldMk cId="2358418170" sldId="2147471712"/>
        </pc:sldMkLst>
        <pc:spChg chg="mod">
          <ac:chgData name="Stephen John Stretton" userId="da8c780b-1aa2-4e36-94fb-871dc8111504" providerId="ADAL" clId="{461C8D16-F91C-40AB-8163-8272BCB3CEB6}" dt="2026-06-09T08:21:59.176" v="4855" actId="20577"/>
          <ac:spMkLst>
            <pc:docMk/>
            <pc:sldMk cId="2358418170" sldId="2147471712"/>
            <ac:spMk id="2" creationId="{38C537E4-44A0-779D-F87D-5BB8F9A323AC}"/>
          </ac:spMkLst>
        </pc:spChg>
        <pc:spChg chg="mod">
          <ac:chgData name="Stephen John Stretton" userId="da8c780b-1aa2-4e36-94fb-871dc8111504" providerId="ADAL" clId="{461C8D16-F91C-40AB-8163-8272BCB3CEB6}" dt="2026-06-09T08:22:34.506" v="4977" actId="20577"/>
          <ac:spMkLst>
            <pc:docMk/>
            <pc:sldMk cId="2358418170" sldId="2147471712"/>
            <ac:spMk id="6" creationId="{21D6FA2E-AAC1-9E6E-5EE0-CB8E8EF71C4C}"/>
          </ac:spMkLst>
        </pc:spChg>
      </pc:sldChg>
      <pc:sldChg chg="add del">
        <pc:chgData name="Stephen John Stretton" userId="da8c780b-1aa2-4e36-94fb-871dc8111504" providerId="ADAL" clId="{461C8D16-F91C-40AB-8163-8272BCB3CEB6}" dt="2026-06-09T07:53:33.093" v="4397"/>
        <pc:sldMkLst>
          <pc:docMk/>
          <pc:sldMk cId="1312797715" sldId="2147471714"/>
        </pc:sldMkLst>
      </pc:sldChg>
      <pc:sldChg chg="add del">
        <pc:chgData name="Stephen John Stretton" userId="da8c780b-1aa2-4e36-94fb-871dc8111504" providerId="ADAL" clId="{461C8D16-F91C-40AB-8163-8272BCB3CEB6}" dt="2026-06-09T07:53:33.093" v="4397"/>
        <pc:sldMkLst>
          <pc:docMk/>
          <pc:sldMk cId="2624477474" sldId="2147471720"/>
        </pc:sldMkLst>
      </pc:sldChg>
      <pc:sldChg chg="add">
        <pc:chgData name="Stephen John Stretton" userId="da8c780b-1aa2-4e36-94fb-871dc8111504" providerId="ADAL" clId="{461C8D16-F91C-40AB-8163-8272BCB3CEB6}" dt="2026-06-07T11:49:10.590" v="667"/>
        <pc:sldMkLst>
          <pc:docMk/>
          <pc:sldMk cId="2615636930" sldId="2147471724"/>
        </pc:sldMkLst>
      </pc:sldChg>
      <pc:sldChg chg="add">
        <pc:chgData name="Stephen John Stretton" userId="da8c780b-1aa2-4e36-94fb-871dc8111504" providerId="ADAL" clId="{461C8D16-F91C-40AB-8163-8272BCB3CEB6}" dt="2026-06-07T11:49:10.590" v="667"/>
        <pc:sldMkLst>
          <pc:docMk/>
          <pc:sldMk cId="284408114" sldId="2147471725"/>
        </pc:sldMkLst>
      </pc:sldChg>
      <pc:sldChg chg="modSp add mod">
        <pc:chgData name="Stephen John Stretton" userId="da8c780b-1aa2-4e36-94fb-871dc8111504" providerId="ADAL" clId="{461C8D16-F91C-40AB-8163-8272BCB3CEB6}" dt="2026-06-09T07:58:07.407" v="4419" actId="20577"/>
        <pc:sldMkLst>
          <pc:docMk/>
          <pc:sldMk cId="4147728064" sldId="2147471762"/>
        </pc:sldMkLst>
        <pc:spChg chg="mod">
          <ac:chgData name="Stephen John Stretton" userId="da8c780b-1aa2-4e36-94fb-871dc8111504" providerId="ADAL" clId="{461C8D16-F91C-40AB-8163-8272BCB3CEB6}" dt="2026-06-09T05:41:37.704" v="1130" actId="20577"/>
          <ac:spMkLst>
            <pc:docMk/>
            <pc:sldMk cId="4147728064" sldId="2147471762"/>
            <ac:spMk id="2" creationId="{97EB3CA1-1DAD-AB51-07CF-F09655EB9C71}"/>
          </ac:spMkLst>
        </pc:spChg>
        <pc:spChg chg="mod">
          <ac:chgData name="Stephen John Stretton" userId="da8c780b-1aa2-4e36-94fb-871dc8111504" providerId="ADAL" clId="{461C8D16-F91C-40AB-8163-8272BCB3CEB6}" dt="2026-06-09T07:58:07.407" v="4419" actId="20577"/>
          <ac:spMkLst>
            <pc:docMk/>
            <pc:sldMk cId="4147728064" sldId="2147471762"/>
            <ac:spMk id="3" creationId="{8B6F3FA3-FEE5-A39E-9401-1A27E870810A}"/>
          </ac:spMkLst>
        </pc:spChg>
      </pc:sldChg>
      <pc:sldChg chg="modSp add del mod">
        <pc:chgData name="Stephen John Stretton" userId="da8c780b-1aa2-4e36-94fb-871dc8111504" providerId="ADAL" clId="{461C8D16-F91C-40AB-8163-8272BCB3CEB6}" dt="2026-06-09T08:23:19.916" v="4979" actId="20577"/>
        <pc:sldMkLst>
          <pc:docMk/>
          <pc:sldMk cId="133865985" sldId="2147471790"/>
        </pc:sldMkLst>
        <pc:spChg chg="mod">
          <ac:chgData name="Stephen John Stretton" userId="da8c780b-1aa2-4e36-94fb-871dc8111504" providerId="ADAL" clId="{461C8D16-F91C-40AB-8163-8272BCB3CEB6}" dt="2026-06-09T08:23:19.916" v="4979" actId="20577"/>
          <ac:spMkLst>
            <pc:docMk/>
            <pc:sldMk cId="133865985" sldId="2147471790"/>
            <ac:spMk id="2" creationId="{9FB22E11-893A-B530-0D31-E10D7B2223AD}"/>
          </ac:spMkLst>
        </pc:spChg>
      </pc:sldChg>
      <pc:sldChg chg="addSp modSp add mod ord">
        <pc:chgData name="Stephen John Stretton" userId="da8c780b-1aa2-4e36-94fb-871dc8111504" providerId="ADAL" clId="{461C8D16-F91C-40AB-8163-8272BCB3CEB6}" dt="2026-06-09T07:32:58.849" v="4093"/>
        <pc:sldMkLst>
          <pc:docMk/>
          <pc:sldMk cId="3331384171" sldId="2147471806"/>
        </pc:sldMkLst>
        <pc:graphicFrameChg chg="mod modGraphic">
          <ac:chgData name="Stephen John Stretton" userId="da8c780b-1aa2-4e36-94fb-871dc8111504" providerId="ADAL" clId="{461C8D16-F91C-40AB-8163-8272BCB3CEB6}" dt="2026-06-09T07:32:32.256" v="4083" actId="14100"/>
          <ac:graphicFrameMkLst>
            <pc:docMk/>
            <pc:sldMk cId="3331384171" sldId="2147471806"/>
            <ac:graphicFrameMk id="2" creationId="{FA06A3BD-9A73-9A6E-2E70-8066C34C80B2}"/>
          </ac:graphicFrameMkLst>
        </pc:graphicFrameChg>
        <pc:picChg chg="add mod">
          <ac:chgData name="Stephen John Stretton" userId="da8c780b-1aa2-4e36-94fb-871dc8111504" providerId="ADAL" clId="{461C8D16-F91C-40AB-8163-8272BCB3CEB6}" dt="2026-06-09T07:32:35.865" v="4085" actId="1076"/>
          <ac:picMkLst>
            <pc:docMk/>
            <pc:sldMk cId="3331384171" sldId="2147471806"/>
            <ac:picMk id="5" creationId="{EE173DF2-A6CB-EEED-79D2-4C9D8DBCEC8A}"/>
          </ac:picMkLst>
        </pc:picChg>
      </pc:sldChg>
      <pc:sldChg chg="modSp add mod ord">
        <pc:chgData name="Stephen John Stretton" userId="da8c780b-1aa2-4e36-94fb-871dc8111504" providerId="ADAL" clId="{461C8D16-F91C-40AB-8163-8272BCB3CEB6}" dt="2026-06-09T08:03:15.139" v="4461"/>
        <pc:sldMkLst>
          <pc:docMk/>
          <pc:sldMk cId="3043404588" sldId="2147471812"/>
        </pc:sldMkLst>
        <pc:spChg chg="mod">
          <ac:chgData name="Stephen John Stretton" userId="da8c780b-1aa2-4e36-94fb-871dc8111504" providerId="ADAL" clId="{461C8D16-F91C-40AB-8163-8272BCB3CEB6}" dt="2026-06-09T05:34:19.578" v="960" actId="20577"/>
          <ac:spMkLst>
            <pc:docMk/>
            <pc:sldMk cId="3043404588" sldId="2147471812"/>
            <ac:spMk id="2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47:42.762" v="2753" actId="113"/>
          <ac:spMkLst>
            <pc:docMk/>
            <pc:sldMk cId="3043404588" sldId="2147471812"/>
            <ac:spMk id="4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48:52.028" v="2776" actId="20577"/>
          <ac:spMkLst>
            <pc:docMk/>
            <pc:sldMk cId="3043404588" sldId="2147471812"/>
            <ac:spMk id="15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49:03.259" v="2802" actId="20577"/>
          <ac:spMkLst>
            <pc:docMk/>
            <pc:sldMk cId="3043404588" sldId="2147471812"/>
            <ac:spMk id="17" creationId="{00000000-0000-0000-0000-000000000000}"/>
          </ac:spMkLst>
        </pc:spChg>
        <pc:spChg chg="mod">
          <ac:chgData name="Stephen John Stretton" userId="da8c780b-1aa2-4e36-94fb-871dc8111504" providerId="ADAL" clId="{461C8D16-F91C-40AB-8163-8272BCB3CEB6}" dt="2026-06-09T06:48:49.396" v="2775" actId="14100"/>
          <ac:spMkLst>
            <pc:docMk/>
            <pc:sldMk cId="3043404588" sldId="2147471812"/>
            <ac:spMk id="19" creationId="{00000000-0000-0000-0000-000000000000}"/>
          </ac:spMkLst>
        </pc:spChg>
      </pc:sldChg>
      <pc:sldChg chg="modSp add mod">
        <pc:chgData name="Stephen John Stretton" userId="da8c780b-1aa2-4e36-94fb-871dc8111504" providerId="ADAL" clId="{461C8D16-F91C-40AB-8163-8272BCB3CEB6}" dt="2026-06-17T17:22:12.602" v="5292" actId="6549"/>
        <pc:sldMkLst>
          <pc:docMk/>
          <pc:sldMk cId="727108358" sldId="2147471852"/>
        </pc:sldMkLst>
        <pc:spChg chg="mod">
          <ac:chgData name="Stephen John Stretton" userId="da8c780b-1aa2-4e36-94fb-871dc8111504" providerId="ADAL" clId="{461C8D16-F91C-40AB-8163-8272BCB3CEB6}" dt="2026-06-09T05:37:30.311" v="1025" actId="20577"/>
          <ac:spMkLst>
            <pc:docMk/>
            <pc:sldMk cId="727108358" sldId="2147471852"/>
            <ac:spMk id="2" creationId="{E2CA384B-4E18-C0EB-EC0A-BFE2140C5CAB}"/>
          </ac:spMkLst>
        </pc:spChg>
        <pc:spChg chg="mod">
          <ac:chgData name="Stephen John Stretton" userId="da8c780b-1aa2-4e36-94fb-871dc8111504" providerId="ADAL" clId="{461C8D16-F91C-40AB-8163-8272BCB3CEB6}" dt="2026-06-17T17:22:12.602" v="5292" actId="6549"/>
          <ac:spMkLst>
            <pc:docMk/>
            <pc:sldMk cId="727108358" sldId="2147471852"/>
            <ac:spMk id="5" creationId="{D265D44B-C4F7-8DAB-AF9A-F49F48BF0F91}"/>
          </ac:spMkLst>
        </pc:spChg>
      </pc:sldChg>
      <pc:sldChg chg="modSp add mod">
        <pc:chgData name="Stephen John Stretton" userId="da8c780b-1aa2-4e36-94fb-871dc8111504" providerId="ADAL" clId="{461C8D16-F91C-40AB-8163-8272BCB3CEB6}" dt="2026-06-17T17:10:41.456" v="5080" actId="108"/>
        <pc:sldMkLst>
          <pc:docMk/>
          <pc:sldMk cId="564679471" sldId="2147471853"/>
        </pc:sldMkLst>
        <pc:spChg chg="mod">
          <ac:chgData name="Stephen John Stretton" userId="da8c780b-1aa2-4e36-94fb-871dc8111504" providerId="ADAL" clId="{461C8D16-F91C-40AB-8163-8272BCB3CEB6}" dt="2026-06-17T17:10:41.456" v="5080" actId="108"/>
          <ac:spMkLst>
            <pc:docMk/>
            <pc:sldMk cId="564679471" sldId="2147471853"/>
            <ac:spMk id="3" creationId="{0A9864C7-E60E-F9FC-270B-8F08BDFBBE71}"/>
          </ac:spMkLst>
        </pc:spChg>
      </pc:sldChg>
      <pc:sldChg chg="add">
        <pc:chgData name="Stephen John Stretton" userId="da8c780b-1aa2-4e36-94fb-871dc8111504" providerId="ADAL" clId="{461C8D16-F91C-40AB-8163-8272BCB3CEB6}" dt="2026-06-09T06:20:06.044" v="2096"/>
        <pc:sldMkLst>
          <pc:docMk/>
          <pc:sldMk cId="1229455074" sldId="2147471857"/>
        </pc:sldMkLst>
      </pc:sldChg>
      <pc:sldChg chg="add ord">
        <pc:chgData name="Stephen John Stretton" userId="da8c780b-1aa2-4e36-94fb-871dc8111504" providerId="ADAL" clId="{461C8D16-F91C-40AB-8163-8272BCB3CEB6}" dt="2026-06-09T07:20:46.752" v="3737"/>
        <pc:sldMkLst>
          <pc:docMk/>
          <pc:sldMk cId="4084580425" sldId="2147471859"/>
        </pc:sldMkLst>
      </pc:sldChg>
      <pc:sldChg chg="addSp delSp modSp add mod">
        <pc:chgData name="Stephen John Stretton" userId="da8c780b-1aa2-4e36-94fb-871dc8111504" providerId="ADAL" clId="{461C8D16-F91C-40AB-8163-8272BCB3CEB6}" dt="2026-06-17T17:11:44.904" v="5100" actId="478"/>
        <pc:sldMkLst>
          <pc:docMk/>
          <pc:sldMk cId="3150179216" sldId="2147471860"/>
        </pc:sldMkLst>
        <pc:spChg chg="mod">
          <ac:chgData name="Stephen John Stretton" userId="da8c780b-1aa2-4e36-94fb-871dc8111504" providerId="ADAL" clId="{461C8D16-F91C-40AB-8163-8272BCB3CEB6}" dt="2026-06-17T17:11:39.661" v="5098" actId="6549"/>
          <ac:spMkLst>
            <pc:docMk/>
            <pc:sldMk cId="3150179216" sldId="2147471860"/>
            <ac:spMk id="2" creationId="{1F4F4E76-6F87-41C7-05FA-F2077C662932}"/>
          </ac:spMkLst>
        </pc:spChg>
        <pc:spChg chg="add mod">
          <ac:chgData name="Stephen John Stretton" userId="da8c780b-1aa2-4e36-94fb-871dc8111504" providerId="ADAL" clId="{461C8D16-F91C-40AB-8163-8272BCB3CEB6}" dt="2026-06-17T17:11:44.904" v="5100" actId="478"/>
          <ac:spMkLst>
            <pc:docMk/>
            <pc:sldMk cId="3150179216" sldId="2147471860"/>
            <ac:spMk id="4" creationId="{D9A3B45F-E52D-4FDA-41EC-D5E236895A33}"/>
          </ac:spMkLst>
        </pc:spChg>
        <pc:spChg chg="del mod">
          <ac:chgData name="Stephen John Stretton" userId="da8c780b-1aa2-4e36-94fb-871dc8111504" providerId="ADAL" clId="{461C8D16-F91C-40AB-8163-8272BCB3CEB6}" dt="2026-06-17T17:11:44.904" v="5100" actId="478"/>
          <ac:spMkLst>
            <pc:docMk/>
            <pc:sldMk cId="3150179216" sldId="2147471860"/>
            <ac:spMk id="5" creationId="{4211ADD9-2694-7F30-5BB7-4F4421CE3A7E}"/>
          </ac:spMkLst>
        </pc:spChg>
      </pc:sldChg>
      <pc:sldChg chg="addSp modSp add mod ord">
        <pc:chgData name="Stephen John Stretton" userId="da8c780b-1aa2-4e36-94fb-871dc8111504" providerId="ADAL" clId="{461C8D16-F91C-40AB-8163-8272BCB3CEB6}" dt="2026-06-09T07:28:01.901" v="4078" actId="14100"/>
        <pc:sldMkLst>
          <pc:docMk/>
          <pc:sldMk cId="1645689098" sldId="2147471861"/>
        </pc:sldMkLst>
        <pc:spChg chg="mod">
          <ac:chgData name="Stephen John Stretton" userId="da8c780b-1aa2-4e36-94fb-871dc8111504" providerId="ADAL" clId="{461C8D16-F91C-40AB-8163-8272BCB3CEB6}" dt="2026-06-09T07:26:53.507" v="4024" actId="20577"/>
          <ac:spMkLst>
            <pc:docMk/>
            <pc:sldMk cId="1645689098" sldId="2147471861"/>
            <ac:spMk id="2" creationId="{F81729C1-324A-B350-F142-F96CFE3EAA4E}"/>
          </ac:spMkLst>
        </pc:spChg>
        <pc:spChg chg="mod">
          <ac:chgData name="Stephen John Stretton" userId="da8c780b-1aa2-4e36-94fb-871dc8111504" providerId="ADAL" clId="{461C8D16-F91C-40AB-8163-8272BCB3CEB6}" dt="2026-06-09T07:26:55.802" v="4025" actId="6549"/>
          <ac:spMkLst>
            <pc:docMk/>
            <pc:sldMk cId="1645689098" sldId="2147471861"/>
            <ac:spMk id="3" creationId="{872D5FA1-AEA2-5231-D34F-F9B32448020C}"/>
          </ac:spMkLst>
        </pc:spChg>
        <pc:spChg chg="mod">
          <ac:chgData name="Stephen John Stretton" userId="da8c780b-1aa2-4e36-94fb-871dc8111504" providerId="ADAL" clId="{461C8D16-F91C-40AB-8163-8272BCB3CEB6}" dt="2026-06-09T07:27:30.238" v="4034" actId="113"/>
          <ac:spMkLst>
            <pc:docMk/>
            <pc:sldMk cId="1645689098" sldId="2147471861"/>
            <ac:spMk id="4" creationId="{97C15BB2-BF15-1E54-5D27-AAD2E4F2BFB9}"/>
          </ac:spMkLst>
        </pc:spChg>
        <pc:spChg chg="add mod">
          <ac:chgData name="Stephen John Stretton" userId="da8c780b-1aa2-4e36-94fb-871dc8111504" providerId="ADAL" clId="{461C8D16-F91C-40AB-8163-8272BCB3CEB6}" dt="2026-06-09T07:28:01.901" v="4078" actId="14100"/>
          <ac:spMkLst>
            <pc:docMk/>
            <pc:sldMk cId="1645689098" sldId="2147471861"/>
            <ac:spMk id="5" creationId="{565EDF26-AB93-CBE6-C42F-1CE0BF2AE354}"/>
          </ac:spMkLst>
        </pc:spChg>
        <pc:spChg chg="add mod">
          <ac:chgData name="Stephen John Stretton" userId="da8c780b-1aa2-4e36-94fb-871dc8111504" providerId="ADAL" clId="{461C8D16-F91C-40AB-8163-8272BCB3CEB6}" dt="2026-06-09T06:32:52.221" v="2513" actId="20577"/>
          <ac:spMkLst>
            <pc:docMk/>
            <pc:sldMk cId="1645689098" sldId="2147471861"/>
            <ac:spMk id="6" creationId="{264CE660-B07A-F3AC-87C8-CD91DD06F1B8}"/>
          </ac:spMkLst>
        </pc:spChg>
        <pc:spChg chg="add mod">
          <ac:chgData name="Stephen John Stretton" userId="da8c780b-1aa2-4e36-94fb-871dc8111504" providerId="ADAL" clId="{461C8D16-F91C-40AB-8163-8272BCB3CEB6}" dt="2026-06-09T07:27:13.492" v="4029" actId="1076"/>
          <ac:spMkLst>
            <pc:docMk/>
            <pc:sldMk cId="1645689098" sldId="2147471861"/>
            <ac:spMk id="9" creationId="{81C90B84-9C57-893E-B304-F87192EE4E5E}"/>
          </ac:spMkLst>
        </pc:spChg>
        <pc:grpChg chg="add mod">
          <ac:chgData name="Stephen John Stretton" userId="da8c780b-1aa2-4e36-94fb-871dc8111504" providerId="ADAL" clId="{461C8D16-F91C-40AB-8163-8272BCB3CEB6}" dt="2026-06-09T07:27:10.093" v="4028" actId="1076"/>
          <ac:grpSpMkLst>
            <pc:docMk/>
            <pc:sldMk cId="1645689098" sldId="2147471861"/>
            <ac:grpSpMk id="8" creationId="{52FF2AEF-6478-D573-5B77-2034A48CF187}"/>
          </ac:grpSpMkLst>
        </pc:grpChg>
        <pc:picChg chg="add mod">
          <ac:chgData name="Stephen John Stretton" userId="da8c780b-1aa2-4e36-94fb-871dc8111504" providerId="ADAL" clId="{461C8D16-F91C-40AB-8163-8272BCB3CEB6}" dt="2026-06-09T06:32:33.480" v="2508" actId="164"/>
          <ac:picMkLst>
            <pc:docMk/>
            <pc:sldMk cId="1645689098" sldId="2147471861"/>
            <ac:picMk id="7" creationId="{2567F9E3-1BEC-537C-8B06-60000BC5018B}"/>
          </ac:picMkLst>
        </pc:picChg>
        <pc:picChg chg="add mod">
          <ac:chgData name="Stephen John Stretton" userId="da8c780b-1aa2-4e36-94fb-871dc8111504" providerId="ADAL" clId="{461C8D16-F91C-40AB-8163-8272BCB3CEB6}" dt="2026-06-09T06:32:33.480" v="2508" actId="164"/>
          <ac:picMkLst>
            <pc:docMk/>
            <pc:sldMk cId="1645689098" sldId="2147471861"/>
            <ac:picMk id="12" creationId="{F22F553F-16CD-E3EC-34EA-58EC49B6CE03}"/>
          </ac:picMkLst>
        </pc:picChg>
        <pc:picChg chg="add mod">
          <ac:chgData name="Stephen John Stretton" userId="da8c780b-1aa2-4e36-94fb-871dc8111504" providerId="ADAL" clId="{461C8D16-F91C-40AB-8163-8272BCB3CEB6}" dt="2026-06-09T06:32:33.480" v="2508" actId="164"/>
          <ac:picMkLst>
            <pc:docMk/>
            <pc:sldMk cId="1645689098" sldId="2147471861"/>
            <ac:picMk id="14" creationId="{4DDDF0C6-FCD2-C3F8-9B45-12B6A83EA108}"/>
          </ac:picMkLst>
        </pc:picChg>
        <pc:picChg chg="add mod">
          <ac:chgData name="Stephen John Stretton" userId="da8c780b-1aa2-4e36-94fb-871dc8111504" providerId="ADAL" clId="{461C8D16-F91C-40AB-8163-8272BCB3CEB6}" dt="2026-06-09T06:32:33.480" v="2508" actId="164"/>
          <ac:picMkLst>
            <pc:docMk/>
            <pc:sldMk cId="1645689098" sldId="2147471861"/>
            <ac:picMk id="16" creationId="{A7250492-AD96-E99A-2712-68D5637B123A}"/>
          </ac:picMkLst>
        </pc:picChg>
        <pc:picChg chg="add mod">
          <ac:chgData name="Stephen John Stretton" userId="da8c780b-1aa2-4e36-94fb-871dc8111504" providerId="ADAL" clId="{461C8D16-F91C-40AB-8163-8272BCB3CEB6}" dt="2026-06-09T06:32:41.336" v="2510" actId="1076"/>
          <ac:picMkLst>
            <pc:docMk/>
            <pc:sldMk cId="1645689098" sldId="2147471861"/>
            <ac:picMk id="18" creationId="{C5AE65C0-061D-929F-C8C8-1B0AFC73DD86}"/>
          </ac:picMkLst>
        </pc:picChg>
      </pc:sldChg>
      <pc:sldChg chg="modSp add mod">
        <pc:chgData name="Stephen John Stretton" userId="da8c780b-1aa2-4e36-94fb-871dc8111504" providerId="ADAL" clId="{461C8D16-F91C-40AB-8163-8272BCB3CEB6}" dt="2026-06-17T17:11:35.311" v="5097" actId="20577"/>
        <pc:sldMkLst>
          <pc:docMk/>
          <pc:sldMk cId="2304342952" sldId="2147471863"/>
        </pc:sldMkLst>
        <pc:spChg chg="mod">
          <ac:chgData name="Stephen John Stretton" userId="da8c780b-1aa2-4e36-94fb-871dc8111504" providerId="ADAL" clId="{461C8D16-F91C-40AB-8163-8272BCB3CEB6}" dt="2026-06-17T17:11:35.311" v="5097" actId="20577"/>
          <ac:spMkLst>
            <pc:docMk/>
            <pc:sldMk cId="2304342952" sldId="2147471863"/>
            <ac:spMk id="3" creationId="{CC1F6295-C361-C242-6423-8E8233F7B71A}"/>
          </ac:spMkLst>
        </pc:spChg>
      </pc:sldChg>
      <pc:sldChg chg="addSp modSp add mod">
        <pc:chgData name="Stephen John Stretton" userId="da8c780b-1aa2-4e36-94fb-871dc8111504" providerId="ADAL" clId="{461C8D16-F91C-40AB-8163-8272BCB3CEB6}" dt="2026-06-09T07:21:50.544" v="3749" actId="2711"/>
        <pc:sldMkLst>
          <pc:docMk/>
          <pc:sldMk cId="453493231" sldId="2147471864"/>
        </pc:sldMkLst>
        <pc:spChg chg="mod">
          <ac:chgData name="Stephen John Stretton" userId="da8c780b-1aa2-4e36-94fb-871dc8111504" providerId="ADAL" clId="{461C8D16-F91C-40AB-8163-8272BCB3CEB6}" dt="2026-06-09T07:21:50.544" v="3749" actId="2711"/>
          <ac:spMkLst>
            <pc:docMk/>
            <pc:sldMk cId="453493231" sldId="2147471864"/>
            <ac:spMk id="3" creationId="{EBB5BD91-956B-9EEA-FE7F-80C3737C5A17}"/>
          </ac:spMkLst>
        </pc:spChg>
        <pc:spChg chg="add mod">
          <ac:chgData name="Stephen John Stretton" userId="da8c780b-1aa2-4e36-94fb-871dc8111504" providerId="ADAL" clId="{461C8D16-F91C-40AB-8163-8272BCB3CEB6}" dt="2026-06-09T07:21:10.413" v="3741" actId="14100"/>
          <ac:spMkLst>
            <pc:docMk/>
            <pc:sldMk cId="453493231" sldId="2147471864"/>
            <ac:spMk id="4" creationId="{710DA08B-4E99-3A6A-9DA6-B53FF7A08716}"/>
          </ac:spMkLst>
        </pc:spChg>
        <pc:spChg chg="add mod">
          <ac:chgData name="Stephen John Stretton" userId="da8c780b-1aa2-4e36-94fb-871dc8111504" providerId="ADAL" clId="{461C8D16-F91C-40AB-8163-8272BCB3CEB6}" dt="2026-06-09T07:21:25.490" v="3744" actId="1076"/>
          <ac:spMkLst>
            <pc:docMk/>
            <pc:sldMk cId="453493231" sldId="2147471864"/>
            <ac:spMk id="7" creationId="{8F3CE348-C626-BF9E-5F0F-CF4B2503C86E}"/>
          </ac:spMkLst>
        </pc:spChg>
        <pc:spChg chg="mod">
          <ac:chgData name="Stephen John Stretton" userId="da8c780b-1aa2-4e36-94fb-871dc8111504" providerId="ADAL" clId="{461C8D16-F91C-40AB-8163-8272BCB3CEB6}" dt="2026-06-09T07:21:34.879" v="3746" actId="2711"/>
          <ac:spMkLst>
            <pc:docMk/>
            <pc:sldMk cId="453493231" sldId="2147471864"/>
            <ac:spMk id="12" creationId="{1FBAA01F-2F54-31AC-3DD5-E7F5D05512B8}"/>
          </ac:spMkLst>
        </pc:spChg>
        <pc:picChg chg="mod">
          <ac:chgData name="Stephen John Stretton" userId="da8c780b-1aa2-4e36-94fb-871dc8111504" providerId="ADAL" clId="{461C8D16-F91C-40AB-8163-8272BCB3CEB6}" dt="2026-06-09T07:21:16.901" v="3743" actId="1076"/>
          <ac:picMkLst>
            <pc:docMk/>
            <pc:sldMk cId="453493231" sldId="2147471864"/>
            <ac:picMk id="9" creationId="{6CABDD7F-794D-697A-5059-772AC6C5B013}"/>
          </ac:picMkLst>
        </pc:picChg>
      </pc:sldChg>
      <pc:sldChg chg="modSp add mod">
        <pc:chgData name="Stephen John Stretton" userId="da8c780b-1aa2-4e36-94fb-871dc8111504" providerId="ADAL" clId="{461C8D16-F91C-40AB-8163-8272BCB3CEB6}" dt="2026-06-09T07:21:57.951" v="3750" actId="113"/>
        <pc:sldMkLst>
          <pc:docMk/>
          <pc:sldMk cId="2268783344" sldId="2147471866"/>
        </pc:sldMkLst>
        <pc:spChg chg="mod">
          <ac:chgData name="Stephen John Stretton" userId="da8c780b-1aa2-4e36-94fb-871dc8111504" providerId="ADAL" clId="{461C8D16-F91C-40AB-8163-8272BCB3CEB6}" dt="2026-06-09T06:53:07.326" v="3011" actId="113"/>
          <ac:spMkLst>
            <pc:docMk/>
            <pc:sldMk cId="2268783344" sldId="2147471866"/>
            <ac:spMk id="3" creationId="{4B9DE457-2B66-2A97-1E1F-FB8BDB23CC7C}"/>
          </ac:spMkLst>
        </pc:spChg>
        <pc:spChg chg="mod">
          <ac:chgData name="Stephen John Stretton" userId="da8c780b-1aa2-4e36-94fb-871dc8111504" providerId="ADAL" clId="{461C8D16-F91C-40AB-8163-8272BCB3CEB6}" dt="2026-06-09T07:21:57.951" v="3750" actId="113"/>
          <ac:spMkLst>
            <pc:docMk/>
            <pc:sldMk cId="2268783344" sldId="2147471866"/>
            <ac:spMk id="4" creationId="{4325FA27-F0A3-07ED-3AAA-6E29FE508DD2}"/>
          </ac:spMkLst>
        </pc:spChg>
      </pc:sldChg>
      <pc:sldChg chg="addSp delSp modSp new mod">
        <pc:chgData name="Stephen John Stretton" userId="da8c780b-1aa2-4e36-94fb-871dc8111504" providerId="ADAL" clId="{461C8D16-F91C-40AB-8163-8272BCB3CEB6}" dt="2026-06-09T07:00:05.930" v="3475" actId="20577"/>
        <pc:sldMkLst>
          <pc:docMk/>
          <pc:sldMk cId="3810894554" sldId="2147471868"/>
        </pc:sldMkLst>
        <pc:spChg chg="mod">
          <ac:chgData name="Stephen John Stretton" userId="da8c780b-1aa2-4e36-94fb-871dc8111504" providerId="ADAL" clId="{461C8D16-F91C-40AB-8163-8272BCB3CEB6}" dt="2026-06-09T06:54:44.577" v="3112" actId="20577"/>
          <ac:spMkLst>
            <pc:docMk/>
            <pc:sldMk cId="3810894554" sldId="2147471868"/>
            <ac:spMk id="2" creationId="{F874CB4D-F56A-DD37-5786-7B1603545029}"/>
          </ac:spMkLst>
        </pc:spChg>
        <pc:spChg chg="mod">
          <ac:chgData name="Stephen John Stretton" userId="da8c780b-1aa2-4e36-94fb-871dc8111504" providerId="ADAL" clId="{461C8D16-F91C-40AB-8163-8272BCB3CEB6}" dt="2026-06-09T06:54:54.635" v="3166" actId="20577"/>
          <ac:spMkLst>
            <pc:docMk/>
            <pc:sldMk cId="3810894554" sldId="2147471868"/>
            <ac:spMk id="3" creationId="{1CBD728B-C34B-4E1F-6E8B-E38B9D5CFA4A}"/>
          </ac:spMkLst>
        </pc:spChg>
        <pc:spChg chg="add mod">
          <ac:chgData name="Stephen John Stretton" userId="da8c780b-1aa2-4e36-94fb-871dc8111504" providerId="ADAL" clId="{461C8D16-F91C-40AB-8163-8272BCB3CEB6}" dt="2026-06-09T07:00:05.930" v="3475" actId="20577"/>
          <ac:spMkLst>
            <pc:docMk/>
            <pc:sldMk cId="3810894554" sldId="2147471868"/>
            <ac:spMk id="7" creationId="{4E06B040-A196-6BAA-6E91-93DA69414278}"/>
          </ac:spMkLst>
        </pc:spChg>
        <pc:picChg chg="add mod">
          <ac:chgData name="Stephen John Stretton" userId="da8c780b-1aa2-4e36-94fb-871dc8111504" providerId="ADAL" clId="{461C8D16-F91C-40AB-8163-8272BCB3CEB6}" dt="2026-06-09T06:55:00.826" v="3169" actId="1076"/>
          <ac:picMkLst>
            <pc:docMk/>
            <pc:sldMk cId="3810894554" sldId="2147471868"/>
            <ac:picMk id="6" creationId="{FC59D04E-08A1-79E2-B4F3-4C5129F310F9}"/>
          </ac:picMkLst>
        </pc:picChg>
      </pc:sldChg>
      <pc:sldChg chg="addSp delSp modSp add mod">
        <pc:chgData name="Stephen John Stretton" userId="da8c780b-1aa2-4e36-94fb-871dc8111504" providerId="ADAL" clId="{461C8D16-F91C-40AB-8163-8272BCB3CEB6}" dt="2026-06-09T07:05:19.626" v="3514" actId="1076"/>
        <pc:sldMkLst>
          <pc:docMk/>
          <pc:sldMk cId="3339774115" sldId="2147471869"/>
        </pc:sldMkLst>
        <pc:spChg chg="mod">
          <ac:chgData name="Stephen John Stretton" userId="da8c780b-1aa2-4e36-94fb-871dc8111504" providerId="ADAL" clId="{461C8D16-F91C-40AB-8163-8272BCB3CEB6}" dt="2026-06-09T06:55:13.083" v="3203" actId="20577"/>
          <ac:spMkLst>
            <pc:docMk/>
            <pc:sldMk cId="3339774115" sldId="2147471869"/>
            <ac:spMk id="2" creationId="{B7270591-6D86-33FF-29DF-E1E3F9DC4216}"/>
          </ac:spMkLst>
        </pc:spChg>
        <pc:spChg chg="mod">
          <ac:chgData name="Stephen John Stretton" userId="da8c780b-1aa2-4e36-94fb-871dc8111504" providerId="ADAL" clId="{461C8D16-F91C-40AB-8163-8272BCB3CEB6}" dt="2026-06-09T06:59:07.016" v="3346" actId="20577"/>
          <ac:spMkLst>
            <pc:docMk/>
            <pc:sldMk cId="3339774115" sldId="2147471869"/>
            <ac:spMk id="3" creationId="{21E468CD-74B9-EA3F-9FCE-86A88BE0A789}"/>
          </ac:spMkLst>
        </pc:spChg>
        <pc:picChg chg="add mod">
          <ac:chgData name="Stephen John Stretton" userId="da8c780b-1aa2-4e36-94fb-871dc8111504" providerId="ADAL" clId="{461C8D16-F91C-40AB-8163-8272BCB3CEB6}" dt="2026-06-09T07:00:14.251" v="3477" actId="1076"/>
          <ac:picMkLst>
            <pc:docMk/>
            <pc:sldMk cId="3339774115" sldId="2147471869"/>
            <ac:picMk id="5" creationId="{E60C0614-1911-F461-EF58-6E6E26714EA2}"/>
          </ac:picMkLst>
        </pc:picChg>
        <pc:picChg chg="add mod">
          <ac:chgData name="Stephen John Stretton" userId="da8c780b-1aa2-4e36-94fb-871dc8111504" providerId="ADAL" clId="{461C8D16-F91C-40AB-8163-8272BCB3CEB6}" dt="2026-06-09T07:05:14.732" v="3511" actId="1076"/>
          <ac:picMkLst>
            <pc:docMk/>
            <pc:sldMk cId="3339774115" sldId="2147471869"/>
            <ac:picMk id="8" creationId="{0AD53BAF-0655-DA72-028D-67A9EF2F8924}"/>
          </ac:picMkLst>
        </pc:picChg>
        <pc:picChg chg="add mod">
          <ac:chgData name="Stephen John Stretton" userId="da8c780b-1aa2-4e36-94fb-871dc8111504" providerId="ADAL" clId="{461C8D16-F91C-40AB-8163-8272BCB3CEB6}" dt="2026-06-09T07:05:19.626" v="3514" actId="1076"/>
          <ac:picMkLst>
            <pc:docMk/>
            <pc:sldMk cId="3339774115" sldId="2147471869"/>
            <ac:picMk id="10" creationId="{E8F5C246-2CD6-7E9A-72F1-CBF92C3E8BD8}"/>
          </ac:picMkLst>
        </pc:picChg>
      </pc:sldChg>
      <pc:sldChg chg="modSp add mod ord">
        <pc:chgData name="Stephen John Stretton" userId="da8c780b-1aa2-4e36-94fb-871dc8111504" providerId="ADAL" clId="{461C8D16-F91C-40AB-8163-8272BCB3CEB6}" dt="2026-06-09T07:15:40.991" v="3654" actId="20577"/>
        <pc:sldMkLst>
          <pc:docMk/>
          <pc:sldMk cId="3178950255" sldId="2147471870"/>
        </pc:sldMkLst>
        <pc:spChg chg="mod">
          <ac:chgData name="Stephen John Stretton" userId="da8c780b-1aa2-4e36-94fb-871dc8111504" providerId="ADAL" clId="{461C8D16-F91C-40AB-8163-8272BCB3CEB6}" dt="2026-06-09T07:15:40.991" v="3654" actId="20577"/>
          <ac:spMkLst>
            <pc:docMk/>
            <pc:sldMk cId="3178950255" sldId="2147471870"/>
            <ac:spMk id="4" creationId="{D6688D53-B5CA-A751-2B7D-52E61FAD23B3}"/>
          </ac:spMkLst>
        </pc:spChg>
      </pc:sldChg>
      <pc:sldChg chg="modSp add mod ord">
        <pc:chgData name="Stephen John Stretton" userId="da8c780b-1aa2-4e36-94fb-871dc8111504" providerId="ADAL" clId="{461C8D16-F91C-40AB-8163-8272BCB3CEB6}" dt="2026-06-09T07:26:23.664" v="4004"/>
        <pc:sldMkLst>
          <pc:docMk/>
          <pc:sldMk cId="1857736012" sldId="2147471876"/>
        </pc:sldMkLst>
        <pc:spChg chg="mod">
          <ac:chgData name="Stephen John Stretton" userId="da8c780b-1aa2-4e36-94fb-871dc8111504" providerId="ADAL" clId="{461C8D16-F91C-40AB-8163-8272BCB3CEB6}" dt="2026-06-09T07:10:25.663" v="3618" actId="6549"/>
          <ac:spMkLst>
            <pc:docMk/>
            <pc:sldMk cId="1857736012" sldId="2147471876"/>
            <ac:spMk id="3" creationId="{E881CA92-23B6-5F4B-D93F-37855B60803C}"/>
          </ac:spMkLst>
        </pc:spChg>
        <pc:spChg chg="mod">
          <ac:chgData name="Stephen John Stretton" userId="da8c780b-1aa2-4e36-94fb-871dc8111504" providerId="ADAL" clId="{461C8D16-F91C-40AB-8163-8272BCB3CEB6}" dt="2026-06-09T07:10:31.395" v="3619" actId="6549"/>
          <ac:spMkLst>
            <pc:docMk/>
            <pc:sldMk cId="1857736012" sldId="2147471876"/>
            <ac:spMk id="12" creationId="{0A16BE76-94C6-A312-0DF1-0A446E12FE93}"/>
          </ac:spMkLst>
        </pc:spChg>
      </pc:sldChg>
      <pc:sldChg chg="add ord">
        <pc:chgData name="Stephen John Stretton" userId="da8c780b-1aa2-4e36-94fb-871dc8111504" providerId="ADAL" clId="{461C8D16-F91C-40AB-8163-8272BCB3CEB6}" dt="2026-06-09T07:26:36.616" v="4006"/>
        <pc:sldMkLst>
          <pc:docMk/>
          <pc:sldMk cId="3543521232" sldId="2147471877"/>
        </pc:sldMkLst>
      </pc:sldChg>
      <pc:sldChg chg="addSp delSp modSp add mod">
        <pc:chgData name="Stephen John Stretton" userId="da8c780b-1aa2-4e36-94fb-871dc8111504" providerId="ADAL" clId="{461C8D16-F91C-40AB-8163-8272BCB3CEB6}" dt="2026-06-09T07:16:19.838" v="3663" actId="5793"/>
        <pc:sldMkLst>
          <pc:docMk/>
          <pc:sldMk cId="28085685" sldId="2147471878"/>
        </pc:sldMkLst>
        <pc:spChg chg="mod">
          <ac:chgData name="Stephen John Stretton" userId="da8c780b-1aa2-4e36-94fb-871dc8111504" providerId="ADAL" clId="{461C8D16-F91C-40AB-8163-8272BCB3CEB6}" dt="2026-06-09T07:14:53.219" v="3630" actId="20577"/>
          <ac:spMkLst>
            <pc:docMk/>
            <pc:sldMk cId="28085685" sldId="2147471878"/>
            <ac:spMk id="2" creationId="{66F626BC-70D7-D6F9-8118-B7FA690646B4}"/>
          </ac:spMkLst>
        </pc:spChg>
        <pc:spChg chg="mod">
          <ac:chgData name="Stephen John Stretton" userId="da8c780b-1aa2-4e36-94fb-871dc8111504" providerId="ADAL" clId="{461C8D16-F91C-40AB-8163-8272BCB3CEB6}" dt="2026-06-09T07:14:56.381" v="3631" actId="20577"/>
          <ac:spMkLst>
            <pc:docMk/>
            <pc:sldMk cId="28085685" sldId="2147471878"/>
            <ac:spMk id="3" creationId="{257B1ED0-4DB4-BF78-C75E-FEDAB0EF7180}"/>
          </ac:spMkLst>
        </pc:spChg>
        <pc:spChg chg="add mod">
          <ac:chgData name="Stephen John Stretton" userId="da8c780b-1aa2-4e36-94fb-871dc8111504" providerId="ADAL" clId="{461C8D16-F91C-40AB-8163-8272BCB3CEB6}" dt="2026-06-09T07:16:19.838" v="3663" actId="5793"/>
          <ac:spMkLst>
            <pc:docMk/>
            <pc:sldMk cId="28085685" sldId="2147471878"/>
            <ac:spMk id="11" creationId="{C6D586C7-E69A-5538-C2AB-4FCED8387DFA}"/>
          </ac:spMkLst>
        </pc:spChg>
      </pc:sldChg>
      <pc:sldChg chg="modSp add mod">
        <pc:chgData name="Stephen John Stretton" userId="da8c780b-1aa2-4e36-94fb-871dc8111504" providerId="ADAL" clId="{461C8D16-F91C-40AB-8163-8272BCB3CEB6}" dt="2026-06-09T07:16:45.129" v="3668" actId="20577"/>
        <pc:sldMkLst>
          <pc:docMk/>
          <pc:sldMk cId="1650433982" sldId="2147471879"/>
        </pc:sldMkLst>
        <pc:spChg chg="mod">
          <ac:chgData name="Stephen John Stretton" userId="da8c780b-1aa2-4e36-94fb-871dc8111504" providerId="ADAL" clId="{461C8D16-F91C-40AB-8163-8272BCB3CEB6}" dt="2026-06-09T07:16:45.129" v="3668" actId="20577"/>
          <ac:spMkLst>
            <pc:docMk/>
            <pc:sldMk cId="1650433982" sldId="2147471879"/>
            <ac:spMk id="2" creationId="{12150B5A-5C17-3A6C-8E83-6DA045CAF538}"/>
          </ac:spMkLst>
        </pc:spChg>
        <pc:spChg chg="mod">
          <ac:chgData name="Stephen John Stretton" userId="da8c780b-1aa2-4e36-94fb-871dc8111504" providerId="ADAL" clId="{461C8D16-F91C-40AB-8163-8272BCB3CEB6}" dt="2026-06-09T07:16:08.944" v="3659" actId="14100"/>
          <ac:spMkLst>
            <pc:docMk/>
            <pc:sldMk cId="1650433982" sldId="2147471879"/>
            <ac:spMk id="7" creationId="{9891D2E6-55B1-E2F5-FB04-31DD851D20F7}"/>
          </ac:spMkLst>
        </pc:spChg>
        <pc:spChg chg="mod">
          <ac:chgData name="Stephen John Stretton" userId="da8c780b-1aa2-4e36-94fb-871dc8111504" providerId="ADAL" clId="{461C8D16-F91C-40AB-8163-8272BCB3CEB6}" dt="2026-06-09T07:16:38.802" v="3666" actId="113"/>
          <ac:spMkLst>
            <pc:docMk/>
            <pc:sldMk cId="1650433982" sldId="2147471879"/>
            <ac:spMk id="11" creationId="{FAD96E71-B606-1420-C568-9A626FB98DEE}"/>
          </ac:spMkLst>
        </pc:spChg>
      </pc:sldChg>
      <pc:sldChg chg="addSp delSp modSp add mod">
        <pc:chgData name="Stephen John Stretton" userId="da8c780b-1aa2-4e36-94fb-871dc8111504" providerId="ADAL" clId="{461C8D16-F91C-40AB-8163-8272BCB3CEB6}" dt="2026-06-09T07:17:40.913" v="3687" actId="1076"/>
        <pc:sldMkLst>
          <pc:docMk/>
          <pc:sldMk cId="1216411695" sldId="2147471880"/>
        </pc:sldMkLst>
        <pc:spChg chg="mod">
          <ac:chgData name="Stephen John Stretton" userId="da8c780b-1aa2-4e36-94fb-871dc8111504" providerId="ADAL" clId="{461C8D16-F91C-40AB-8163-8272BCB3CEB6}" dt="2026-06-09T07:17:17.157" v="3683" actId="20577"/>
          <ac:spMkLst>
            <pc:docMk/>
            <pc:sldMk cId="1216411695" sldId="2147471880"/>
            <ac:spMk id="2" creationId="{D88E9E2F-4D63-8636-855F-8FAAD679E24D}"/>
          </ac:spMkLst>
        </pc:spChg>
        <pc:spChg chg="mod">
          <ac:chgData name="Stephen John Stretton" userId="da8c780b-1aa2-4e36-94fb-871dc8111504" providerId="ADAL" clId="{461C8D16-F91C-40AB-8163-8272BCB3CEB6}" dt="2026-06-09T07:17:10.941" v="3671" actId="20577"/>
          <ac:spMkLst>
            <pc:docMk/>
            <pc:sldMk cId="1216411695" sldId="2147471880"/>
            <ac:spMk id="3" creationId="{EA33D965-6F4B-4F46-E6FA-8E46409C2731}"/>
          </ac:spMkLst>
        </pc:spChg>
        <pc:spChg chg="add mod">
          <ac:chgData name="Stephen John Stretton" userId="da8c780b-1aa2-4e36-94fb-871dc8111504" providerId="ADAL" clId="{461C8D16-F91C-40AB-8163-8272BCB3CEB6}" dt="2026-06-09T07:17:40.913" v="3687" actId="1076"/>
          <ac:spMkLst>
            <pc:docMk/>
            <pc:sldMk cId="1216411695" sldId="2147471880"/>
            <ac:spMk id="11" creationId="{04A4F943-F2DB-5B1A-4CCB-BB376CB07C51}"/>
          </ac:spMkLst>
        </pc:spChg>
      </pc:sldChg>
      <pc:sldChg chg="addSp delSp modSp add mod ord">
        <pc:chgData name="Stephen John Stretton" userId="da8c780b-1aa2-4e36-94fb-871dc8111504" providerId="ADAL" clId="{461C8D16-F91C-40AB-8163-8272BCB3CEB6}" dt="2026-06-09T07:19:28.463" v="3717" actId="20577"/>
        <pc:sldMkLst>
          <pc:docMk/>
          <pc:sldMk cId="3444054640" sldId="2147471881"/>
        </pc:sldMkLst>
        <pc:spChg chg="mod">
          <ac:chgData name="Stephen John Stretton" userId="da8c780b-1aa2-4e36-94fb-871dc8111504" providerId="ADAL" clId="{461C8D16-F91C-40AB-8163-8272BCB3CEB6}" dt="2026-06-09T07:19:22.233" v="3713" actId="20577"/>
          <ac:spMkLst>
            <pc:docMk/>
            <pc:sldMk cId="3444054640" sldId="2147471881"/>
            <ac:spMk id="2" creationId="{0F36CB97-3DC4-C167-4351-57C0EC4A4772}"/>
          </ac:spMkLst>
        </pc:spChg>
        <pc:spChg chg="mod">
          <ac:chgData name="Stephen John Stretton" userId="da8c780b-1aa2-4e36-94fb-871dc8111504" providerId="ADAL" clId="{461C8D16-F91C-40AB-8163-8272BCB3CEB6}" dt="2026-06-09T07:19:28.463" v="3717" actId="20577"/>
          <ac:spMkLst>
            <pc:docMk/>
            <pc:sldMk cId="3444054640" sldId="2147471881"/>
            <ac:spMk id="3" creationId="{6B1D9DB5-95F4-6892-4CCC-3FD210F5DC53}"/>
          </ac:spMkLst>
        </pc:spChg>
        <pc:spChg chg="add del">
          <ac:chgData name="Stephen John Stretton" userId="da8c780b-1aa2-4e36-94fb-871dc8111504" providerId="ADAL" clId="{461C8D16-F91C-40AB-8163-8272BCB3CEB6}" dt="2026-06-09T07:18:31.892" v="3693" actId="478"/>
          <ac:spMkLst>
            <pc:docMk/>
            <pc:sldMk cId="3444054640" sldId="2147471881"/>
            <ac:spMk id="4" creationId="{3BEE3875-8B71-BB81-43F6-C82430E7B508}"/>
          </ac:spMkLst>
        </pc:spChg>
        <pc:spChg chg="add mod">
          <ac:chgData name="Stephen John Stretton" userId="da8c780b-1aa2-4e36-94fb-871dc8111504" providerId="ADAL" clId="{461C8D16-F91C-40AB-8163-8272BCB3CEB6}" dt="2026-06-09T07:19:12.719" v="3705" actId="113"/>
          <ac:spMkLst>
            <pc:docMk/>
            <pc:sldMk cId="3444054640" sldId="2147471881"/>
            <ac:spMk id="11" creationId="{7896AFAE-0DBC-1C1C-7D2E-1F50A67D4428}"/>
          </ac:spMkLst>
        </pc:spChg>
        <pc:picChg chg="add del">
          <ac:chgData name="Stephen John Stretton" userId="da8c780b-1aa2-4e36-94fb-871dc8111504" providerId="ADAL" clId="{461C8D16-F91C-40AB-8163-8272BCB3CEB6}" dt="2026-06-09T07:18:31.892" v="3693" actId="478"/>
          <ac:picMkLst>
            <pc:docMk/>
            <pc:sldMk cId="3444054640" sldId="2147471881"/>
            <ac:picMk id="10" creationId="{B544AA8F-BAE8-DBA6-FAF3-79B97C4CB64F}"/>
          </ac:picMkLst>
        </pc:picChg>
      </pc:sldChg>
      <pc:sldChg chg="delSp modSp add mod">
        <pc:chgData name="Stephen John Stretton" userId="da8c780b-1aa2-4e36-94fb-871dc8111504" providerId="ADAL" clId="{461C8D16-F91C-40AB-8163-8272BCB3CEB6}" dt="2026-06-09T07:20:01.014" v="3728" actId="478"/>
        <pc:sldMkLst>
          <pc:docMk/>
          <pc:sldMk cId="3618951051" sldId="2147471882"/>
        </pc:sldMkLst>
        <pc:spChg chg="mod">
          <ac:chgData name="Stephen John Stretton" userId="da8c780b-1aa2-4e36-94fb-871dc8111504" providerId="ADAL" clId="{461C8D16-F91C-40AB-8163-8272BCB3CEB6}" dt="2026-06-09T07:19:48.169" v="3723" actId="20577"/>
          <ac:spMkLst>
            <pc:docMk/>
            <pc:sldMk cId="3618951051" sldId="2147471882"/>
            <ac:spMk id="2" creationId="{0F854F08-BC2D-FBC9-F0EC-F6C4FE2E4A58}"/>
          </ac:spMkLst>
        </pc:spChg>
        <pc:spChg chg="mod">
          <ac:chgData name="Stephen John Stretton" userId="da8c780b-1aa2-4e36-94fb-871dc8111504" providerId="ADAL" clId="{461C8D16-F91C-40AB-8163-8272BCB3CEB6}" dt="2026-06-09T07:19:51.067" v="3724" actId="20577"/>
          <ac:spMkLst>
            <pc:docMk/>
            <pc:sldMk cId="3618951051" sldId="2147471882"/>
            <ac:spMk id="3" creationId="{8E143187-1B31-965C-F61A-ABFAE2BF2236}"/>
          </ac:spMkLst>
        </pc:spChg>
      </pc:sldChg>
      <pc:sldChg chg="modSp add mod">
        <pc:chgData name="Stephen John Stretton" userId="da8c780b-1aa2-4e36-94fb-871dc8111504" providerId="ADAL" clId="{461C8D16-F91C-40AB-8163-8272BCB3CEB6}" dt="2026-06-09T07:20:16.185" v="3732" actId="113"/>
        <pc:sldMkLst>
          <pc:docMk/>
          <pc:sldMk cId="3329728751" sldId="2147471883"/>
        </pc:sldMkLst>
        <pc:spChg chg="mod">
          <ac:chgData name="Stephen John Stretton" userId="da8c780b-1aa2-4e36-94fb-871dc8111504" providerId="ADAL" clId="{461C8D16-F91C-40AB-8163-8272BCB3CEB6}" dt="2026-06-09T07:20:16.185" v="3732" actId="113"/>
          <ac:spMkLst>
            <pc:docMk/>
            <pc:sldMk cId="3329728751" sldId="2147471883"/>
            <ac:spMk id="4" creationId="{44FFA65D-90A0-A96C-6B30-0E59A1E3E54F}"/>
          </ac:spMkLst>
        </pc:spChg>
      </pc:sldChg>
      <pc:sldChg chg="modSp add mod ord">
        <pc:chgData name="Stephen John Stretton" userId="da8c780b-1aa2-4e36-94fb-871dc8111504" providerId="ADAL" clId="{461C8D16-F91C-40AB-8163-8272BCB3CEB6}" dt="2026-06-09T07:20:52.392" v="3738" actId="113"/>
        <pc:sldMkLst>
          <pc:docMk/>
          <pc:sldMk cId="1413707064" sldId="2147471884"/>
        </pc:sldMkLst>
        <pc:spChg chg="mod">
          <ac:chgData name="Stephen John Stretton" userId="da8c780b-1aa2-4e36-94fb-871dc8111504" providerId="ADAL" clId="{461C8D16-F91C-40AB-8163-8272BCB3CEB6}" dt="2026-06-09T07:20:52.392" v="3738" actId="113"/>
          <ac:spMkLst>
            <pc:docMk/>
            <pc:sldMk cId="1413707064" sldId="2147471884"/>
            <ac:spMk id="4" creationId="{76BF4BA5-ECB3-64A4-1171-4DFCF85278D6}"/>
          </ac:spMkLst>
        </pc:spChg>
      </pc:sldChg>
      <pc:sldChg chg="addSp modSp add mod ord">
        <pc:chgData name="Stephen John Stretton" userId="da8c780b-1aa2-4e36-94fb-871dc8111504" providerId="ADAL" clId="{461C8D16-F91C-40AB-8163-8272BCB3CEB6}" dt="2026-06-09T08:20:59.637" v="4817"/>
        <pc:sldMkLst>
          <pc:docMk/>
          <pc:sldMk cId="209602495" sldId="2147471886"/>
        </pc:sldMkLst>
        <pc:graphicFrameChg chg="mod modGraphic">
          <ac:chgData name="Stephen John Stretton" userId="da8c780b-1aa2-4e36-94fb-871dc8111504" providerId="ADAL" clId="{461C8D16-F91C-40AB-8163-8272BCB3CEB6}" dt="2026-06-09T07:33:42.802" v="4096" actId="1076"/>
          <ac:graphicFrameMkLst>
            <pc:docMk/>
            <pc:sldMk cId="209602495" sldId="2147471886"/>
            <ac:graphicFrameMk id="2" creationId="{99B27E6F-835C-5524-11A9-C089AC8ECC91}"/>
          </ac:graphicFrameMkLst>
        </pc:graphicFrameChg>
        <pc:picChg chg="add mod">
          <ac:chgData name="Stephen John Stretton" userId="da8c780b-1aa2-4e36-94fb-871dc8111504" providerId="ADAL" clId="{461C8D16-F91C-40AB-8163-8272BCB3CEB6}" dt="2026-06-09T07:34:04.690" v="4098" actId="1076"/>
          <ac:picMkLst>
            <pc:docMk/>
            <pc:sldMk cId="209602495" sldId="2147471886"/>
            <ac:picMk id="5" creationId="{5EB28B80-E7EF-8FD3-CC4E-279AB0C2DEB9}"/>
          </ac:picMkLst>
        </pc:picChg>
      </pc:sldChg>
      <pc:sldChg chg="modSp add mod ord">
        <pc:chgData name="Stephen John Stretton" userId="da8c780b-1aa2-4e36-94fb-871dc8111504" providerId="ADAL" clId="{461C8D16-F91C-40AB-8163-8272BCB3CEB6}" dt="2026-06-17T17:09:33.768" v="5070" actId="113"/>
        <pc:sldMkLst>
          <pc:docMk/>
          <pc:sldMk cId="3971701079" sldId="2147471888"/>
        </pc:sldMkLst>
        <pc:spChg chg="mod">
          <ac:chgData name="Stephen John Stretton" userId="da8c780b-1aa2-4e36-94fb-871dc8111504" providerId="ADAL" clId="{461C8D16-F91C-40AB-8163-8272BCB3CEB6}" dt="2026-06-09T07:36:35.713" v="4170" actId="14100"/>
          <ac:spMkLst>
            <pc:docMk/>
            <pc:sldMk cId="3971701079" sldId="2147471888"/>
            <ac:spMk id="2" creationId="{723E1C17-A991-3248-9309-B1D286D21967}"/>
          </ac:spMkLst>
        </pc:spChg>
        <pc:spChg chg="mod">
          <ac:chgData name="Stephen John Stretton" userId="da8c780b-1aa2-4e36-94fb-871dc8111504" providerId="ADAL" clId="{461C8D16-F91C-40AB-8163-8272BCB3CEB6}" dt="2026-06-17T17:09:33.768" v="5070" actId="113"/>
          <ac:spMkLst>
            <pc:docMk/>
            <pc:sldMk cId="3971701079" sldId="2147471888"/>
            <ac:spMk id="3" creationId="{B13BABFD-3F14-5044-25C6-A46267BA14EB}"/>
          </ac:spMkLst>
        </pc:spChg>
      </pc:sldChg>
      <pc:sldChg chg="modSp add mod">
        <pc:chgData name="Stephen John Stretton" userId="da8c780b-1aa2-4e36-94fb-871dc8111504" providerId="ADAL" clId="{461C8D16-F91C-40AB-8163-8272BCB3CEB6}" dt="2026-06-09T07:38:12.640" v="4284" actId="113"/>
        <pc:sldMkLst>
          <pc:docMk/>
          <pc:sldMk cId="2126373163" sldId="2147471889"/>
        </pc:sldMkLst>
        <pc:spChg chg="mod">
          <ac:chgData name="Stephen John Stretton" userId="da8c780b-1aa2-4e36-94fb-871dc8111504" providerId="ADAL" clId="{461C8D16-F91C-40AB-8163-8272BCB3CEB6}" dt="2026-06-09T07:38:12.640" v="4284" actId="113"/>
          <ac:spMkLst>
            <pc:docMk/>
            <pc:sldMk cId="2126373163" sldId="2147471889"/>
            <ac:spMk id="3" creationId="{4A8B927C-1833-3BF1-F4CF-59578A2D90BB}"/>
          </ac:spMkLst>
        </pc:spChg>
      </pc:sldChg>
      <pc:sldChg chg="modSp add mod">
        <pc:chgData name="Stephen John Stretton" userId="da8c780b-1aa2-4e36-94fb-871dc8111504" providerId="ADAL" clId="{461C8D16-F91C-40AB-8163-8272BCB3CEB6}" dt="2026-06-09T07:38:30.984" v="4287" actId="113"/>
        <pc:sldMkLst>
          <pc:docMk/>
          <pc:sldMk cId="945690706" sldId="2147471890"/>
        </pc:sldMkLst>
        <pc:spChg chg="mod">
          <ac:chgData name="Stephen John Stretton" userId="da8c780b-1aa2-4e36-94fb-871dc8111504" providerId="ADAL" clId="{461C8D16-F91C-40AB-8163-8272BCB3CEB6}" dt="2026-06-09T07:38:30.984" v="4287" actId="113"/>
          <ac:spMkLst>
            <pc:docMk/>
            <pc:sldMk cId="945690706" sldId="2147471890"/>
            <ac:spMk id="3" creationId="{C2EDB0BC-4044-4DC6-1579-94F25810C5C8}"/>
          </ac:spMkLst>
        </pc:spChg>
      </pc:sldChg>
      <pc:sldChg chg="modSp add mod">
        <pc:chgData name="Stephen John Stretton" userId="da8c780b-1aa2-4e36-94fb-871dc8111504" providerId="ADAL" clId="{461C8D16-F91C-40AB-8163-8272BCB3CEB6}" dt="2026-06-09T07:38:42.020" v="4290" actId="113"/>
        <pc:sldMkLst>
          <pc:docMk/>
          <pc:sldMk cId="2130634158" sldId="2147471891"/>
        </pc:sldMkLst>
        <pc:spChg chg="mod">
          <ac:chgData name="Stephen John Stretton" userId="da8c780b-1aa2-4e36-94fb-871dc8111504" providerId="ADAL" clId="{461C8D16-F91C-40AB-8163-8272BCB3CEB6}" dt="2026-06-09T07:38:42.020" v="4290" actId="113"/>
          <ac:spMkLst>
            <pc:docMk/>
            <pc:sldMk cId="2130634158" sldId="2147471891"/>
            <ac:spMk id="3" creationId="{F31AE998-4C2D-6706-B047-CC0510F5A727}"/>
          </ac:spMkLst>
        </pc:spChg>
      </pc:sldChg>
      <pc:sldChg chg="addSp modSp add mod ord">
        <pc:chgData name="Stephen John Stretton" userId="da8c780b-1aa2-4e36-94fb-871dc8111504" providerId="ADAL" clId="{461C8D16-F91C-40AB-8163-8272BCB3CEB6}" dt="2026-06-09T08:30:05.791" v="5064" actId="14100"/>
        <pc:sldMkLst>
          <pc:docMk/>
          <pc:sldMk cId="1494177556" sldId="2147471892"/>
        </pc:sldMkLst>
        <pc:graphicFrameChg chg="mod modGraphic">
          <ac:chgData name="Stephen John Stretton" userId="da8c780b-1aa2-4e36-94fb-871dc8111504" providerId="ADAL" clId="{461C8D16-F91C-40AB-8163-8272BCB3CEB6}" dt="2026-06-09T08:30:05.791" v="5064" actId="14100"/>
          <ac:graphicFrameMkLst>
            <pc:docMk/>
            <pc:sldMk cId="1494177556" sldId="2147471892"/>
            <ac:graphicFrameMk id="2" creationId="{147FF73A-1619-3A82-DA7E-BB267D8BEF23}"/>
          </ac:graphicFrameMkLst>
        </pc:graphicFrameChg>
        <pc:picChg chg="add mod">
          <ac:chgData name="Stephen John Stretton" userId="da8c780b-1aa2-4e36-94fb-871dc8111504" providerId="ADAL" clId="{461C8D16-F91C-40AB-8163-8272BCB3CEB6}" dt="2026-06-09T08:30:03.599" v="5063" actId="1076"/>
          <ac:picMkLst>
            <pc:docMk/>
            <pc:sldMk cId="1494177556" sldId="2147471892"/>
            <ac:picMk id="6" creationId="{9CEB0DFF-99CE-59D9-BCFC-464321F40A17}"/>
          </ac:picMkLst>
        </pc:picChg>
      </pc:sldChg>
      <pc:sldChg chg="modSp add mod ord">
        <pc:chgData name="Stephen John Stretton" userId="da8c780b-1aa2-4e36-94fb-871dc8111504" providerId="ADAL" clId="{461C8D16-F91C-40AB-8163-8272BCB3CEB6}" dt="2026-06-09T07:41:31.380" v="4324" actId="108"/>
        <pc:sldMkLst>
          <pc:docMk/>
          <pc:sldMk cId="2973018999" sldId="2147471893"/>
        </pc:sldMkLst>
        <pc:spChg chg="mod">
          <ac:chgData name="Stephen John Stretton" userId="da8c780b-1aa2-4e36-94fb-871dc8111504" providerId="ADAL" clId="{461C8D16-F91C-40AB-8163-8272BCB3CEB6}" dt="2026-06-09T07:41:31.380" v="4324" actId="108"/>
          <ac:spMkLst>
            <pc:docMk/>
            <pc:sldMk cId="2973018999" sldId="2147471893"/>
            <ac:spMk id="3" creationId="{7BA257CE-B97D-E831-1AD1-2EE53715B8AA}"/>
          </ac:spMkLst>
        </pc:spChg>
      </pc:sldChg>
      <pc:sldChg chg="addSp delSp modSp new mod ord modClrScheme chgLayout">
        <pc:chgData name="Stephen John Stretton" userId="da8c780b-1aa2-4e36-94fb-871dc8111504" providerId="ADAL" clId="{461C8D16-F91C-40AB-8163-8272BCB3CEB6}" dt="2026-06-09T07:45:08.320" v="4374" actId="1076"/>
        <pc:sldMkLst>
          <pc:docMk/>
          <pc:sldMk cId="1748129840" sldId="2147471894"/>
        </pc:sldMkLst>
        <pc:spChg chg="add mod ord">
          <ac:chgData name="Stephen John Stretton" userId="da8c780b-1aa2-4e36-94fb-871dc8111504" providerId="ADAL" clId="{461C8D16-F91C-40AB-8163-8272BCB3CEB6}" dt="2026-06-09T07:44:10.265" v="4363" actId="20577"/>
          <ac:spMkLst>
            <pc:docMk/>
            <pc:sldMk cId="1748129840" sldId="2147471894"/>
            <ac:spMk id="6" creationId="{D4AA95F6-E593-993D-C8A1-6E4B28D2C272}"/>
          </ac:spMkLst>
        </pc:spChg>
        <pc:spChg chg="add mod ord">
          <ac:chgData name="Stephen John Stretton" userId="da8c780b-1aa2-4e36-94fb-871dc8111504" providerId="ADAL" clId="{461C8D16-F91C-40AB-8163-8272BCB3CEB6}" dt="2026-06-09T07:45:02.964" v="4372"/>
          <ac:spMkLst>
            <pc:docMk/>
            <pc:sldMk cId="1748129840" sldId="2147471894"/>
            <ac:spMk id="7" creationId="{F07AAE2E-C237-D1E8-D892-192670D5D47E}"/>
          </ac:spMkLst>
        </pc:spChg>
        <pc:picChg chg="add mod">
          <ac:chgData name="Stephen John Stretton" userId="da8c780b-1aa2-4e36-94fb-871dc8111504" providerId="ADAL" clId="{461C8D16-F91C-40AB-8163-8272BCB3CEB6}" dt="2026-06-09T07:45:08.320" v="4374" actId="1076"/>
          <ac:picMkLst>
            <pc:docMk/>
            <pc:sldMk cId="1748129840" sldId="2147471894"/>
            <ac:picMk id="10" creationId="{D9CB5270-9C01-D0E7-8F9D-1FE1DBA2BF91}"/>
          </ac:picMkLst>
        </pc:picChg>
      </pc:sldChg>
      <pc:sldChg chg="add">
        <pc:chgData name="Stephen John Stretton" userId="da8c780b-1aa2-4e36-94fb-871dc8111504" providerId="ADAL" clId="{461C8D16-F91C-40AB-8163-8272BCB3CEB6}" dt="2026-06-09T08:31:42.695" v="5068"/>
        <pc:sldMkLst>
          <pc:docMk/>
          <pc:sldMk cId="4006085522" sldId="2147471895"/>
        </pc:sldMkLst>
      </pc:sldChg>
      <pc:sldChg chg="addSp modSp new mod">
        <pc:chgData name="Stephen John Stretton" userId="da8c780b-1aa2-4e36-94fb-871dc8111504" providerId="ADAL" clId="{461C8D16-F91C-40AB-8163-8272BCB3CEB6}" dt="2026-06-17T17:25:21.856" v="5327" actId="14100"/>
        <pc:sldMkLst>
          <pc:docMk/>
          <pc:sldMk cId="2289199830" sldId="2147471896"/>
        </pc:sldMkLst>
        <pc:spChg chg="mod">
          <ac:chgData name="Stephen John Stretton" userId="da8c780b-1aa2-4e36-94fb-871dc8111504" providerId="ADAL" clId="{461C8D16-F91C-40AB-8163-8272BCB3CEB6}" dt="2026-06-17T17:25:07.183" v="5322" actId="20577"/>
          <ac:spMkLst>
            <pc:docMk/>
            <pc:sldMk cId="2289199830" sldId="2147471896"/>
            <ac:spMk id="2" creationId="{52988009-6F49-E727-4F62-D0BF9747CDB7}"/>
          </ac:spMkLst>
        </pc:spChg>
        <pc:graphicFrameChg chg="add mod modGraphic">
          <ac:chgData name="Stephen John Stretton" userId="da8c780b-1aa2-4e36-94fb-871dc8111504" providerId="ADAL" clId="{461C8D16-F91C-40AB-8163-8272BCB3CEB6}" dt="2026-06-17T17:25:21.856" v="5327" actId="14100"/>
          <ac:graphicFrameMkLst>
            <pc:docMk/>
            <pc:sldMk cId="2289199830" sldId="2147471896"/>
            <ac:graphicFrameMk id="3" creationId="{7D5F55C4-B32B-008B-8709-C642B873F7FC}"/>
          </ac:graphicFrameMkLst>
        </pc:graphicFrameChg>
      </pc:sldChg>
      <pc:sldMasterChg chg="delSldLayout">
        <pc:chgData name="Stephen John Stretton" userId="da8c780b-1aa2-4e36-94fb-871dc8111504" providerId="ADAL" clId="{461C8D16-F91C-40AB-8163-8272BCB3CEB6}" dt="2026-06-17T17:09:09.618" v="5069" actId="47"/>
        <pc:sldMasterMkLst>
          <pc:docMk/>
          <pc:sldMasterMk cId="677322908" sldId="2147483721"/>
        </pc:sldMasterMkLst>
        <pc:sldLayoutChg chg="del">
          <pc:chgData name="Stephen John Stretton" userId="da8c780b-1aa2-4e36-94fb-871dc8111504" providerId="ADAL" clId="{461C8D16-F91C-40AB-8163-8272BCB3CEB6}" dt="2026-06-17T17:09:09.618" v="5069" actId="47"/>
          <pc:sldLayoutMkLst>
            <pc:docMk/>
            <pc:sldMasterMk cId="677322908" sldId="2147483721"/>
            <pc:sldLayoutMk cId="2802387857" sldId="2147483878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5380D0-2058-4207-8E9E-C6E4C8D598A3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CFB06331-3751-437C-82EF-004333A09CAD}">
      <dgm:prSet phldrT="[Text]" custT="1"/>
      <dgm:spPr/>
      <dgm:t>
        <a:bodyPr/>
        <a:lstStyle/>
        <a:p>
          <a:pPr>
            <a:buNone/>
          </a:pPr>
          <a:r>
            <a:rPr lang="en-US" sz="3600" noProof="0">
              <a:latin typeface="Helvetica Neue" panose="02000503000000020004"/>
              <a:cs typeface="Segoe UI" panose="020B0502040204020203" pitchFamily="34" charset="0"/>
            </a:rPr>
            <a:t>Energy &amp; emissions</a:t>
          </a:r>
          <a:endParaRPr lang="en-US" sz="3600" noProof="0"/>
        </a:p>
      </dgm:t>
    </dgm:pt>
    <dgm:pt modelId="{884ABB42-FC58-4BDC-8B35-777D207C80FE}" type="parTrans" cxnId="{D0E379B2-BA1E-4B8C-86F2-237211A13DFD}">
      <dgm:prSet/>
      <dgm:spPr/>
      <dgm:t>
        <a:bodyPr/>
        <a:lstStyle/>
        <a:p>
          <a:endParaRPr lang="en-US" sz="1000"/>
        </a:p>
      </dgm:t>
    </dgm:pt>
    <dgm:pt modelId="{711AC074-AFCF-4334-8DC6-A8863DFF0C4B}" type="sibTrans" cxnId="{D0E379B2-BA1E-4B8C-86F2-237211A13DFD}">
      <dgm:prSet/>
      <dgm:spPr/>
      <dgm:t>
        <a:bodyPr/>
        <a:lstStyle/>
        <a:p>
          <a:endParaRPr lang="en-US" sz="1000"/>
        </a:p>
      </dgm:t>
    </dgm:pt>
    <dgm:pt modelId="{47E650DA-519C-488A-AF97-115B433C5B51}">
      <dgm:prSet custT="1"/>
      <dgm:spPr/>
      <dgm:t>
        <a:bodyPr/>
        <a:lstStyle/>
        <a:p>
          <a:r>
            <a:rPr lang="en-US" sz="3600" noProof="0">
              <a:latin typeface="Helvetica Neue" panose="02000503000000020004"/>
              <a:cs typeface="Segoe UI" panose="020B0502040204020203" pitchFamily="34" charset="0"/>
            </a:rPr>
            <a:t>Revenue and GDP impacts</a:t>
          </a:r>
        </a:p>
      </dgm:t>
    </dgm:pt>
    <dgm:pt modelId="{49CA8086-244B-4709-B03A-DCDE7E3403E5}" type="parTrans" cxnId="{84D69C22-30C0-4D27-B220-4586535EB7B3}">
      <dgm:prSet/>
      <dgm:spPr/>
      <dgm:t>
        <a:bodyPr/>
        <a:lstStyle/>
        <a:p>
          <a:endParaRPr lang="en-US" sz="1000"/>
        </a:p>
      </dgm:t>
    </dgm:pt>
    <dgm:pt modelId="{6B720327-DF6E-442C-8049-9910C1CCD46A}" type="sibTrans" cxnId="{84D69C22-30C0-4D27-B220-4586535EB7B3}">
      <dgm:prSet/>
      <dgm:spPr/>
      <dgm:t>
        <a:bodyPr/>
        <a:lstStyle/>
        <a:p>
          <a:endParaRPr lang="en-US" sz="1000"/>
        </a:p>
      </dgm:t>
    </dgm:pt>
    <dgm:pt modelId="{D7985200-973D-4B80-9E1A-2F4E8716F0BF}">
      <dgm:prSet custT="1"/>
      <dgm:spPr/>
      <dgm:t>
        <a:bodyPr/>
        <a:lstStyle/>
        <a:p>
          <a:r>
            <a:rPr lang="en-US" sz="3600" noProof="0">
              <a:latin typeface="Helvetica Neue" panose="02000503000000020004"/>
              <a:cs typeface="Segoe UI" panose="020B0502040204020203" pitchFamily="34" charset="0"/>
            </a:rPr>
            <a:t>Distributional impacts</a:t>
          </a:r>
        </a:p>
      </dgm:t>
    </dgm:pt>
    <dgm:pt modelId="{09401901-AE16-4310-8F06-3C1612811A67}" type="parTrans" cxnId="{F232A95F-25F8-4A8F-B6BF-21CF2FB35814}">
      <dgm:prSet/>
      <dgm:spPr/>
      <dgm:t>
        <a:bodyPr/>
        <a:lstStyle/>
        <a:p>
          <a:endParaRPr lang="en-US" sz="1000"/>
        </a:p>
      </dgm:t>
    </dgm:pt>
    <dgm:pt modelId="{C5015BD7-54A5-4560-BEE0-69CD5959C68B}" type="sibTrans" cxnId="{F232A95F-25F8-4A8F-B6BF-21CF2FB35814}">
      <dgm:prSet/>
      <dgm:spPr/>
      <dgm:t>
        <a:bodyPr/>
        <a:lstStyle/>
        <a:p>
          <a:endParaRPr lang="en-US" sz="1000"/>
        </a:p>
      </dgm:t>
    </dgm:pt>
    <dgm:pt modelId="{AE751A8D-D866-4597-BAA9-4B6598260260}">
      <dgm:prSet custT="1"/>
      <dgm:spPr/>
      <dgm:t>
        <a:bodyPr/>
        <a:lstStyle/>
        <a:p>
          <a:r>
            <a:rPr lang="en-US" sz="3600" noProof="0">
              <a:latin typeface="Helvetica Neue" panose="02000503000000020004"/>
              <a:cs typeface="Segoe UI" panose="020B0502040204020203" pitchFamily="34" charset="0"/>
            </a:rPr>
            <a:t>Development co-benefits (Health)</a:t>
          </a:r>
        </a:p>
      </dgm:t>
    </dgm:pt>
    <dgm:pt modelId="{E671E274-DF40-43E8-8D7D-CDAD1D3A3DB1}" type="parTrans" cxnId="{71303654-AEA0-480A-AA3F-71274B9EBD71}">
      <dgm:prSet/>
      <dgm:spPr/>
      <dgm:t>
        <a:bodyPr/>
        <a:lstStyle/>
        <a:p>
          <a:endParaRPr lang="en-US" sz="1000"/>
        </a:p>
      </dgm:t>
    </dgm:pt>
    <dgm:pt modelId="{4CAE99CF-E720-4F82-A2CB-0A4EE0DB66A0}" type="sibTrans" cxnId="{71303654-AEA0-480A-AA3F-71274B9EBD71}">
      <dgm:prSet/>
      <dgm:spPr/>
      <dgm:t>
        <a:bodyPr/>
        <a:lstStyle/>
        <a:p>
          <a:endParaRPr lang="en-US" sz="1000"/>
        </a:p>
      </dgm:t>
    </dgm:pt>
    <dgm:pt modelId="{C122ADA6-0FC1-4EA2-82A8-01DF0A95CC38}" type="pres">
      <dgm:prSet presAssocID="{C25380D0-2058-4207-8E9E-C6E4C8D598A3}" presName="Name0" presStyleCnt="0">
        <dgm:presLayoutVars>
          <dgm:chMax val="7"/>
          <dgm:chPref val="7"/>
          <dgm:dir/>
        </dgm:presLayoutVars>
      </dgm:prSet>
      <dgm:spPr/>
    </dgm:pt>
    <dgm:pt modelId="{397AE92C-350C-4A34-9ECF-42C76408368F}" type="pres">
      <dgm:prSet presAssocID="{C25380D0-2058-4207-8E9E-C6E4C8D598A3}" presName="Name1" presStyleCnt="0"/>
      <dgm:spPr/>
    </dgm:pt>
    <dgm:pt modelId="{B0DEF2ED-9C2F-4126-9C24-C6C8B7B4BE91}" type="pres">
      <dgm:prSet presAssocID="{C25380D0-2058-4207-8E9E-C6E4C8D598A3}" presName="cycle" presStyleCnt="0"/>
      <dgm:spPr/>
    </dgm:pt>
    <dgm:pt modelId="{BE9741DB-F2DE-4CFF-A0BA-64EA23F982E8}" type="pres">
      <dgm:prSet presAssocID="{C25380D0-2058-4207-8E9E-C6E4C8D598A3}" presName="srcNode" presStyleLbl="node1" presStyleIdx="0" presStyleCnt="4"/>
      <dgm:spPr/>
    </dgm:pt>
    <dgm:pt modelId="{05125F5D-656D-4411-90BE-1B6CAFA1499F}" type="pres">
      <dgm:prSet presAssocID="{C25380D0-2058-4207-8E9E-C6E4C8D598A3}" presName="conn" presStyleLbl="parChTrans1D2" presStyleIdx="0" presStyleCnt="1"/>
      <dgm:spPr/>
    </dgm:pt>
    <dgm:pt modelId="{B774F5DB-4C3D-4925-9AD9-5313768BBEE7}" type="pres">
      <dgm:prSet presAssocID="{C25380D0-2058-4207-8E9E-C6E4C8D598A3}" presName="extraNode" presStyleLbl="node1" presStyleIdx="0" presStyleCnt="4"/>
      <dgm:spPr/>
    </dgm:pt>
    <dgm:pt modelId="{41B86EE2-8D31-4562-A0E7-60ACF397FE66}" type="pres">
      <dgm:prSet presAssocID="{C25380D0-2058-4207-8E9E-C6E4C8D598A3}" presName="dstNode" presStyleLbl="node1" presStyleIdx="0" presStyleCnt="4"/>
      <dgm:spPr/>
    </dgm:pt>
    <dgm:pt modelId="{FB899316-CC53-44AA-9A5F-F2B1BAEE029F}" type="pres">
      <dgm:prSet presAssocID="{CFB06331-3751-437C-82EF-004333A09CAD}" presName="text_1" presStyleLbl="node1" presStyleIdx="0" presStyleCnt="4">
        <dgm:presLayoutVars>
          <dgm:bulletEnabled val="1"/>
        </dgm:presLayoutVars>
      </dgm:prSet>
      <dgm:spPr/>
    </dgm:pt>
    <dgm:pt modelId="{9B1A2134-673E-48CF-94E7-D10AA39E26E4}" type="pres">
      <dgm:prSet presAssocID="{CFB06331-3751-437C-82EF-004333A09CAD}" presName="accent_1" presStyleCnt="0"/>
      <dgm:spPr/>
    </dgm:pt>
    <dgm:pt modelId="{6F3529E3-86F6-4F41-B42E-73946784F5A4}" type="pres">
      <dgm:prSet presAssocID="{CFB06331-3751-437C-82EF-004333A09CAD}" presName="accentRepeatNode" presStyleLbl="solidFgAcc1" presStyleIdx="0" presStyleCnt="4"/>
      <dgm:spPr/>
    </dgm:pt>
    <dgm:pt modelId="{34C525A6-1C9E-4077-8CAD-8010B2C6A9C0}" type="pres">
      <dgm:prSet presAssocID="{47E650DA-519C-488A-AF97-115B433C5B51}" presName="text_2" presStyleLbl="node1" presStyleIdx="1" presStyleCnt="4">
        <dgm:presLayoutVars>
          <dgm:bulletEnabled val="1"/>
        </dgm:presLayoutVars>
      </dgm:prSet>
      <dgm:spPr/>
    </dgm:pt>
    <dgm:pt modelId="{3AF666E0-732C-43BB-A269-BCDA24EB3993}" type="pres">
      <dgm:prSet presAssocID="{47E650DA-519C-488A-AF97-115B433C5B51}" presName="accent_2" presStyleCnt="0"/>
      <dgm:spPr/>
    </dgm:pt>
    <dgm:pt modelId="{ADE0AD71-157B-443D-8D1F-757D58C0CBAB}" type="pres">
      <dgm:prSet presAssocID="{47E650DA-519C-488A-AF97-115B433C5B51}" presName="accentRepeatNode" presStyleLbl="solidFgAcc1" presStyleIdx="1" presStyleCnt="4"/>
      <dgm:spPr/>
    </dgm:pt>
    <dgm:pt modelId="{AB48AC5E-C8D0-4531-99F9-AE5D5E1DA6DF}" type="pres">
      <dgm:prSet presAssocID="{D7985200-973D-4B80-9E1A-2F4E8716F0BF}" presName="text_3" presStyleLbl="node1" presStyleIdx="2" presStyleCnt="4">
        <dgm:presLayoutVars>
          <dgm:bulletEnabled val="1"/>
        </dgm:presLayoutVars>
      </dgm:prSet>
      <dgm:spPr/>
    </dgm:pt>
    <dgm:pt modelId="{B1D82988-8774-4C63-902B-95DD9C026040}" type="pres">
      <dgm:prSet presAssocID="{D7985200-973D-4B80-9E1A-2F4E8716F0BF}" presName="accent_3" presStyleCnt="0"/>
      <dgm:spPr/>
    </dgm:pt>
    <dgm:pt modelId="{8368F962-C92F-4B97-A336-0ED149B92122}" type="pres">
      <dgm:prSet presAssocID="{D7985200-973D-4B80-9E1A-2F4E8716F0BF}" presName="accentRepeatNode" presStyleLbl="solidFgAcc1" presStyleIdx="2" presStyleCnt="4"/>
      <dgm:spPr/>
    </dgm:pt>
    <dgm:pt modelId="{1AA6A85D-DC9C-4642-9009-40E009B0B876}" type="pres">
      <dgm:prSet presAssocID="{AE751A8D-D866-4597-BAA9-4B6598260260}" presName="text_4" presStyleLbl="node1" presStyleIdx="3" presStyleCnt="4">
        <dgm:presLayoutVars>
          <dgm:bulletEnabled val="1"/>
        </dgm:presLayoutVars>
      </dgm:prSet>
      <dgm:spPr/>
    </dgm:pt>
    <dgm:pt modelId="{864AA651-CEAC-4EFB-918B-1B306A56E662}" type="pres">
      <dgm:prSet presAssocID="{AE751A8D-D866-4597-BAA9-4B6598260260}" presName="accent_4" presStyleCnt="0"/>
      <dgm:spPr/>
    </dgm:pt>
    <dgm:pt modelId="{134FA83D-70C0-4FBD-BDA0-ED79EB2B7887}" type="pres">
      <dgm:prSet presAssocID="{AE751A8D-D866-4597-BAA9-4B6598260260}" presName="accentRepeatNode" presStyleLbl="solidFgAcc1" presStyleIdx="3" presStyleCnt="4"/>
      <dgm:spPr/>
    </dgm:pt>
  </dgm:ptLst>
  <dgm:cxnLst>
    <dgm:cxn modelId="{6F5FF904-D353-4EBE-AEAD-55EC23BA8217}" type="presOf" srcId="{CFB06331-3751-437C-82EF-004333A09CAD}" destId="{FB899316-CC53-44AA-9A5F-F2B1BAEE029F}" srcOrd="0" destOrd="0" presId="urn:microsoft.com/office/officeart/2008/layout/VerticalCurvedList"/>
    <dgm:cxn modelId="{84D69C22-30C0-4D27-B220-4586535EB7B3}" srcId="{C25380D0-2058-4207-8E9E-C6E4C8D598A3}" destId="{47E650DA-519C-488A-AF97-115B433C5B51}" srcOrd="1" destOrd="0" parTransId="{49CA8086-244B-4709-B03A-DCDE7E3403E5}" sibTransId="{6B720327-DF6E-442C-8049-9910C1CCD46A}"/>
    <dgm:cxn modelId="{F232A95F-25F8-4A8F-B6BF-21CF2FB35814}" srcId="{C25380D0-2058-4207-8E9E-C6E4C8D598A3}" destId="{D7985200-973D-4B80-9E1A-2F4E8716F0BF}" srcOrd="2" destOrd="0" parTransId="{09401901-AE16-4310-8F06-3C1612811A67}" sibTransId="{C5015BD7-54A5-4560-BEE0-69CD5959C68B}"/>
    <dgm:cxn modelId="{71303654-AEA0-480A-AA3F-71274B9EBD71}" srcId="{C25380D0-2058-4207-8E9E-C6E4C8D598A3}" destId="{AE751A8D-D866-4597-BAA9-4B6598260260}" srcOrd="3" destOrd="0" parTransId="{E671E274-DF40-43E8-8D7D-CDAD1D3A3DB1}" sibTransId="{4CAE99CF-E720-4F82-A2CB-0A4EE0DB66A0}"/>
    <dgm:cxn modelId="{D0E379B2-BA1E-4B8C-86F2-237211A13DFD}" srcId="{C25380D0-2058-4207-8E9E-C6E4C8D598A3}" destId="{CFB06331-3751-437C-82EF-004333A09CAD}" srcOrd="0" destOrd="0" parTransId="{884ABB42-FC58-4BDC-8B35-777D207C80FE}" sibTransId="{711AC074-AFCF-4334-8DC6-A8863DFF0C4B}"/>
    <dgm:cxn modelId="{BD3A1EC6-C4FD-4EFE-AC47-9854570888B3}" type="presOf" srcId="{C25380D0-2058-4207-8E9E-C6E4C8D598A3}" destId="{C122ADA6-0FC1-4EA2-82A8-01DF0A95CC38}" srcOrd="0" destOrd="0" presId="urn:microsoft.com/office/officeart/2008/layout/VerticalCurvedList"/>
    <dgm:cxn modelId="{BB656FD9-DFD2-4B5A-9216-57376A1B4F95}" type="presOf" srcId="{D7985200-973D-4B80-9E1A-2F4E8716F0BF}" destId="{AB48AC5E-C8D0-4531-99F9-AE5D5E1DA6DF}" srcOrd="0" destOrd="0" presId="urn:microsoft.com/office/officeart/2008/layout/VerticalCurvedList"/>
    <dgm:cxn modelId="{D6D61CDA-92E0-4270-A3A9-E9CD6EF84507}" type="presOf" srcId="{711AC074-AFCF-4334-8DC6-A8863DFF0C4B}" destId="{05125F5D-656D-4411-90BE-1B6CAFA1499F}" srcOrd="0" destOrd="0" presId="urn:microsoft.com/office/officeart/2008/layout/VerticalCurvedList"/>
    <dgm:cxn modelId="{84B653DD-C7C3-4EF9-855E-9165A89D3659}" type="presOf" srcId="{AE751A8D-D866-4597-BAA9-4B6598260260}" destId="{1AA6A85D-DC9C-4642-9009-40E009B0B876}" srcOrd="0" destOrd="0" presId="urn:microsoft.com/office/officeart/2008/layout/VerticalCurvedList"/>
    <dgm:cxn modelId="{D88872F4-C7E0-45E6-A417-338BD7DB4FCF}" type="presOf" srcId="{47E650DA-519C-488A-AF97-115B433C5B51}" destId="{34C525A6-1C9E-4077-8CAD-8010B2C6A9C0}" srcOrd="0" destOrd="0" presId="urn:microsoft.com/office/officeart/2008/layout/VerticalCurvedList"/>
    <dgm:cxn modelId="{C8AC0219-693A-4BE5-9331-C37880ECA1B5}" type="presParOf" srcId="{C122ADA6-0FC1-4EA2-82A8-01DF0A95CC38}" destId="{397AE92C-350C-4A34-9ECF-42C76408368F}" srcOrd="0" destOrd="0" presId="urn:microsoft.com/office/officeart/2008/layout/VerticalCurvedList"/>
    <dgm:cxn modelId="{21E94BD3-E0E1-4B02-9B7A-BF48F7A9AF24}" type="presParOf" srcId="{397AE92C-350C-4A34-9ECF-42C76408368F}" destId="{B0DEF2ED-9C2F-4126-9C24-C6C8B7B4BE91}" srcOrd="0" destOrd="0" presId="urn:microsoft.com/office/officeart/2008/layout/VerticalCurvedList"/>
    <dgm:cxn modelId="{14D5D763-E03F-49C2-AF68-BE1F0AAA7329}" type="presParOf" srcId="{B0DEF2ED-9C2F-4126-9C24-C6C8B7B4BE91}" destId="{BE9741DB-F2DE-4CFF-A0BA-64EA23F982E8}" srcOrd="0" destOrd="0" presId="urn:microsoft.com/office/officeart/2008/layout/VerticalCurvedList"/>
    <dgm:cxn modelId="{3006D778-CFF9-45A7-93B9-0C7C1D7B75AF}" type="presParOf" srcId="{B0DEF2ED-9C2F-4126-9C24-C6C8B7B4BE91}" destId="{05125F5D-656D-4411-90BE-1B6CAFA1499F}" srcOrd="1" destOrd="0" presId="urn:microsoft.com/office/officeart/2008/layout/VerticalCurvedList"/>
    <dgm:cxn modelId="{2D6C3926-8FC8-4E5D-BD62-E023A77F4856}" type="presParOf" srcId="{B0DEF2ED-9C2F-4126-9C24-C6C8B7B4BE91}" destId="{B774F5DB-4C3D-4925-9AD9-5313768BBEE7}" srcOrd="2" destOrd="0" presId="urn:microsoft.com/office/officeart/2008/layout/VerticalCurvedList"/>
    <dgm:cxn modelId="{7410A93B-6904-416D-A005-7F5E607E069E}" type="presParOf" srcId="{B0DEF2ED-9C2F-4126-9C24-C6C8B7B4BE91}" destId="{41B86EE2-8D31-4562-A0E7-60ACF397FE66}" srcOrd="3" destOrd="0" presId="urn:microsoft.com/office/officeart/2008/layout/VerticalCurvedList"/>
    <dgm:cxn modelId="{7BDA3CFD-29AC-4990-85AF-3DDC1B4CEF7B}" type="presParOf" srcId="{397AE92C-350C-4A34-9ECF-42C76408368F}" destId="{FB899316-CC53-44AA-9A5F-F2B1BAEE029F}" srcOrd="1" destOrd="0" presId="urn:microsoft.com/office/officeart/2008/layout/VerticalCurvedList"/>
    <dgm:cxn modelId="{BC0C62DA-6E73-4EF1-9DFF-77BCA438D997}" type="presParOf" srcId="{397AE92C-350C-4A34-9ECF-42C76408368F}" destId="{9B1A2134-673E-48CF-94E7-D10AA39E26E4}" srcOrd="2" destOrd="0" presId="urn:microsoft.com/office/officeart/2008/layout/VerticalCurvedList"/>
    <dgm:cxn modelId="{BA4C2801-4F85-491E-9EC7-A2217721886D}" type="presParOf" srcId="{9B1A2134-673E-48CF-94E7-D10AA39E26E4}" destId="{6F3529E3-86F6-4F41-B42E-73946784F5A4}" srcOrd="0" destOrd="0" presId="urn:microsoft.com/office/officeart/2008/layout/VerticalCurvedList"/>
    <dgm:cxn modelId="{596FBE0E-E6E7-4FC7-BE0C-D03C4AE69320}" type="presParOf" srcId="{397AE92C-350C-4A34-9ECF-42C76408368F}" destId="{34C525A6-1C9E-4077-8CAD-8010B2C6A9C0}" srcOrd="3" destOrd="0" presId="urn:microsoft.com/office/officeart/2008/layout/VerticalCurvedList"/>
    <dgm:cxn modelId="{0AFAFE70-7C2B-4A36-B12B-0E8DD0DCC5EC}" type="presParOf" srcId="{397AE92C-350C-4A34-9ECF-42C76408368F}" destId="{3AF666E0-732C-43BB-A269-BCDA24EB3993}" srcOrd="4" destOrd="0" presId="urn:microsoft.com/office/officeart/2008/layout/VerticalCurvedList"/>
    <dgm:cxn modelId="{7D17370F-2E3F-4C81-9CA4-FD22FA2FB12E}" type="presParOf" srcId="{3AF666E0-732C-43BB-A269-BCDA24EB3993}" destId="{ADE0AD71-157B-443D-8D1F-757D58C0CBAB}" srcOrd="0" destOrd="0" presId="urn:microsoft.com/office/officeart/2008/layout/VerticalCurvedList"/>
    <dgm:cxn modelId="{2C234362-19EB-422D-B0EB-4ED56214D8B8}" type="presParOf" srcId="{397AE92C-350C-4A34-9ECF-42C76408368F}" destId="{AB48AC5E-C8D0-4531-99F9-AE5D5E1DA6DF}" srcOrd="5" destOrd="0" presId="urn:microsoft.com/office/officeart/2008/layout/VerticalCurvedList"/>
    <dgm:cxn modelId="{29980486-B432-46D4-8596-DF57CBE50462}" type="presParOf" srcId="{397AE92C-350C-4A34-9ECF-42C76408368F}" destId="{B1D82988-8774-4C63-902B-95DD9C026040}" srcOrd="6" destOrd="0" presId="urn:microsoft.com/office/officeart/2008/layout/VerticalCurvedList"/>
    <dgm:cxn modelId="{1C7B083F-0819-4C18-B4C5-A4B774C719BA}" type="presParOf" srcId="{B1D82988-8774-4C63-902B-95DD9C026040}" destId="{8368F962-C92F-4B97-A336-0ED149B92122}" srcOrd="0" destOrd="0" presId="urn:microsoft.com/office/officeart/2008/layout/VerticalCurvedList"/>
    <dgm:cxn modelId="{DB00E7EF-2159-48AB-A9C4-1D3513B4CE7C}" type="presParOf" srcId="{397AE92C-350C-4A34-9ECF-42C76408368F}" destId="{1AA6A85D-DC9C-4642-9009-40E009B0B876}" srcOrd="7" destOrd="0" presId="urn:microsoft.com/office/officeart/2008/layout/VerticalCurvedList"/>
    <dgm:cxn modelId="{A9FB18DD-A27D-4574-A203-2F7016A97721}" type="presParOf" srcId="{397AE92C-350C-4A34-9ECF-42C76408368F}" destId="{864AA651-CEAC-4EFB-918B-1B306A56E662}" srcOrd="8" destOrd="0" presId="urn:microsoft.com/office/officeart/2008/layout/VerticalCurvedList"/>
    <dgm:cxn modelId="{49972D49-DCA6-43C7-A0B4-B76339B740A1}" type="presParOf" srcId="{864AA651-CEAC-4EFB-918B-1B306A56E662}" destId="{134FA83D-70C0-4FBD-BDA0-ED79EB2B788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44265F-B304-474C-8DCE-81267E427D94}" type="doc">
      <dgm:prSet loTypeId="urn:microsoft.com/office/officeart/2005/8/layout/cycle4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599D44F-5A1D-403C-A93C-99DC1C9FF38A}">
      <dgm:prSet phldrT="[Text]"/>
      <dgm:spPr/>
      <dgm:t>
        <a:bodyPr/>
        <a:lstStyle/>
        <a:p>
          <a:r>
            <a:rPr lang="en-US" b="1" noProof="0">
              <a:latin typeface="Arial Nova Light" panose="020B0304020202020204" pitchFamily="34" charset="0"/>
            </a:rPr>
            <a:t>Power demand model</a:t>
          </a:r>
          <a:endParaRPr lang="en-US" noProof="0">
            <a:latin typeface="Arial Nova Light" panose="020B0304020202020204" pitchFamily="34" charset="0"/>
          </a:endParaRPr>
        </a:p>
      </dgm:t>
    </dgm:pt>
    <dgm:pt modelId="{903E1BFA-EED6-4B42-A646-A269E6AA5E46}" type="parTrans" cxnId="{F25559AC-3A5E-4136-9E3F-C78AD971740F}">
      <dgm:prSet/>
      <dgm:spPr/>
      <dgm:t>
        <a:bodyPr/>
        <a:lstStyle/>
        <a:p>
          <a:endParaRPr lang="en-US">
            <a:latin typeface="Arial Nova Light" panose="020B0304020202020204" pitchFamily="34" charset="0"/>
          </a:endParaRPr>
        </a:p>
      </dgm:t>
    </dgm:pt>
    <dgm:pt modelId="{AF5F76BB-D573-45AF-8F3F-BF4807E43A59}" type="sibTrans" cxnId="{F25559AC-3A5E-4136-9E3F-C78AD971740F}">
      <dgm:prSet/>
      <dgm:spPr/>
      <dgm:t>
        <a:bodyPr/>
        <a:lstStyle/>
        <a:p>
          <a:endParaRPr lang="en-US">
            <a:latin typeface="Arial Nova Light" panose="020B0304020202020204" pitchFamily="34" charset="0"/>
          </a:endParaRPr>
        </a:p>
      </dgm:t>
    </dgm:pt>
    <dgm:pt modelId="{160A4D3A-B6CD-4661-B76D-04534F0A9708}">
      <dgm:prSet phldrT="[Text]"/>
      <dgm:spPr/>
      <dgm:t>
        <a:bodyPr/>
        <a:lstStyle/>
        <a:p>
          <a:r>
            <a:rPr lang="en-US" b="1" noProof="0">
              <a:latin typeface="Arial Nova Light" panose="020B0304020202020204" pitchFamily="34" charset="0"/>
              <a:ea typeface="+mn-lt"/>
              <a:cs typeface="+mn-lt"/>
            </a:rPr>
            <a:t>Retirement model</a:t>
          </a:r>
          <a:endParaRPr lang="en-US" noProof="0">
            <a:latin typeface="Arial Nova Light" panose="020B0304020202020204" pitchFamily="34" charset="0"/>
          </a:endParaRPr>
        </a:p>
      </dgm:t>
    </dgm:pt>
    <dgm:pt modelId="{56F22030-9697-4728-95DE-50FF8B343D74}" type="parTrans" cxnId="{5E6A7B61-E8D7-4DE8-8D89-A11396DCBF78}">
      <dgm:prSet/>
      <dgm:spPr/>
      <dgm:t>
        <a:bodyPr/>
        <a:lstStyle/>
        <a:p>
          <a:endParaRPr lang="en-US">
            <a:latin typeface="Arial Nova Light" panose="020B0304020202020204" pitchFamily="34" charset="0"/>
          </a:endParaRPr>
        </a:p>
      </dgm:t>
    </dgm:pt>
    <dgm:pt modelId="{D892C19F-DEBE-486B-B85B-A27716BE6F70}" type="sibTrans" cxnId="{5E6A7B61-E8D7-4DE8-8D89-A11396DCBF78}">
      <dgm:prSet/>
      <dgm:spPr/>
      <dgm:t>
        <a:bodyPr/>
        <a:lstStyle/>
        <a:p>
          <a:endParaRPr lang="en-US">
            <a:latin typeface="Arial Nova Light" panose="020B0304020202020204" pitchFamily="34" charset="0"/>
          </a:endParaRPr>
        </a:p>
      </dgm:t>
    </dgm:pt>
    <dgm:pt modelId="{9C41697F-82A5-4053-90C7-2EBA257B4BC5}">
      <dgm:prSet phldrT="[Text]"/>
      <dgm:spPr/>
      <dgm:t>
        <a:bodyPr/>
        <a:lstStyle/>
        <a:p>
          <a:r>
            <a:rPr lang="en-US" b="1" noProof="0">
              <a:latin typeface="Arial Nova Light" panose="020B0304020202020204" pitchFamily="34" charset="0"/>
            </a:rPr>
            <a:t>Investment model</a:t>
          </a:r>
          <a:endParaRPr lang="en-US" noProof="0">
            <a:latin typeface="Arial Nova Light" panose="020B0304020202020204" pitchFamily="34" charset="0"/>
          </a:endParaRPr>
        </a:p>
      </dgm:t>
    </dgm:pt>
    <dgm:pt modelId="{13FB687C-7F8E-48F3-9CB4-9498E789FF82}" type="parTrans" cxnId="{7A9C8392-1315-48BA-94E3-765F78DAAE51}">
      <dgm:prSet/>
      <dgm:spPr/>
      <dgm:t>
        <a:bodyPr/>
        <a:lstStyle/>
        <a:p>
          <a:endParaRPr lang="en-US">
            <a:latin typeface="Arial Nova Light" panose="020B0304020202020204" pitchFamily="34" charset="0"/>
          </a:endParaRPr>
        </a:p>
      </dgm:t>
    </dgm:pt>
    <dgm:pt modelId="{4E33B212-FE48-4A9F-B233-6FEDD3943D0F}" type="sibTrans" cxnId="{7A9C8392-1315-48BA-94E3-765F78DAAE51}">
      <dgm:prSet/>
      <dgm:spPr/>
      <dgm:t>
        <a:bodyPr/>
        <a:lstStyle/>
        <a:p>
          <a:endParaRPr lang="en-US">
            <a:latin typeface="Arial Nova Light" panose="020B0304020202020204" pitchFamily="34" charset="0"/>
          </a:endParaRPr>
        </a:p>
      </dgm:t>
    </dgm:pt>
    <dgm:pt modelId="{A88C5F0E-4765-4DE1-997E-BF52EFAE9008}">
      <dgm:prSet phldrT="[Text]"/>
      <dgm:spPr/>
      <dgm:t>
        <a:bodyPr/>
        <a:lstStyle/>
        <a:p>
          <a:r>
            <a:rPr lang="en-US" b="1" noProof="0">
              <a:latin typeface="Arial Nova Light" panose="020B0304020202020204" pitchFamily="34" charset="0"/>
            </a:rPr>
            <a:t>Dispatch model  </a:t>
          </a:r>
          <a:endParaRPr lang="en-US" noProof="0">
            <a:latin typeface="Arial Nova Light" panose="020B0304020202020204" pitchFamily="34" charset="0"/>
          </a:endParaRPr>
        </a:p>
      </dgm:t>
    </dgm:pt>
    <dgm:pt modelId="{23A02D25-FB4A-447D-8E2B-2BA3E1CE847E}" type="parTrans" cxnId="{4050B69A-0641-4728-A9F8-990602DA4A1F}">
      <dgm:prSet/>
      <dgm:spPr/>
      <dgm:t>
        <a:bodyPr/>
        <a:lstStyle/>
        <a:p>
          <a:endParaRPr lang="en-US">
            <a:latin typeface="Arial Nova Light" panose="020B0304020202020204" pitchFamily="34" charset="0"/>
          </a:endParaRPr>
        </a:p>
      </dgm:t>
    </dgm:pt>
    <dgm:pt modelId="{BA46949E-6AF0-4DD8-AB91-7DEE250232AC}" type="sibTrans" cxnId="{4050B69A-0641-4728-A9F8-990602DA4A1F}">
      <dgm:prSet/>
      <dgm:spPr/>
      <dgm:t>
        <a:bodyPr/>
        <a:lstStyle/>
        <a:p>
          <a:endParaRPr lang="en-US">
            <a:latin typeface="Arial Nova Light" panose="020B0304020202020204" pitchFamily="34" charset="0"/>
          </a:endParaRPr>
        </a:p>
      </dgm:t>
    </dgm:pt>
    <dgm:pt modelId="{6A9B4086-04F4-4BEE-AB90-82403AE6CF9A}" type="pres">
      <dgm:prSet presAssocID="{7244265F-B304-474C-8DCE-81267E427D94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F3169927-FCA7-4EDA-AD80-75A2517B6EBB}" type="pres">
      <dgm:prSet presAssocID="{7244265F-B304-474C-8DCE-81267E427D94}" presName="children" presStyleCnt="0"/>
      <dgm:spPr/>
    </dgm:pt>
    <dgm:pt modelId="{71508502-1D9F-4768-A2BA-73F5641140C5}" type="pres">
      <dgm:prSet presAssocID="{7244265F-B304-474C-8DCE-81267E427D94}" presName="childPlaceholder" presStyleCnt="0"/>
      <dgm:spPr/>
    </dgm:pt>
    <dgm:pt modelId="{F5328F30-FDAD-4D9B-93E1-2169F4A7D3E3}" type="pres">
      <dgm:prSet presAssocID="{7244265F-B304-474C-8DCE-81267E427D94}" presName="circle" presStyleCnt="0"/>
      <dgm:spPr/>
    </dgm:pt>
    <dgm:pt modelId="{52380616-BA10-4EBB-9D39-6E1C4DE9913A}" type="pres">
      <dgm:prSet presAssocID="{7244265F-B304-474C-8DCE-81267E427D94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39A66033-B50A-4FAD-8984-20541D3146B0}" type="pres">
      <dgm:prSet presAssocID="{7244265F-B304-474C-8DCE-81267E427D94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A8720167-3BDD-45CC-B299-D6CE952DE514}" type="pres">
      <dgm:prSet presAssocID="{7244265F-B304-474C-8DCE-81267E427D94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901323F2-ED57-48AB-85BA-60F2ABAABA9D}" type="pres">
      <dgm:prSet presAssocID="{7244265F-B304-474C-8DCE-81267E427D94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76AA3EFB-1AAB-4F8F-AF00-8A705C8ACF79}" type="pres">
      <dgm:prSet presAssocID="{7244265F-B304-474C-8DCE-81267E427D94}" presName="quadrantPlaceholder" presStyleCnt="0"/>
      <dgm:spPr/>
    </dgm:pt>
    <dgm:pt modelId="{9CCBB017-C422-4711-B8D4-F7D707A26FA4}" type="pres">
      <dgm:prSet presAssocID="{7244265F-B304-474C-8DCE-81267E427D94}" presName="center1" presStyleLbl="fgShp" presStyleIdx="0" presStyleCnt="2"/>
      <dgm:spPr/>
    </dgm:pt>
    <dgm:pt modelId="{6D294DE3-E635-4A19-8501-7440366E0D5B}" type="pres">
      <dgm:prSet presAssocID="{7244265F-B304-474C-8DCE-81267E427D94}" presName="center2" presStyleLbl="fgShp" presStyleIdx="1" presStyleCnt="2"/>
      <dgm:spPr/>
    </dgm:pt>
  </dgm:ptLst>
  <dgm:cxnLst>
    <dgm:cxn modelId="{B1F77301-CC9F-4653-9E5E-6FA5BF042A47}" type="presOf" srcId="{A88C5F0E-4765-4DE1-997E-BF52EFAE9008}" destId="{901323F2-ED57-48AB-85BA-60F2ABAABA9D}" srcOrd="0" destOrd="0" presId="urn:microsoft.com/office/officeart/2005/8/layout/cycle4"/>
    <dgm:cxn modelId="{7149C910-074E-45D1-AFBB-61FF665EBE2E}" type="presOf" srcId="{7244265F-B304-474C-8DCE-81267E427D94}" destId="{6A9B4086-04F4-4BEE-AB90-82403AE6CF9A}" srcOrd="0" destOrd="0" presId="urn:microsoft.com/office/officeart/2005/8/layout/cycle4"/>
    <dgm:cxn modelId="{5E6A7B61-E8D7-4DE8-8D89-A11396DCBF78}" srcId="{7244265F-B304-474C-8DCE-81267E427D94}" destId="{160A4D3A-B6CD-4661-B76D-04534F0A9708}" srcOrd="1" destOrd="0" parTransId="{56F22030-9697-4728-95DE-50FF8B343D74}" sibTransId="{D892C19F-DEBE-486B-B85B-A27716BE6F70}"/>
    <dgm:cxn modelId="{8AAAB857-6754-4603-911E-62D5031FABEC}" type="presOf" srcId="{9C41697F-82A5-4053-90C7-2EBA257B4BC5}" destId="{A8720167-3BDD-45CC-B299-D6CE952DE514}" srcOrd="0" destOrd="0" presId="urn:microsoft.com/office/officeart/2005/8/layout/cycle4"/>
    <dgm:cxn modelId="{7A9C8392-1315-48BA-94E3-765F78DAAE51}" srcId="{7244265F-B304-474C-8DCE-81267E427D94}" destId="{9C41697F-82A5-4053-90C7-2EBA257B4BC5}" srcOrd="2" destOrd="0" parTransId="{13FB687C-7F8E-48F3-9CB4-9498E789FF82}" sibTransId="{4E33B212-FE48-4A9F-B233-6FEDD3943D0F}"/>
    <dgm:cxn modelId="{4050B69A-0641-4728-A9F8-990602DA4A1F}" srcId="{7244265F-B304-474C-8DCE-81267E427D94}" destId="{A88C5F0E-4765-4DE1-997E-BF52EFAE9008}" srcOrd="3" destOrd="0" parTransId="{23A02D25-FB4A-447D-8E2B-2BA3E1CE847E}" sibTransId="{BA46949E-6AF0-4DD8-AB91-7DEE250232AC}"/>
    <dgm:cxn modelId="{F25559AC-3A5E-4136-9E3F-C78AD971740F}" srcId="{7244265F-B304-474C-8DCE-81267E427D94}" destId="{1599D44F-5A1D-403C-A93C-99DC1C9FF38A}" srcOrd="0" destOrd="0" parTransId="{903E1BFA-EED6-4B42-A646-A269E6AA5E46}" sibTransId="{AF5F76BB-D573-45AF-8F3F-BF4807E43A59}"/>
    <dgm:cxn modelId="{AFB798C2-805B-4363-9161-9A0FB565621A}" type="presOf" srcId="{1599D44F-5A1D-403C-A93C-99DC1C9FF38A}" destId="{52380616-BA10-4EBB-9D39-6E1C4DE9913A}" srcOrd="0" destOrd="0" presId="urn:microsoft.com/office/officeart/2005/8/layout/cycle4"/>
    <dgm:cxn modelId="{876257DD-EBEF-4076-B986-E9DA823964F8}" type="presOf" srcId="{160A4D3A-B6CD-4661-B76D-04534F0A9708}" destId="{39A66033-B50A-4FAD-8984-20541D3146B0}" srcOrd="0" destOrd="0" presId="urn:microsoft.com/office/officeart/2005/8/layout/cycle4"/>
    <dgm:cxn modelId="{D91A799E-06DF-46D5-B5C0-46444E10DCAB}" type="presParOf" srcId="{6A9B4086-04F4-4BEE-AB90-82403AE6CF9A}" destId="{F3169927-FCA7-4EDA-AD80-75A2517B6EBB}" srcOrd="0" destOrd="0" presId="urn:microsoft.com/office/officeart/2005/8/layout/cycle4"/>
    <dgm:cxn modelId="{B951BE17-E776-443A-A9B7-1100EFD85450}" type="presParOf" srcId="{F3169927-FCA7-4EDA-AD80-75A2517B6EBB}" destId="{71508502-1D9F-4768-A2BA-73F5641140C5}" srcOrd="0" destOrd="0" presId="urn:microsoft.com/office/officeart/2005/8/layout/cycle4"/>
    <dgm:cxn modelId="{7382A53E-8701-4551-89CF-C6A4F263750A}" type="presParOf" srcId="{6A9B4086-04F4-4BEE-AB90-82403AE6CF9A}" destId="{F5328F30-FDAD-4D9B-93E1-2169F4A7D3E3}" srcOrd="1" destOrd="0" presId="urn:microsoft.com/office/officeart/2005/8/layout/cycle4"/>
    <dgm:cxn modelId="{E5DD9EAD-8B87-4263-9230-968007930A2D}" type="presParOf" srcId="{F5328F30-FDAD-4D9B-93E1-2169F4A7D3E3}" destId="{52380616-BA10-4EBB-9D39-6E1C4DE9913A}" srcOrd="0" destOrd="0" presId="urn:microsoft.com/office/officeart/2005/8/layout/cycle4"/>
    <dgm:cxn modelId="{6F63AED9-FB9A-4957-8061-F73AE8C54760}" type="presParOf" srcId="{F5328F30-FDAD-4D9B-93E1-2169F4A7D3E3}" destId="{39A66033-B50A-4FAD-8984-20541D3146B0}" srcOrd="1" destOrd="0" presId="urn:microsoft.com/office/officeart/2005/8/layout/cycle4"/>
    <dgm:cxn modelId="{47C001C2-12E6-4320-B171-00526BB58AA7}" type="presParOf" srcId="{F5328F30-FDAD-4D9B-93E1-2169F4A7D3E3}" destId="{A8720167-3BDD-45CC-B299-D6CE952DE514}" srcOrd="2" destOrd="0" presId="urn:microsoft.com/office/officeart/2005/8/layout/cycle4"/>
    <dgm:cxn modelId="{825E8E42-5A5D-4D6C-AC15-2FDEC6523045}" type="presParOf" srcId="{F5328F30-FDAD-4D9B-93E1-2169F4A7D3E3}" destId="{901323F2-ED57-48AB-85BA-60F2ABAABA9D}" srcOrd="3" destOrd="0" presId="urn:microsoft.com/office/officeart/2005/8/layout/cycle4"/>
    <dgm:cxn modelId="{CED60406-ACEF-449E-AD52-A5BEAE6F9339}" type="presParOf" srcId="{F5328F30-FDAD-4D9B-93E1-2169F4A7D3E3}" destId="{76AA3EFB-1AAB-4F8F-AF00-8A705C8ACF79}" srcOrd="4" destOrd="0" presId="urn:microsoft.com/office/officeart/2005/8/layout/cycle4"/>
    <dgm:cxn modelId="{6C3C3853-CF3B-4F67-BB05-FBF43B77C213}" type="presParOf" srcId="{6A9B4086-04F4-4BEE-AB90-82403AE6CF9A}" destId="{9CCBB017-C422-4711-B8D4-F7D707A26FA4}" srcOrd="2" destOrd="0" presId="urn:microsoft.com/office/officeart/2005/8/layout/cycle4"/>
    <dgm:cxn modelId="{60E05459-078A-4160-919B-B00120C3BFAB}" type="presParOf" srcId="{6A9B4086-04F4-4BEE-AB90-82403AE6CF9A}" destId="{6D294DE3-E635-4A19-8501-7440366E0D5B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59E28B-D8CD-44C7-A7A4-BFC3839EAFA2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9D4CE7-30BF-4A93-8CDE-915D3FE4A0D6}">
      <dgm:prSet phldrT="[Text]"/>
      <dgm:spPr/>
      <dgm:t>
        <a:bodyPr/>
        <a:lstStyle/>
        <a:p>
          <a:r>
            <a:rPr lang="en-US" noProof="0">
              <a:latin typeface="Arial Nova Light" panose="020B0304020202020204" pitchFamily="34" charset="0"/>
            </a:rPr>
            <a:t>Health impacts</a:t>
          </a:r>
        </a:p>
      </dgm:t>
    </dgm:pt>
    <dgm:pt modelId="{09F01A82-3721-4877-8F4F-81098CD43B08}" type="parTrans" cxnId="{C16F4D14-8A71-4083-BE54-0A6017B6A3AD}">
      <dgm:prSet/>
      <dgm:spPr/>
      <dgm:t>
        <a:bodyPr/>
        <a:lstStyle/>
        <a:p>
          <a:endParaRPr lang="en-US"/>
        </a:p>
      </dgm:t>
    </dgm:pt>
    <dgm:pt modelId="{9C8FBA27-2A26-429F-9770-2A4C80DA7C66}" type="sibTrans" cxnId="{C16F4D14-8A71-4083-BE54-0A6017B6A3AD}">
      <dgm:prSet/>
      <dgm:spPr/>
      <dgm:t>
        <a:bodyPr/>
        <a:lstStyle/>
        <a:p>
          <a:endParaRPr lang="en-US"/>
        </a:p>
      </dgm:t>
    </dgm:pt>
    <dgm:pt modelId="{E06EB7E9-A976-439A-9702-9F2220C818D8}">
      <dgm:prSet phldrT="[Text]"/>
      <dgm:spPr/>
      <dgm:t>
        <a:bodyPr/>
        <a:lstStyle/>
        <a:p>
          <a:r>
            <a:rPr lang="en-US" noProof="0">
              <a:latin typeface="Arial Nova Light" panose="020B0304020202020204" pitchFamily="34" charset="0"/>
            </a:rPr>
            <a:t>Mortality</a:t>
          </a:r>
        </a:p>
      </dgm:t>
    </dgm:pt>
    <dgm:pt modelId="{6ADCCB4C-ADEC-4412-B21A-B02F9BE4BD16}" type="parTrans" cxnId="{26EADCC9-18AC-43A9-BCBE-892359AFB0F0}">
      <dgm:prSet/>
      <dgm:spPr/>
      <dgm:t>
        <a:bodyPr/>
        <a:lstStyle/>
        <a:p>
          <a:endParaRPr lang="en-US"/>
        </a:p>
      </dgm:t>
    </dgm:pt>
    <dgm:pt modelId="{3508F6A9-3805-4FCA-A560-2FE47FC3BCDF}" type="sibTrans" cxnId="{26EADCC9-18AC-43A9-BCBE-892359AFB0F0}">
      <dgm:prSet/>
      <dgm:spPr/>
      <dgm:t>
        <a:bodyPr/>
        <a:lstStyle/>
        <a:p>
          <a:endParaRPr lang="en-US"/>
        </a:p>
      </dgm:t>
    </dgm:pt>
    <dgm:pt modelId="{64530068-FD81-4015-88BB-2A2C1BDD3DD7}">
      <dgm:prSet phldrT="[Text]"/>
      <dgm:spPr/>
      <dgm:t>
        <a:bodyPr/>
        <a:lstStyle/>
        <a:p>
          <a:r>
            <a:rPr lang="en-US" noProof="0">
              <a:latin typeface="Arial Nova Light" panose="020B0304020202020204" pitchFamily="34" charset="0"/>
            </a:rPr>
            <a:t>Morbidity</a:t>
          </a:r>
        </a:p>
      </dgm:t>
    </dgm:pt>
    <dgm:pt modelId="{3CF7971E-1364-4583-AC53-DE33267D566A}" type="parTrans" cxnId="{2D5C1BEB-3B18-45A1-874F-437C402EFBF5}">
      <dgm:prSet/>
      <dgm:spPr/>
      <dgm:t>
        <a:bodyPr/>
        <a:lstStyle/>
        <a:p>
          <a:endParaRPr lang="en-US"/>
        </a:p>
      </dgm:t>
    </dgm:pt>
    <dgm:pt modelId="{434AC6F7-3C88-4882-B9BB-C298B7965F19}" type="sibTrans" cxnId="{2D5C1BEB-3B18-45A1-874F-437C402EFBF5}">
      <dgm:prSet/>
      <dgm:spPr/>
      <dgm:t>
        <a:bodyPr/>
        <a:lstStyle/>
        <a:p>
          <a:endParaRPr lang="en-US"/>
        </a:p>
      </dgm:t>
    </dgm:pt>
    <dgm:pt modelId="{251D0B36-BFA5-44A4-B8DA-5E1005A2B974}">
      <dgm:prSet phldrT="[Text]"/>
      <dgm:spPr/>
      <dgm:t>
        <a:bodyPr/>
        <a:lstStyle/>
        <a:p>
          <a:r>
            <a:rPr lang="en-US" noProof="0">
              <a:latin typeface="Arial Nova Light" panose="020B0304020202020204" pitchFamily="34" charset="0"/>
            </a:rPr>
            <a:t>Economic impacts</a:t>
          </a:r>
        </a:p>
      </dgm:t>
    </dgm:pt>
    <dgm:pt modelId="{8159C915-807F-427A-9958-BD7B2EE3D738}" type="parTrans" cxnId="{2EE42248-2115-4007-9D56-3949B9F9D52F}">
      <dgm:prSet/>
      <dgm:spPr/>
      <dgm:t>
        <a:bodyPr/>
        <a:lstStyle/>
        <a:p>
          <a:endParaRPr lang="en-US"/>
        </a:p>
      </dgm:t>
    </dgm:pt>
    <dgm:pt modelId="{A65D7CCB-D02F-4D58-85D5-EFAC20F58D44}" type="sibTrans" cxnId="{2EE42248-2115-4007-9D56-3949B9F9D52F}">
      <dgm:prSet/>
      <dgm:spPr/>
      <dgm:t>
        <a:bodyPr/>
        <a:lstStyle/>
        <a:p>
          <a:endParaRPr lang="en-US"/>
        </a:p>
      </dgm:t>
    </dgm:pt>
    <dgm:pt modelId="{43C68D98-0823-4AFD-A574-171C07845F56}">
      <dgm:prSet phldrT="[Text]"/>
      <dgm:spPr/>
      <dgm:t>
        <a:bodyPr/>
        <a:lstStyle/>
        <a:p>
          <a:r>
            <a:rPr lang="en-US" noProof="0">
              <a:latin typeface="Arial Nova Light" panose="020B0304020202020204" pitchFamily="34" charset="0"/>
            </a:rPr>
            <a:t>GDP losses</a:t>
          </a:r>
        </a:p>
      </dgm:t>
    </dgm:pt>
    <dgm:pt modelId="{C9F865BA-D3E7-446F-876F-8834EF3A85D8}" type="parTrans" cxnId="{91B8DC60-CD9D-47C9-9C99-DA06223649DF}">
      <dgm:prSet/>
      <dgm:spPr/>
      <dgm:t>
        <a:bodyPr/>
        <a:lstStyle/>
        <a:p>
          <a:endParaRPr lang="en-US"/>
        </a:p>
      </dgm:t>
    </dgm:pt>
    <dgm:pt modelId="{3BAA4BEF-003F-4884-A381-A95CB71A35E7}" type="sibTrans" cxnId="{91B8DC60-CD9D-47C9-9C99-DA06223649DF}">
      <dgm:prSet/>
      <dgm:spPr/>
      <dgm:t>
        <a:bodyPr/>
        <a:lstStyle/>
        <a:p>
          <a:endParaRPr lang="en-US"/>
        </a:p>
      </dgm:t>
    </dgm:pt>
    <dgm:pt modelId="{EE956341-74D7-47AC-AC68-C5E30FBF31B9}">
      <dgm:prSet phldrT="[Text]"/>
      <dgm:spPr/>
      <dgm:t>
        <a:bodyPr/>
        <a:lstStyle/>
        <a:p>
          <a:r>
            <a:rPr lang="en-US" noProof="0">
              <a:latin typeface="Arial Nova Light" panose="020B0304020202020204" pitchFamily="34" charset="0"/>
            </a:rPr>
            <a:t>Lost wages</a:t>
          </a:r>
        </a:p>
      </dgm:t>
    </dgm:pt>
    <dgm:pt modelId="{21E7488B-FA55-40E0-ACF6-108FB316E62F}" type="parTrans" cxnId="{E8DA2941-AD3B-4B1E-93AF-F6049C5C9200}">
      <dgm:prSet/>
      <dgm:spPr/>
      <dgm:t>
        <a:bodyPr/>
        <a:lstStyle/>
        <a:p>
          <a:endParaRPr lang="en-US"/>
        </a:p>
      </dgm:t>
    </dgm:pt>
    <dgm:pt modelId="{DF71A5CF-A66E-4C51-B4A8-A30F0F571176}" type="sibTrans" cxnId="{E8DA2941-AD3B-4B1E-93AF-F6049C5C9200}">
      <dgm:prSet/>
      <dgm:spPr/>
      <dgm:t>
        <a:bodyPr/>
        <a:lstStyle/>
        <a:p>
          <a:endParaRPr lang="en-US"/>
        </a:p>
      </dgm:t>
    </dgm:pt>
    <dgm:pt modelId="{B932230E-F506-43D8-945A-AB04830A3F9B}">
      <dgm:prSet phldrT="[Text]"/>
      <dgm:spPr/>
      <dgm:t>
        <a:bodyPr/>
        <a:lstStyle/>
        <a:p>
          <a:r>
            <a:rPr lang="en-US" noProof="0">
              <a:latin typeface="Arial Nova Light" panose="020B0304020202020204" pitchFamily="34" charset="0"/>
            </a:rPr>
            <a:t>Summary indicators</a:t>
          </a:r>
        </a:p>
      </dgm:t>
    </dgm:pt>
    <dgm:pt modelId="{09DA735C-D2FA-4152-8036-BF10002F9C87}" type="parTrans" cxnId="{DFA2C218-0754-4C8F-83C8-24BE3378E90C}">
      <dgm:prSet/>
      <dgm:spPr/>
      <dgm:t>
        <a:bodyPr/>
        <a:lstStyle/>
        <a:p>
          <a:endParaRPr lang="en-US"/>
        </a:p>
      </dgm:t>
    </dgm:pt>
    <dgm:pt modelId="{46EDC84C-5137-455E-A2CE-090420665191}" type="sibTrans" cxnId="{DFA2C218-0754-4C8F-83C8-24BE3378E90C}">
      <dgm:prSet/>
      <dgm:spPr/>
      <dgm:t>
        <a:bodyPr/>
        <a:lstStyle/>
        <a:p>
          <a:endParaRPr lang="en-US"/>
        </a:p>
      </dgm:t>
    </dgm:pt>
    <dgm:pt modelId="{5686B486-60FD-4194-94D1-EA30ECB6D2B5}">
      <dgm:prSet phldrT="[Text]"/>
      <dgm:spPr/>
      <dgm:t>
        <a:bodyPr/>
        <a:lstStyle/>
        <a:p>
          <a:r>
            <a:rPr lang="en-US" noProof="0">
              <a:latin typeface="Arial Nova Light" panose="020B0304020202020204" pitchFamily="34" charset="0"/>
            </a:rPr>
            <a:t>Deaths per </a:t>
          </a:r>
          <a:r>
            <a:rPr lang="en-US" noProof="0" err="1">
              <a:latin typeface="Arial Nova Light" panose="020B0304020202020204" pitchFamily="34" charset="0"/>
            </a:rPr>
            <a:t>Ktoe</a:t>
          </a:r>
          <a:endParaRPr lang="en-US" noProof="0">
            <a:latin typeface="Arial Nova Light" panose="020B0304020202020204" pitchFamily="34" charset="0"/>
          </a:endParaRPr>
        </a:p>
      </dgm:t>
    </dgm:pt>
    <dgm:pt modelId="{0831B1CB-5039-46BC-B61C-5DCE00A92690}" type="parTrans" cxnId="{86FF7F4D-98F2-48CF-AF94-A4E26828458E}">
      <dgm:prSet/>
      <dgm:spPr/>
      <dgm:t>
        <a:bodyPr/>
        <a:lstStyle/>
        <a:p>
          <a:endParaRPr lang="en-US"/>
        </a:p>
      </dgm:t>
    </dgm:pt>
    <dgm:pt modelId="{02D90BDA-9FDB-4F39-B2A9-4CAE33FAD29D}" type="sibTrans" cxnId="{86FF7F4D-98F2-48CF-AF94-A4E26828458E}">
      <dgm:prSet/>
      <dgm:spPr/>
      <dgm:t>
        <a:bodyPr/>
        <a:lstStyle/>
        <a:p>
          <a:endParaRPr lang="en-US"/>
        </a:p>
      </dgm:t>
    </dgm:pt>
    <dgm:pt modelId="{42A5B97B-93CA-45BE-8E32-557F675B5C91}">
      <dgm:prSet phldrT="[Text]"/>
      <dgm:spPr/>
      <dgm:t>
        <a:bodyPr/>
        <a:lstStyle/>
        <a:p>
          <a:r>
            <a:rPr lang="en-US" noProof="0">
              <a:latin typeface="Arial Nova Light" panose="020B0304020202020204" pitchFamily="34" charset="0"/>
            </a:rPr>
            <a:t>$/liter of gasoline, diesel, etc.</a:t>
          </a:r>
        </a:p>
      </dgm:t>
    </dgm:pt>
    <dgm:pt modelId="{AFD4F0CE-11F3-4F3A-88EF-8963FF32AE30}" type="parTrans" cxnId="{A0CB9717-E25B-4AC1-8FD9-E5FA79AD27DE}">
      <dgm:prSet/>
      <dgm:spPr/>
      <dgm:t>
        <a:bodyPr/>
        <a:lstStyle/>
        <a:p>
          <a:endParaRPr lang="en-US"/>
        </a:p>
      </dgm:t>
    </dgm:pt>
    <dgm:pt modelId="{2A7680AB-06D3-46ED-8073-D39CD94699C3}" type="sibTrans" cxnId="{A0CB9717-E25B-4AC1-8FD9-E5FA79AD27DE}">
      <dgm:prSet/>
      <dgm:spPr/>
      <dgm:t>
        <a:bodyPr/>
        <a:lstStyle/>
        <a:p>
          <a:endParaRPr lang="en-US"/>
        </a:p>
      </dgm:t>
    </dgm:pt>
    <dgm:pt modelId="{5245D8AB-0BA2-4287-A235-0340DECC842F}">
      <dgm:prSet phldrT="[Text]"/>
      <dgm:spPr/>
      <dgm:t>
        <a:bodyPr/>
        <a:lstStyle/>
        <a:p>
          <a:r>
            <a:rPr lang="en-US" noProof="0">
              <a:latin typeface="Arial Nova Light" panose="020B0304020202020204" pitchFamily="34" charset="0"/>
            </a:rPr>
            <a:t>Health expenditure</a:t>
          </a:r>
        </a:p>
      </dgm:t>
    </dgm:pt>
    <dgm:pt modelId="{E47B1F86-F8AD-4837-B6E5-9239A7DAD4C3}" type="parTrans" cxnId="{6BE764C6-1715-45DD-9C9B-8489490E4072}">
      <dgm:prSet/>
      <dgm:spPr/>
      <dgm:t>
        <a:bodyPr/>
        <a:lstStyle/>
        <a:p>
          <a:endParaRPr lang="en-US"/>
        </a:p>
      </dgm:t>
    </dgm:pt>
    <dgm:pt modelId="{18782015-305A-49D6-A5A4-E484323603A7}" type="sibTrans" cxnId="{6BE764C6-1715-45DD-9C9B-8489490E4072}">
      <dgm:prSet/>
      <dgm:spPr/>
      <dgm:t>
        <a:bodyPr/>
        <a:lstStyle/>
        <a:p>
          <a:endParaRPr lang="en-US"/>
        </a:p>
      </dgm:t>
    </dgm:pt>
    <dgm:pt modelId="{D821A03B-22DD-445B-89B2-E3A30AF8A93E}" type="pres">
      <dgm:prSet presAssocID="{2659E28B-D8CD-44C7-A7A4-BFC3839EAFA2}" presName="Name0" presStyleCnt="0">
        <dgm:presLayoutVars>
          <dgm:dir/>
          <dgm:animLvl val="lvl"/>
          <dgm:resizeHandles val="exact"/>
        </dgm:presLayoutVars>
      </dgm:prSet>
      <dgm:spPr/>
    </dgm:pt>
    <dgm:pt modelId="{D9778944-F521-4397-9311-087F4571876C}" type="pres">
      <dgm:prSet presAssocID="{2659E28B-D8CD-44C7-A7A4-BFC3839EAFA2}" presName="tSp" presStyleCnt="0"/>
      <dgm:spPr/>
    </dgm:pt>
    <dgm:pt modelId="{33663F0B-0AD4-437C-961D-992A08F4A836}" type="pres">
      <dgm:prSet presAssocID="{2659E28B-D8CD-44C7-A7A4-BFC3839EAFA2}" presName="bSp" presStyleCnt="0"/>
      <dgm:spPr/>
    </dgm:pt>
    <dgm:pt modelId="{C9357D3F-FD76-45D5-AFEE-0E3A2F5A7342}" type="pres">
      <dgm:prSet presAssocID="{2659E28B-D8CD-44C7-A7A4-BFC3839EAFA2}" presName="process" presStyleCnt="0"/>
      <dgm:spPr/>
    </dgm:pt>
    <dgm:pt modelId="{59B90727-3AE6-4D7F-B046-297A521FD5B1}" type="pres">
      <dgm:prSet presAssocID="{859D4CE7-30BF-4A93-8CDE-915D3FE4A0D6}" presName="composite1" presStyleCnt="0"/>
      <dgm:spPr/>
    </dgm:pt>
    <dgm:pt modelId="{2B65457A-ADA4-4C8C-9876-777F44B46C5C}" type="pres">
      <dgm:prSet presAssocID="{859D4CE7-30BF-4A93-8CDE-915D3FE4A0D6}" presName="dummyNode1" presStyleLbl="node1" presStyleIdx="0" presStyleCnt="3"/>
      <dgm:spPr/>
    </dgm:pt>
    <dgm:pt modelId="{C6800C4A-9C97-4CB2-9269-706998B193E6}" type="pres">
      <dgm:prSet presAssocID="{859D4CE7-30BF-4A93-8CDE-915D3FE4A0D6}" presName="childNode1" presStyleLbl="bgAcc1" presStyleIdx="0" presStyleCnt="3">
        <dgm:presLayoutVars>
          <dgm:bulletEnabled val="1"/>
        </dgm:presLayoutVars>
      </dgm:prSet>
      <dgm:spPr/>
    </dgm:pt>
    <dgm:pt modelId="{93E7CC30-D8A6-4BB7-95AA-377623E18125}" type="pres">
      <dgm:prSet presAssocID="{859D4CE7-30BF-4A93-8CDE-915D3FE4A0D6}" presName="childNode1tx" presStyleLbl="bgAcc1" presStyleIdx="0" presStyleCnt="3">
        <dgm:presLayoutVars>
          <dgm:bulletEnabled val="1"/>
        </dgm:presLayoutVars>
      </dgm:prSet>
      <dgm:spPr/>
    </dgm:pt>
    <dgm:pt modelId="{1AF80B59-800B-4492-A575-45CCFA0CB48B}" type="pres">
      <dgm:prSet presAssocID="{859D4CE7-30BF-4A93-8CDE-915D3FE4A0D6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AC6EA3B3-1466-4270-94EB-F3472D31ECF9}" type="pres">
      <dgm:prSet presAssocID="{859D4CE7-30BF-4A93-8CDE-915D3FE4A0D6}" presName="connSite1" presStyleCnt="0"/>
      <dgm:spPr/>
    </dgm:pt>
    <dgm:pt modelId="{75C22D5E-CA37-44EF-8DA4-1CC9F0545621}" type="pres">
      <dgm:prSet presAssocID="{9C8FBA27-2A26-429F-9770-2A4C80DA7C66}" presName="Name9" presStyleLbl="sibTrans2D1" presStyleIdx="0" presStyleCnt="2" custLinFactNeighborX="7557" custLinFactNeighborY="1008"/>
      <dgm:spPr/>
    </dgm:pt>
    <dgm:pt modelId="{77E0466F-67FF-4A58-A0EA-5BB1DDB6693E}" type="pres">
      <dgm:prSet presAssocID="{251D0B36-BFA5-44A4-B8DA-5E1005A2B974}" presName="composite2" presStyleCnt="0"/>
      <dgm:spPr/>
    </dgm:pt>
    <dgm:pt modelId="{14A64B23-8B54-4E93-9724-46B98999DE5F}" type="pres">
      <dgm:prSet presAssocID="{251D0B36-BFA5-44A4-B8DA-5E1005A2B974}" presName="dummyNode2" presStyleLbl="node1" presStyleIdx="0" presStyleCnt="3"/>
      <dgm:spPr/>
    </dgm:pt>
    <dgm:pt modelId="{801A4DF7-A503-4517-9F59-5DFF64F963C4}" type="pres">
      <dgm:prSet presAssocID="{251D0B36-BFA5-44A4-B8DA-5E1005A2B974}" presName="childNode2" presStyleLbl="bgAcc1" presStyleIdx="1" presStyleCnt="3">
        <dgm:presLayoutVars>
          <dgm:bulletEnabled val="1"/>
        </dgm:presLayoutVars>
      </dgm:prSet>
      <dgm:spPr/>
    </dgm:pt>
    <dgm:pt modelId="{D92A7D75-76C8-4A6A-A70E-5A9A01358D0E}" type="pres">
      <dgm:prSet presAssocID="{251D0B36-BFA5-44A4-B8DA-5E1005A2B974}" presName="childNode2tx" presStyleLbl="bgAcc1" presStyleIdx="1" presStyleCnt="3">
        <dgm:presLayoutVars>
          <dgm:bulletEnabled val="1"/>
        </dgm:presLayoutVars>
      </dgm:prSet>
      <dgm:spPr/>
    </dgm:pt>
    <dgm:pt modelId="{8E1756D4-A49E-4BEC-98B9-A5676403B800}" type="pres">
      <dgm:prSet presAssocID="{251D0B36-BFA5-44A4-B8DA-5E1005A2B974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38F102E2-AB14-4F0E-9F40-D0E3E757ABE6}" type="pres">
      <dgm:prSet presAssocID="{251D0B36-BFA5-44A4-B8DA-5E1005A2B974}" presName="connSite2" presStyleCnt="0"/>
      <dgm:spPr/>
    </dgm:pt>
    <dgm:pt modelId="{3B8504AC-BE4A-4C1F-9AE0-5DEF5CD4F12D}" type="pres">
      <dgm:prSet presAssocID="{A65D7CCB-D02F-4D58-85D5-EFAC20F58D44}" presName="Name18" presStyleLbl="sibTrans2D1" presStyleIdx="1" presStyleCnt="2"/>
      <dgm:spPr/>
    </dgm:pt>
    <dgm:pt modelId="{A79A3248-4611-4C9B-B16F-2BAAF267A403}" type="pres">
      <dgm:prSet presAssocID="{B932230E-F506-43D8-945A-AB04830A3F9B}" presName="composite1" presStyleCnt="0"/>
      <dgm:spPr/>
    </dgm:pt>
    <dgm:pt modelId="{94456ADD-88CD-49FE-B8D3-B9308C0844EF}" type="pres">
      <dgm:prSet presAssocID="{B932230E-F506-43D8-945A-AB04830A3F9B}" presName="dummyNode1" presStyleLbl="node1" presStyleIdx="1" presStyleCnt="3"/>
      <dgm:spPr/>
    </dgm:pt>
    <dgm:pt modelId="{C50913D5-3F29-48A4-8F7F-6EE0FFC2D317}" type="pres">
      <dgm:prSet presAssocID="{B932230E-F506-43D8-945A-AB04830A3F9B}" presName="childNode1" presStyleLbl="bgAcc1" presStyleIdx="2" presStyleCnt="3">
        <dgm:presLayoutVars>
          <dgm:bulletEnabled val="1"/>
        </dgm:presLayoutVars>
      </dgm:prSet>
      <dgm:spPr/>
    </dgm:pt>
    <dgm:pt modelId="{C371F5F2-94CF-4CBE-8CA3-51E5845B665A}" type="pres">
      <dgm:prSet presAssocID="{B932230E-F506-43D8-945A-AB04830A3F9B}" presName="childNode1tx" presStyleLbl="bgAcc1" presStyleIdx="2" presStyleCnt="3">
        <dgm:presLayoutVars>
          <dgm:bulletEnabled val="1"/>
        </dgm:presLayoutVars>
      </dgm:prSet>
      <dgm:spPr/>
    </dgm:pt>
    <dgm:pt modelId="{95737D4D-2CF5-410D-8E64-60CD2F2577EA}" type="pres">
      <dgm:prSet presAssocID="{B932230E-F506-43D8-945A-AB04830A3F9B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5BFE45EC-88CF-4583-B9AA-AF51CE5F5DF4}" type="pres">
      <dgm:prSet presAssocID="{B932230E-F506-43D8-945A-AB04830A3F9B}" presName="connSite1" presStyleCnt="0"/>
      <dgm:spPr/>
    </dgm:pt>
  </dgm:ptLst>
  <dgm:cxnLst>
    <dgm:cxn modelId="{FA098904-2DBA-46A2-9BB8-D41B1C93F7B4}" type="presOf" srcId="{42A5B97B-93CA-45BE-8E32-557F675B5C91}" destId="{C50913D5-3F29-48A4-8F7F-6EE0FFC2D317}" srcOrd="0" destOrd="1" presId="urn:microsoft.com/office/officeart/2005/8/layout/hProcess4"/>
    <dgm:cxn modelId="{FAE6B207-A164-4A06-8D99-2A3EAAA1E6E3}" type="presOf" srcId="{E06EB7E9-A976-439A-9702-9F2220C818D8}" destId="{C6800C4A-9C97-4CB2-9269-706998B193E6}" srcOrd="0" destOrd="0" presId="urn:microsoft.com/office/officeart/2005/8/layout/hProcess4"/>
    <dgm:cxn modelId="{5F27B513-047B-4509-99FC-25EDAD65CB1A}" type="presOf" srcId="{E06EB7E9-A976-439A-9702-9F2220C818D8}" destId="{93E7CC30-D8A6-4BB7-95AA-377623E18125}" srcOrd="1" destOrd="0" presId="urn:microsoft.com/office/officeart/2005/8/layout/hProcess4"/>
    <dgm:cxn modelId="{C6473714-CDF1-418A-B152-D96D9E421942}" type="presOf" srcId="{A65D7CCB-D02F-4D58-85D5-EFAC20F58D44}" destId="{3B8504AC-BE4A-4C1F-9AE0-5DEF5CD4F12D}" srcOrd="0" destOrd="0" presId="urn:microsoft.com/office/officeart/2005/8/layout/hProcess4"/>
    <dgm:cxn modelId="{C16F4D14-8A71-4083-BE54-0A6017B6A3AD}" srcId="{2659E28B-D8CD-44C7-A7A4-BFC3839EAFA2}" destId="{859D4CE7-30BF-4A93-8CDE-915D3FE4A0D6}" srcOrd="0" destOrd="0" parTransId="{09F01A82-3721-4877-8F4F-81098CD43B08}" sibTransId="{9C8FBA27-2A26-429F-9770-2A4C80DA7C66}"/>
    <dgm:cxn modelId="{A0CB9717-E25B-4AC1-8FD9-E5FA79AD27DE}" srcId="{B932230E-F506-43D8-945A-AB04830A3F9B}" destId="{42A5B97B-93CA-45BE-8E32-557F675B5C91}" srcOrd="1" destOrd="0" parTransId="{AFD4F0CE-11F3-4F3A-88EF-8963FF32AE30}" sibTransId="{2A7680AB-06D3-46ED-8073-D39CD94699C3}"/>
    <dgm:cxn modelId="{DFA2C218-0754-4C8F-83C8-24BE3378E90C}" srcId="{2659E28B-D8CD-44C7-A7A4-BFC3839EAFA2}" destId="{B932230E-F506-43D8-945A-AB04830A3F9B}" srcOrd="2" destOrd="0" parTransId="{09DA735C-D2FA-4152-8036-BF10002F9C87}" sibTransId="{46EDC84C-5137-455E-A2CE-090420665191}"/>
    <dgm:cxn modelId="{D1C2BB21-D55C-40CE-B6F2-A66EE9A51533}" type="presOf" srcId="{43C68D98-0823-4AFD-A574-171C07845F56}" destId="{D92A7D75-76C8-4A6A-A70E-5A9A01358D0E}" srcOrd="1" destOrd="0" presId="urn:microsoft.com/office/officeart/2005/8/layout/hProcess4"/>
    <dgm:cxn modelId="{0492BB37-C9CA-4027-BB6D-194D8A9777CB}" type="presOf" srcId="{5245D8AB-0BA2-4287-A235-0340DECC842F}" destId="{801A4DF7-A503-4517-9F59-5DFF64F963C4}" srcOrd="0" destOrd="2" presId="urn:microsoft.com/office/officeart/2005/8/layout/hProcess4"/>
    <dgm:cxn modelId="{38B3F237-EEE6-43E5-9469-F9EFB476F4F2}" type="presOf" srcId="{5686B486-60FD-4194-94D1-EA30ECB6D2B5}" destId="{C50913D5-3F29-48A4-8F7F-6EE0FFC2D317}" srcOrd="0" destOrd="0" presId="urn:microsoft.com/office/officeart/2005/8/layout/hProcess4"/>
    <dgm:cxn modelId="{72E40338-27A4-4642-8FB7-31CF15570559}" type="presOf" srcId="{EE956341-74D7-47AC-AC68-C5E30FBF31B9}" destId="{801A4DF7-A503-4517-9F59-5DFF64F963C4}" srcOrd="0" destOrd="1" presId="urn:microsoft.com/office/officeart/2005/8/layout/hProcess4"/>
    <dgm:cxn modelId="{91B8DC60-CD9D-47C9-9C99-DA06223649DF}" srcId="{251D0B36-BFA5-44A4-B8DA-5E1005A2B974}" destId="{43C68D98-0823-4AFD-A574-171C07845F56}" srcOrd="0" destOrd="0" parTransId="{C9F865BA-D3E7-446F-876F-8834EF3A85D8}" sibTransId="{3BAA4BEF-003F-4884-A381-A95CB71A35E7}"/>
    <dgm:cxn modelId="{E8DA2941-AD3B-4B1E-93AF-F6049C5C9200}" srcId="{251D0B36-BFA5-44A4-B8DA-5E1005A2B974}" destId="{EE956341-74D7-47AC-AC68-C5E30FBF31B9}" srcOrd="1" destOrd="0" parTransId="{21E7488B-FA55-40E0-ACF6-108FB316E62F}" sibTransId="{DF71A5CF-A66E-4C51-B4A8-A30F0F571176}"/>
    <dgm:cxn modelId="{2EE42248-2115-4007-9D56-3949B9F9D52F}" srcId="{2659E28B-D8CD-44C7-A7A4-BFC3839EAFA2}" destId="{251D0B36-BFA5-44A4-B8DA-5E1005A2B974}" srcOrd="1" destOrd="0" parTransId="{8159C915-807F-427A-9958-BD7B2EE3D738}" sibTransId="{A65D7CCB-D02F-4D58-85D5-EFAC20F58D44}"/>
    <dgm:cxn modelId="{86FF7F4D-98F2-48CF-AF94-A4E26828458E}" srcId="{B932230E-F506-43D8-945A-AB04830A3F9B}" destId="{5686B486-60FD-4194-94D1-EA30ECB6D2B5}" srcOrd="0" destOrd="0" parTransId="{0831B1CB-5039-46BC-B61C-5DCE00A92690}" sibTransId="{02D90BDA-9FDB-4F39-B2A9-4CAE33FAD29D}"/>
    <dgm:cxn modelId="{81250F6F-4FAB-49EE-88EA-845975BCD0DB}" type="presOf" srcId="{42A5B97B-93CA-45BE-8E32-557F675B5C91}" destId="{C371F5F2-94CF-4CBE-8CA3-51E5845B665A}" srcOrd="1" destOrd="1" presId="urn:microsoft.com/office/officeart/2005/8/layout/hProcess4"/>
    <dgm:cxn modelId="{FB6ED37A-AF07-40BB-93D2-9F0431960FCD}" type="presOf" srcId="{859D4CE7-30BF-4A93-8CDE-915D3FE4A0D6}" destId="{1AF80B59-800B-4492-A575-45CCFA0CB48B}" srcOrd="0" destOrd="0" presId="urn:microsoft.com/office/officeart/2005/8/layout/hProcess4"/>
    <dgm:cxn modelId="{6805DC91-9264-4BD9-887D-2C48D334A0BE}" type="presOf" srcId="{2659E28B-D8CD-44C7-A7A4-BFC3839EAFA2}" destId="{D821A03B-22DD-445B-89B2-E3A30AF8A93E}" srcOrd="0" destOrd="0" presId="urn:microsoft.com/office/officeart/2005/8/layout/hProcess4"/>
    <dgm:cxn modelId="{CC436596-896A-41F0-AB31-41632F49C578}" type="presOf" srcId="{251D0B36-BFA5-44A4-B8DA-5E1005A2B974}" destId="{8E1756D4-A49E-4BEC-98B9-A5676403B800}" srcOrd="0" destOrd="0" presId="urn:microsoft.com/office/officeart/2005/8/layout/hProcess4"/>
    <dgm:cxn modelId="{E7BC57B7-1333-4329-82C7-1D36E86E57BC}" type="presOf" srcId="{64530068-FD81-4015-88BB-2A2C1BDD3DD7}" destId="{C6800C4A-9C97-4CB2-9269-706998B193E6}" srcOrd="0" destOrd="1" presId="urn:microsoft.com/office/officeart/2005/8/layout/hProcess4"/>
    <dgm:cxn modelId="{6BE764C6-1715-45DD-9C9B-8489490E4072}" srcId="{251D0B36-BFA5-44A4-B8DA-5E1005A2B974}" destId="{5245D8AB-0BA2-4287-A235-0340DECC842F}" srcOrd="2" destOrd="0" parTransId="{E47B1F86-F8AD-4837-B6E5-9239A7DAD4C3}" sibTransId="{18782015-305A-49D6-A5A4-E484323603A7}"/>
    <dgm:cxn modelId="{260347C6-469A-484B-A805-7FA16F96B010}" type="presOf" srcId="{B932230E-F506-43D8-945A-AB04830A3F9B}" destId="{95737D4D-2CF5-410D-8E64-60CD2F2577EA}" srcOrd="0" destOrd="0" presId="urn:microsoft.com/office/officeart/2005/8/layout/hProcess4"/>
    <dgm:cxn modelId="{26EADCC9-18AC-43A9-BCBE-892359AFB0F0}" srcId="{859D4CE7-30BF-4A93-8CDE-915D3FE4A0D6}" destId="{E06EB7E9-A976-439A-9702-9F2220C818D8}" srcOrd="0" destOrd="0" parTransId="{6ADCCB4C-ADEC-4412-B21A-B02F9BE4BD16}" sibTransId="{3508F6A9-3805-4FCA-A560-2FE47FC3BCDF}"/>
    <dgm:cxn modelId="{9373A6CD-D4E7-4435-8787-1C6E2530E37F}" type="presOf" srcId="{5686B486-60FD-4194-94D1-EA30ECB6D2B5}" destId="{C371F5F2-94CF-4CBE-8CA3-51E5845B665A}" srcOrd="1" destOrd="0" presId="urn:microsoft.com/office/officeart/2005/8/layout/hProcess4"/>
    <dgm:cxn modelId="{D048C3CF-9195-40FC-94E0-6F2DC673D25C}" type="presOf" srcId="{64530068-FD81-4015-88BB-2A2C1BDD3DD7}" destId="{93E7CC30-D8A6-4BB7-95AA-377623E18125}" srcOrd="1" destOrd="1" presId="urn:microsoft.com/office/officeart/2005/8/layout/hProcess4"/>
    <dgm:cxn modelId="{A2A741DF-BA0B-499E-9D26-E51701B85082}" type="presOf" srcId="{5245D8AB-0BA2-4287-A235-0340DECC842F}" destId="{D92A7D75-76C8-4A6A-A70E-5A9A01358D0E}" srcOrd="1" destOrd="2" presId="urn:microsoft.com/office/officeart/2005/8/layout/hProcess4"/>
    <dgm:cxn modelId="{2D6407EA-7897-471D-A488-DA92EBEE2DD9}" type="presOf" srcId="{43C68D98-0823-4AFD-A574-171C07845F56}" destId="{801A4DF7-A503-4517-9F59-5DFF64F963C4}" srcOrd="0" destOrd="0" presId="urn:microsoft.com/office/officeart/2005/8/layout/hProcess4"/>
    <dgm:cxn modelId="{2D5C1BEB-3B18-45A1-874F-437C402EFBF5}" srcId="{859D4CE7-30BF-4A93-8CDE-915D3FE4A0D6}" destId="{64530068-FD81-4015-88BB-2A2C1BDD3DD7}" srcOrd="1" destOrd="0" parTransId="{3CF7971E-1364-4583-AC53-DE33267D566A}" sibTransId="{434AC6F7-3C88-4882-B9BB-C298B7965F19}"/>
    <dgm:cxn modelId="{BBE1F3F3-A9BA-4EFA-A857-8AD48AD89682}" type="presOf" srcId="{9C8FBA27-2A26-429F-9770-2A4C80DA7C66}" destId="{75C22D5E-CA37-44EF-8DA4-1CC9F0545621}" srcOrd="0" destOrd="0" presId="urn:microsoft.com/office/officeart/2005/8/layout/hProcess4"/>
    <dgm:cxn modelId="{222E95F8-69F4-4FAE-989D-DF7C744FC083}" type="presOf" srcId="{EE956341-74D7-47AC-AC68-C5E30FBF31B9}" destId="{D92A7D75-76C8-4A6A-A70E-5A9A01358D0E}" srcOrd="1" destOrd="1" presId="urn:microsoft.com/office/officeart/2005/8/layout/hProcess4"/>
    <dgm:cxn modelId="{972015DD-78C6-431C-BEA0-F46620493622}" type="presParOf" srcId="{D821A03B-22DD-445B-89B2-E3A30AF8A93E}" destId="{D9778944-F521-4397-9311-087F4571876C}" srcOrd="0" destOrd="0" presId="urn:microsoft.com/office/officeart/2005/8/layout/hProcess4"/>
    <dgm:cxn modelId="{B10C19E1-91D2-49E8-9481-BC7BF938EC07}" type="presParOf" srcId="{D821A03B-22DD-445B-89B2-E3A30AF8A93E}" destId="{33663F0B-0AD4-437C-961D-992A08F4A836}" srcOrd="1" destOrd="0" presId="urn:microsoft.com/office/officeart/2005/8/layout/hProcess4"/>
    <dgm:cxn modelId="{2DC90C5B-0712-4882-B846-FCBEE69AD573}" type="presParOf" srcId="{D821A03B-22DD-445B-89B2-E3A30AF8A93E}" destId="{C9357D3F-FD76-45D5-AFEE-0E3A2F5A7342}" srcOrd="2" destOrd="0" presId="urn:microsoft.com/office/officeart/2005/8/layout/hProcess4"/>
    <dgm:cxn modelId="{7ECAD0EB-44CE-43FD-A03B-16EED876E1F7}" type="presParOf" srcId="{C9357D3F-FD76-45D5-AFEE-0E3A2F5A7342}" destId="{59B90727-3AE6-4D7F-B046-297A521FD5B1}" srcOrd="0" destOrd="0" presId="urn:microsoft.com/office/officeart/2005/8/layout/hProcess4"/>
    <dgm:cxn modelId="{35D07E2D-8319-48E4-85CC-C5287D16D94C}" type="presParOf" srcId="{59B90727-3AE6-4D7F-B046-297A521FD5B1}" destId="{2B65457A-ADA4-4C8C-9876-777F44B46C5C}" srcOrd="0" destOrd="0" presId="urn:microsoft.com/office/officeart/2005/8/layout/hProcess4"/>
    <dgm:cxn modelId="{B2A945CC-CF02-4CAF-B730-CCA29F8C3252}" type="presParOf" srcId="{59B90727-3AE6-4D7F-B046-297A521FD5B1}" destId="{C6800C4A-9C97-4CB2-9269-706998B193E6}" srcOrd="1" destOrd="0" presId="urn:microsoft.com/office/officeart/2005/8/layout/hProcess4"/>
    <dgm:cxn modelId="{BC9AD51C-A878-477F-9457-2726D8ACFC7B}" type="presParOf" srcId="{59B90727-3AE6-4D7F-B046-297A521FD5B1}" destId="{93E7CC30-D8A6-4BB7-95AA-377623E18125}" srcOrd="2" destOrd="0" presId="urn:microsoft.com/office/officeart/2005/8/layout/hProcess4"/>
    <dgm:cxn modelId="{723E3840-6DAB-43FF-9262-CB454BE3DED4}" type="presParOf" srcId="{59B90727-3AE6-4D7F-B046-297A521FD5B1}" destId="{1AF80B59-800B-4492-A575-45CCFA0CB48B}" srcOrd="3" destOrd="0" presId="urn:microsoft.com/office/officeart/2005/8/layout/hProcess4"/>
    <dgm:cxn modelId="{AC7ED5E0-B94C-4BD0-B825-38CF8C83890B}" type="presParOf" srcId="{59B90727-3AE6-4D7F-B046-297A521FD5B1}" destId="{AC6EA3B3-1466-4270-94EB-F3472D31ECF9}" srcOrd="4" destOrd="0" presId="urn:microsoft.com/office/officeart/2005/8/layout/hProcess4"/>
    <dgm:cxn modelId="{4C414062-9113-4769-841B-DB38D1AED502}" type="presParOf" srcId="{C9357D3F-FD76-45D5-AFEE-0E3A2F5A7342}" destId="{75C22D5E-CA37-44EF-8DA4-1CC9F0545621}" srcOrd="1" destOrd="0" presId="urn:microsoft.com/office/officeart/2005/8/layout/hProcess4"/>
    <dgm:cxn modelId="{C809094C-6317-4611-961A-CE0A4581AEA5}" type="presParOf" srcId="{C9357D3F-FD76-45D5-AFEE-0E3A2F5A7342}" destId="{77E0466F-67FF-4A58-A0EA-5BB1DDB6693E}" srcOrd="2" destOrd="0" presId="urn:microsoft.com/office/officeart/2005/8/layout/hProcess4"/>
    <dgm:cxn modelId="{F344D167-F3FB-4CD5-B49E-992088C5B367}" type="presParOf" srcId="{77E0466F-67FF-4A58-A0EA-5BB1DDB6693E}" destId="{14A64B23-8B54-4E93-9724-46B98999DE5F}" srcOrd="0" destOrd="0" presId="urn:microsoft.com/office/officeart/2005/8/layout/hProcess4"/>
    <dgm:cxn modelId="{E26D85E0-0A17-4608-9A74-A7F3D8F52CA7}" type="presParOf" srcId="{77E0466F-67FF-4A58-A0EA-5BB1DDB6693E}" destId="{801A4DF7-A503-4517-9F59-5DFF64F963C4}" srcOrd="1" destOrd="0" presId="urn:microsoft.com/office/officeart/2005/8/layout/hProcess4"/>
    <dgm:cxn modelId="{4FAF3EF2-C86A-4784-B503-A9DF6E3C906F}" type="presParOf" srcId="{77E0466F-67FF-4A58-A0EA-5BB1DDB6693E}" destId="{D92A7D75-76C8-4A6A-A70E-5A9A01358D0E}" srcOrd="2" destOrd="0" presId="urn:microsoft.com/office/officeart/2005/8/layout/hProcess4"/>
    <dgm:cxn modelId="{9ADDF000-70E6-4FB3-B28C-84B862C1825C}" type="presParOf" srcId="{77E0466F-67FF-4A58-A0EA-5BB1DDB6693E}" destId="{8E1756D4-A49E-4BEC-98B9-A5676403B800}" srcOrd="3" destOrd="0" presId="urn:microsoft.com/office/officeart/2005/8/layout/hProcess4"/>
    <dgm:cxn modelId="{1E8AAEE0-9481-4569-87BE-C34E9325A915}" type="presParOf" srcId="{77E0466F-67FF-4A58-A0EA-5BB1DDB6693E}" destId="{38F102E2-AB14-4F0E-9F40-D0E3E757ABE6}" srcOrd="4" destOrd="0" presId="urn:microsoft.com/office/officeart/2005/8/layout/hProcess4"/>
    <dgm:cxn modelId="{0FCD27C4-093E-4892-A86A-F818A229FC5A}" type="presParOf" srcId="{C9357D3F-FD76-45D5-AFEE-0E3A2F5A7342}" destId="{3B8504AC-BE4A-4C1F-9AE0-5DEF5CD4F12D}" srcOrd="3" destOrd="0" presId="urn:microsoft.com/office/officeart/2005/8/layout/hProcess4"/>
    <dgm:cxn modelId="{68B2BDB9-495B-4C6A-AF13-37D735047D81}" type="presParOf" srcId="{C9357D3F-FD76-45D5-AFEE-0E3A2F5A7342}" destId="{A79A3248-4611-4C9B-B16F-2BAAF267A403}" srcOrd="4" destOrd="0" presId="urn:microsoft.com/office/officeart/2005/8/layout/hProcess4"/>
    <dgm:cxn modelId="{5E1C8F50-B64B-484B-9B3F-AF5D83E53001}" type="presParOf" srcId="{A79A3248-4611-4C9B-B16F-2BAAF267A403}" destId="{94456ADD-88CD-49FE-B8D3-B9308C0844EF}" srcOrd="0" destOrd="0" presId="urn:microsoft.com/office/officeart/2005/8/layout/hProcess4"/>
    <dgm:cxn modelId="{AAD05114-871D-4D65-B630-918C7EDE9584}" type="presParOf" srcId="{A79A3248-4611-4C9B-B16F-2BAAF267A403}" destId="{C50913D5-3F29-48A4-8F7F-6EE0FFC2D317}" srcOrd="1" destOrd="0" presId="urn:microsoft.com/office/officeart/2005/8/layout/hProcess4"/>
    <dgm:cxn modelId="{8DF0A9E9-A151-4EF3-BABB-79605E944EFE}" type="presParOf" srcId="{A79A3248-4611-4C9B-B16F-2BAAF267A403}" destId="{C371F5F2-94CF-4CBE-8CA3-51E5845B665A}" srcOrd="2" destOrd="0" presId="urn:microsoft.com/office/officeart/2005/8/layout/hProcess4"/>
    <dgm:cxn modelId="{2554A261-1141-44B3-BE39-BE6C61B29C32}" type="presParOf" srcId="{A79A3248-4611-4C9B-B16F-2BAAF267A403}" destId="{95737D4D-2CF5-410D-8E64-60CD2F2577EA}" srcOrd="3" destOrd="0" presId="urn:microsoft.com/office/officeart/2005/8/layout/hProcess4"/>
    <dgm:cxn modelId="{BAB886EF-2A47-422C-9AF6-90D003615D9C}" type="presParOf" srcId="{A79A3248-4611-4C9B-B16F-2BAAF267A403}" destId="{5BFE45EC-88CF-4583-B9AA-AF51CE5F5DF4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125F5D-656D-4411-90BE-1B6CAFA1499F}">
      <dsp:nvSpPr>
        <dsp:cNvPr id="0" name=""/>
        <dsp:cNvSpPr/>
      </dsp:nvSpPr>
      <dsp:spPr>
        <a:xfrm>
          <a:off x="-9001426" y="-1374402"/>
          <a:ext cx="10708122" cy="10708122"/>
        </a:xfrm>
        <a:prstGeom prst="blockArc">
          <a:avLst>
            <a:gd name="adj1" fmla="val 18900000"/>
            <a:gd name="adj2" fmla="val 2700000"/>
            <a:gd name="adj3" fmla="val 202"/>
          </a:avLst>
        </a:pr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899316-CC53-44AA-9A5F-F2B1BAEE029F}">
      <dsp:nvSpPr>
        <dsp:cNvPr id="0" name=""/>
        <dsp:cNvSpPr/>
      </dsp:nvSpPr>
      <dsp:spPr>
        <a:xfrm>
          <a:off x="892532" y="611912"/>
          <a:ext cx="10326082" cy="122446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1916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noProof="0">
              <a:latin typeface="Helvetica Neue" panose="02000503000000020004"/>
              <a:cs typeface="Segoe UI" panose="020B0502040204020203" pitchFamily="34" charset="0"/>
            </a:rPr>
            <a:t>Energy &amp; emissions</a:t>
          </a:r>
          <a:endParaRPr lang="en-US" sz="3600" kern="1200" noProof="0"/>
        </a:p>
      </dsp:txBody>
      <dsp:txXfrm>
        <a:off x="892532" y="611912"/>
        <a:ext cx="10326082" cy="1224461"/>
      </dsp:txXfrm>
    </dsp:sp>
    <dsp:sp modelId="{6F3529E3-86F6-4F41-B42E-73946784F5A4}">
      <dsp:nvSpPr>
        <dsp:cNvPr id="0" name=""/>
        <dsp:cNvSpPr/>
      </dsp:nvSpPr>
      <dsp:spPr>
        <a:xfrm>
          <a:off x="127244" y="458854"/>
          <a:ext cx="1530576" cy="153057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C525A6-1C9E-4077-8CAD-8010B2C6A9C0}">
      <dsp:nvSpPr>
        <dsp:cNvPr id="0" name=""/>
        <dsp:cNvSpPr/>
      </dsp:nvSpPr>
      <dsp:spPr>
        <a:xfrm>
          <a:off x="1594544" y="2448922"/>
          <a:ext cx="9624070" cy="1224461"/>
        </a:xfrm>
        <a:prstGeom prst="rect">
          <a:avLst/>
        </a:prstGeom>
        <a:solidFill>
          <a:schemeClr val="accent3">
            <a:hueOff val="-789856"/>
            <a:satOff val="1214"/>
            <a:lumOff val="-457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1916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noProof="0">
              <a:latin typeface="Helvetica Neue" panose="02000503000000020004"/>
              <a:cs typeface="Segoe UI" panose="020B0502040204020203" pitchFamily="34" charset="0"/>
            </a:rPr>
            <a:t>Revenue and GDP impacts</a:t>
          </a:r>
        </a:p>
      </dsp:txBody>
      <dsp:txXfrm>
        <a:off x="1594544" y="2448922"/>
        <a:ext cx="9624070" cy="1224461"/>
      </dsp:txXfrm>
    </dsp:sp>
    <dsp:sp modelId="{ADE0AD71-157B-443D-8D1F-757D58C0CBAB}">
      <dsp:nvSpPr>
        <dsp:cNvPr id="0" name=""/>
        <dsp:cNvSpPr/>
      </dsp:nvSpPr>
      <dsp:spPr>
        <a:xfrm>
          <a:off x="829255" y="2295864"/>
          <a:ext cx="1530576" cy="153057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-789856"/>
              <a:satOff val="1214"/>
              <a:lumOff val="-45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48AC5E-C8D0-4531-99F9-AE5D5E1DA6DF}">
      <dsp:nvSpPr>
        <dsp:cNvPr id="0" name=""/>
        <dsp:cNvSpPr/>
      </dsp:nvSpPr>
      <dsp:spPr>
        <a:xfrm>
          <a:off x="1594544" y="4285933"/>
          <a:ext cx="9624070" cy="1224461"/>
        </a:xfrm>
        <a:prstGeom prst="rect">
          <a:avLst/>
        </a:prstGeom>
        <a:solidFill>
          <a:schemeClr val="accent3">
            <a:hueOff val="-1579713"/>
            <a:satOff val="2427"/>
            <a:lumOff val="-914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1916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noProof="0">
              <a:latin typeface="Helvetica Neue" panose="02000503000000020004"/>
              <a:cs typeface="Segoe UI" panose="020B0502040204020203" pitchFamily="34" charset="0"/>
            </a:rPr>
            <a:t>Distributional impacts</a:t>
          </a:r>
        </a:p>
      </dsp:txBody>
      <dsp:txXfrm>
        <a:off x="1594544" y="4285933"/>
        <a:ext cx="9624070" cy="1224461"/>
      </dsp:txXfrm>
    </dsp:sp>
    <dsp:sp modelId="{8368F962-C92F-4B97-A336-0ED149B92122}">
      <dsp:nvSpPr>
        <dsp:cNvPr id="0" name=""/>
        <dsp:cNvSpPr/>
      </dsp:nvSpPr>
      <dsp:spPr>
        <a:xfrm>
          <a:off x="829255" y="4132875"/>
          <a:ext cx="1530576" cy="153057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-1579713"/>
              <a:satOff val="2427"/>
              <a:lumOff val="-91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A6A85D-DC9C-4642-9009-40E009B0B876}">
      <dsp:nvSpPr>
        <dsp:cNvPr id="0" name=""/>
        <dsp:cNvSpPr/>
      </dsp:nvSpPr>
      <dsp:spPr>
        <a:xfrm>
          <a:off x="892532" y="6122943"/>
          <a:ext cx="10326082" cy="1224461"/>
        </a:xfrm>
        <a:prstGeom prst="rect">
          <a:avLst/>
        </a:prstGeom>
        <a:solidFill>
          <a:schemeClr val="accent3">
            <a:hueOff val="-2369569"/>
            <a:satOff val="3641"/>
            <a:lumOff val="-137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1916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noProof="0">
              <a:latin typeface="Helvetica Neue" panose="02000503000000020004"/>
              <a:cs typeface="Segoe UI" panose="020B0502040204020203" pitchFamily="34" charset="0"/>
            </a:rPr>
            <a:t>Development co-benefits (Health)</a:t>
          </a:r>
        </a:p>
      </dsp:txBody>
      <dsp:txXfrm>
        <a:off x="892532" y="6122943"/>
        <a:ext cx="10326082" cy="1224461"/>
      </dsp:txXfrm>
    </dsp:sp>
    <dsp:sp modelId="{134FA83D-70C0-4FBD-BDA0-ED79EB2B7887}">
      <dsp:nvSpPr>
        <dsp:cNvPr id="0" name=""/>
        <dsp:cNvSpPr/>
      </dsp:nvSpPr>
      <dsp:spPr>
        <a:xfrm>
          <a:off x="127244" y="5969885"/>
          <a:ext cx="1530576" cy="153057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-2369569"/>
              <a:satOff val="3641"/>
              <a:lumOff val="-137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380616-BA10-4EBB-9D39-6E1C4DE9913A}">
      <dsp:nvSpPr>
        <dsp:cNvPr id="0" name=""/>
        <dsp:cNvSpPr/>
      </dsp:nvSpPr>
      <dsp:spPr>
        <a:xfrm>
          <a:off x="2926952" y="441392"/>
          <a:ext cx="3353033" cy="3353033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noProof="0">
              <a:latin typeface="Arial Nova Light" panose="020B0304020202020204" pitchFamily="34" charset="0"/>
            </a:rPr>
            <a:t>Power demand model</a:t>
          </a:r>
          <a:endParaRPr lang="en-US" sz="3200" kern="1200" noProof="0">
            <a:latin typeface="Arial Nova Light" panose="020B0304020202020204" pitchFamily="34" charset="0"/>
          </a:endParaRPr>
        </a:p>
      </dsp:txBody>
      <dsp:txXfrm>
        <a:off x="3909033" y="1423473"/>
        <a:ext cx="2370952" cy="2370952"/>
      </dsp:txXfrm>
    </dsp:sp>
    <dsp:sp modelId="{39A66033-B50A-4FAD-8984-20541D3146B0}">
      <dsp:nvSpPr>
        <dsp:cNvPr id="0" name=""/>
        <dsp:cNvSpPr/>
      </dsp:nvSpPr>
      <dsp:spPr>
        <a:xfrm rot="5400000">
          <a:off x="6434860" y="441392"/>
          <a:ext cx="3353033" cy="3353033"/>
        </a:xfrm>
        <a:prstGeom prst="pieWedg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noProof="0">
              <a:latin typeface="Arial Nova Light" panose="020B0304020202020204" pitchFamily="34" charset="0"/>
              <a:ea typeface="+mn-lt"/>
              <a:cs typeface="+mn-lt"/>
            </a:rPr>
            <a:t>Retirement model</a:t>
          </a:r>
          <a:endParaRPr lang="en-US" sz="3200" kern="1200" noProof="0">
            <a:latin typeface="Arial Nova Light" panose="020B0304020202020204" pitchFamily="34" charset="0"/>
          </a:endParaRPr>
        </a:p>
      </dsp:txBody>
      <dsp:txXfrm rot="-5400000">
        <a:off x="6434860" y="1423473"/>
        <a:ext cx="2370952" cy="2370952"/>
      </dsp:txXfrm>
    </dsp:sp>
    <dsp:sp modelId="{A8720167-3BDD-45CC-B299-D6CE952DE514}">
      <dsp:nvSpPr>
        <dsp:cNvPr id="0" name=""/>
        <dsp:cNvSpPr/>
      </dsp:nvSpPr>
      <dsp:spPr>
        <a:xfrm rot="10800000">
          <a:off x="6434860" y="3949300"/>
          <a:ext cx="3353033" cy="3353033"/>
        </a:xfrm>
        <a:prstGeom prst="pieWedg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noProof="0">
              <a:latin typeface="Arial Nova Light" panose="020B0304020202020204" pitchFamily="34" charset="0"/>
            </a:rPr>
            <a:t>Investment model</a:t>
          </a:r>
          <a:endParaRPr lang="en-US" sz="3200" kern="1200" noProof="0">
            <a:latin typeface="Arial Nova Light" panose="020B0304020202020204" pitchFamily="34" charset="0"/>
          </a:endParaRPr>
        </a:p>
      </dsp:txBody>
      <dsp:txXfrm rot="10800000">
        <a:off x="6434860" y="3949300"/>
        <a:ext cx="2370952" cy="2370952"/>
      </dsp:txXfrm>
    </dsp:sp>
    <dsp:sp modelId="{901323F2-ED57-48AB-85BA-60F2ABAABA9D}">
      <dsp:nvSpPr>
        <dsp:cNvPr id="0" name=""/>
        <dsp:cNvSpPr/>
      </dsp:nvSpPr>
      <dsp:spPr>
        <a:xfrm rot="16200000">
          <a:off x="2926952" y="3949300"/>
          <a:ext cx="3353033" cy="3353033"/>
        </a:xfrm>
        <a:prstGeom prst="pieWedg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noProof="0">
              <a:latin typeface="Arial Nova Light" panose="020B0304020202020204" pitchFamily="34" charset="0"/>
            </a:rPr>
            <a:t>Dispatch model  </a:t>
          </a:r>
          <a:endParaRPr lang="en-US" sz="3200" kern="1200" noProof="0">
            <a:latin typeface="Arial Nova Light" panose="020B0304020202020204" pitchFamily="34" charset="0"/>
          </a:endParaRPr>
        </a:p>
      </dsp:txBody>
      <dsp:txXfrm rot="5400000">
        <a:off x="3909033" y="3949300"/>
        <a:ext cx="2370952" cy="2370952"/>
      </dsp:txXfrm>
    </dsp:sp>
    <dsp:sp modelId="{9CCBB017-C422-4711-B8D4-F7D707A26FA4}">
      <dsp:nvSpPr>
        <dsp:cNvPr id="0" name=""/>
        <dsp:cNvSpPr/>
      </dsp:nvSpPr>
      <dsp:spPr>
        <a:xfrm>
          <a:off x="5778579" y="3174927"/>
          <a:ext cx="1157687" cy="1006684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294DE3-E635-4A19-8501-7440366E0D5B}">
      <dsp:nvSpPr>
        <dsp:cNvPr id="0" name=""/>
        <dsp:cNvSpPr/>
      </dsp:nvSpPr>
      <dsp:spPr>
        <a:xfrm rot="10800000">
          <a:off x="5778579" y="3562113"/>
          <a:ext cx="1157687" cy="1006684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00C4A-9C97-4CB2-9269-706998B193E6}">
      <dsp:nvSpPr>
        <dsp:cNvPr id="0" name=""/>
        <dsp:cNvSpPr/>
      </dsp:nvSpPr>
      <dsp:spPr>
        <a:xfrm>
          <a:off x="2115673" y="899859"/>
          <a:ext cx="2096461" cy="17291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noProof="0">
              <a:latin typeface="Arial Nova Light" panose="020B0304020202020204" pitchFamily="34" charset="0"/>
            </a:rPr>
            <a:t>Mortality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noProof="0">
              <a:latin typeface="Arial Nova Light" panose="020B0304020202020204" pitchFamily="34" charset="0"/>
            </a:rPr>
            <a:t>Morbidity</a:t>
          </a:r>
        </a:p>
      </dsp:txBody>
      <dsp:txXfrm>
        <a:off x="2155465" y="939651"/>
        <a:ext cx="2016877" cy="1279027"/>
      </dsp:txXfrm>
    </dsp:sp>
    <dsp:sp modelId="{75C22D5E-CA37-44EF-8DA4-1CC9F0545621}">
      <dsp:nvSpPr>
        <dsp:cNvPr id="0" name=""/>
        <dsp:cNvSpPr/>
      </dsp:nvSpPr>
      <dsp:spPr>
        <a:xfrm>
          <a:off x="3418529" y="1039569"/>
          <a:ext cx="2755031" cy="2755031"/>
        </a:xfrm>
        <a:prstGeom prst="leftCircularArrow">
          <a:avLst>
            <a:gd name="adj1" fmla="val 4751"/>
            <a:gd name="adj2" fmla="val 607705"/>
            <a:gd name="adj3" fmla="val 2383216"/>
            <a:gd name="adj4" fmla="val 9024489"/>
            <a:gd name="adj5" fmla="val 55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80B59-800B-4492-A575-45CCFA0CB48B}">
      <dsp:nvSpPr>
        <dsp:cNvPr id="0" name=""/>
        <dsp:cNvSpPr/>
      </dsp:nvSpPr>
      <dsp:spPr>
        <a:xfrm>
          <a:off x="2581553" y="2258471"/>
          <a:ext cx="1863521" cy="7410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noProof="0">
              <a:latin typeface="Arial Nova Light" panose="020B0304020202020204" pitchFamily="34" charset="0"/>
            </a:rPr>
            <a:t>Health impacts</a:t>
          </a:r>
        </a:p>
      </dsp:txBody>
      <dsp:txXfrm>
        <a:off x="2603258" y="2280176"/>
        <a:ext cx="1820111" cy="697651"/>
      </dsp:txXfrm>
    </dsp:sp>
    <dsp:sp modelId="{801A4DF7-A503-4517-9F59-5DFF64F963C4}">
      <dsp:nvSpPr>
        <dsp:cNvPr id="0" name=""/>
        <dsp:cNvSpPr/>
      </dsp:nvSpPr>
      <dsp:spPr>
        <a:xfrm>
          <a:off x="5068383" y="899859"/>
          <a:ext cx="2096461" cy="17291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noProof="0">
              <a:latin typeface="Arial Nova Light" panose="020B0304020202020204" pitchFamily="34" charset="0"/>
            </a:rPr>
            <a:t>GDP losses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noProof="0">
              <a:latin typeface="Arial Nova Light" panose="020B0304020202020204" pitchFamily="34" charset="0"/>
            </a:rPr>
            <a:t>Lost wages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noProof="0">
              <a:latin typeface="Arial Nova Light" panose="020B0304020202020204" pitchFamily="34" charset="0"/>
            </a:rPr>
            <a:t>Health expenditure</a:t>
          </a:r>
        </a:p>
      </dsp:txBody>
      <dsp:txXfrm>
        <a:off x="5108175" y="1310182"/>
        <a:ext cx="2016877" cy="1279027"/>
      </dsp:txXfrm>
    </dsp:sp>
    <dsp:sp modelId="{3B8504AC-BE4A-4C1F-9AE0-5DEF5CD4F12D}">
      <dsp:nvSpPr>
        <dsp:cNvPr id="0" name=""/>
        <dsp:cNvSpPr/>
      </dsp:nvSpPr>
      <dsp:spPr>
        <a:xfrm>
          <a:off x="6145571" y="-305767"/>
          <a:ext cx="3022913" cy="3022913"/>
        </a:xfrm>
        <a:prstGeom prst="circularArrow">
          <a:avLst>
            <a:gd name="adj1" fmla="val 4330"/>
            <a:gd name="adj2" fmla="val 548143"/>
            <a:gd name="adj3" fmla="val 19276346"/>
            <a:gd name="adj4" fmla="val 12575511"/>
            <a:gd name="adj5" fmla="val 505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1756D4-A49E-4BEC-98B9-A5676403B800}">
      <dsp:nvSpPr>
        <dsp:cNvPr id="0" name=""/>
        <dsp:cNvSpPr/>
      </dsp:nvSpPr>
      <dsp:spPr>
        <a:xfrm>
          <a:off x="5534263" y="529329"/>
          <a:ext cx="1863521" cy="7410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noProof="0">
              <a:latin typeface="Arial Nova Light" panose="020B0304020202020204" pitchFamily="34" charset="0"/>
            </a:rPr>
            <a:t>Economic impacts</a:t>
          </a:r>
        </a:p>
      </dsp:txBody>
      <dsp:txXfrm>
        <a:off x="5555968" y="551034"/>
        <a:ext cx="1820111" cy="697651"/>
      </dsp:txXfrm>
    </dsp:sp>
    <dsp:sp modelId="{C50913D5-3F29-48A4-8F7F-6EE0FFC2D317}">
      <dsp:nvSpPr>
        <dsp:cNvPr id="0" name=""/>
        <dsp:cNvSpPr/>
      </dsp:nvSpPr>
      <dsp:spPr>
        <a:xfrm>
          <a:off x="8021093" y="899859"/>
          <a:ext cx="2096461" cy="17291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noProof="0">
              <a:latin typeface="Arial Nova Light" panose="020B0304020202020204" pitchFamily="34" charset="0"/>
            </a:rPr>
            <a:t>Deaths per </a:t>
          </a:r>
          <a:r>
            <a:rPr lang="en-US" sz="1900" kern="1200" noProof="0" err="1">
              <a:latin typeface="Arial Nova Light" panose="020B0304020202020204" pitchFamily="34" charset="0"/>
            </a:rPr>
            <a:t>Ktoe</a:t>
          </a:r>
          <a:endParaRPr lang="en-US" sz="1900" kern="1200" noProof="0">
            <a:latin typeface="Arial Nova Light" panose="020B0304020202020204" pitchFamily="34" charset="0"/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noProof="0">
              <a:latin typeface="Arial Nova Light" panose="020B0304020202020204" pitchFamily="34" charset="0"/>
            </a:rPr>
            <a:t>$/liter of gasoline, diesel, etc.</a:t>
          </a:r>
        </a:p>
      </dsp:txBody>
      <dsp:txXfrm>
        <a:off x="8060885" y="939651"/>
        <a:ext cx="2016877" cy="1279027"/>
      </dsp:txXfrm>
    </dsp:sp>
    <dsp:sp modelId="{95737D4D-2CF5-410D-8E64-60CD2F2577EA}">
      <dsp:nvSpPr>
        <dsp:cNvPr id="0" name=""/>
        <dsp:cNvSpPr/>
      </dsp:nvSpPr>
      <dsp:spPr>
        <a:xfrm>
          <a:off x="8486974" y="2258471"/>
          <a:ext cx="1863521" cy="7410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noProof="0">
              <a:latin typeface="Arial Nova Light" panose="020B0304020202020204" pitchFamily="34" charset="0"/>
            </a:rPr>
            <a:t>Summary indicators</a:t>
          </a:r>
        </a:p>
      </dsp:txBody>
      <dsp:txXfrm>
        <a:off x="8508679" y="2280176"/>
        <a:ext cx="1820111" cy="6976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3A3B1F5-210E-1066-2267-FFAFC3FBDF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39FDE0-487B-DDF9-28A7-43AC6523F6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C814A-F289-45A8-A3E6-60435267C1B6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8D8DCE-468C-D6E0-B4EB-540894D26A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303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0C5CC-B822-4E8A-B1B6-07581C7D15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D2ABE-0F47-4599-BD2A-7C23DCC59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57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088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177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265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354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442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531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619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708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pa.gov/pm-pollution/particulate-matter-pm-basics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8188E-3256-5CCA-9954-FF25A64A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A9374-A35C-04A4-4436-9ECCB1647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117AD-036B-8A9C-6CED-C341A2785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05FD4-B0C9-12A6-45DB-E3A8B003A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3DFFB-0ABD-40A1-97D7-5009BD7E9B4A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7867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07AC3-E588-5143-BE43-4C2E9FD3F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E4B7C-BFBC-467B-4CAD-1F56AC6C6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15E124-2BCF-5568-6C97-0C43A5533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8E61A-BEA3-966B-7DD9-64E7DB98E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871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spread-sheet tool spanning 175 countries that allows for </a:t>
            </a:r>
            <a:r>
              <a:rPr lang="en-US" b="1"/>
              <a:t>rapid estimation of the effects of climate mitigation</a:t>
            </a:r>
          </a:p>
          <a:p>
            <a:endParaRPr lang="en-US" b="1"/>
          </a:p>
          <a:p>
            <a:r>
              <a:rPr lang="en-US" b="1"/>
              <a:t>Env. Tax Reforms include carbon pricing policies and subsidy phase out</a:t>
            </a:r>
          </a:p>
          <a:p>
            <a:endParaRPr lang="en-US" b="1"/>
          </a:p>
          <a:p>
            <a:pPr lvl="1" algn="l"/>
            <a:r>
              <a:rPr lang="en-US" sz="2000" b="1"/>
              <a:t>Energy and emissions:</a:t>
            </a:r>
            <a:r>
              <a:rPr lang="en-US" sz="2000"/>
              <a:t> prices, consumption, global pollutants (GHGs), local pollutants (PM2.5, NOx, </a:t>
            </a:r>
            <a:r>
              <a:rPr lang="en-US" sz="2000" err="1"/>
              <a:t>etc</a:t>
            </a:r>
            <a:r>
              <a:rPr lang="en-US" sz="2000"/>
              <a:t>)</a:t>
            </a:r>
          </a:p>
          <a:p>
            <a:pPr lvl="1"/>
            <a:r>
              <a:rPr lang="en-US" sz="2000" b="1"/>
              <a:t>Macroeconomic impacts:</a:t>
            </a:r>
            <a:r>
              <a:rPr lang="en-US" sz="2000"/>
              <a:t> GDP, revenues, trade balance</a:t>
            </a:r>
          </a:p>
          <a:p>
            <a:pPr lvl="1"/>
            <a:r>
              <a:rPr lang="en-US" sz="2000" b="1"/>
              <a:t>Distributional impacts: </a:t>
            </a:r>
            <a:r>
              <a:rPr lang="en-US" sz="2000"/>
              <a:t>effects of policies including revenue recycling across on households (across income distribution and urban vs. rural) and firms (requires household expenditure survey)</a:t>
            </a:r>
          </a:p>
          <a:p>
            <a:pPr lvl="1"/>
            <a:r>
              <a:rPr lang="en-US" sz="2000" b="1"/>
              <a:t>Development co-benefits: </a:t>
            </a:r>
            <a:r>
              <a:rPr lang="en-US" sz="2000"/>
              <a:t>reductions in mortality &amp; morbidity from improved in air quality and road safety, reduced congestion</a:t>
            </a:r>
          </a:p>
          <a:p>
            <a:r>
              <a:rPr lang="en-US" sz="2790"/>
              <a:t>Aimed at economists in the WB, IMF, finance ministries, planning and line ministries</a:t>
            </a:r>
          </a:p>
          <a:p>
            <a:r>
              <a:rPr lang="en-US"/>
              <a:t>Designed to be accessible to policy makers when comparing impacts and design of policies to achieve mitigation targets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93374-D699-4231-A6A4-67091715CA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1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5621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BD2ABE-0F47-4599-BD2A-7C23DCC59E5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854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93374-D699-4231-A6A4-67091715CA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1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377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spread-sheet tool spanning 175 countries that allows for </a:t>
            </a:r>
            <a:r>
              <a:rPr lang="en-US" b="1"/>
              <a:t>rapid estimation of the effects of climate mitigation</a:t>
            </a:r>
          </a:p>
          <a:p>
            <a:endParaRPr lang="en-US" b="1"/>
          </a:p>
          <a:p>
            <a:r>
              <a:rPr lang="en-US" b="1"/>
              <a:t>Env. Tax Reforms include carbon pricing policies and subsidy phase out</a:t>
            </a:r>
          </a:p>
          <a:p>
            <a:endParaRPr lang="en-US" b="1"/>
          </a:p>
          <a:p>
            <a:pPr lvl="1" algn="l"/>
            <a:r>
              <a:rPr lang="en-US" sz="2000" b="1"/>
              <a:t>Energy and emissions:</a:t>
            </a:r>
            <a:r>
              <a:rPr lang="en-US" sz="2000"/>
              <a:t> prices, consumption, global pollutants (GHGs), local pollutants (PM2.5, NOx, </a:t>
            </a:r>
            <a:r>
              <a:rPr lang="en-US" sz="2000" err="1"/>
              <a:t>etc</a:t>
            </a:r>
            <a:r>
              <a:rPr lang="en-US" sz="2000"/>
              <a:t>)</a:t>
            </a:r>
          </a:p>
          <a:p>
            <a:pPr lvl="1"/>
            <a:r>
              <a:rPr lang="en-US" sz="2000" b="1"/>
              <a:t>Macroeconomic impacts:</a:t>
            </a:r>
            <a:r>
              <a:rPr lang="en-US" sz="2000"/>
              <a:t> GDP, revenues, trade balance</a:t>
            </a:r>
          </a:p>
          <a:p>
            <a:pPr lvl="1"/>
            <a:r>
              <a:rPr lang="en-US" sz="2000" b="1"/>
              <a:t>Distributional impacts: </a:t>
            </a:r>
            <a:r>
              <a:rPr lang="en-US" sz="2000"/>
              <a:t>effects of policies including revenue recycling across on households (across income distribution and urban vs. rural) and firms (requires household expenditure survey)</a:t>
            </a:r>
          </a:p>
          <a:p>
            <a:pPr lvl="1"/>
            <a:r>
              <a:rPr lang="en-US" sz="2000" b="1"/>
              <a:t>Development co-benefits: </a:t>
            </a:r>
            <a:r>
              <a:rPr lang="en-US" sz="2000"/>
              <a:t>reductions in mortality &amp; morbidity from improved in air quality and road safety, reduced congestion</a:t>
            </a:r>
          </a:p>
          <a:p>
            <a:r>
              <a:rPr lang="en-US" sz="2790"/>
              <a:t>Aimed at economists in the WB, IMF, finance ministries, planning and line ministries</a:t>
            </a:r>
          </a:p>
          <a:p>
            <a:r>
              <a:rPr lang="en-US"/>
              <a:t>Designed to be accessible to policy makers when comparing impacts and design of policies to achieve mitigation targets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93374-D699-4231-A6A4-67091715CA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1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5247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2D497-60F9-38E3-095D-3807368E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448D0-902F-FCC7-EAFE-3052947BF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8E23E-62BF-70EE-A33A-AD5AD23433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BFCC9-EED5-DEF9-8575-7668E722E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3DFFB-0ABD-40A1-97D7-5009BD7E9B4A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105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CAFA4-5E85-8DB5-5BDD-A67A429D5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C2234B-0002-F8F7-696C-AE58D6AE7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F5D0BE-C00D-EF95-1235-E78151673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088A1-5C43-B788-8CFD-16155E8E6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F94A9-0F55-4233-8EB6-F1530EB8913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427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400F8-7ECC-5CF1-A79E-375990B49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9F0BA-F8D1-5D53-B8DF-2C2C633C9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E8D15-FEF1-554B-9EB6-83B3EFA2A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2BE07-D395-74C4-92E5-A69D07C90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F94A9-0F55-4233-8EB6-F1530EB8913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95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3531A-3952-D5E2-4A55-5B8707674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F1B8F-E71F-6EB1-9478-050B232B1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72C5C-46B6-F64D-D182-DC45BCDC4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82CAB-FB58-DBDA-4A05-2CF9C7F8B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F94A9-0F55-4233-8EB6-F1530EB8913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87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907BA-A32F-9A71-DD49-75C3D26D6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0C51C-6834-5169-A42B-2680D98B7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1071F-5DE4-D59F-A0CC-39B0EF55F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8FD5B-FF0C-26E8-8B20-F6817B5D5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93374-D699-4231-A6A4-67091715CAF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921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93374-D699-4231-A6A4-67091715CAF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598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F93374-D699-4231-A6A4-67091715CA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1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2373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5FA36-F465-41FB-9455-45E89564E46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9525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5FA36-F465-41FB-9455-45E89564E46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327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5FA36-F465-41FB-9455-45E89564E46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5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>
                <a:hlinkClick r:id="rId3"/>
              </a:rPr>
              <a:t>https://www.epa.gov/pm-pollution/particulate-matter-pm-basics</a:t>
            </a:r>
            <a:endParaRPr lang="en-VU" sz="12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5FA36-F465-41FB-9455-45E89564E46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3525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D86F4-4DB0-FABB-0722-623F224C0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C791C-A87D-245C-8D8B-F14EC9427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F954E-36F4-38B4-B34A-AAAB99670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8219E-5BE9-56DA-97D5-1F821683C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3DFFB-0ABD-40A1-97D7-5009BD7E9B4A}" type="slidenum">
              <a:rPr lang="en-US" altLang="en-US" smtClean="0"/>
              <a:pPr/>
              <a:t>50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333548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567E7-CA1D-3F15-5F34-6F9D2F9D2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3878B0-4682-7BED-09FD-0922B3155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F7641-AD5B-A62C-F498-4E176AC02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1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B817E-B5B1-EBDC-8387-A01BA36CF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F93374-D699-4231-A6A4-67091715CAF7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8395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1B74E-723F-2936-216B-F287B3BC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DD8C8-0307-2804-C9E5-5E07A8A67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13D667-A509-C609-D6C8-9FCF7947C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D7229-1D62-C581-15E1-3E6BB6B55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3DFFB-0ABD-40A1-97D7-5009BD7E9B4A}" type="slidenum">
              <a:rPr lang="en-US" altLang="en-US" smtClean="0"/>
              <a:pPr/>
              <a:t>64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05338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15" descr="Imagen que contiene exterior, montaña, molino de viento, objeto&#10;&#10;Descripción generada automáticamente">
            <a:extLst>
              <a:ext uri="{FF2B5EF4-FFF2-40B4-BE49-F238E27FC236}">
                <a16:creationId xmlns:a16="http://schemas.microsoft.com/office/drawing/2014/main" id="{DD221274-2C8F-40BF-8CA4-C99C2D530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9" r="-217" b="6672"/>
          <a:stretch/>
        </p:blipFill>
        <p:spPr>
          <a:xfrm>
            <a:off x="0" y="0"/>
            <a:ext cx="20104100" cy="10554732"/>
          </a:xfrm>
          <a:prstGeom prst="rect">
            <a:avLst/>
          </a:prstGeom>
        </p:spPr>
      </p:pic>
      <p:sp>
        <p:nvSpPr>
          <p:cNvPr id="6" name="Triángulo rectángulo 18">
            <a:extLst>
              <a:ext uri="{FF2B5EF4-FFF2-40B4-BE49-F238E27FC236}">
                <a16:creationId xmlns:a16="http://schemas.microsoft.com/office/drawing/2014/main" id="{955F555B-82BF-4E9F-9775-EEDC22B7EBE0}"/>
              </a:ext>
            </a:extLst>
          </p:cNvPr>
          <p:cNvSpPr/>
          <p:nvPr userDrawn="1"/>
        </p:nvSpPr>
        <p:spPr>
          <a:xfrm rot="10800000">
            <a:off x="0" y="6350"/>
            <a:ext cx="20104100" cy="11303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kern="0">
              <a:solidFill>
                <a:schemeClr val="bg1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58F87E-F9E4-492A-8975-B5F332AFFFB9}"/>
              </a:ext>
            </a:extLst>
          </p:cNvPr>
          <p:cNvSpPr txBox="1">
            <a:spLocks/>
          </p:cNvSpPr>
          <p:nvPr userDrawn="1"/>
        </p:nvSpPr>
        <p:spPr>
          <a:xfrm>
            <a:off x="1055523" y="5087938"/>
            <a:ext cx="7543729" cy="310765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7200" b="1" kern="0">
              <a:solidFill>
                <a:srgbClr val="183153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  <a:p>
            <a:pPr algn="ctr"/>
            <a:endParaRPr lang="en-US" sz="4399" kern="0">
              <a:solidFill>
                <a:srgbClr val="183153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</p:txBody>
      </p:sp>
      <p:cxnSp>
        <p:nvCxnSpPr>
          <p:cNvPr id="9" name="Conector recto 21">
            <a:extLst>
              <a:ext uri="{FF2B5EF4-FFF2-40B4-BE49-F238E27FC236}">
                <a16:creationId xmlns:a16="http://schemas.microsoft.com/office/drawing/2014/main" id="{F0F15FF9-6014-4CE9-B6D3-81F225B40E81}"/>
              </a:ext>
            </a:extLst>
          </p:cNvPr>
          <p:cNvCxnSpPr>
            <a:cxnSpLocks/>
          </p:cNvCxnSpPr>
          <p:nvPr userDrawn="1"/>
        </p:nvCxnSpPr>
        <p:spPr>
          <a:xfrm>
            <a:off x="5714710" y="2130089"/>
            <a:ext cx="7903156" cy="4505326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24">
            <a:extLst>
              <a:ext uri="{FF2B5EF4-FFF2-40B4-BE49-F238E27FC236}">
                <a16:creationId xmlns:a16="http://schemas.microsoft.com/office/drawing/2014/main" id="{0B400D1A-8B81-4C51-994A-6AC381AC5651}"/>
              </a:ext>
            </a:extLst>
          </p:cNvPr>
          <p:cNvCxnSpPr>
            <a:cxnSpLocks/>
          </p:cNvCxnSpPr>
          <p:nvPr userDrawn="1"/>
        </p:nvCxnSpPr>
        <p:spPr>
          <a:xfrm>
            <a:off x="19196049" y="1082677"/>
            <a:ext cx="0" cy="6953251"/>
          </a:xfrm>
          <a:prstGeom prst="line">
            <a:avLst/>
          </a:prstGeom>
          <a:ln w="44450">
            <a:solidFill>
              <a:srgbClr val="DAF4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1337EEC8-8211-43CD-A3B4-09AC6860E1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9348"/>
          <a:stretch/>
        </p:blipFill>
        <p:spPr>
          <a:xfrm>
            <a:off x="13958391" y="10597074"/>
            <a:ext cx="741281" cy="586817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2C348C0-4A4E-4985-94D1-1DF93A92C9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60432" y="754619"/>
            <a:ext cx="8141831" cy="3698320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Helvetica Neue"/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 sz="4800">
                <a:solidFill>
                  <a:schemeClr val="bg1"/>
                </a:solidFill>
              </a:defRPr>
            </a:lvl3pPr>
            <a:lvl4pPr>
              <a:defRPr sz="4800">
                <a:solidFill>
                  <a:schemeClr val="bg1"/>
                </a:solidFill>
              </a:defRPr>
            </a:lvl4pPr>
            <a:lvl5pPr>
              <a:defRPr sz="4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75473FC-553B-4424-AA61-160C16EE07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9989" y="4281488"/>
            <a:ext cx="6742792" cy="3107651"/>
          </a:xfrm>
          <a:prstGeom prst="rect">
            <a:avLst/>
          </a:prstGeom>
        </p:spPr>
        <p:txBody>
          <a:bodyPr/>
          <a:lstStyle>
            <a:lvl1pPr>
              <a:defRPr sz="4800" b="1">
                <a:latin typeface="Helvetica Neue"/>
              </a:defRPr>
            </a:lvl1pPr>
            <a:lvl2pPr>
              <a:defRPr sz="3600" b="0">
                <a:latin typeface="Helvetica Neue"/>
              </a:defRPr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9540376-333D-4EC9-9EB4-D87AFC076D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89856" y="7794171"/>
            <a:ext cx="6742793" cy="169817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Helvetica Neue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6A4301-DAC9-6FE7-F3B5-FB0627161C1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41B47E-F806-7FD2-74C6-D121F8F33DF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39881" y="10598053"/>
            <a:ext cx="2923576" cy="6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29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Holder 2"/>
          <p:cNvSpPr>
            <a:spLocks noGrp="1"/>
          </p:cNvSpPr>
          <p:nvPr>
            <p:ph type="title" hasCustomPrompt="1"/>
          </p:nvPr>
        </p:nvSpPr>
        <p:spPr>
          <a:xfrm>
            <a:off x="1028039" y="727520"/>
            <a:ext cx="17232252" cy="1469123"/>
          </a:xfrm>
          <a:prstGeom prst="rect">
            <a:avLst/>
          </a:prstGeom>
        </p:spPr>
        <p:txBody>
          <a:bodyPr lIns="0" tIns="0" rIns="0" bIns="0"/>
          <a:lstStyle>
            <a:lvl1pPr>
              <a:defRPr sz="6000" b="1" i="0" baseline="0">
                <a:solidFill>
                  <a:schemeClr val="accent4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5200" baseline="0"/>
              <a:t>Title</a:t>
            </a:r>
            <a:endParaRPr/>
          </a:p>
        </p:txBody>
      </p:sp>
      <p:sp>
        <p:nvSpPr>
          <p:cNvPr id="27" name="Content Placeholder 3"/>
          <p:cNvSpPr>
            <a:spLocks noGrp="1"/>
          </p:cNvSpPr>
          <p:nvPr>
            <p:ph sz="half" idx="17"/>
          </p:nvPr>
        </p:nvSpPr>
        <p:spPr>
          <a:xfrm>
            <a:off x="1028038" y="2454275"/>
            <a:ext cx="17232252" cy="7624011"/>
          </a:xfrm>
          <a:prstGeom prst="rect">
            <a:avLst/>
          </a:prstGeom>
        </p:spPr>
        <p:txBody>
          <a:bodyPr/>
          <a:lstStyle>
            <a:lvl1pPr marL="457166" indent="-457166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 sz="4600" baseline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1pPr>
            <a:lvl2pPr marL="914330" indent="-457166">
              <a:spcAft>
                <a:spcPts val="600"/>
              </a:spcAft>
              <a:buSzPct val="120000"/>
              <a:buFont typeface="Arial" charset="0"/>
              <a:buChar char="•"/>
              <a:defRPr sz="35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2pPr>
            <a:lvl3pPr marL="1371495" indent="-457166">
              <a:spcAft>
                <a:spcPts val="600"/>
              </a:spcAft>
              <a:buSzPct val="120000"/>
              <a:buFont typeface="Courier New" charset="0"/>
              <a:buChar char="o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3pPr>
            <a:lvl4pPr marL="1828659" indent="-457166">
              <a:spcAft>
                <a:spcPts val="600"/>
              </a:spcAft>
              <a:buSzPct val="120000"/>
              <a:buFont typeface="Wingdings" charset="2"/>
              <a:buChar char="§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285825" indent="-457166">
              <a:spcAft>
                <a:spcPts val="600"/>
              </a:spcAft>
              <a:buSzPct val="120000"/>
              <a:buFont typeface="AppleSymbols" charset="0"/>
              <a:buChar char="⎻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7C9225-4017-4B67-BEA6-908252EFD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650588"/>
            <a:ext cx="20104100" cy="658761"/>
          </a:xfrm>
          <a:prstGeom prst="rect">
            <a:avLst/>
          </a:prstGeom>
        </p:spPr>
      </p:pic>
      <p:sp>
        <p:nvSpPr>
          <p:cNvPr id="29" name="Rectangle 28"/>
          <p:cNvSpPr/>
          <p:nvPr userDrawn="1"/>
        </p:nvSpPr>
        <p:spPr>
          <a:xfrm>
            <a:off x="13702145" y="10294938"/>
            <a:ext cx="4558145" cy="1082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17"/>
          </a:p>
        </p:txBody>
      </p:sp>
      <p:pic>
        <p:nvPicPr>
          <p:cNvPr id="15" name="Picture 14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8B4679BF-ED40-4F5C-B0C9-FFE58F6B80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9348"/>
          <a:stretch/>
        </p:blipFill>
        <p:spPr>
          <a:xfrm>
            <a:off x="13958391" y="10597074"/>
            <a:ext cx="741281" cy="586817"/>
          </a:xfrm>
          <a:prstGeom prst="rect">
            <a:avLst/>
          </a:prstGeom>
        </p:spPr>
      </p:pic>
      <p:sp>
        <p:nvSpPr>
          <p:cNvPr id="3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035051" y="10836276"/>
            <a:ext cx="8635999" cy="215443"/>
          </a:xfrm>
          <a:prstGeom prst="rect">
            <a:avLst/>
          </a:prstGeom>
        </p:spPr>
        <p:txBody>
          <a:bodyPr/>
          <a:lstStyle>
            <a:lvl1pPr>
              <a:defRPr sz="1401" b="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  <a:lvl2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2pPr>
            <a:lvl3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3pPr>
            <a:lvl4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4pPr>
            <a:lvl5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5pPr>
          </a:lstStyle>
          <a:p>
            <a:pPr lvl="0"/>
            <a:r>
              <a:rPr lang="en-US"/>
              <a:t>Click to add presentation title/date/other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BC7B27-E57F-01DC-D7F5-81EF0B1DBE0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FDEC1C-8850-56D7-5819-DEA339F6E0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39881" y="10598053"/>
            <a:ext cx="2923576" cy="6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1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4A1690-501B-E3A8-EC14-F39DD483068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-4"/>
            <a:ext cx="7011308" cy="113093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2144" b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9567" y="586411"/>
            <a:ext cx="5430498" cy="5356047"/>
          </a:xfrm>
        </p:spPr>
        <p:txBody>
          <a:bodyPr lIns="0" tIns="0" rIns="0" bIns="0" anchor="t">
            <a:normAutofit/>
          </a:bodyPr>
          <a:lstStyle>
            <a:lvl1pPr algn="l">
              <a:defRPr sz="7915" b="1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466BD-30A3-5235-DD6E-0AE34EA4C34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318941" y="5616982"/>
            <a:ext cx="11309348" cy="753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2144" b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EED4C-3CAC-6637-0225-8789721FD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97162" y="586412"/>
            <a:ext cx="11587372" cy="9437623"/>
          </a:xfrm>
        </p:spPr>
        <p:txBody>
          <a:bodyPr/>
          <a:lstStyle>
            <a:lvl1pPr>
              <a:defRPr sz="6000">
                <a:latin typeface="Arial Nova Light" panose="020B0304020202020204" pitchFamily="34" charset="0"/>
              </a:defRPr>
            </a:lvl1pPr>
            <a:lvl2pPr>
              <a:defRPr sz="5400">
                <a:latin typeface="Arial Nova Light" panose="020B0304020202020204" pitchFamily="34" charset="0"/>
              </a:defRPr>
            </a:lvl2pPr>
            <a:lvl3pPr>
              <a:defRPr sz="4800">
                <a:latin typeface="Arial Nova Light" panose="020B0304020202020204" pitchFamily="34" charset="0"/>
              </a:defRPr>
            </a:lvl3pPr>
            <a:lvl4pPr>
              <a:defRPr sz="3600">
                <a:latin typeface="Arial Nova Light" panose="020B0304020202020204" pitchFamily="34" charset="0"/>
              </a:defRPr>
            </a:lvl4pPr>
            <a:lvl5pPr>
              <a:defRPr sz="240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48A26C7-6688-4C55-D807-082B1FDCCD9C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7497162" y="10024034"/>
            <a:ext cx="11587372" cy="969372"/>
          </a:xfrm>
        </p:spPr>
        <p:txBody>
          <a:bodyPr>
            <a:normAutofit/>
          </a:bodyPr>
          <a:lstStyle>
            <a:lvl1pPr marL="0" indent="0">
              <a:buNone/>
              <a:defRPr sz="2638">
                <a:latin typeface="Aptos Light" panose="020B0004020202020204" pitchFamily="34" charset="0"/>
              </a:defRPr>
            </a:lvl1pPr>
            <a:lvl2pPr>
              <a:defRPr>
                <a:latin typeface="Aptos Light" panose="020B0004020202020204" pitchFamily="34" charset="0"/>
              </a:defRPr>
            </a:lvl2pPr>
            <a:lvl3pPr>
              <a:defRPr>
                <a:latin typeface="Aptos Light" panose="020B0004020202020204" pitchFamily="34" charset="0"/>
              </a:defRPr>
            </a:lvl3pPr>
            <a:lvl4pPr>
              <a:defRPr>
                <a:latin typeface="Aptos Light" panose="020B0004020202020204" pitchFamily="34" charset="0"/>
              </a:defRPr>
            </a:lvl4pPr>
            <a:lvl5pPr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02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1 Green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Holder 2"/>
          <p:cNvSpPr>
            <a:spLocks noGrp="1"/>
          </p:cNvSpPr>
          <p:nvPr>
            <p:ph type="title" hasCustomPrompt="1"/>
          </p:nvPr>
        </p:nvSpPr>
        <p:spPr>
          <a:xfrm>
            <a:off x="1028039" y="727520"/>
            <a:ext cx="17232252" cy="1469123"/>
          </a:xfrm>
          <a:prstGeom prst="rect">
            <a:avLst/>
          </a:prstGeom>
        </p:spPr>
        <p:txBody>
          <a:bodyPr lIns="0" tIns="0" rIns="0" bIns="0"/>
          <a:lstStyle>
            <a:lvl1pPr>
              <a:defRPr sz="6000" b="1" i="0" baseline="0">
                <a:solidFill>
                  <a:schemeClr val="accent4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5200" baseline="0"/>
              <a:t>Title</a:t>
            </a:r>
            <a:endParaRPr/>
          </a:p>
        </p:txBody>
      </p:sp>
      <p:sp>
        <p:nvSpPr>
          <p:cNvPr id="27" name="Content Placeholder 3"/>
          <p:cNvSpPr>
            <a:spLocks noGrp="1"/>
          </p:cNvSpPr>
          <p:nvPr>
            <p:ph sz="half" idx="17"/>
          </p:nvPr>
        </p:nvSpPr>
        <p:spPr>
          <a:xfrm>
            <a:off x="1028038" y="2454275"/>
            <a:ext cx="17232252" cy="7624011"/>
          </a:xfrm>
          <a:prstGeom prst="rect">
            <a:avLst/>
          </a:prstGeom>
        </p:spPr>
        <p:txBody>
          <a:bodyPr/>
          <a:lstStyle>
            <a:lvl1pPr marL="457166" indent="-457166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 sz="4600" baseline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1pPr>
            <a:lvl2pPr marL="914330" indent="-457166">
              <a:spcAft>
                <a:spcPts val="600"/>
              </a:spcAft>
              <a:buSzPct val="120000"/>
              <a:buFont typeface="Arial" charset="0"/>
              <a:buChar char="•"/>
              <a:defRPr sz="35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2pPr>
            <a:lvl3pPr marL="1371495" indent="-457166">
              <a:spcAft>
                <a:spcPts val="600"/>
              </a:spcAft>
              <a:buSzPct val="120000"/>
              <a:buFont typeface="Courier New" charset="0"/>
              <a:buChar char="o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3pPr>
            <a:lvl4pPr marL="1828659" indent="-457166">
              <a:spcAft>
                <a:spcPts val="600"/>
              </a:spcAft>
              <a:buSzPct val="120000"/>
              <a:buFont typeface="Wingdings" charset="2"/>
              <a:buChar char="§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285825" indent="-457166">
              <a:spcAft>
                <a:spcPts val="600"/>
              </a:spcAft>
              <a:buSzPct val="120000"/>
              <a:buFont typeface="AppleSymbols" charset="0"/>
              <a:buChar char="⎻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7C9225-4017-4B67-BEA6-908252EFD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650588"/>
            <a:ext cx="20104100" cy="658761"/>
          </a:xfrm>
          <a:prstGeom prst="rect">
            <a:avLst/>
          </a:prstGeom>
        </p:spPr>
      </p:pic>
      <p:sp>
        <p:nvSpPr>
          <p:cNvPr id="29" name="Rectangle 28"/>
          <p:cNvSpPr/>
          <p:nvPr userDrawn="1"/>
        </p:nvSpPr>
        <p:spPr>
          <a:xfrm>
            <a:off x="13702145" y="10294938"/>
            <a:ext cx="4558145" cy="1082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17"/>
          </a:p>
        </p:txBody>
      </p:sp>
      <p:pic>
        <p:nvPicPr>
          <p:cNvPr id="15" name="Picture 14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8B4679BF-ED40-4F5C-B0C9-FFE58F6B80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9348"/>
          <a:stretch/>
        </p:blipFill>
        <p:spPr>
          <a:xfrm>
            <a:off x="13958391" y="10597074"/>
            <a:ext cx="741281" cy="586817"/>
          </a:xfrm>
          <a:prstGeom prst="rect">
            <a:avLst/>
          </a:prstGeom>
        </p:spPr>
      </p:pic>
      <p:sp>
        <p:nvSpPr>
          <p:cNvPr id="3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035051" y="10836276"/>
            <a:ext cx="8635999" cy="215443"/>
          </a:xfrm>
          <a:prstGeom prst="rect">
            <a:avLst/>
          </a:prstGeom>
        </p:spPr>
        <p:txBody>
          <a:bodyPr/>
          <a:lstStyle>
            <a:lvl1pPr>
              <a:defRPr sz="1401" b="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  <a:lvl2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2pPr>
            <a:lvl3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3pPr>
            <a:lvl4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4pPr>
            <a:lvl5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5pPr>
          </a:lstStyle>
          <a:p>
            <a:pPr lvl="0"/>
            <a:r>
              <a:rPr lang="en-US"/>
              <a:t>Click to add presentation title/date/other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A2F4FF-D371-E936-4221-9E5E7CB227F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AA711-384F-6478-CC7A-5259861867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39881" y="10598053"/>
            <a:ext cx="2923576" cy="6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3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766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with space to add your own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lue rectangle">
            <a:extLst>
              <a:ext uri="{FF2B5EF4-FFF2-40B4-BE49-F238E27FC236}">
                <a16:creationId xmlns:a16="http://schemas.microsoft.com/office/drawing/2014/main" id="{B54F5B37-BD7F-DEFE-A468-0E5F899B05C8}"/>
              </a:ext>
            </a:extLst>
          </p:cNvPr>
          <p:cNvSpPr/>
          <p:nvPr userDrawn="1"/>
        </p:nvSpPr>
        <p:spPr bwMode="auto">
          <a:xfrm>
            <a:off x="13176070" y="116453"/>
            <a:ext cx="6736564" cy="11104591"/>
          </a:xfrm>
          <a:prstGeom prst="rect">
            <a:avLst/>
          </a:prstGeom>
          <a:solidFill>
            <a:srgbClr val="80298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50781" tIns="75390" rIns="150781" bIns="75390" numCol="1" rtlCol="0" anchor="t" anchorCtr="0" compatLnSpc="1">
            <a:prstTxWarp prst="textNoShape">
              <a:avLst/>
            </a:prstTxWarp>
          </a:bodyPr>
          <a:lstStyle/>
          <a:p>
            <a:pPr marL="191099" marR="0" indent="-191099" algn="l" defTabSz="150784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144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C8EC22-2644-70CE-42DC-8D0D2E4C19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>
          <a:xfrm>
            <a:off x="13176070" y="0"/>
            <a:ext cx="6919430" cy="11309350"/>
          </a:xfrm>
          <a:prstGeom prst="rect">
            <a:avLst/>
          </a:prstGeom>
        </p:spPr>
      </p:pic>
      <p:sp>
        <p:nvSpPr>
          <p:cNvPr id="24" name="Presentation title text ">
            <a:extLst>
              <a:ext uri="{FF2B5EF4-FFF2-40B4-BE49-F238E27FC236}">
                <a16:creationId xmlns:a16="http://schemas.microsoft.com/office/drawing/2014/main" id="{E178D353-04F4-DC50-BA6F-F4448016F0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70704" y="4494914"/>
            <a:ext cx="6541929" cy="1684252"/>
          </a:xfrm>
          <a:prstGeom prst="rect">
            <a:avLst/>
          </a:prstGeom>
          <a:solidFill>
            <a:srgbClr val="802987"/>
          </a:solidFill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617" b="0" i="0" cap="none" spc="0" baseline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CLICK TO ADD YOUR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25" name="Subhead text">
            <a:extLst>
              <a:ext uri="{FF2B5EF4-FFF2-40B4-BE49-F238E27FC236}">
                <a16:creationId xmlns:a16="http://schemas.microsoft.com/office/drawing/2014/main" id="{E7C6BEF5-6D79-8AFF-D375-FEB0A34EFF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80663" y="6437664"/>
            <a:ext cx="5770975" cy="572135"/>
          </a:xfrm>
          <a:prstGeom prst="rect">
            <a:avLst/>
          </a:prstGeom>
          <a:solidFill>
            <a:srgbClr val="802987"/>
          </a:solidFill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968" b="1" i="0" cap="none" baseline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  <a:lvl2pPr>
              <a:defRPr b="0" i="0">
                <a:latin typeface="AndesExtraLight"/>
                <a:cs typeface="AndesExtraLight"/>
              </a:defRPr>
            </a:lvl2pPr>
            <a:lvl3pPr>
              <a:defRPr b="0" i="0">
                <a:latin typeface="AndesExtraLight"/>
                <a:cs typeface="AndesExtraLight"/>
              </a:defRPr>
            </a:lvl3pPr>
            <a:lvl4pPr>
              <a:defRPr b="0" i="0">
                <a:latin typeface="AndesExtraLight"/>
                <a:cs typeface="AndesExtraLight"/>
              </a:defRPr>
            </a:lvl4pPr>
            <a:lvl5pPr>
              <a:defRPr b="0" i="0">
                <a:latin typeface="AndesExtraLight"/>
                <a:cs typeface="AndesExtraLight"/>
              </a:defRPr>
            </a:lvl5pPr>
          </a:lstStyle>
          <a:p>
            <a:pPr lvl="0"/>
            <a:r>
              <a:rPr lang="en-US"/>
              <a:t>Click to add your subhead</a:t>
            </a:r>
          </a:p>
        </p:txBody>
      </p:sp>
      <p:sp>
        <p:nvSpPr>
          <p:cNvPr id="13" name="Picture Placeholder">
            <a:extLst>
              <a:ext uri="{FF2B5EF4-FFF2-40B4-BE49-F238E27FC236}">
                <a16:creationId xmlns:a16="http://schemas.microsoft.com/office/drawing/2014/main" id="{9687E4AC-3865-4817-ADAF-8168461A7C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-21854"/>
            <a:ext cx="13176069" cy="11331204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 sz="6596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  <a:p>
            <a:r>
              <a:rPr lang="en-US"/>
              <a:t>     Click to add your image</a:t>
            </a:r>
          </a:p>
        </p:txBody>
      </p:sp>
      <p:pic>
        <p:nvPicPr>
          <p:cNvPr id="5" name="World Bank logo">
            <a:extLst>
              <a:ext uri="{FF2B5EF4-FFF2-40B4-BE49-F238E27FC236}">
                <a16:creationId xmlns:a16="http://schemas.microsoft.com/office/drawing/2014/main" id="{3DFCED31-5D27-EB76-08D7-7D5DC5209AC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815769" y="9000166"/>
            <a:ext cx="3646218" cy="16520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781161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1AE02A-4DB4-8961-A163-03E11DF82A55}"/>
              </a:ext>
            </a:extLst>
          </p:cNvPr>
          <p:cNvSpPr/>
          <p:nvPr userDrawn="1"/>
        </p:nvSpPr>
        <p:spPr bwMode="auto">
          <a:xfrm>
            <a:off x="0" y="0"/>
            <a:ext cx="9604787" cy="11309350"/>
          </a:xfrm>
          <a:prstGeom prst="rect">
            <a:avLst/>
          </a:prstGeom>
          <a:solidFill>
            <a:srgbClr val="80298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50781" tIns="75390" rIns="150781" bIns="75390" numCol="1" rtlCol="0" anchor="t" anchorCtr="0" compatLnSpc="1">
            <a:prstTxWarp prst="textNoShape">
              <a:avLst/>
            </a:prstTxWarp>
          </a:bodyPr>
          <a:lstStyle/>
          <a:p>
            <a:pPr marL="191099" marR="0" indent="-191099" algn="l" defTabSz="150784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144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47A9FA-9D05-5DA0-7855-EC1DA30AE4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0000"/>
            <a:lum bright="30000"/>
          </a:blip>
          <a:srcRect r="49625" b="44045"/>
          <a:stretch/>
        </p:blipFill>
        <p:spPr>
          <a:xfrm>
            <a:off x="632478" y="1277224"/>
            <a:ext cx="8972309" cy="10032126"/>
          </a:xfrm>
          <a:prstGeom prst="rect">
            <a:avLst/>
          </a:prstGeom>
        </p:spPr>
      </p:pic>
      <p:cxnSp>
        <p:nvCxnSpPr>
          <p:cNvPr id="14" name="Blue line ">
            <a:extLst>
              <a:ext uri="{FF2B5EF4-FFF2-40B4-BE49-F238E27FC236}">
                <a16:creationId xmlns:a16="http://schemas.microsoft.com/office/drawing/2014/main" id="{14B50395-1DB5-E7DD-6CE6-B883F0FFDD7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10627" y="1795499"/>
            <a:ext cx="8665723" cy="0"/>
          </a:xfrm>
          <a:prstGeom prst="line">
            <a:avLst/>
          </a:prstGeom>
          <a:noFill/>
          <a:ln w="12700" cap="rnd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Picture Placeholder ">
            <a:extLst>
              <a:ext uri="{FF2B5EF4-FFF2-40B4-BE49-F238E27FC236}">
                <a16:creationId xmlns:a16="http://schemas.microsoft.com/office/drawing/2014/main" id="{954AB1F3-7EDA-DC4D-52AE-A4551F492C5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5118" y="0"/>
            <a:ext cx="10503301" cy="11309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 sz="5277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  <a:p>
            <a:r>
              <a:rPr lang="en-US"/>
              <a:t>     Click to add your image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319FF8E-1FC9-090D-8163-70D8F7B42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627" y="389093"/>
            <a:ext cx="7740067" cy="71336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spcBef>
                <a:spcPts val="0"/>
              </a:spcBef>
              <a:defRPr sz="4452" b="0" i="0" cap="none" spc="0" baseline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CLICK TO EDIT PAGE HEADER</a:t>
            </a:r>
          </a:p>
        </p:txBody>
      </p:sp>
      <p:sp>
        <p:nvSpPr>
          <p:cNvPr id="4" name="Subhead">
            <a:extLst>
              <a:ext uri="{FF2B5EF4-FFF2-40B4-BE49-F238E27FC236}">
                <a16:creationId xmlns:a16="http://schemas.microsoft.com/office/drawing/2014/main" id="{01B350AB-213C-BA5E-F096-D556FE809E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479" y="954773"/>
            <a:ext cx="5661713" cy="6935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defRPr sz="3298" b="0" i="1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AndesExtraLight"/>
                <a:cs typeface="AndesExtraLight"/>
              </a:defRPr>
            </a:lvl2pPr>
            <a:lvl3pPr>
              <a:defRPr b="0" i="0">
                <a:latin typeface="AndesExtraLight"/>
                <a:cs typeface="AndesExtraLight"/>
              </a:defRPr>
            </a:lvl3pPr>
            <a:lvl4pPr>
              <a:defRPr b="0" i="0">
                <a:latin typeface="AndesExtraLight"/>
                <a:cs typeface="AndesExtraLight"/>
              </a:defRPr>
            </a:lvl4pPr>
            <a:lvl5pPr>
              <a:defRPr b="0" i="0">
                <a:latin typeface="AndesExtraLight"/>
                <a:cs typeface="AndesExtraLight"/>
              </a:defRPr>
            </a:lvl5pPr>
          </a:lstStyle>
          <a:p>
            <a:pPr lvl="0"/>
            <a:r>
              <a:rPr lang="en-US"/>
              <a:t>Click to edit page </a:t>
            </a:r>
            <a:r>
              <a:rPr lang="en-US" err="1"/>
              <a:t>subheader</a:t>
            </a:r>
            <a:endParaRPr lang="en-US"/>
          </a:p>
        </p:txBody>
      </p:sp>
      <p:sp>
        <p:nvSpPr>
          <p:cNvPr id="9" name="Body copy ">
            <a:extLst>
              <a:ext uri="{FF2B5EF4-FFF2-40B4-BE49-F238E27FC236}">
                <a16:creationId xmlns:a16="http://schemas.microsoft.com/office/drawing/2014/main" id="{F49F63CF-BB77-ECA7-C746-74363772E0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2480" y="4554593"/>
            <a:ext cx="8232744" cy="39488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defRPr sz="2638" b="0" i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AndesExtraLight"/>
                <a:cs typeface="AndesExtraLight"/>
              </a:defRPr>
            </a:lvl2pPr>
            <a:lvl3pPr>
              <a:defRPr b="0" i="0">
                <a:latin typeface="AndesExtraLight"/>
                <a:cs typeface="AndesExtraLight"/>
              </a:defRPr>
            </a:lvl3pPr>
            <a:lvl4pPr>
              <a:defRPr b="0" i="0">
                <a:latin typeface="AndesExtraLight"/>
                <a:cs typeface="AndesExtraLight"/>
              </a:defRPr>
            </a:lvl4pPr>
            <a:lvl5pPr>
              <a:defRPr b="0" i="0">
                <a:latin typeface="AndesExtraLight"/>
                <a:cs typeface="AndesExtraLight"/>
              </a:defRPr>
            </a:lvl5pPr>
          </a:lstStyle>
          <a:p>
            <a:pPr lvl="0"/>
            <a:r>
              <a:rPr lang="en-US"/>
              <a:t>Click to edit slide body copy.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366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15" descr="Imagen que contiene exterior, montaña, molino de viento, objeto&#10;&#10;Descripción generada automáticamente">
            <a:extLst>
              <a:ext uri="{FF2B5EF4-FFF2-40B4-BE49-F238E27FC236}">
                <a16:creationId xmlns:a16="http://schemas.microsoft.com/office/drawing/2014/main" id="{DD221274-2C8F-40BF-8CA4-C99C2D530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9" r="-217" b="6672"/>
          <a:stretch/>
        </p:blipFill>
        <p:spPr>
          <a:xfrm>
            <a:off x="0" y="0"/>
            <a:ext cx="20104100" cy="10554732"/>
          </a:xfrm>
          <a:prstGeom prst="rect">
            <a:avLst/>
          </a:prstGeom>
        </p:spPr>
      </p:pic>
      <p:sp>
        <p:nvSpPr>
          <p:cNvPr id="6" name="Triángulo rectángulo 18">
            <a:extLst>
              <a:ext uri="{FF2B5EF4-FFF2-40B4-BE49-F238E27FC236}">
                <a16:creationId xmlns:a16="http://schemas.microsoft.com/office/drawing/2014/main" id="{955F555B-82BF-4E9F-9775-EEDC22B7EBE0}"/>
              </a:ext>
            </a:extLst>
          </p:cNvPr>
          <p:cNvSpPr/>
          <p:nvPr userDrawn="1"/>
        </p:nvSpPr>
        <p:spPr>
          <a:xfrm rot="10800000">
            <a:off x="0" y="6350"/>
            <a:ext cx="20104100" cy="11303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kern="0">
              <a:solidFill>
                <a:schemeClr val="bg1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58F87E-F9E4-492A-8975-B5F332AFFFB9}"/>
              </a:ext>
            </a:extLst>
          </p:cNvPr>
          <p:cNvSpPr txBox="1">
            <a:spLocks/>
          </p:cNvSpPr>
          <p:nvPr userDrawn="1"/>
        </p:nvSpPr>
        <p:spPr>
          <a:xfrm>
            <a:off x="1055523" y="5087938"/>
            <a:ext cx="7543729" cy="310765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7200" b="1" kern="0">
              <a:solidFill>
                <a:srgbClr val="183153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  <a:p>
            <a:pPr algn="ctr"/>
            <a:endParaRPr lang="en-US" sz="4399" kern="0">
              <a:solidFill>
                <a:srgbClr val="183153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</p:txBody>
      </p:sp>
      <p:cxnSp>
        <p:nvCxnSpPr>
          <p:cNvPr id="9" name="Conector recto 21">
            <a:extLst>
              <a:ext uri="{FF2B5EF4-FFF2-40B4-BE49-F238E27FC236}">
                <a16:creationId xmlns:a16="http://schemas.microsoft.com/office/drawing/2014/main" id="{F0F15FF9-6014-4CE9-B6D3-81F225B40E81}"/>
              </a:ext>
            </a:extLst>
          </p:cNvPr>
          <p:cNvCxnSpPr>
            <a:cxnSpLocks/>
          </p:cNvCxnSpPr>
          <p:nvPr userDrawn="1"/>
        </p:nvCxnSpPr>
        <p:spPr>
          <a:xfrm>
            <a:off x="5714710" y="2130089"/>
            <a:ext cx="7903156" cy="4505326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24">
            <a:extLst>
              <a:ext uri="{FF2B5EF4-FFF2-40B4-BE49-F238E27FC236}">
                <a16:creationId xmlns:a16="http://schemas.microsoft.com/office/drawing/2014/main" id="{0B400D1A-8B81-4C51-994A-6AC381AC5651}"/>
              </a:ext>
            </a:extLst>
          </p:cNvPr>
          <p:cNvCxnSpPr>
            <a:cxnSpLocks/>
          </p:cNvCxnSpPr>
          <p:nvPr userDrawn="1"/>
        </p:nvCxnSpPr>
        <p:spPr>
          <a:xfrm>
            <a:off x="19196049" y="1082677"/>
            <a:ext cx="0" cy="6953251"/>
          </a:xfrm>
          <a:prstGeom prst="line">
            <a:avLst/>
          </a:prstGeom>
          <a:ln w="44450">
            <a:solidFill>
              <a:srgbClr val="DAF4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1337EEC8-8211-43CD-A3B4-09AC6860E1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9348"/>
          <a:stretch/>
        </p:blipFill>
        <p:spPr>
          <a:xfrm>
            <a:off x="13958391" y="10597074"/>
            <a:ext cx="741281" cy="586817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2C348C0-4A4E-4985-94D1-1DF93A92C9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60432" y="754619"/>
            <a:ext cx="8141831" cy="3698320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Helvetica Neue"/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 sz="4800">
                <a:solidFill>
                  <a:schemeClr val="bg1"/>
                </a:solidFill>
              </a:defRPr>
            </a:lvl3pPr>
            <a:lvl4pPr>
              <a:defRPr sz="4800">
                <a:solidFill>
                  <a:schemeClr val="bg1"/>
                </a:solidFill>
              </a:defRPr>
            </a:lvl4pPr>
            <a:lvl5pPr>
              <a:defRPr sz="4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75473FC-553B-4424-AA61-160C16EE07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9989" y="4281488"/>
            <a:ext cx="6742792" cy="3107651"/>
          </a:xfrm>
          <a:prstGeom prst="rect">
            <a:avLst/>
          </a:prstGeom>
        </p:spPr>
        <p:txBody>
          <a:bodyPr/>
          <a:lstStyle>
            <a:lvl1pPr>
              <a:defRPr sz="4800" b="1">
                <a:latin typeface="Helvetica Neue"/>
              </a:defRPr>
            </a:lvl1pPr>
            <a:lvl2pPr>
              <a:defRPr sz="3600" b="0">
                <a:latin typeface="Helvetica Neue"/>
              </a:defRPr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9540376-333D-4EC9-9EB4-D87AFC076D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89856" y="7794171"/>
            <a:ext cx="6742793" cy="169817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Helvetica Neue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6A4301-DAC9-6FE7-F3B5-FB0627161C1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41B47E-F806-7FD2-74C6-D121F8F33DF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39881" y="10598053"/>
            <a:ext cx="2923576" cy="6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6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Holder 2"/>
          <p:cNvSpPr>
            <a:spLocks noGrp="1"/>
          </p:cNvSpPr>
          <p:nvPr>
            <p:ph type="title" hasCustomPrompt="1"/>
          </p:nvPr>
        </p:nvSpPr>
        <p:spPr>
          <a:xfrm>
            <a:off x="1028039" y="727520"/>
            <a:ext cx="17232252" cy="1469123"/>
          </a:xfrm>
          <a:prstGeom prst="rect">
            <a:avLst/>
          </a:prstGeom>
        </p:spPr>
        <p:txBody>
          <a:bodyPr lIns="0" tIns="0" rIns="0" bIns="0"/>
          <a:lstStyle>
            <a:lvl1pPr>
              <a:defRPr sz="6000" b="1" i="0" baseline="0">
                <a:solidFill>
                  <a:schemeClr val="accent4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5200" baseline="0"/>
              <a:t>Title</a:t>
            </a:r>
            <a:endParaRPr/>
          </a:p>
        </p:txBody>
      </p:sp>
      <p:sp>
        <p:nvSpPr>
          <p:cNvPr id="27" name="Content Placeholder 3"/>
          <p:cNvSpPr>
            <a:spLocks noGrp="1"/>
          </p:cNvSpPr>
          <p:nvPr>
            <p:ph sz="half" idx="17"/>
          </p:nvPr>
        </p:nvSpPr>
        <p:spPr>
          <a:xfrm>
            <a:off x="1028038" y="2454275"/>
            <a:ext cx="17232252" cy="7624011"/>
          </a:xfrm>
          <a:prstGeom prst="rect">
            <a:avLst/>
          </a:prstGeom>
        </p:spPr>
        <p:txBody>
          <a:bodyPr/>
          <a:lstStyle>
            <a:lvl1pPr marL="457166" indent="-457166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 sz="4600" baseline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1pPr>
            <a:lvl2pPr marL="914330" indent="-457166">
              <a:spcAft>
                <a:spcPts val="600"/>
              </a:spcAft>
              <a:buSzPct val="120000"/>
              <a:buFont typeface="Arial" charset="0"/>
              <a:buChar char="•"/>
              <a:defRPr sz="35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2pPr>
            <a:lvl3pPr marL="1371495" indent="-457166">
              <a:spcAft>
                <a:spcPts val="600"/>
              </a:spcAft>
              <a:buSzPct val="120000"/>
              <a:buFont typeface="Courier New" charset="0"/>
              <a:buChar char="o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3pPr>
            <a:lvl4pPr marL="1828659" indent="-457166">
              <a:spcAft>
                <a:spcPts val="600"/>
              </a:spcAft>
              <a:buSzPct val="120000"/>
              <a:buFont typeface="Wingdings" charset="2"/>
              <a:buChar char="§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285825" indent="-457166">
              <a:spcAft>
                <a:spcPts val="600"/>
              </a:spcAft>
              <a:buSzPct val="120000"/>
              <a:buFont typeface="AppleSymbols" charset="0"/>
              <a:buChar char="⎻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7C9225-4017-4B67-BEA6-908252EFD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650588"/>
            <a:ext cx="20104100" cy="658761"/>
          </a:xfrm>
          <a:prstGeom prst="rect">
            <a:avLst/>
          </a:prstGeom>
        </p:spPr>
      </p:pic>
      <p:sp>
        <p:nvSpPr>
          <p:cNvPr id="29" name="Rectangle 28"/>
          <p:cNvSpPr/>
          <p:nvPr userDrawn="1"/>
        </p:nvSpPr>
        <p:spPr>
          <a:xfrm>
            <a:off x="13702145" y="10294938"/>
            <a:ext cx="4558145" cy="1082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17"/>
          </a:p>
        </p:txBody>
      </p:sp>
      <p:pic>
        <p:nvPicPr>
          <p:cNvPr id="15" name="Picture 14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8B4679BF-ED40-4F5C-B0C9-FFE58F6B80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9348"/>
          <a:stretch/>
        </p:blipFill>
        <p:spPr>
          <a:xfrm>
            <a:off x="13958391" y="10597074"/>
            <a:ext cx="741281" cy="586817"/>
          </a:xfrm>
          <a:prstGeom prst="rect">
            <a:avLst/>
          </a:prstGeom>
        </p:spPr>
      </p:pic>
      <p:sp>
        <p:nvSpPr>
          <p:cNvPr id="3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035051" y="10836276"/>
            <a:ext cx="8635999" cy="215443"/>
          </a:xfrm>
          <a:prstGeom prst="rect">
            <a:avLst/>
          </a:prstGeom>
        </p:spPr>
        <p:txBody>
          <a:bodyPr/>
          <a:lstStyle>
            <a:lvl1pPr>
              <a:defRPr sz="1401" b="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  <a:lvl2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2pPr>
            <a:lvl3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3pPr>
            <a:lvl4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4pPr>
            <a:lvl5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5pPr>
          </a:lstStyle>
          <a:p>
            <a:pPr lvl="0"/>
            <a:r>
              <a:rPr lang="en-US"/>
              <a:t>Click to add presentation title/date/other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BC7B27-E57F-01DC-D7F5-81EF0B1DBE0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FDEC1C-8850-56D7-5819-DEA339F6E0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39881" y="10598053"/>
            <a:ext cx="2923576" cy="6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870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1 Green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Holder 2"/>
          <p:cNvSpPr>
            <a:spLocks noGrp="1"/>
          </p:cNvSpPr>
          <p:nvPr>
            <p:ph type="title" hasCustomPrompt="1"/>
          </p:nvPr>
        </p:nvSpPr>
        <p:spPr>
          <a:xfrm>
            <a:off x="1028039" y="727520"/>
            <a:ext cx="17232252" cy="1469123"/>
          </a:xfrm>
          <a:prstGeom prst="rect">
            <a:avLst/>
          </a:prstGeom>
        </p:spPr>
        <p:txBody>
          <a:bodyPr lIns="0" tIns="0" rIns="0" bIns="0"/>
          <a:lstStyle>
            <a:lvl1pPr>
              <a:defRPr sz="6000" b="1" i="0" baseline="0">
                <a:solidFill>
                  <a:schemeClr val="accent4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5200" baseline="0"/>
              <a:t>Title</a:t>
            </a:r>
            <a:endParaRPr/>
          </a:p>
        </p:txBody>
      </p:sp>
      <p:sp>
        <p:nvSpPr>
          <p:cNvPr id="27" name="Content Placeholder 3"/>
          <p:cNvSpPr>
            <a:spLocks noGrp="1"/>
          </p:cNvSpPr>
          <p:nvPr>
            <p:ph sz="half" idx="17"/>
          </p:nvPr>
        </p:nvSpPr>
        <p:spPr>
          <a:xfrm>
            <a:off x="1028038" y="2454275"/>
            <a:ext cx="17232252" cy="7624011"/>
          </a:xfrm>
          <a:prstGeom prst="rect">
            <a:avLst/>
          </a:prstGeom>
        </p:spPr>
        <p:txBody>
          <a:bodyPr/>
          <a:lstStyle>
            <a:lvl1pPr marL="457166" indent="-457166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 sz="4600" baseline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1pPr>
            <a:lvl2pPr marL="914330" indent="-457166">
              <a:spcAft>
                <a:spcPts val="600"/>
              </a:spcAft>
              <a:buSzPct val="120000"/>
              <a:buFont typeface="Arial" charset="0"/>
              <a:buChar char="•"/>
              <a:defRPr sz="35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2pPr>
            <a:lvl3pPr marL="1371495" indent="-457166">
              <a:spcAft>
                <a:spcPts val="600"/>
              </a:spcAft>
              <a:buSzPct val="120000"/>
              <a:buFont typeface="Courier New" charset="0"/>
              <a:buChar char="o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3pPr>
            <a:lvl4pPr marL="1828659" indent="-457166">
              <a:spcAft>
                <a:spcPts val="600"/>
              </a:spcAft>
              <a:buSzPct val="120000"/>
              <a:buFont typeface="Wingdings" charset="2"/>
              <a:buChar char="§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285825" indent="-457166">
              <a:spcAft>
                <a:spcPts val="600"/>
              </a:spcAft>
              <a:buSzPct val="120000"/>
              <a:buFont typeface="AppleSymbols" charset="0"/>
              <a:buChar char="⎻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7C9225-4017-4B67-BEA6-908252EFD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650588"/>
            <a:ext cx="20104100" cy="658761"/>
          </a:xfrm>
          <a:prstGeom prst="rect">
            <a:avLst/>
          </a:prstGeom>
        </p:spPr>
      </p:pic>
      <p:sp>
        <p:nvSpPr>
          <p:cNvPr id="29" name="Rectangle 28"/>
          <p:cNvSpPr/>
          <p:nvPr userDrawn="1"/>
        </p:nvSpPr>
        <p:spPr>
          <a:xfrm>
            <a:off x="13702145" y="10294938"/>
            <a:ext cx="4558145" cy="1082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17"/>
          </a:p>
        </p:txBody>
      </p:sp>
      <p:pic>
        <p:nvPicPr>
          <p:cNvPr id="15" name="Picture 14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8B4679BF-ED40-4F5C-B0C9-FFE58F6B80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9348"/>
          <a:stretch/>
        </p:blipFill>
        <p:spPr>
          <a:xfrm>
            <a:off x="13958391" y="10597074"/>
            <a:ext cx="741281" cy="586817"/>
          </a:xfrm>
          <a:prstGeom prst="rect">
            <a:avLst/>
          </a:prstGeom>
        </p:spPr>
      </p:pic>
      <p:sp>
        <p:nvSpPr>
          <p:cNvPr id="3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035051" y="10836276"/>
            <a:ext cx="8635999" cy="215443"/>
          </a:xfrm>
          <a:prstGeom prst="rect">
            <a:avLst/>
          </a:prstGeom>
        </p:spPr>
        <p:txBody>
          <a:bodyPr/>
          <a:lstStyle>
            <a:lvl1pPr>
              <a:defRPr sz="1401" b="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  <a:lvl2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2pPr>
            <a:lvl3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3pPr>
            <a:lvl4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4pPr>
            <a:lvl5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5pPr>
          </a:lstStyle>
          <a:p>
            <a:pPr lvl="0"/>
            <a:r>
              <a:rPr lang="en-US"/>
              <a:t>Click to add presentation title/date/other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A2F4FF-D371-E936-4221-9E5E7CB227F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AA711-384F-6478-CC7A-5259861867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39881" y="10598053"/>
            <a:ext cx="2923576" cy="6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66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Blue line ">
            <a:extLst>
              <a:ext uri="{FF2B5EF4-FFF2-40B4-BE49-F238E27FC236}">
                <a16:creationId xmlns:a16="http://schemas.microsoft.com/office/drawing/2014/main" id="{14B50395-1DB5-E7DD-6CE6-B883F0FFDD7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10627" y="1795499"/>
            <a:ext cx="18942232" cy="0"/>
          </a:xfrm>
          <a:prstGeom prst="line">
            <a:avLst/>
          </a:prstGeom>
          <a:noFill/>
          <a:ln w="12700" cap="rnd" cmpd="sng" algn="ctr">
            <a:solidFill>
              <a:srgbClr val="09426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itle">
            <a:extLst>
              <a:ext uri="{FF2B5EF4-FFF2-40B4-BE49-F238E27FC236}">
                <a16:creationId xmlns:a16="http://schemas.microsoft.com/office/drawing/2014/main" id="{5319FF8E-1FC9-090D-8163-70D8F7B42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628" y="389093"/>
            <a:ext cx="18860994" cy="71336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spcBef>
                <a:spcPts val="0"/>
              </a:spcBef>
              <a:defRPr sz="4452" b="0" i="0" cap="none" spc="0" baseline="0">
                <a:solidFill>
                  <a:srgbClr val="09426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CLICK TO EDIT PAGE HEADER</a:t>
            </a:r>
          </a:p>
        </p:txBody>
      </p:sp>
      <p:sp>
        <p:nvSpPr>
          <p:cNvPr id="4" name="Subhead">
            <a:extLst>
              <a:ext uri="{FF2B5EF4-FFF2-40B4-BE49-F238E27FC236}">
                <a16:creationId xmlns:a16="http://schemas.microsoft.com/office/drawing/2014/main" id="{01B350AB-213C-BA5E-F096-D556FE809E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479" y="954773"/>
            <a:ext cx="18839143" cy="6935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defRPr sz="3298" b="0" i="1" cap="none" baseline="0">
                <a:solidFill>
                  <a:srgbClr val="0942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AndesExtraLight"/>
                <a:cs typeface="AndesExtraLight"/>
              </a:defRPr>
            </a:lvl2pPr>
            <a:lvl3pPr>
              <a:defRPr b="0" i="0">
                <a:latin typeface="AndesExtraLight"/>
                <a:cs typeface="AndesExtraLight"/>
              </a:defRPr>
            </a:lvl3pPr>
            <a:lvl4pPr>
              <a:defRPr b="0" i="0">
                <a:latin typeface="AndesExtraLight"/>
                <a:cs typeface="AndesExtraLight"/>
              </a:defRPr>
            </a:lvl4pPr>
            <a:lvl5pPr>
              <a:defRPr b="0" i="0">
                <a:latin typeface="AndesExtraLight"/>
                <a:cs typeface="AndesExtraLight"/>
              </a:defRPr>
            </a:lvl5pPr>
          </a:lstStyle>
          <a:p>
            <a:pPr lvl="0"/>
            <a:r>
              <a:rPr lang="en-US"/>
              <a:t>Click to edit page </a:t>
            </a:r>
            <a:r>
              <a:rPr lang="en-US" err="1"/>
              <a:t>subheader</a:t>
            </a:r>
            <a:endParaRPr lang="en-US"/>
          </a:p>
        </p:txBody>
      </p:sp>
      <p:sp>
        <p:nvSpPr>
          <p:cNvPr id="9" name="Body copy ">
            <a:extLst>
              <a:ext uri="{FF2B5EF4-FFF2-40B4-BE49-F238E27FC236}">
                <a16:creationId xmlns:a16="http://schemas.microsoft.com/office/drawing/2014/main" id="{F49F63CF-BB77-ECA7-C746-74363772E0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2479" y="4603235"/>
            <a:ext cx="18920379" cy="30579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defRPr sz="2638" b="0" i="0" cap="none" baseline="0">
                <a:solidFill>
                  <a:srgbClr val="0942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AndesExtraLight"/>
                <a:cs typeface="AndesExtraLight"/>
              </a:defRPr>
            </a:lvl2pPr>
            <a:lvl3pPr>
              <a:defRPr b="0" i="0">
                <a:latin typeface="AndesExtraLight"/>
                <a:cs typeface="AndesExtraLight"/>
              </a:defRPr>
            </a:lvl3pPr>
            <a:lvl4pPr>
              <a:defRPr b="0" i="0">
                <a:latin typeface="AndesExtraLight"/>
                <a:cs typeface="AndesExtraLight"/>
              </a:defRPr>
            </a:lvl4pPr>
            <a:lvl5pPr>
              <a:defRPr b="0" i="0">
                <a:latin typeface="AndesExtraLight"/>
                <a:cs typeface="AndesExtraLight"/>
              </a:defRPr>
            </a:lvl5pPr>
          </a:lstStyle>
          <a:p>
            <a:pPr marL="0" marR="0" lvl="0" indent="0" algn="l" defTabSz="1507846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989"/>
              </a:spcAft>
              <a:buClr>
                <a:srgbClr val="404040"/>
              </a:buClr>
              <a:buSzTx/>
              <a:buFontTx/>
              <a:buNone/>
              <a:tabLst/>
              <a:defRPr/>
            </a:pPr>
            <a:r>
              <a:rPr lang="en-US"/>
              <a:t>Click to edit slide body copy.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.</a:t>
            </a:r>
            <a:br>
              <a:rPr lang="en-US"/>
            </a:br>
            <a:br>
              <a:rPr lang="en-US"/>
            </a:br>
            <a:r>
              <a:rPr lang="en-US"/>
              <a:t>Click to edit slide body copy.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4215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Blue line ">
            <a:extLst>
              <a:ext uri="{FF2B5EF4-FFF2-40B4-BE49-F238E27FC236}">
                <a16:creationId xmlns:a16="http://schemas.microsoft.com/office/drawing/2014/main" id="{14B50395-1DB5-E7DD-6CE6-B883F0FFDD7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10627" y="1795499"/>
            <a:ext cx="18942232" cy="0"/>
          </a:xfrm>
          <a:prstGeom prst="line">
            <a:avLst/>
          </a:prstGeom>
          <a:noFill/>
          <a:ln w="12700" cap="rnd" cmpd="sng" algn="ctr">
            <a:solidFill>
              <a:srgbClr val="09426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itle">
            <a:extLst>
              <a:ext uri="{FF2B5EF4-FFF2-40B4-BE49-F238E27FC236}">
                <a16:creationId xmlns:a16="http://schemas.microsoft.com/office/drawing/2014/main" id="{5319FF8E-1FC9-090D-8163-70D8F7B42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627" y="389093"/>
            <a:ext cx="18942232" cy="71336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spcBef>
                <a:spcPts val="0"/>
              </a:spcBef>
              <a:defRPr sz="4452" b="0" i="0" cap="none" spc="0" baseline="0">
                <a:solidFill>
                  <a:srgbClr val="09426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CLICK TO EDIT PAGE HEADER</a:t>
            </a:r>
          </a:p>
        </p:txBody>
      </p:sp>
    </p:spTree>
    <p:extLst>
      <p:ext uri="{BB962C8B-B14F-4D97-AF65-F5344CB8AC3E}">
        <p14:creationId xmlns:p14="http://schemas.microsoft.com/office/powerpoint/2010/main" val="213986838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96FA3872-6554-4C47-96D8-9CF4E4F4AF45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b="29348"/>
          <a:stretch/>
        </p:blipFill>
        <p:spPr>
          <a:xfrm>
            <a:off x="13958392" y="10597076"/>
            <a:ext cx="741281" cy="58681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424E2F-EAE1-417E-A4C4-B09D1BF84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FA1E6-9E58-459F-9A1B-0DE3AC5B15E0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C9EBE2-A96D-DB9A-4AF0-93D8968A3AB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192875" y="11093450"/>
            <a:ext cx="8763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 Use Only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4519A-226F-7B5B-788F-B49620B8A703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4939881" y="10598053"/>
            <a:ext cx="2923576" cy="6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322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83" r:id="rId2"/>
    <p:sldLayoutId id="2147483791" r:id="rId3"/>
    <p:sldLayoutId id="2147483720" r:id="rId4"/>
    <p:sldLayoutId id="2147483792" r:id="rId5"/>
    <p:sldLayoutId id="2147483793" r:id="rId6"/>
    <p:sldLayoutId id="2147483873" r:id="rId7"/>
    <p:sldLayoutId id="2147483874" r:id="rId8"/>
    <p:sldLayoutId id="2147483875" r:id="rId9"/>
    <p:sldLayoutId id="2147483879" r:id="rId10"/>
    <p:sldLayoutId id="2147483880" r:id="rId11"/>
    <p:sldLayoutId id="2147483881" r:id="rId12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144" eaLnBrk="1" hangingPunct="1">
        <a:defRPr>
          <a:latin typeface="+mn-lt"/>
          <a:ea typeface="+mn-ea"/>
          <a:cs typeface="+mn-cs"/>
        </a:defRPr>
      </a:lvl2pPr>
      <a:lvl3pPr marL="914288" eaLnBrk="1" hangingPunct="1">
        <a:defRPr>
          <a:latin typeface="+mn-lt"/>
          <a:ea typeface="+mn-ea"/>
          <a:cs typeface="+mn-cs"/>
        </a:defRPr>
      </a:lvl3pPr>
      <a:lvl4pPr marL="1371432" eaLnBrk="1" hangingPunct="1">
        <a:defRPr>
          <a:latin typeface="+mn-lt"/>
          <a:ea typeface="+mn-ea"/>
          <a:cs typeface="+mn-cs"/>
        </a:defRPr>
      </a:lvl4pPr>
      <a:lvl5pPr marL="1828574" eaLnBrk="1" hangingPunct="1">
        <a:defRPr>
          <a:latin typeface="+mn-lt"/>
          <a:ea typeface="+mn-ea"/>
          <a:cs typeface="+mn-cs"/>
        </a:defRPr>
      </a:lvl5pPr>
      <a:lvl6pPr marL="2285718" eaLnBrk="1" hangingPunct="1">
        <a:defRPr>
          <a:latin typeface="+mn-lt"/>
          <a:ea typeface="+mn-ea"/>
          <a:cs typeface="+mn-cs"/>
        </a:defRPr>
      </a:lvl6pPr>
      <a:lvl7pPr marL="2742863" eaLnBrk="1" hangingPunct="1">
        <a:defRPr>
          <a:latin typeface="+mn-lt"/>
          <a:ea typeface="+mn-ea"/>
          <a:cs typeface="+mn-cs"/>
        </a:defRPr>
      </a:lvl7pPr>
      <a:lvl8pPr marL="3200007" eaLnBrk="1" hangingPunct="1">
        <a:defRPr>
          <a:latin typeface="+mn-lt"/>
          <a:ea typeface="+mn-ea"/>
          <a:cs typeface="+mn-cs"/>
        </a:defRPr>
      </a:lvl8pPr>
      <a:lvl9pPr marL="3657149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144" eaLnBrk="1" hangingPunct="1">
        <a:defRPr>
          <a:latin typeface="+mn-lt"/>
          <a:ea typeface="+mn-ea"/>
          <a:cs typeface="+mn-cs"/>
        </a:defRPr>
      </a:lvl2pPr>
      <a:lvl3pPr marL="914288" eaLnBrk="1" hangingPunct="1">
        <a:defRPr>
          <a:latin typeface="+mn-lt"/>
          <a:ea typeface="+mn-ea"/>
          <a:cs typeface="+mn-cs"/>
        </a:defRPr>
      </a:lvl3pPr>
      <a:lvl4pPr marL="1371432" eaLnBrk="1" hangingPunct="1">
        <a:defRPr>
          <a:latin typeface="+mn-lt"/>
          <a:ea typeface="+mn-ea"/>
          <a:cs typeface="+mn-cs"/>
        </a:defRPr>
      </a:lvl4pPr>
      <a:lvl5pPr marL="1828574" eaLnBrk="1" hangingPunct="1">
        <a:defRPr>
          <a:latin typeface="+mn-lt"/>
          <a:ea typeface="+mn-ea"/>
          <a:cs typeface="+mn-cs"/>
        </a:defRPr>
      </a:lvl5pPr>
      <a:lvl6pPr marL="2285718" eaLnBrk="1" hangingPunct="1">
        <a:defRPr>
          <a:latin typeface="+mn-lt"/>
          <a:ea typeface="+mn-ea"/>
          <a:cs typeface="+mn-cs"/>
        </a:defRPr>
      </a:lvl6pPr>
      <a:lvl7pPr marL="2742863" eaLnBrk="1" hangingPunct="1">
        <a:defRPr>
          <a:latin typeface="+mn-lt"/>
          <a:ea typeface="+mn-ea"/>
          <a:cs typeface="+mn-cs"/>
        </a:defRPr>
      </a:lvl7pPr>
      <a:lvl8pPr marL="3200007" eaLnBrk="1" hangingPunct="1">
        <a:defRPr>
          <a:latin typeface="+mn-lt"/>
          <a:ea typeface="+mn-ea"/>
          <a:cs typeface="+mn-cs"/>
        </a:defRPr>
      </a:lvl8pPr>
      <a:lvl9pPr marL="3657149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.bin"/><Relationship Id="rId10" Type="http://schemas.openxmlformats.org/officeDocument/2006/relationships/hyperlink" Target="mailto:cpat@worldbank.org" TargetMode="External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5.svg"/><Relationship Id="rId7" Type="http://schemas.openxmlformats.org/officeDocument/2006/relationships/diagramColors" Target="../diagrams/colors1.xml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8.svg"/><Relationship Id="rId5" Type="http://schemas.openxmlformats.org/officeDocument/2006/relationships/diagramLayout" Target="../diagrams/layout1.xml"/><Relationship Id="rId10" Type="http://schemas.openxmlformats.org/officeDocument/2006/relationships/image" Target="../media/image17.svg"/><Relationship Id="rId4" Type="http://schemas.openxmlformats.org/officeDocument/2006/relationships/diagramData" Target="../diagrams/data1.xml"/><Relationship Id="rId9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cpmodel.github.io/cpat_public/" TargetMode="External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hyperlink" Target="https://cpmodel.github.io/cpat_public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0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worldbank.org/en/region/sar/publication/south-asia-economic-focus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3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7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0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hyperlink" Target="https://cpmodel.github.io/cpat_public/" TargetMode="External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cpat/" TargetMode="External"/><Relationship Id="rId4" Type="http://schemas.openxmlformats.org/officeDocument/2006/relationships/hyperlink" Target="https://www.worldbank.org/en/topic/climatechange/brief/climate-policy-assessment-too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92C4-6F5F-6B37-F6B7-E34001673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5186" y="674370"/>
            <a:ext cx="6541929" cy="4980305"/>
          </a:xfrm>
        </p:spPr>
        <p:txBody>
          <a:bodyPr/>
          <a:lstStyle/>
          <a:p>
            <a:r>
              <a:rPr lang="en-US" noProof="0" dirty="0"/>
              <a:t>Climate Policy Assessment Tool </a:t>
            </a:r>
            <a:br>
              <a:rPr lang="en-US" noProof="0" dirty="0"/>
            </a:br>
            <a:r>
              <a:rPr lang="en-US" noProof="0" dirty="0"/>
              <a:t>(CPAT)</a:t>
            </a:r>
            <a:br>
              <a:rPr lang="en-US" noProof="0" dirty="0"/>
            </a:br>
            <a:br>
              <a:rPr lang="en-US" noProof="0" dirty="0"/>
            </a:br>
            <a:endParaRPr lang="en-US" noProof="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E9DA6D-4C03-83B2-CCFA-FA135CC98C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-21454"/>
            <a:ext cx="13176069" cy="1065773"/>
          </a:xfrm>
        </p:spPr>
        <p:txBody>
          <a:bodyPr/>
          <a:lstStyle/>
          <a:p>
            <a:endParaRPr lang="en-US" noProof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4F961F-E700-31E7-AA3B-05F53E3F0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" y="397"/>
            <a:ext cx="13131547" cy="1130855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BB26D1-A5C9-01E7-9795-A262D54097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80663" y="4920916"/>
            <a:ext cx="5770975" cy="2088883"/>
          </a:xfrm>
        </p:spPr>
        <p:txBody>
          <a:bodyPr/>
          <a:lstStyle/>
          <a:p>
            <a:r>
              <a:rPr lang="en-US" dirty="0"/>
              <a:t>Workshop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977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Roadmap for </a:t>
            </a:r>
            <a:r>
              <a:rPr lang="en-US" dirty="0"/>
              <a:t>Workshop</a:t>
            </a:r>
            <a:endParaRPr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A050ED-66C0-E864-9DE4-338C7B17E90D}"/>
              </a:ext>
            </a:extLst>
          </p:cNvPr>
          <p:cNvGrpSpPr/>
          <p:nvPr/>
        </p:nvGrpSpPr>
        <p:grpSpPr>
          <a:xfrm>
            <a:off x="2887580" y="2430378"/>
            <a:ext cx="14846967" cy="7688179"/>
            <a:chOff x="610627" y="2377438"/>
            <a:chExt cx="11671786" cy="6126481"/>
          </a:xfrm>
        </p:grpSpPr>
        <p:sp>
          <p:nvSpPr>
            <p:cNvPr id="4" name="Right Arrow 3"/>
            <p:cNvSpPr/>
            <p:nvPr/>
          </p:nvSpPr>
          <p:spPr>
            <a:xfrm>
              <a:off x="6172200" y="3346704"/>
              <a:ext cx="548640" cy="438912"/>
            </a:xfrm>
            <a:prstGeom prst="rightArrow">
              <a:avLst/>
            </a:prstGeom>
            <a:solidFill>
              <a:srgbClr val="606B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80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10627" y="2377439"/>
              <a:ext cx="5303520" cy="2560320"/>
            </a:xfrm>
            <a:prstGeom prst="roundRect">
              <a:avLst/>
            </a:prstGeom>
            <a:solidFill>
              <a:srgbClr val="049A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37160" rIns="13716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6000" b="1" i="0" dirty="0">
                  <a:solidFill>
                    <a:srgbClr val="FFFFFF"/>
                  </a:solidFill>
                  <a:latin typeface="Calibri"/>
                </a:rPr>
                <a:t>Overview of CPAT</a:t>
              </a:r>
              <a:endParaRPr sz="6000" b="1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" name="Down Arrow 7"/>
            <p:cNvSpPr/>
            <p:nvPr/>
          </p:nvSpPr>
          <p:spPr>
            <a:xfrm>
              <a:off x="9150593" y="5118797"/>
              <a:ext cx="480060" cy="643763"/>
            </a:xfrm>
            <a:prstGeom prst="downArrow">
              <a:avLst/>
            </a:prstGeom>
            <a:solidFill>
              <a:srgbClr val="606B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80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10627" y="5943599"/>
              <a:ext cx="5303520" cy="2560320"/>
            </a:xfrm>
            <a:prstGeom prst="roundRect">
              <a:avLst/>
            </a:prstGeom>
            <a:solidFill>
              <a:srgbClr val="1E6E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37160" rIns="13716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6000" b="1" i="0" dirty="0">
                  <a:solidFill>
                    <a:srgbClr val="FFFFFF"/>
                  </a:solidFill>
                  <a:latin typeface="Calibri"/>
                </a:rPr>
                <a:t>Egypt-Specific Exercise
&amp; Q&amp;A</a:t>
              </a:r>
              <a:endParaRPr sz="6000" b="1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978893" y="5943599"/>
              <a:ext cx="5303520" cy="2560320"/>
            </a:xfrm>
            <a:prstGeom prst="roundRect">
              <a:avLst/>
            </a:prstGeom>
            <a:solidFill>
              <a:srgbClr val="00955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37160" rIns="13716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6000" b="1" i="0" dirty="0">
                  <a:solidFill>
                    <a:srgbClr val="FFFFFF"/>
                  </a:solidFill>
                  <a:latin typeface="Calibri"/>
                </a:rPr>
                <a:t>How to Use CPAT</a:t>
              </a:r>
              <a:endParaRPr sz="6000" b="1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" name="Left Arrow 10"/>
            <p:cNvSpPr/>
            <p:nvPr/>
          </p:nvSpPr>
          <p:spPr>
            <a:xfrm>
              <a:off x="6172200" y="7004304"/>
              <a:ext cx="548640" cy="438912"/>
            </a:xfrm>
            <a:prstGeom prst="leftArrow">
              <a:avLst/>
            </a:prstGeom>
            <a:solidFill>
              <a:srgbClr val="606B7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800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8893" y="2377438"/>
              <a:ext cx="5303520" cy="2560320"/>
            </a:xfrm>
            <a:prstGeom prst="roundRect">
              <a:avLst/>
            </a:prstGeom>
            <a:solidFill>
              <a:srgbClr val="004B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37160" rIns="137160" rtlCol="0" anchor="ctr"/>
            <a:lstStyle/>
            <a:p>
              <a:pPr algn="ctr">
                <a:lnSpc>
                  <a:spcPct val="110000"/>
                </a:lnSpc>
              </a:pPr>
              <a:r>
                <a:rPr lang="en-US" sz="6000" b="1" i="0" dirty="0">
                  <a:solidFill>
                    <a:srgbClr val="FFFFFF"/>
                  </a:solidFill>
                  <a:latin typeface="Calibri"/>
                </a:rPr>
                <a:t>Methodology of CPAT</a:t>
              </a:r>
              <a:endParaRPr sz="6000" b="1" i="0" dirty="0">
                <a:solidFill>
                  <a:srgbClr val="FFFFFF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8229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1B917-29B8-5FC3-F5D8-479B647E8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AA86-9320-9E09-FC6A-299846212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7624" y="2068247"/>
            <a:ext cx="6510815" cy="2258433"/>
          </a:xfrm>
          <a:noFill/>
        </p:spPr>
        <p:txBody>
          <a:bodyPr/>
          <a:lstStyle/>
          <a:p>
            <a:pPr>
              <a:spcAft>
                <a:spcPts val="989"/>
              </a:spcAft>
            </a:pPr>
            <a:r>
              <a:rPr lang="en-US" b="0" i="0" u="none" strike="noStrike" baseline="0" noProof="0"/>
              <a:t>OVERVIEW </a:t>
            </a:r>
            <a:r>
              <a:rPr lang="en-US" b="0" i="0" u="none" strike="noStrike" baseline="0" noProof="0" dirty="0"/>
              <a:t>OF CPAT</a:t>
            </a:r>
            <a:endParaRPr lang="en-US" sz="3958" noProof="0" dirty="0"/>
          </a:p>
        </p:txBody>
      </p:sp>
      <p:pic>
        <p:nvPicPr>
          <p:cNvPr id="13" name="Graphic 12" descr="Tag with solid fill">
            <a:extLst>
              <a:ext uri="{FF2B5EF4-FFF2-40B4-BE49-F238E27FC236}">
                <a16:creationId xmlns:a16="http://schemas.microsoft.com/office/drawing/2014/main" id="{6826D4F0-2AF9-1FC4-3DEA-7DC8E1FE91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488" y="356457"/>
            <a:ext cx="942329" cy="9423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7B9540-54DF-331A-9E77-40D0D0D6C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6005" y="1627851"/>
            <a:ext cx="13543629" cy="8499427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78455E-0CE8-9941-F060-AB543E3D1A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715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B4AED-472C-C599-876B-89631925D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5E7F5-08D7-5F20-6FAD-BC5CF1D74B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Overview of CPAT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864C7-E60E-F9FC-270B-8F08BDFBBE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150781" tIns="75390" rIns="150781" bIns="75390" rtlCol="0" anchor="t">
            <a:normAutofit fontScale="70000" lnSpcReduction="20000"/>
          </a:bodyPr>
          <a:lstStyle/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2"/>
                </a:solidFill>
              </a:rPr>
              <a:t>CPAT Overview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Impacts Modelled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Country Coverage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Policies Covered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Why Use CPAT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Dashboard Layout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FD297-F144-D79C-742C-5CCDC86D9483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6326CFA-3FCE-C218-4545-252B747D7484}"/>
              </a:ext>
            </a:extLst>
          </p:cNvPr>
          <p:cNvSpPr txBox="1">
            <a:spLocks/>
          </p:cNvSpPr>
          <p:nvPr/>
        </p:nvSpPr>
        <p:spPr>
          <a:xfrm>
            <a:off x="15581313" y="10482263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97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77BBB6-B31F-4C1A-BBC8-5103E1961508}" type="slidenum">
              <a:rPr lang="en-US" noProof="0" smtClean="0"/>
              <a:pPr/>
              <a:t>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64679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8EAA0-EF5A-AE89-E2A2-15193B574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C72E87D-5392-06C4-51E3-DBF8C0D8F43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618" y="3015"/>
          <a:ext cx="2619" cy="2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31" imgH="232" progId="TCLayout.ActiveDocument.1">
                  <p:embed/>
                </p:oleObj>
              </mc:Choice>
              <mc:Fallback>
                <p:oleObj name="think-cell Slide" r:id="rId5" imgW="231" imgH="232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C72E87D-5392-06C4-51E3-DBF8C0D8F4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18" y="3015"/>
                        <a:ext cx="2619" cy="2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B75567A1-E93E-CC6B-B575-510AC18DD48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397"/>
            <a:ext cx="261772" cy="2617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5936" noProof="0">
              <a:latin typeface="Trebuchet MS" panose="020B0603020202020204" pitchFamily="34" charset="0"/>
              <a:ea typeface="+mj-ea"/>
              <a:cs typeface="+mj-cs"/>
              <a:sym typeface="Trebuchet MS" panose="020B06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451087-0A7A-39DB-7FF8-7C255CBA0526}"/>
              </a:ext>
            </a:extLst>
          </p:cNvPr>
          <p:cNvSpPr txBox="1"/>
          <p:nvPr/>
        </p:nvSpPr>
        <p:spPr>
          <a:xfrm>
            <a:off x="1080218" y="2305814"/>
            <a:ext cx="9918913" cy="433965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sz="33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CPAT</a:t>
            </a:r>
            <a:r>
              <a:rPr lang="en-US" sz="33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is a </a:t>
            </a:r>
            <a:r>
              <a:rPr lang="en-US" sz="33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spreadsheet-based tool</a:t>
            </a:r>
            <a:r>
              <a:rPr lang="en-US" sz="33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for </a:t>
            </a:r>
            <a:r>
              <a:rPr lang="en-US" sz="33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190 countries:</a:t>
            </a:r>
          </a:p>
          <a:p>
            <a:pPr marL="471202" indent="-471202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3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Developed jointly </a:t>
            </a:r>
            <a:r>
              <a:rPr lang="en-US" sz="33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by IMF &amp; WB for govt. use.</a:t>
            </a:r>
          </a:p>
          <a:p>
            <a:pPr marL="471202" indent="-471202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3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Evaluate policies </a:t>
            </a:r>
            <a:r>
              <a:rPr lang="en-US" sz="33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for </a:t>
            </a:r>
            <a:r>
              <a:rPr lang="en-US" sz="33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climate</a:t>
            </a:r>
            <a:r>
              <a:rPr lang="en-US" sz="33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</a:t>
            </a:r>
            <a:r>
              <a:rPr lang="en-US" sz="33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fiscal</a:t>
            </a:r>
            <a:r>
              <a:rPr lang="en-US" sz="33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lang="en-US" sz="3300" b="1" noProof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devt</a:t>
            </a:r>
            <a:r>
              <a:rPr lang="en-US" sz="33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 goals. </a:t>
            </a:r>
          </a:p>
          <a:p>
            <a:pPr marL="471202" indent="-471202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3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Methodology: </a:t>
            </a:r>
            <a:r>
              <a:rPr lang="en-US" sz="33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Price/GDP </a:t>
            </a:r>
            <a:r>
              <a:rPr lang="en-US" sz="33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elasticities</a:t>
            </a:r>
            <a:r>
              <a:rPr lang="en-US" sz="33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lang="en-US" sz="33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power sector </a:t>
            </a:r>
            <a:r>
              <a:rPr lang="en-US" sz="33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model, </a:t>
            </a:r>
            <a:r>
              <a:rPr lang="en-US" sz="33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GDP</a:t>
            </a:r>
            <a:r>
              <a:rPr lang="en-US" sz="33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US" sz="33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multipliers</a:t>
            </a:r>
            <a:r>
              <a:rPr lang="en-US" sz="33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; </a:t>
            </a:r>
            <a:r>
              <a:rPr lang="en-US" sz="33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distributional</a:t>
            </a:r>
            <a:r>
              <a:rPr lang="en-US" sz="33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&amp; </a:t>
            </a:r>
            <a:r>
              <a:rPr lang="en-US" sz="33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air pollution</a:t>
            </a:r>
            <a:r>
              <a:rPr lang="en-US" sz="33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modules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ECCF71-4FFC-54C1-8E6F-74F2D13CED68}"/>
              </a:ext>
            </a:extLst>
          </p:cNvPr>
          <p:cNvSpPr txBox="1"/>
          <p:nvPr/>
        </p:nvSpPr>
        <p:spPr>
          <a:xfrm>
            <a:off x="1034830" y="7324875"/>
            <a:ext cx="4731879" cy="240065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25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Rapid impact assessment:</a:t>
            </a:r>
            <a:endParaRPr lang="en-US" sz="2500" noProof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471202" indent="-471202">
              <a:buFont typeface="Arial" panose="020B0604020202020204" pitchFamily="34" charset="0"/>
              <a:buChar char="•"/>
            </a:pP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Energy &amp; emissions</a:t>
            </a:r>
          </a:p>
          <a:p>
            <a:pPr marL="471202" indent="-471202">
              <a:buFont typeface="Arial" panose="020B0604020202020204" pitchFamily="34" charset="0"/>
              <a:buChar char="•"/>
            </a:pP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Macro and fiscal </a:t>
            </a:r>
          </a:p>
          <a:p>
            <a:pPr marL="471202" indent="-471202">
              <a:buFont typeface="Arial" panose="020B0604020202020204" pitchFamily="34" charset="0"/>
              <a:buChar char="•"/>
            </a:pP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Distributional effects</a:t>
            </a:r>
          </a:p>
          <a:p>
            <a:pPr marL="471202" indent="-471202">
              <a:buFont typeface="Arial" panose="020B0604020202020204" pitchFamily="34" charset="0"/>
              <a:buChar char="•"/>
            </a:pP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Co-benefits (e.g., air pollution, transport)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69B750-EB9F-92D6-0ED3-51EBF179108C}"/>
              </a:ext>
            </a:extLst>
          </p:cNvPr>
          <p:cNvCxnSpPr>
            <a:cxnSpLocks/>
          </p:cNvCxnSpPr>
          <p:nvPr/>
        </p:nvCxnSpPr>
        <p:spPr>
          <a:xfrm>
            <a:off x="884278" y="6910208"/>
            <a:ext cx="9374892" cy="449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97DBBAB-1219-85D0-F61D-F61F40CEAD08}"/>
              </a:ext>
            </a:extLst>
          </p:cNvPr>
          <p:cNvCxnSpPr>
            <a:cxnSpLocks/>
          </p:cNvCxnSpPr>
          <p:nvPr/>
        </p:nvCxnSpPr>
        <p:spPr>
          <a:xfrm>
            <a:off x="953606" y="10404944"/>
            <a:ext cx="93251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48BD899-B4EE-B3B5-6B75-ADCFA60E1425}"/>
              </a:ext>
            </a:extLst>
          </p:cNvPr>
          <p:cNvGrpSpPr/>
          <p:nvPr/>
        </p:nvGrpSpPr>
        <p:grpSpPr>
          <a:xfrm>
            <a:off x="13868516" y="5340243"/>
            <a:ext cx="5155366" cy="2983340"/>
            <a:chOff x="8843324" y="3523446"/>
            <a:chExt cx="3126438" cy="1809227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B9F7AB8-A795-E630-F4CA-A16EF814D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43324" y="3523446"/>
              <a:ext cx="3126438" cy="176770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B2DCADC-3465-5B6D-C223-9F1922CF0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61656" r="53920" b="-5026"/>
            <a:stretch>
              <a:fillRect/>
            </a:stretch>
          </p:blipFill>
          <p:spPr>
            <a:xfrm>
              <a:off x="10095248" y="5064120"/>
              <a:ext cx="1865643" cy="268553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E034289F-EBDC-1DD2-620F-B000F9D733D8}"/>
              </a:ext>
            </a:extLst>
          </p:cNvPr>
          <p:cNvSpPr txBox="1"/>
          <p:nvPr/>
        </p:nvSpPr>
        <p:spPr>
          <a:xfrm>
            <a:off x="13868516" y="4865282"/>
            <a:ext cx="5155366" cy="65567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endParaRPr lang="en-US" sz="2500" noProof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B734B8-8E2C-1C8E-B351-93B8DFEB0572}"/>
              </a:ext>
            </a:extLst>
          </p:cNvPr>
          <p:cNvSpPr txBox="1"/>
          <p:nvPr/>
        </p:nvSpPr>
        <p:spPr>
          <a:xfrm>
            <a:off x="5702028" y="7349908"/>
            <a:ext cx="4553592" cy="201593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25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Used in reports </a:t>
            </a: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such as:</a:t>
            </a:r>
          </a:p>
          <a:p>
            <a:pPr marL="471202" indent="-471202">
              <a:buFont typeface="Arial" panose="020B0604020202020204" pitchFamily="34" charset="0"/>
              <a:buChar char="•"/>
            </a:pP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CCDRs</a:t>
            </a:r>
          </a:p>
          <a:p>
            <a:pPr marL="471202" indent="-471202">
              <a:buFont typeface="Arial" panose="020B0604020202020204" pitchFamily="34" charset="0"/>
              <a:buChar char="•"/>
            </a:pP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PFRs</a:t>
            </a:r>
          </a:p>
          <a:p>
            <a:pPr marL="471202" indent="-471202">
              <a:buFont typeface="Arial" panose="020B0604020202020204" pitchFamily="34" charset="0"/>
              <a:buChar char="•"/>
            </a:pP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PMI TA (e.g., Azerbaijan)</a:t>
            </a:r>
          </a:p>
          <a:p>
            <a:pPr marL="471202" indent="-471202">
              <a:buFont typeface="Arial" panose="020B0604020202020204" pitchFamily="34" charset="0"/>
              <a:buChar char="•"/>
            </a:pP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Also, </a:t>
            </a:r>
            <a:r>
              <a:rPr lang="en-US" sz="2500" i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ad hoc </a:t>
            </a: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requests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3EFDA7-9B6B-7FFF-0DC6-B9D39198C5A8}"/>
              </a:ext>
            </a:extLst>
          </p:cNvPr>
          <p:cNvSpPr txBox="1"/>
          <p:nvPr/>
        </p:nvSpPr>
        <p:spPr>
          <a:xfrm>
            <a:off x="13709087" y="8443734"/>
            <a:ext cx="6395013" cy="163121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pPr marL="471202" lvl="1" indent="-471202">
              <a:buFont typeface="Arial" panose="020B0604020202020204" pitchFamily="34" charset="0"/>
              <a:buChar char="•"/>
              <a:defRPr/>
            </a:pP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CPAT can </a:t>
            </a:r>
            <a:r>
              <a:rPr lang="en-US" sz="25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evolve</a:t>
            </a: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 with client demand</a:t>
            </a:r>
          </a:p>
          <a:p>
            <a:pPr marL="471202" lvl="1" indent="-471202">
              <a:buFont typeface="Arial" panose="020B0604020202020204" pitchFamily="34" charset="0"/>
              <a:buChar char="•"/>
              <a:defRPr/>
            </a:pPr>
            <a:endParaRPr lang="en-US" sz="2500" noProof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  <a:sym typeface="Wingdings" panose="05000000000000000000" pitchFamily="2" charset="2"/>
            </a:endParaRPr>
          </a:p>
          <a:p>
            <a:pPr marL="471202" lvl="1" indent="-471202">
              <a:buFont typeface="Arial" panose="020B0604020202020204" pitchFamily="34" charset="0"/>
              <a:buChar char="•"/>
              <a:defRPr/>
            </a:pP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CPAT </a:t>
            </a:r>
            <a:r>
              <a:rPr lang="en-US" sz="25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does not replace </a:t>
            </a: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other (e.g., macro / technoeconomic) </a:t>
            </a:r>
            <a:r>
              <a:rPr lang="en-US" sz="25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models</a:t>
            </a: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.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31E5E2B-61C4-9B47-B905-7CC87B59D8AD}"/>
              </a:ext>
            </a:extLst>
          </p:cNvPr>
          <p:cNvCxnSpPr>
            <a:cxnSpLocks/>
          </p:cNvCxnSpPr>
          <p:nvPr/>
        </p:nvCxnSpPr>
        <p:spPr>
          <a:xfrm>
            <a:off x="5616157" y="7129212"/>
            <a:ext cx="0" cy="28549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4BF767F-7729-7F7B-EDE8-E57C9AF40BB8}"/>
              </a:ext>
            </a:extLst>
          </p:cNvPr>
          <p:cNvGrpSpPr/>
          <p:nvPr/>
        </p:nvGrpSpPr>
        <p:grpSpPr>
          <a:xfrm>
            <a:off x="10698928" y="5096544"/>
            <a:ext cx="2924289" cy="4887621"/>
            <a:chOff x="6456089" y="3380293"/>
            <a:chExt cx="1773416" cy="2964066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855F1E58-C5C8-8F79-A7DC-4B085AE46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86283" y="3380293"/>
              <a:ext cx="1677980" cy="226596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B8BCB6C-C864-75B3-B3FE-86B7379EE344}"/>
                </a:ext>
              </a:extLst>
            </p:cNvPr>
            <p:cNvSpPr txBox="1"/>
            <p:nvPr/>
          </p:nvSpPr>
          <p:spPr>
            <a:xfrm>
              <a:off x="6456089" y="5762681"/>
              <a:ext cx="1773416" cy="58167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algn="ctr">
                <a:spcBef>
                  <a:spcPts val="495"/>
                </a:spcBef>
                <a:spcAft>
                  <a:spcPts val="495"/>
                </a:spcAft>
              </a:pPr>
              <a:r>
                <a:rPr lang="en-US" sz="2500" b="1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Recent PMI CPAT Study in Azerbaijan (2025)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551817E-871C-6D0A-DC2A-86B3A5A305D9}"/>
              </a:ext>
            </a:extLst>
          </p:cNvPr>
          <p:cNvSpPr txBox="1"/>
          <p:nvPr/>
        </p:nvSpPr>
        <p:spPr>
          <a:xfrm>
            <a:off x="10052050" y="673126"/>
            <a:ext cx="9848681" cy="861774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br>
              <a:rPr lang="en-US" sz="25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2500" b="1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To request CPAT, </a:t>
            </a:r>
            <a:r>
              <a:rPr lang="en-US" sz="25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email: </a:t>
            </a:r>
            <a:r>
              <a:rPr lang="en-US" sz="25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hlinkClick r:id="rId10"/>
              </a:rPr>
              <a:t>cpat@worldbank.org</a:t>
            </a:r>
            <a:r>
              <a:rPr lang="en-US" sz="25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EBD54E-3833-7D90-1800-8A36724CA879}"/>
              </a:ext>
            </a:extLst>
          </p:cNvPr>
          <p:cNvSpPr txBox="1"/>
          <p:nvPr/>
        </p:nvSpPr>
        <p:spPr>
          <a:xfrm>
            <a:off x="13709087" y="2207023"/>
            <a:ext cx="6047058" cy="240065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sz="25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CPAT Key Benefits:</a:t>
            </a:r>
          </a:p>
          <a:p>
            <a:pPr marL="565442" indent="-565442">
              <a:buFont typeface="Arial" panose="020B0604020202020204" pitchFamily="34" charset="0"/>
              <a:buChar char="•"/>
            </a:pPr>
            <a:r>
              <a:rPr lang="en-US" sz="25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Quick, Flexible</a:t>
            </a:r>
          </a:p>
          <a:p>
            <a:pPr marL="565442" indent="-565442">
              <a:buFont typeface="Arial" panose="020B0604020202020204" pitchFamily="34" charset="0"/>
              <a:buChar char="•"/>
            </a:pP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High </a:t>
            </a:r>
            <a:r>
              <a:rPr lang="en-US" sz="25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Country Availability</a:t>
            </a:r>
          </a:p>
          <a:p>
            <a:pPr marL="565442" indent="-565442">
              <a:buFont typeface="Arial" panose="020B0604020202020204" pitchFamily="34" charset="0"/>
              <a:buChar char="•"/>
            </a:pPr>
            <a:r>
              <a:rPr lang="en-US" sz="25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Many Impact Metrics </a:t>
            </a: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(co-benefits)</a:t>
            </a:r>
          </a:p>
          <a:p>
            <a:pPr marL="565442" indent="-565442">
              <a:buFont typeface="Arial" panose="020B0604020202020204" pitchFamily="34" charset="0"/>
              <a:buChar char="•"/>
            </a:pP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IMF-WB </a:t>
            </a:r>
            <a:r>
              <a:rPr lang="en-US" sz="25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Joint Tool</a:t>
            </a:r>
          </a:p>
          <a:p>
            <a:pPr marL="565442" indent="-565442">
              <a:buFont typeface="Arial" panose="020B0604020202020204" pitchFamily="34" charset="0"/>
              <a:buChar char="•"/>
            </a:pPr>
            <a:r>
              <a:rPr lang="en-US" sz="2500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Existing studies in </a:t>
            </a:r>
            <a:r>
              <a:rPr lang="en-US" sz="2500" b="1" noProof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72 countries: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7587B3-9848-8699-9114-0388507E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79" y="553353"/>
            <a:ext cx="6873221" cy="713361"/>
          </a:xfrm>
        </p:spPr>
        <p:txBody>
          <a:bodyPr/>
          <a:lstStyle/>
          <a:p>
            <a:r>
              <a:rPr lang="en-US" sz="4450" noProof="0"/>
              <a:t>CPAT Overview</a:t>
            </a:r>
          </a:p>
        </p:txBody>
      </p:sp>
    </p:spTree>
    <p:extLst>
      <p:ext uri="{BB962C8B-B14F-4D97-AF65-F5344CB8AC3E}">
        <p14:creationId xmlns:p14="http://schemas.microsoft.com/office/powerpoint/2010/main" val="1070036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9CD2FE-3AD1-47CE-9647-BABEFAAA6413}"/>
              </a:ext>
            </a:extLst>
          </p:cNvPr>
          <p:cNvSpPr/>
          <p:nvPr/>
        </p:nvSpPr>
        <p:spPr>
          <a:xfrm>
            <a:off x="-24653" y="397"/>
            <a:ext cx="255821" cy="11313826"/>
          </a:xfrm>
          <a:prstGeom prst="rect">
            <a:avLst/>
          </a:prstGeom>
          <a:solidFill>
            <a:srgbClr val="144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07478">
              <a:defRPr/>
            </a:pPr>
            <a:endParaRPr lang="en-US" sz="3958" noProof="0">
              <a:solidFill>
                <a:srgbClr val="FBFCFF"/>
              </a:solidFill>
              <a:latin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1831CE-DA76-E2C3-C652-8FE27356B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27" y="389093"/>
            <a:ext cx="7740067" cy="904239"/>
          </a:xfrm>
        </p:spPr>
        <p:txBody>
          <a:bodyPr/>
          <a:lstStyle/>
          <a:p>
            <a:r>
              <a:rPr lang="en-US" noProof="0"/>
              <a:t>Impacts Modelled in CPAT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5CCDD4-ED3E-6528-1C96-C310FEB3BF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10482263"/>
            <a:ext cx="6784975" cy="601662"/>
          </a:xfrm>
        </p:spPr>
        <p:txBody>
          <a:bodyPr/>
          <a:lstStyle/>
          <a:p>
            <a:pPr algn="r" defTabSz="1507478">
              <a:defRPr/>
            </a:pPr>
            <a:fld id="{FD89BB1B-61BA-46F5-95F5-C1F0978AAF27}" type="slidenum">
              <a:rPr lang="en-US" sz="1979" noProof="0">
                <a:solidFill>
                  <a:srgbClr val="FBFCFF"/>
                </a:solidFill>
                <a:latin typeface="Calibri"/>
              </a:rPr>
              <a:pPr algn="r" defTabSz="1507478">
                <a:defRPr/>
              </a:pPr>
              <a:t>6</a:t>
            </a:fld>
            <a:endParaRPr lang="en-US" sz="1979" noProof="0">
              <a:solidFill>
                <a:srgbClr val="FBFCFF"/>
              </a:solidFill>
              <a:latin typeface="Calibri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45DA343-DDEC-7E7F-4BDB-58A610B9070A}"/>
              </a:ext>
            </a:extLst>
          </p:cNvPr>
          <p:cNvSpPr/>
          <p:nvPr/>
        </p:nvSpPr>
        <p:spPr>
          <a:xfrm>
            <a:off x="1949995" y="3025491"/>
            <a:ext cx="3337978" cy="3337978"/>
          </a:xfrm>
          <a:prstGeom prst="ellipse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defTabSz="1507478">
              <a:defRPr/>
            </a:pPr>
            <a:endParaRPr lang="en-US" sz="2968" noProof="0">
              <a:solidFill>
                <a:srgbClr val="494949">
                  <a:hueOff val="0"/>
                  <a:satOff val="0"/>
                  <a:lumOff val="0"/>
                  <a:alphaOff val="0"/>
                </a:srgbClr>
              </a:solidFill>
              <a:latin typeface="Calibri"/>
            </a:endParaRPr>
          </a:p>
        </p:txBody>
      </p:sp>
      <p:sp>
        <p:nvSpPr>
          <p:cNvPr id="4" name="Rectangle 3" descr="Stopwatch">
            <a:extLst>
              <a:ext uri="{FF2B5EF4-FFF2-40B4-BE49-F238E27FC236}">
                <a16:creationId xmlns:a16="http://schemas.microsoft.com/office/drawing/2014/main" id="{4106FB9A-F56C-4B56-6E5A-3C6FA918B5E5}"/>
              </a:ext>
            </a:extLst>
          </p:cNvPr>
          <p:cNvSpPr/>
          <p:nvPr/>
        </p:nvSpPr>
        <p:spPr>
          <a:xfrm>
            <a:off x="2661366" y="3736862"/>
            <a:ext cx="1915232" cy="1915232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defTabSz="1507478">
              <a:defRPr/>
            </a:pPr>
            <a:endParaRPr lang="en-US" sz="2968" noProof="0">
              <a:solidFill>
                <a:srgbClr val="FBFCFF"/>
              </a:solidFill>
              <a:latin typeface="Calibri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B51F08F-2F80-582A-83E3-D3626AD09913}"/>
              </a:ext>
            </a:extLst>
          </p:cNvPr>
          <p:cNvGraphicFramePr/>
          <p:nvPr/>
        </p:nvGraphicFramePr>
        <p:xfrm>
          <a:off x="7635763" y="1871304"/>
          <a:ext cx="11335324" cy="7959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Graphic 6" descr="Download from cloud with solid fill">
            <a:extLst>
              <a:ext uri="{FF2B5EF4-FFF2-40B4-BE49-F238E27FC236}">
                <a16:creationId xmlns:a16="http://schemas.microsoft.com/office/drawing/2014/main" id="{890E87D1-A753-63DD-0598-F3FE0B4AE6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05212" y="2504186"/>
            <a:ext cx="1042608" cy="1042608"/>
          </a:xfrm>
          <a:prstGeom prst="rect">
            <a:avLst/>
          </a:prstGeom>
        </p:spPr>
      </p:pic>
      <p:pic>
        <p:nvPicPr>
          <p:cNvPr id="8" name="Graphic 7" descr="Upward trend with solid fill">
            <a:extLst>
              <a:ext uri="{FF2B5EF4-FFF2-40B4-BE49-F238E27FC236}">
                <a16:creationId xmlns:a16="http://schemas.microsoft.com/office/drawing/2014/main" id="{C6FAB009-38F1-6B51-BDAF-DE0F6E2AFE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722532" y="4413063"/>
            <a:ext cx="1042608" cy="1042608"/>
          </a:xfrm>
          <a:prstGeom prst="rect">
            <a:avLst/>
          </a:prstGeom>
        </p:spPr>
      </p:pic>
      <p:pic>
        <p:nvPicPr>
          <p:cNvPr id="9" name="Graphic 8" descr="Bullseye with solid fill">
            <a:extLst>
              <a:ext uri="{FF2B5EF4-FFF2-40B4-BE49-F238E27FC236}">
                <a16:creationId xmlns:a16="http://schemas.microsoft.com/office/drawing/2014/main" id="{8FA06CCF-1D35-B46B-0647-2D6CFC3EF1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780437" y="6363468"/>
            <a:ext cx="926795" cy="926795"/>
          </a:xfrm>
          <a:prstGeom prst="rect">
            <a:avLst/>
          </a:prstGeom>
        </p:spPr>
      </p:pic>
      <p:pic>
        <p:nvPicPr>
          <p:cNvPr id="13" name="Graphic 12" descr="Open hand with plant with solid fill">
            <a:extLst>
              <a:ext uri="{FF2B5EF4-FFF2-40B4-BE49-F238E27FC236}">
                <a16:creationId xmlns:a16="http://schemas.microsoft.com/office/drawing/2014/main" id="{A157E806-500C-4E4F-8340-604CFD2074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096190" y="8080493"/>
            <a:ext cx="951629" cy="9516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39FD17-A2F6-1C30-D303-217C5AE614E7}"/>
              </a:ext>
            </a:extLst>
          </p:cNvPr>
          <p:cNvSpPr txBox="1"/>
          <p:nvPr/>
        </p:nvSpPr>
        <p:spPr>
          <a:xfrm>
            <a:off x="1559668" y="6941441"/>
            <a:ext cx="474759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507478">
              <a:defRPr/>
            </a:pPr>
            <a:r>
              <a:rPr lang="en-US" sz="4400" noProof="0">
                <a:solidFill>
                  <a:srgbClr val="49494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Rapid estimation of </a:t>
            </a:r>
            <a:r>
              <a:rPr lang="en-US" sz="4400" b="1" noProof="0">
                <a:solidFill>
                  <a:srgbClr val="49494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multiple effects </a:t>
            </a:r>
            <a:r>
              <a:rPr lang="en-US" sz="4400" noProof="0">
                <a:solidFill>
                  <a:srgbClr val="49494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of carbon pricing</a:t>
            </a:r>
          </a:p>
        </p:txBody>
      </p:sp>
      <p:sp>
        <p:nvSpPr>
          <p:cNvPr id="21" name="Slide Number Placeholder 1">
            <a:extLst>
              <a:ext uri="{FF2B5EF4-FFF2-40B4-BE49-F238E27FC236}">
                <a16:creationId xmlns:a16="http://schemas.microsoft.com/office/drawing/2014/main" id="{2FA8EA42-CFBC-E260-886C-2D75673564B6}"/>
              </a:ext>
            </a:extLst>
          </p:cNvPr>
          <p:cNvSpPr txBox="1">
            <a:spLocks/>
          </p:cNvSpPr>
          <p:nvPr/>
        </p:nvSpPr>
        <p:spPr>
          <a:xfrm>
            <a:off x="15581313" y="10482263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97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77BBB6-B31F-4C1A-BBC8-5103E1961508}" type="slidenum">
              <a:rPr lang="en-US" noProof="0" smtClean="0"/>
              <a:pPr/>
              <a:t>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53078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1B29D9E-59D1-F8C3-1AC6-881F362710D8}"/>
              </a:ext>
            </a:extLst>
          </p:cNvPr>
          <p:cNvGrpSpPr/>
          <p:nvPr/>
        </p:nvGrpSpPr>
        <p:grpSpPr>
          <a:xfrm>
            <a:off x="10972800" y="751197"/>
            <a:ext cx="8266982" cy="6658071"/>
            <a:chOff x="10972800" y="751197"/>
            <a:chExt cx="8266982" cy="665807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70FFEE7-C734-BEAB-2342-7E596D0FE646}"/>
                </a:ext>
              </a:extLst>
            </p:cNvPr>
            <p:cNvGrpSpPr/>
            <p:nvPr/>
          </p:nvGrpSpPr>
          <p:grpSpPr>
            <a:xfrm>
              <a:off x="10972800" y="751197"/>
              <a:ext cx="8266982" cy="5467457"/>
              <a:chOff x="8843324" y="3523446"/>
              <a:chExt cx="3126438" cy="1809227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852321DD-5866-4171-5045-EAED68EFDB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43324" y="3523446"/>
                <a:ext cx="3126438" cy="1767705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E6A4AA9E-AC9E-1D37-F72B-71780C37BE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61656" r="53920" b="-5026"/>
              <a:stretch>
                <a:fillRect/>
              </a:stretch>
            </p:blipFill>
            <p:spPr>
              <a:xfrm>
                <a:off x="10095248" y="5064120"/>
                <a:ext cx="1865643" cy="268553"/>
              </a:xfrm>
              <a:prstGeom prst="rect">
                <a:avLst/>
              </a:prstGeom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94766D-B787-4190-2A5A-FA3E2CD2E9D3}"/>
                </a:ext>
              </a:extLst>
            </p:cNvPr>
            <p:cNvSpPr txBox="1"/>
            <p:nvPr/>
          </p:nvSpPr>
          <p:spPr>
            <a:xfrm>
              <a:off x="12087878" y="6301914"/>
              <a:ext cx="5075215" cy="11073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1507478">
                <a:defRPr/>
              </a:pPr>
              <a:r>
                <a:rPr lang="en-US" sz="3298" noProof="0">
                  <a:solidFill>
                    <a:srgbClr val="494949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Projects Completed in 72+ countries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3291011-6596-27AE-F414-DCF248C7142A}"/>
              </a:ext>
            </a:extLst>
          </p:cNvPr>
          <p:cNvGrpSpPr/>
          <p:nvPr/>
        </p:nvGrpSpPr>
        <p:grpSpPr>
          <a:xfrm>
            <a:off x="819923" y="6218654"/>
            <a:ext cx="12894408" cy="4429128"/>
            <a:chOff x="819923" y="6218654"/>
            <a:chExt cx="12894408" cy="4429128"/>
          </a:xfrm>
        </p:grpSpPr>
        <p:pic>
          <p:nvPicPr>
            <p:cNvPr id="9" name="Picture 8" descr="A map of the world&#10;&#10;Description automatically generated">
              <a:extLst>
                <a:ext uri="{FF2B5EF4-FFF2-40B4-BE49-F238E27FC236}">
                  <a16:creationId xmlns:a16="http://schemas.microsoft.com/office/drawing/2014/main" id="{4A9545F5-AA2A-09F1-7A14-1E124AFB8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923" y="6218654"/>
              <a:ext cx="7872038" cy="442912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660B9B1-8B6E-1657-B9DA-004281D6D7A4}"/>
                </a:ext>
              </a:extLst>
            </p:cNvPr>
            <p:cNvSpPr txBox="1"/>
            <p:nvPr/>
          </p:nvSpPr>
          <p:spPr>
            <a:xfrm>
              <a:off x="8639116" y="7973247"/>
              <a:ext cx="5075215" cy="11073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1507478">
                <a:defRPr/>
              </a:pPr>
              <a:r>
                <a:rPr lang="en-US" sz="3298" b="1" noProof="0">
                  <a:solidFill>
                    <a:srgbClr val="494949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Distributional Data </a:t>
              </a:r>
              <a:r>
                <a:rPr lang="en-US" sz="3298" noProof="0">
                  <a:solidFill>
                    <a:srgbClr val="494949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in 74+ countries</a:t>
              </a:r>
              <a:endParaRPr lang="en-US" sz="3298" b="1" noProof="0">
                <a:solidFill>
                  <a:srgbClr val="49494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6BD4329-316F-7996-9FF2-2E58743DC6A1}"/>
              </a:ext>
            </a:extLst>
          </p:cNvPr>
          <p:cNvGrpSpPr/>
          <p:nvPr/>
        </p:nvGrpSpPr>
        <p:grpSpPr>
          <a:xfrm>
            <a:off x="1039978" y="2316463"/>
            <a:ext cx="8784572" cy="3338212"/>
            <a:chOff x="1828670" y="2474660"/>
            <a:chExt cx="8784572" cy="333821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F3D4D86-3BF4-AF55-09D3-3613DC052368}"/>
                </a:ext>
              </a:extLst>
            </p:cNvPr>
            <p:cNvGrpSpPr/>
            <p:nvPr/>
          </p:nvGrpSpPr>
          <p:grpSpPr>
            <a:xfrm>
              <a:off x="1828670" y="2474660"/>
              <a:ext cx="8784572" cy="3338212"/>
              <a:chOff x="1267478" y="393422"/>
              <a:chExt cx="8784572" cy="333821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313416A-4417-B2CE-EFED-4289E7B860E4}"/>
                  </a:ext>
                </a:extLst>
              </p:cNvPr>
              <p:cNvSpPr/>
              <p:nvPr/>
            </p:nvSpPr>
            <p:spPr>
              <a:xfrm>
                <a:off x="1267478" y="393422"/>
                <a:ext cx="3338212" cy="3338212"/>
              </a:xfrm>
              <a:prstGeom prst="ellipse">
                <a:avLst/>
              </a:prstGeom>
            </p:spPr>
            <p:style>
              <a:lnRef idx="0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pPr defTabSz="1507478">
                  <a:defRPr/>
                </a:pPr>
                <a:endParaRPr lang="en-US" sz="2968" noProof="0">
                  <a:solidFill>
                    <a:srgbClr val="494949">
                      <a:hueOff val="0"/>
                      <a:satOff val="0"/>
                      <a:lumOff val="0"/>
                      <a:alphaOff val="0"/>
                    </a:srgb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EAB6D2-07B1-2652-091F-3E91D5D21555}"/>
                  </a:ext>
                </a:extLst>
              </p:cNvPr>
              <p:cNvSpPr txBox="1"/>
              <p:nvPr/>
            </p:nvSpPr>
            <p:spPr>
              <a:xfrm>
                <a:off x="4976835" y="1508849"/>
                <a:ext cx="5075215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1507478">
                  <a:defRPr/>
                </a:pPr>
                <a:r>
                  <a:rPr lang="en-US" sz="4400" b="1" noProof="0">
                    <a:solidFill>
                      <a:srgbClr val="494949"/>
                    </a:solidFill>
                    <a:latin typeface="Open Sans Light" panose="020B0306030504020204" pitchFamily="34" charset="0"/>
                    <a:ea typeface="Open Sans Light" panose="020B0306030504020204" pitchFamily="34" charset="0"/>
                    <a:cs typeface="Open Sans Light" panose="020B0306030504020204" pitchFamily="34" charset="0"/>
                  </a:rPr>
                  <a:t>Covers around 190 countries</a:t>
                </a:r>
              </a:p>
            </p:txBody>
          </p:sp>
        </p:grpSp>
        <p:sp>
          <p:nvSpPr>
            <p:cNvPr id="6" name="Rectangle 5" descr="Globe with solid fill">
              <a:extLst>
                <a:ext uri="{FF2B5EF4-FFF2-40B4-BE49-F238E27FC236}">
                  <a16:creationId xmlns:a16="http://schemas.microsoft.com/office/drawing/2014/main" id="{0CDCE73A-4FB9-D6CF-8428-1A8738B45EA4}"/>
                </a:ext>
              </a:extLst>
            </p:cNvPr>
            <p:cNvSpPr/>
            <p:nvPr/>
          </p:nvSpPr>
          <p:spPr>
            <a:xfrm>
              <a:off x="2540092" y="3186080"/>
              <a:ext cx="1915367" cy="1915367"/>
            </a:xfrm>
            <a:prstGeom prst="rect">
              <a:avLst/>
            </a:pr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defTabSz="1507478">
                <a:defRPr/>
              </a:pPr>
              <a:endParaRPr lang="en-US" sz="2968" noProof="0">
                <a:solidFill>
                  <a:srgbClr val="FBFC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89A139E5-4F81-2F3F-FDC1-7E9D5A11D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27" y="389093"/>
            <a:ext cx="7740067" cy="912765"/>
          </a:xfrm>
        </p:spPr>
        <p:txBody>
          <a:bodyPr/>
          <a:lstStyle/>
          <a:p>
            <a:r>
              <a:rPr lang="en-US" noProof="0"/>
              <a:t>Country Coverage</a:t>
            </a:r>
          </a:p>
        </p:txBody>
      </p:sp>
    </p:spTree>
    <p:extLst>
      <p:ext uri="{BB962C8B-B14F-4D97-AF65-F5344CB8AC3E}">
        <p14:creationId xmlns:p14="http://schemas.microsoft.com/office/powerpoint/2010/main" val="280638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9CD2FE-3AD1-47CE-9647-BABEFAAA6413}"/>
              </a:ext>
            </a:extLst>
          </p:cNvPr>
          <p:cNvSpPr/>
          <p:nvPr/>
        </p:nvSpPr>
        <p:spPr>
          <a:xfrm>
            <a:off x="-23945" y="794"/>
            <a:ext cx="255803" cy="11313032"/>
          </a:xfrm>
          <a:prstGeom prst="rect">
            <a:avLst/>
          </a:prstGeom>
          <a:solidFill>
            <a:srgbClr val="144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07478">
              <a:defRPr/>
            </a:pPr>
            <a:endParaRPr lang="en-US" sz="3958" noProof="0">
              <a:solidFill>
                <a:srgbClr val="FBFCFF"/>
              </a:solidFill>
              <a:latin typeface="Calibri"/>
            </a:endParaRPr>
          </a:p>
        </p:txBody>
      </p:sp>
      <p:pic>
        <p:nvPicPr>
          <p:cNvPr id="5" name="Picture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E7A20892-C915-1EF7-7B1F-3DF82D5C37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2" t="13340" r="4833" b="29884"/>
          <a:stretch/>
        </p:blipFill>
        <p:spPr>
          <a:xfrm>
            <a:off x="610627" y="2011909"/>
            <a:ext cx="17450729" cy="83273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3FC9F6-C741-CDEA-5B6D-471483AC3844}"/>
              </a:ext>
            </a:extLst>
          </p:cNvPr>
          <p:cNvSpPr txBox="1"/>
          <p:nvPr/>
        </p:nvSpPr>
        <p:spPr>
          <a:xfrm>
            <a:off x="11307337" y="7485464"/>
            <a:ext cx="2074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/>
              <a:t>(Work in progress)</a:t>
            </a: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60FCE175-C2D4-9907-3D9A-9F95360760AA}"/>
              </a:ext>
            </a:extLst>
          </p:cNvPr>
          <p:cNvSpPr txBox="1">
            <a:spLocks/>
          </p:cNvSpPr>
          <p:nvPr/>
        </p:nvSpPr>
        <p:spPr>
          <a:xfrm>
            <a:off x="15581313" y="10482263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97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77BBB6-B31F-4C1A-BBC8-5103E1961508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ECCBA0-DF19-4404-F791-884F39B02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27" y="389093"/>
            <a:ext cx="7740067" cy="1114243"/>
          </a:xfrm>
        </p:spPr>
        <p:txBody>
          <a:bodyPr/>
          <a:lstStyle/>
          <a:p>
            <a:r>
              <a:rPr lang="en-US" noProof="0"/>
              <a:t>CPAT Policies</a:t>
            </a:r>
          </a:p>
        </p:txBody>
      </p:sp>
    </p:spTree>
    <p:extLst>
      <p:ext uri="{BB962C8B-B14F-4D97-AF65-F5344CB8AC3E}">
        <p14:creationId xmlns:p14="http://schemas.microsoft.com/office/powerpoint/2010/main" val="3481688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9CD2FE-3AD1-47CE-9647-BABEFAAA6413}"/>
              </a:ext>
            </a:extLst>
          </p:cNvPr>
          <p:cNvSpPr/>
          <p:nvPr/>
        </p:nvSpPr>
        <p:spPr>
          <a:xfrm>
            <a:off x="-24653" y="397"/>
            <a:ext cx="255821" cy="11313826"/>
          </a:xfrm>
          <a:prstGeom prst="rect">
            <a:avLst/>
          </a:prstGeom>
          <a:solidFill>
            <a:srgbClr val="144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507478">
              <a:defRPr/>
            </a:pPr>
            <a:endParaRPr lang="en-US" sz="3958" noProof="0">
              <a:solidFill>
                <a:srgbClr val="FBFCFF"/>
              </a:solidFill>
              <a:latin typeface="Calibri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61521E3-1A39-49A7-A329-96471B3E996F}"/>
              </a:ext>
            </a:extLst>
          </p:cNvPr>
          <p:cNvSpPr/>
          <p:nvPr/>
        </p:nvSpPr>
        <p:spPr>
          <a:xfrm>
            <a:off x="5728323" y="1744117"/>
            <a:ext cx="3338212" cy="3338212"/>
          </a:xfrm>
          <a:prstGeom prst="ellipse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defTabSz="1507478">
              <a:defRPr/>
            </a:pPr>
            <a:endParaRPr lang="en-US" sz="2968" noProof="0">
              <a:solidFill>
                <a:srgbClr val="494949">
                  <a:hueOff val="0"/>
                  <a:satOff val="0"/>
                  <a:lumOff val="0"/>
                  <a:alphaOff val="0"/>
                </a:srgbClr>
              </a:solidFill>
              <a:latin typeface="Calibri"/>
            </a:endParaRPr>
          </a:p>
        </p:txBody>
      </p:sp>
      <p:sp>
        <p:nvSpPr>
          <p:cNvPr id="23" name="Rectangle 22" descr="Stopwatch">
            <a:extLst>
              <a:ext uri="{FF2B5EF4-FFF2-40B4-BE49-F238E27FC236}">
                <a16:creationId xmlns:a16="http://schemas.microsoft.com/office/drawing/2014/main" id="{D7C5B028-C991-48CE-A8A0-BB0B2901C3E5}"/>
              </a:ext>
            </a:extLst>
          </p:cNvPr>
          <p:cNvSpPr/>
          <p:nvPr/>
        </p:nvSpPr>
        <p:spPr>
          <a:xfrm>
            <a:off x="6439744" y="2572523"/>
            <a:ext cx="1915367" cy="1915367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defTabSz="1507478">
              <a:defRPr/>
            </a:pPr>
            <a:endParaRPr lang="en-US" sz="2968" noProof="0">
              <a:solidFill>
                <a:srgbClr val="FBFCFF"/>
              </a:solidFill>
              <a:latin typeface="Calibri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FF35952-954F-4FC1-890D-E741D876FE4B}"/>
              </a:ext>
            </a:extLst>
          </p:cNvPr>
          <p:cNvSpPr/>
          <p:nvPr/>
        </p:nvSpPr>
        <p:spPr>
          <a:xfrm>
            <a:off x="11671593" y="1744117"/>
            <a:ext cx="3338212" cy="3338212"/>
          </a:xfrm>
          <a:prstGeom prst="ellipse">
            <a:avLst/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defTabSz="1507478">
              <a:defRPr/>
            </a:pPr>
            <a:endParaRPr lang="en-US" sz="2968" noProof="0">
              <a:solidFill>
                <a:srgbClr val="494949">
                  <a:hueOff val="0"/>
                  <a:satOff val="0"/>
                  <a:lumOff val="0"/>
                  <a:alphaOff val="0"/>
                </a:srgbClr>
              </a:solidFill>
              <a:latin typeface="Calibri"/>
            </a:endParaRPr>
          </a:p>
        </p:txBody>
      </p:sp>
      <p:sp>
        <p:nvSpPr>
          <p:cNvPr id="26" name="Rectangle 25" descr="Blueprint with solid fill">
            <a:extLst>
              <a:ext uri="{FF2B5EF4-FFF2-40B4-BE49-F238E27FC236}">
                <a16:creationId xmlns:a16="http://schemas.microsoft.com/office/drawing/2014/main" id="{6022B123-44E3-4A6D-BA49-F54FA3F61307}"/>
              </a:ext>
            </a:extLst>
          </p:cNvPr>
          <p:cNvSpPr/>
          <p:nvPr/>
        </p:nvSpPr>
        <p:spPr>
          <a:xfrm>
            <a:off x="12383013" y="2531940"/>
            <a:ext cx="1915367" cy="1838965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defTabSz="1507478">
              <a:defRPr/>
            </a:pPr>
            <a:endParaRPr lang="en-US" sz="2968" noProof="0">
              <a:solidFill>
                <a:srgbClr val="FBFCFF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75712E-3A4D-4467-9A5D-1B89A8EE1504}"/>
              </a:ext>
            </a:extLst>
          </p:cNvPr>
          <p:cNvSpPr txBox="1"/>
          <p:nvPr/>
        </p:nvSpPr>
        <p:spPr>
          <a:xfrm>
            <a:off x="10860278" y="5615088"/>
            <a:ext cx="496083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507478">
              <a:defRPr/>
            </a:pPr>
            <a:r>
              <a:rPr lang="en-US" sz="4400" noProof="0">
                <a:solidFill>
                  <a:srgbClr val="49494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Help </a:t>
            </a:r>
            <a:r>
              <a:rPr lang="en-US" sz="4400" b="1" noProof="0">
                <a:solidFill>
                  <a:srgbClr val="49494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design, compare, and implement </a:t>
            </a:r>
            <a:r>
              <a:rPr lang="en-US" sz="4400" noProof="0">
                <a:solidFill>
                  <a:srgbClr val="49494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different policies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57B4D8-6F78-433D-AE7B-6EB5D880416B}"/>
              </a:ext>
            </a:extLst>
          </p:cNvPr>
          <p:cNvSpPr txBox="1"/>
          <p:nvPr/>
        </p:nvSpPr>
        <p:spPr>
          <a:xfrm>
            <a:off x="5055046" y="5676533"/>
            <a:ext cx="474759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507478">
              <a:defRPr/>
            </a:pPr>
            <a:r>
              <a:rPr lang="en-US" sz="4400" noProof="0">
                <a:solidFill>
                  <a:srgbClr val="49494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Rapid estimation of </a:t>
            </a:r>
            <a:r>
              <a:rPr lang="en-US" sz="4400" b="1" noProof="0">
                <a:solidFill>
                  <a:srgbClr val="49494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multiple effects </a:t>
            </a:r>
            <a:r>
              <a:rPr lang="en-US" sz="4400" noProof="0">
                <a:solidFill>
                  <a:srgbClr val="49494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of carbon pricing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29BE936-9463-EB21-C219-5DC1AAC6B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79" y="398018"/>
            <a:ext cx="7740067" cy="873781"/>
          </a:xfrm>
        </p:spPr>
        <p:txBody>
          <a:bodyPr/>
          <a:lstStyle/>
          <a:p>
            <a:r>
              <a:rPr lang="en-US" noProof="0"/>
              <a:t>Why Use CPAT?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5CCDD4-ED3E-6528-1C96-C310FEB3BF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10482263"/>
            <a:ext cx="6784975" cy="601662"/>
          </a:xfrm>
        </p:spPr>
        <p:txBody>
          <a:bodyPr/>
          <a:lstStyle/>
          <a:p>
            <a:pPr algn="r" defTabSz="1507478">
              <a:defRPr/>
            </a:pPr>
            <a:fld id="{FD89BB1B-61BA-46F5-95F5-C1F0978AAF27}" type="slidenum">
              <a:rPr lang="en-US" sz="1979" noProof="0">
                <a:solidFill>
                  <a:srgbClr val="FBFC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r" defTabSz="1507478">
                <a:defRPr/>
              </a:pPr>
              <a:t>9</a:t>
            </a:fld>
            <a:endParaRPr lang="en-US" sz="1979" noProof="0">
              <a:solidFill>
                <a:srgbClr val="FBFCFF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80C3E4-6AA6-A381-BA96-46019CBA5C1A}"/>
              </a:ext>
            </a:extLst>
          </p:cNvPr>
          <p:cNvGrpSpPr/>
          <p:nvPr/>
        </p:nvGrpSpPr>
        <p:grpSpPr>
          <a:xfrm>
            <a:off x="1059055" y="7844587"/>
            <a:ext cx="17429537" cy="2370087"/>
            <a:chOff x="1059055" y="7844587"/>
            <a:chExt cx="17429537" cy="237008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4456E19-E6E3-1A90-17CC-0665C15C983C}"/>
                </a:ext>
              </a:extLst>
            </p:cNvPr>
            <p:cNvSpPr/>
            <p:nvPr/>
          </p:nvSpPr>
          <p:spPr>
            <a:xfrm>
              <a:off x="1059055" y="7862536"/>
              <a:ext cx="5887629" cy="73595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07846">
                <a:defRPr/>
              </a:pPr>
              <a:endParaRPr lang="en-US" sz="2968" noProof="0">
                <a:solidFill>
                  <a:srgbClr val="FBFCFF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F183935-09B9-C814-69CA-EC16C4E83A5C}"/>
                </a:ext>
              </a:extLst>
            </p:cNvPr>
            <p:cNvSpPr txBox="1"/>
            <p:nvPr/>
          </p:nvSpPr>
          <p:spPr>
            <a:xfrm>
              <a:off x="1615508" y="7844587"/>
              <a:ext cx="4828574" cy="1310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507846">
                <a:defRPr/>
              </a:pPr>
              <a:r>
                <a:rPr lang="en-US" sz="3958" b="1" noProof="0">
                  <a:solidFill>
                    <a:srgbClr val="FBFCFF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CPAT Documentation</a:t>
              </a:r>
            </a:p>
          </p:txBody>
        </p:sp>
        <p:sp>
          <p:nvSpPr>
            <p:cNvPr id="7" name="TextBox 16">
              <a:extLst>
                <a:ext uri="{FF2B5EF4-FFF2-40B4-BE49-F238E27FC236}">
                  <a16:creationId xmlns:a16="http://schemas.microsoft.com/office/drawing/2014/main" id="{CD1FAFB1-7528-C7E7-B4C5-1B354E1A6D1B}"/>
                </a:ext>
              </a:extLst>
            </p:cNvPr>
            <p:cNvSpPr txBox="1"/>
            <p:nvPr/>
          </p:nvSpPr>
          <p:spPr>
            <a:xfrm>
              <a:off x="1074637" y="8539889"/>
              <a:ext cx="17037005" cy="1674785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prstDash val="dash"/>
            </a:ln>
          </p:spPr>
          <p:txBody>
            <a:bodyPr wrap="square" lIns="150781" tIns="75390" rIns="150781" bIns="75390" anchor="t">
              <a:spAutoFit/>
            </a:bodyPr>
            <a:lstStyle/>
            <a:p>
              <a:pPr defTabSz="1507846">
                <a:defRPr/>
              </a:pPr>
              <a:endParaRPr lang="en-US" sz="3298" b="1" noProof="0">
                <a:solidFill>
                  <a:srgbClr val="49494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defTabSz="1507846">
                <a:defRPr/>
              </a:pPr>
              <a:endParaRPr lang="en-US" sz="3298" b="1" noProof="0">
                <a:solidFill>
                  <a:srgbClr val="49494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  <a:p>
              <a:pPr defTabSz="1507846">
                <a:defRPr/>
              </a:pPr>
              <a:endParaRPr lang="en-US" sz="3298" b="1" noProof="0">
                <a:solidFill>
                  <a:srgbClr val="49494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F474AD-E6C4-FD40-4F51-F0B8E5576C18}"/>
                </a:ext>
              </a:extLst>
            </p:cNvPr>
            <p:cNvSpPr txBox="1"/>
            <p:nvPr/>
          </p:nvSpPr>
          <p:spPr>
            <a:xfrm>
              <a:off x="1575119" y="9070807"/>
              <a:ext cx="16913473" cy="5998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1507846">
                <a:defRPr/>
              </a:pPr>
              <a:r>
                <a:rPr lang="en-US" sz="3298" noProof="0">
                  <a:solidFill>
                    <a:srgbClr val="494949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More methodological and technical details are available in the </a:t>
              </a:r>
              <a:r>
                <a:rPr lang="en-US" sz="3298" b="1" noProof="0">
                  <a:solidFill>
                    <a:srgbClr val="494949"/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CPAT documentation. </a:t>
              </a:r>
              <a:endParaRPr lang="en-US" sz="3298" b="1" noProof="0">
                <a:solidFill>
                  <a:srgbClr val="49494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endParaRPr>
            </a:p>
          </p:txBody>
        </p:sp>
      </p:grp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7E0AB90-B348-89C2-7BAA-755F0687A097}"/>
              </a:ext>
            </a:extLst>
          </p:cNvPr>
          <p:cNvSpPr txBox="1">
            <a:spLocks/>
          </p:cNvSpPr>
          <p:nvPr/>
        </p:nvSpPr>
        <p:spPr>
          <a:xfrm>
            <a:off x="15581313" y="10482263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97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77BBB6-B31F-4C1A-BBC8-5103E1961508}" type="slidenum">
              <a:rPr lang="en-US" noProof="0" smtClean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/>
              <a:t>9</a:t>
            </a:fld>
            <a:endParaRPr lang="en-US" noProof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486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929CC4-291E-89DD-3348-50848BBDB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CPAT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98E4C2-DB51-C410-A83F-F317F482A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874" y="0"/>
            <a:ext cx="11639226" cy="1137275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0BDA86A-2C3C-6CDB-AE14-B21A8E8C1B56}"/>
              </a:ext>
            </a:extLst>
          </p:cNvPr>
          <p:cNvGrpSpPr/>
          <p:nvPr/>
        </p:nvGrpSpPr>
        <p:grpSpPr>
          <a:xfrm>
            <a:off x="5423973" y="505518"/>
            <a:ext cx="3040901" cy="10676349"/>
            <a:chOff x="5423973" y="505518"/>
            <a:chExt cx="3040901" cy="1067634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F4554E-5908-EE40-108E-EF5027BFA342}"/>
                </a:ext>
              </a:extLst>
            </p:cNvPr>
            <p:cNvSpPr/>
            <p:nvPr/>
          </p:nvSpPr>
          <p:spPr>
            <a:xfrm>
              <a:off x="5612536" y="505518"/>
              <a:ext cx="2852338" cy="4805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Policy design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D55C15-03E5-F95C-0824-136E204955E7}"/>
                </a:ext>
              </a:extLst>
            </p:cNvPr>
            <p:cNvSpPr/>
            <p:nvPr/>
          </p:nvSpPr>
          <p:spPr>
            <a:xfrm>
              <a:off x="5612536" y="2967165"/>
              <a:ext cx="2852338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Policy Strength, Assumptions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E964DC6-FB38-4C78-63B3-6C535A5A0816}"/>
                </a:ext>
              </a:extLst>
            </p:cNvPr>
            <p:cNvSpPr/>
            <p:nvPr/>
          </p:nvSpPr>
          <p:spPr>
            <a:xfrm>
              <a:off x="5423973" y="5940256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Core Outputs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7B1D94D-8BA9-0AEE-F08A-1CCF44741ABF}"/>
                </a:ext>
              </a:extLst>
            </p:cNvPr>
            <p:cNvSpPr/>
            <p:nvPr/>
          </p:nvSpPr>
          <p:spPr>
            <a:xfrm>
              <a:off x="5423973" y="9068330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Prices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B5A8A36-0125-6CAC-712E-FB245CE2B642}"/>
                </a:ext>
              </a:extLst>
            </p:cNvPr>
            <p:cNvSpPr/>
            <p:nvPr/>
          </p:nvSpPr>
          <p:spPr>
            <a:xfrm>
              <a:off x="5423973" y="10658647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Navigation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3185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802BE-4613-7583-1F41-75D8A8E8F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787388D-0DEF-C09B-0623-C97582BBA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CPAT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36FF36-1A64-5FF4-1D2E-E38C0E4F9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874" y="0"/>
            <a:ext cx="11639226" cy="1137275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630657E-EF73-1B33-B9D8-238C70CA1F15}"/>
              </a:ext>
            </a:extLst>
          </p:cNvPr>
          <p:cNvGrpSpPr/>
          <p:nvPr/>
        </p:nvGrpSpPr>
        <p:grpSpPr>
          <a:xfrm>
            <a:off x="5423973" y="505518"/>
            <a:ext cx="3040901" cy="10676349"/>
            <a:chOff x="5423973" y="505518"/>
            <a:chExt cx="3040901" cy="1067634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B53398F-2FAF-9E7C-6F13-D739CF9755AF}"/>
                </a:ext>
              </a:extLst>
            </p:cNvPr>
            <p:cNvSpPr/>
            <p:nvPr/>
          </p:nvSpPr>
          <p:spPr>
            <a:xfrm>
              <a:off x="5612536" y="505518"/>
              <a:ext cx="2852338" cy="4805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Policy design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4D5245-481B-4693-4E56-EE5B2D0A4B03}"/>
                </a:ext>
              </a:extLst>
            </p:cNvPr>
            <p:cNvSpPr/>
            <p:nvPr/>
          </p:nvSpPr>
          <p:spPr>
            <a:xfrm>
              <a:off x="5612536" y="2967165"/>
              <a:ext cx="2852338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Policy Strength, Assumptions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AD594A7-D510-A9BE-3D0E-57127BCC238C}"/>
                </a:ext>
              </a:extLst>
            </p:cNvPr>
            <p:cNvSpPr/>
            <p:nvPr/>
          </p:nvSpPr>
          <p:spPr>
            <a:xfrm>
              <a:off x="5423973" y="5940256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Core Outputs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D80A3A-2889-40B1-9960-037270EB1321}"/>
                </a:ext>
              </a:extLst>
            </p:cNvPr>
            <p:cNvSpPr/>
            <p:nvPr/>
          </p:nvSpPr>
          <p:spPr>
            <a:xfrm>
              <a:off x="5423973" y="9068330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Prices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EBCD3F-8AB8-02A4-D34F-DEB88F2C3495}"/>
                </a:ext>
              </a:extLst>
            </p:cNvPr>
            <p:cNvSpPr/>
            <p:nvPr/>
          </p:nvSpPr>
          <p:spPr>
            <a:xfrm>
              <a:off x="5423973" y="10658647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Navigation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A10E447-7DDF-E089-B0BF-0444C38B216F}"/>
              </a:ext>
            </a:extLst>
          </p:cNvPr>
          <p:cNvGrpSpPr/>
          <p:nvPr/>
        </p:nvGrpSpPr>
        <p:grpSpPr>
          <a:xfrm>
            <a:off x="-122487" y="7689162"/>
            <a:ext cx="8398798" cy="2018749"/>
            <a:chOff x="-122487" y="7689162"/>
            <a:chExt cx="8398798" cy="201874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1FC9097-36A0-8A15-A714-1EDD60831E0C}"/>
                </a:ext>
              </a:extLst>
            </p:cNvPr>
            <p:cNvSpPr/>
            <p:nvPr/>
          </p:nvSpPr>
          <p:spPr>
            <a:xfrm>
              <a:off x="-122487" y="7689162"/>
              <a:ext cx="2852338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Settings (Expandable)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FC50262-3DCC-8E12-970C-2D761DE60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0627" y="8993436"/>
              <a:ext cx="4353533" cy="714475"/>
            </a:xfrm>
            <a:prstGeom prst="rect">
              <a:avLst/>
            </a:prstGeom>
          </p:spPr>
        </p:pic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078C188-2B75-F16C-8EE9-1F6D70172A9F}"/>
                </a:ext>
              </a:extLst>
            </p:cNvPr>
            <p:cNvCxnSpPr>
              <a:stCxn id="14" idx="2"/>
            </p:cNvCxnSpPr>
            <p:nvPr/>
          </p:nvCxnSpPr>
          <p:spPr>
            <a:xfrm flipH="1">
              <a:off x="991892" y="8643269"/>
              <a:ext cx="311790" cy="2062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3DE1719-072E-4C17-C4D4-470660D03A8D}"/>
                </a:ext>
              </a:extLst>
            </p:cNvPr>
            <p:cNvCxnSpPr/>
            <p:nvPr/>
          </p:nvCxnSpPr>
          <p:spPr>
            <a:xfrm>
              <a:off x="2913681" y="8166215"/>
              <a:ext cx="53626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8219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29683-F332-480D-9A45-1069700F2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27" y="389093"/>
            <a:ext cx="11636337" cy="693543"/>
          </a:xfrm>
        </p:spPr>
        <p:txBody>
          <a:bodyPr/>
          <a:lstStyle/>
          <a:p>
            <a:r>
              <a:rPr lang="en-US" noProof="0"/>
              <a:t>Summary of Main Uses Of CPAT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12DB1-E211-1821-B4E1-45B3114401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2479" y="2501901"/>
            <a:ext cx="18920379" cy="515927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6000" b="1" noProof="0">
                <a:solidFill>
                  <a:schemeClr val="tx2"/>
                </a:solidFill>
                <a:latin typeface="Arial Nova Light" panose="020B0304020202020204" pitchFamily="34" charset="0"/>
              </a:rPr>
              <a:t>Policy Simulation </a:t>
            </a:r>
            <a:r>
              <a:rPr lang="en-US" sz="6000" noProof="0">
                <a:solidFill>
                  <a:schemeClr val="tx2"/>
                </a:solidFill>
                <a:latin typeface="Arial Nova Light" panose="020B0304020202020204" pitchFamily="34" charset="0"/>
              </a:rPr>
              <a:t>for Environmental Taxation and Subsidy Reform</a:t>
            </a:r>
          </a:p>
          <a:p>
            <a:pPr marL="1028644" lvl="1" indent="-571500">
              <a:buFont typeface="Arial" panose="020B0604020202020204" pitchFamily="34" charset="0"/>
              <a:buChar char="•"/>
            </a:pPr>
            <a:r>
              <a:rPr lang="en-US" sz="5162" noProof="0">
                <a:solidFill>
                  <a:schemeClr val="tx2"/>
                </a:solidFill>
                <a:latin typeface="Arial Nova Light" panose="020B0304020202020204" pitchFamily="34" charset="0"/>
              </a:rPr>
              <a:t>Energy, Emissions, Revenues, GDP Impacts</a:t>
            </a:r>
          </a:p>
          <a:p>
            <a:pPr marL="1028644" lvl="1" indent="-571500">
              <a:buFont typeface="Arial" panose="020B0604020202020204" pitchFamily="34" charset="0"/>
              <a:buChar char="•"/>
            </a:pPr>
            <a:r>
              <a:rPr lang="en-US" sz="5162" noProof="0">
                <a:solidFill>
                  <a:schemeClr val="tx2"/>
                </a:solidFill>
                <a:latin typeface="Arial Nova Light" panose="020B0304020202020204" pitchFamily="34" charset="0"/>
              </a:rPr>
              <a:t>Distributional Impacts and Co-benefits of Reform (Health from Air Pollution, Congestion)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6000" noProof="0">
              <a:solidFill>
                <a:schemeClr val="tx2"/>
              </a:solidFill>
              <a:latin typeface="Arial Nova Light" panose="020B03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6000" noProof="0">
                <a:solidFill>
                  <a:schemeClr val="tx2"/>
                </a:solidFill>
                <a:latin typeface="Arial Nova Light" panose="020B0304020202020204" pitchFamily="34" charset="0"/>
              </a:rPr>
              <a:t>Dashboard of </a:t>
            </a:r>
            <a:r>
              <a:rPr lang="en-US" sz="6000" b="1" noProof="0">
                <a:solidFill>
                  <a:schemeClr val="tx2"/>
                </a:solidFill>
                <a:latin typeface="Arial Nova Light" panose="020B0304020202020204" pitchFamily="34" charset="0"/>
              </a:rPr>
              <a:t>Current </a:t>
            </a:r>
            <a:r>
              <a:rPr lang="en-US" sz="6000" noProof="0">
                <a:solidFill>
                  <a:schemeClr val="tx2"/>
                </a:solidFill>
                <a:latin typeface="Arial Nova Light" panose="020B0304020202020204" pitchFamily="34" charset="0"/>
              </a:rPr>
              <a:t>Emissions and Energy Use and </a:t>
            </a:r>
            <a:r>
              <a:rPr lang="en-US" sz="6000" b="1" noProof="0">
                <a:solidFill>
                  <a:schemeClr val="tx2"/>
                </a:solidFill>
                <a:latin typeface="Arial Nova Light" panose="020B0304020202020204" pitchFamily="34" charset="0"/>
              </a:rPr>
              <a:t>Projections </a:t>
            </a:r>
            <a:r>
              <a:rPr lang="en-US" sz="6000" noProof="0">
                <a:solidFill>
                  <a:schemeClr val="tx2"/>
                </a:solidFill>
                <a:latin typeface="Arial Nova Light" panose="020B0304020202020204" pitchFamily="34" charset="0"/>
              </a:rPr>
              <a:t>Forward</a:t>
            </a:r>
          </a:p>
        </p:txBody>
      </p:sp>
    </p:spTree>
    <p:extLst>
      <p:ext uri="{BB962C8B-B14F-4D97-AF65-F5344CB8AC3E}">
        <p14:creationId xmlns:p14="http://schemas.microsoft.com/office/powerpoint/2010/main" val="2091663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CPAT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30936" y="1078992"/>
            <a:ext cx="18823940" cy="492443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2600" i="1">
                <a:solidFill>
                  <a:srgbClr val="606B72"/>
                </a:solidFill>
                <a:latin typeface="Calibri"/>
              </a:rPr>
              <a:t>About the Climate Policy Assessment Tool (CPAT)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2211353"/>
            <a:ext cx="9144000" cy="2328971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 dirty="0">
                <a:solidFill>
                  <a:srgbClr val="393939"/>
                </a:solidFill>
                <a:latin typeface="Calibri"/>
              </a:rPr>
              <a:t>CPAT is a spreadsheet-based tool for </a:t>
            </a:r>
            <a:r>
              <a:rPr sz="2600" b="1" i="0" dirty="0">
                <a:solidFill>
                  <a:srgbClr val="183153"/>
                </a:solidFill>
                <a:latin typeface="Calibri"/>
              </a:rPr>
              <a:t>190 countries</a:t>
            </a:r>
            <a:r>
              <a:rPr sz="2600" b="0" i="0" dirty="0">
                <a:solidFill>
                  <a:srgbClr val="393939"/>
                </a:solidFill>
                <a:latin typeface="Calibri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600" b="0" i="0" dirty="0">
                <a:solidFill>
                  <a:srgbClr val="393939"/>
                </a:solidFill>
                <a:latin typeface="Calibri"/>
              </a:rPr>
              <a:t>• Developed jointly by IMF &amp; WB for internal and govt. use.</a:t>
            </a:r>
          </a:p>
          <a:p>
            <a:pPr algn="l">
              <a:lnSpc>
                <a:spcPct val="115000"/>
              </a:lnSpc>
            </a:pPr>
            <a:r>
              <a:rPr sz="2600" b="0" i="0" dirty="0">
                <a:solidFill>
                  <a:srgbClr val="393939"/>
                </a:solidFill>
                <a:latin typeface="Calibri"/>
              </a:rPr>
              <a:t>• Evaluate policies to meet climate, fiscal, devt. goals.</a:t>
            </a:r>
          </a:p>
          <a:p>
            <a:pPr algn="l">
              <a:lnSpc>
                <a:spcPct val="115000"/>
              </a:lnSpc>
            </a:pPr>
            <a:r>
              <a:rPr sz="2600" b="0" i="0" dirty="0">
                <a:solidFill>
                  <a:srgbClr val="393939"/>
                </a:solidFill>
                <a:latin typeface="Calibri"/>
              </a:rPr>
              <a:t>• </a:t>
            </a:r>
            <a:r>
              <a:rPr sz="2600" b="1" i="0" dirty="0">
                <a:solidFill>
                  <a:srgbClr val="393939"/>
                </a:solidFill>
                <a:latin typeface="Calibri"/>
              </a:rPr>
              <a:t>Methodology</a:t>
            </a:r>
            <a:r>
              <a:rPr sz="2600" b="0" i="0" dirty="0">
                <a:solidFill>
                  <a:srgbClr val="393939"/>
                </a:solidFill>
                <a:latin typeface="Calibri"/>
              </a:rPr>
              <a:t>: Price/GDP elasticities, power sector model, GDP multipliers; distributional &amp; air pol.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6065955"/>
            <a:ext cx="4297680" cy="4114800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600"/>
          </a:p>
        </p:txBody>
      </p:sp>
      <p:sp>
        <p:nvSpPr>
          <p:cNvPr id="7" name="Rectangle 6"/>
          <p:cNvSpPr/>
          <p:nvPr/>
        </p:nvSpPr>
        <p:spPr>
          <a:xfrm>
            <a:off x="1005840" y="6340275"/>
            <a:ext cx="42976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137160" rtlCol="0" anchor="ctr"/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004B87"/>
                </a:solidFill>
                <a:latin typeface="Calibri"/>
              </a:rPr>
              <a:t>Rapid impact assessment: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6934635"/>
            <a:ext cx="4297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 dirty="0">
                <a:solidFill>
                  <a:srgbClr val="393939"/>
                </a:solidFill>
                <a:latin typeface="Calibri"/>
              </a:rPr>
              <a:t>• Energy &amp; emissions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7647867"/>
            <a:ext cx="4297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93939"/>
                </a:solidFill>
                <a:latin typeface="Calibri"/>
              </a:rPr>
              <a:t>• Macro and fiscal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8361098"/>
            <a:ext cx="4297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93939"/>
                </a:solidFill>
                <a:latin typeface="Calibri"/>
              </a:rPr>
              <a:t>• Distributional effects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9074331"/>
            <a:ext cx="4297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93939"/>
                </a:solidFill>
                <a:latin typeface="Calibri"/>
              </a:rPr>
              <a:t>• Co-benefits (e.g., air pol.)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4590288"/>
            <a:ext cx="4297680" cy="5640069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600"/>
          </a:p>
        </p:txBody>
      </p:sp>
      <p:sp>
        <p:nvSpPr>
          <p:cNvPr id="14" name="Rectangle 13"/>
          <p:cNvSpPr/>
          <p:nvPr/>
        </p:nvSpPr>
        <p:spPr>
          <a:xfrm>
            <a:off x="5656581" y="4798935"/>
            <a:ext cx="42976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137160" rtlCol="0" anchor="ctr"/>
          <a:lstStyle/>
          <a:p>
            <a:pPr algn="l">
              <a:lnSpc>
                <a:spcPct val="110000"/>
              </a:lnSpc>
            </a:pPr>
            <a:r>
              <a:rPr sz="2600" b="1" i="0" dirty="0">
                <a:solidFill>
                  <a:srgbClr val="00955E"/>
                </a:solidFill>
                <a:latin typeface="Calibri"/>
              </a:rPr>
              <a:t>Used in reports such as: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5988739"/>
            <a:ext cx="4297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 dirty="0">
                <a:solidFill>
                  <a:srgbClr val="393939"/>
                </a:solidFill>
                <a:latin typeface="Calibri"/>
              </a:rPr>
              <a:t>• Country Climate Development Reports (CCDRs)</a:t>
            </a:r>
            <a:endParaRPr lang="en-US" sz="2600" b="0" i="0" dirty="0">
              <a:solidFill>
                <a:srgbClr val="393939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endParaRPr sz="2600" b="0" i="0" dirty="0">
              <a:solidFill>
                <a:srgbClr val="393939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0" y="6701971"/>
            <a:ext cx="4297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93939"/>
                </a:solidFill>
                <a:latin typeface="Calibri"/>
              </a:rPr>
              <a:t>• Public Finance Reviews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7415202"/>
            <a:ext cx="4297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 dirty="0">
                <a:solidFill>
                  <a:srgbClr val="393939"/>
                </a:solidFill>
                <a:latin typeface="Calibri"/>
              </a:rPr>
              <a:t>• </a:t>
            </a:r>
            <a:r>
              <a:rPr lang="en-US" sz="2600" b="0" i="0" dirty="0">
                <a:solidFill>
                  <a:srgbClr val="393939"/>
                </a:solidFill>
                <a:latin typeface="Calibri"/>
              </a:rPr>
              <a:t>Technical Assistance</a:t>
            </a:r>
            <a:endParaRPr sz="2600" b="0" i="0" dirty="0">
              <a:solidFill>
                <a:srgbClr val="393939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0" y="8128435"/>
            <a:ext cx="42976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93939"/>
                </a:solidFill>
                <a:latin typeface="Calibri"/>
              </a:rPr>
              <a:t>• Also, ad hoc requests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36557" y="1571435"/>
            <a:ext cx="8961306" cy="8913018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600"/>
          </a:p>
        </p:txBody>
      </p:sp>
      <p:sp>
        <p:nvSpPr>
          <p:cNvPr id="21" name="Rectangle 20"/>
          <p:cNvSpPr/>
          <p:nvPr/>
        </p:nvSpPr>
        <p:spPr>
          <a:xfrm>
            <a:off x="10149840" y="1938528"/>
            <a:ext cx="94970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137160" rtlCol="0" anchor="ctr"/>
          <a:lstStyle/>
          <a:p>
            <a:pPr algn="l">
              <a:lnSpc>
                <a:spcPct val="110000"/>
              </a:lnSpc>
            </a:pPr>
            <a:r>
              <a:rPr sz="2600" b="1" i="0" dirty="0">
                <a:solidFill>
                  <a:srgbClr val="183153"/>
                </a:solidFill>
                <a:latin typeface="Calibri"/>
              </a:rPr>
              <a:t>CPAT Key Benefits: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2532888"/>
            <a:ext cx="94970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93939"/>
                </a:solidFill>
                <a:latin typeface="Calibri"/>
              </a:rPr>
              <a:t>• Quick, Flexible: CPAT can evolve with client demand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3218688"/>
            <a:ext cx="94970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93939"/>
                </a:solidFill>
                <a:latin typeface="Calibri"/>
              </a:rPr>
              <a:t>• High Country Availability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49840" y="3904487"/>
            <a:ext cx="94970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93939"/>
                </a:solidFill>
                <a:latin typeface="Calibri"/>
              </a:rPr>
              <a:t>• Many Impact Metrics (co-benefits)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4590288"/>
            <a:ext cx="94970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93939"/>
                </a:solidFill>
                <a:latin typeface="Calibri"/>
              </a:rPr>
              <a:t>• IMF-WB Joint Tool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5276088"/>
            <a:ext cx="9497060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93939"/>
                </a:solidFill>
                <a:latin typeface="Calibri"/>
              </a:rPr>
              <a:t>• Existing studies in 72 countries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6053328"/>
            <a:ext cx="94970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137160" rtlCol="0" anchor="ctr"/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E7485F"/>
                </a:solidFill>
                <a:latin typeface="Calibri"/>
              </a:rPr>
              <a:t>CPAT Scope &amp; Caveats: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0" y="6647688"/>
            <a:ext cx="94970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93939"/>
                </a:solidFill>
                <a:latin typeface="Calibri"/>
              </a:rPr>
              <a:t>• Policy focus: carbon pricing instruments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49840" y="7397496"/>
            <a:ext cx="94970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93939"/>
                </a:solidFill>
                <a:latin typeface="Calibri"/>
              </a:rPr>
              <a:t>• Offsets not covered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840" y="8147304"/>
            <a:ext cx="94970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93939"/>
                </a:solidFill>
                <a:latin typeface="Calibri"/>
              </a:rPr>
              <a:t>• Relatively simple approach to energy, emissions and GDP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8897112"/>
            <a:ext cx="94970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182880" rtlCol="0" anchor="ctr"/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93939"/>
                </a:solidFill>
                <a:latin typeface="Calibri"/>
              </a:rPr>
              <a:t>• Medium-term tool (next 15 years); does not replace macro/technoeconomic models</a:t>
            </a:r>
          </a:p>
        </p:txBody>
      </p:sp>
    </p:spTree>
    <p:extLst>
      <p:ext uri="{BB962C8B-B14F-4D97-AF65-F5344CB8AC3E}">
        <p14:creationId xmlns:p14="http://schemas.microsoft.com/office/powerpoint/2010/main" val="3043404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CB71C-3A6E-5CC3-7C34-AC18E5071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A384B-4E18-C0EB-EC0A-BFE2140C5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7624" y="2068247"/>
            <a:ext cx="6510815" cy="2258433"/>
          </a:xfrm>
          <a:noFill/>
        </p:spPr>
        <p:txBody>
          <a:bodyPr/>
          <a:lstStyle/>
          <a:p>
            <a:pPr>
              <a:spcAft>
                <a:spcPts val="989"/>
              </a:spcAft>
            </a:pPr>
            <a:r>
              <a:rPr lang="en-US" b="0" i="0" u="none" strike="noStrike" baseline="0" noProof="0" dirty="0"/>
              <a:t>CPAT METHODOLOGY</a:t>
            </a:r>
            <a:endParaRPr lang="en-US" sz="3958" noProof="0" dirty="0"/>
          </a:p>
        </p:txBody>
      </p:sp>
      <p:pic>
        <p:nvPicPr>
          <p:cNvPr id="13" name="Graphic 12" descr="Tag with solid fill">
            <a:extLst>
              <a:ext uri="{FF2B5EF4-FFF2-40B4-BE49-F238E27FC236}">
                <a16:creationId xmlns:a16="http://schemas.microsoft.com/office/drawing/2014/main" id="{F5DE7DB3-961F-A8EA-A84D-8DE84411DB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488" y="356457"/>
            <a:ext cx="942329" cy="9423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D42E72-844A-0D24-6946-AFC3B3100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6005" y="1627851"/>
            <a:ext cx="13543629" cy="8499427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5D44B-C4F7-8DAB-AF9A-F49F48BF0F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108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16F8F-44DD-7672-7552-FD046F0F0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1C17-A991-3248-9309-B1D286D21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232" y="586411"/>
            <a:ext cx="5980833" cy="5356047"/>
          </a:xfrm>
        </p:spPr>
        <p:txBody>
          <a:bodyPr/>
          <a:lstStyle/>
          <a:p>
            <a:r>
              <a:rPr lang="en-US" noProof="0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BABFD-3F14-5044-25C6-A46267BA14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150781" tIns="75390" rIns="150781" bIns="75390" rtlCol="0" anchor="t">
            <a:normAutofit fontScale="85000" lnSpcReduction="10000"/>
          </a:bodyPr>
          <a:lstStyle/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Overview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Mitigation (Energy Use, Revenues, Emissions)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Distribution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Air Pollution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Transport and GDP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655CD-DD00-BBEE-BDBB-3DF6E98E6CD0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2E14E17C-0053-6C04-69D8-DE094B8D0A9B}"/>
              </a:ext>
            </a:extLst>
          </p:cNvPr>
          <p:cNvSpPr txBox="1">
            <a:spLocks/>
          </p:cNvSpPr>
          <p:nvPr/>
        </p:nvSpPr>
        <p:spPr>
          <a:xfrm>
            <a:off x="15581313" y="10482263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97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77BBB6-B31F-4C1A-BBC8-5103E1961508}" type="slidenum">
              <a:rPr lang="en-US" noProof="0" smtClean="0"/>
              <a:pPr/>
              <a:t>15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71701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CPAT Structure — Model of Models Overview</a:t>
            </a:r>
          </a:p>
        </p:txBody>
      </p:sp>
      <p:pic>
        <p:nvPicPr>
          <p:cNvPr id="3" name="Picture 2" descr="model_overview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47" y="1755647"/>
            <a:ext cx="18923004" cy="905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043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7214C-172B-5D4F-ED03-93C58482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7B126A65-0D6C-4AA1-7931-0BC8484D8EBF}"/>
              </a:ext>
            </a:extLst>
          </p:cNvPr>
          <p:cNvSpPr/>
          <p:nvPr/>
        </p:nvSpPr>
        <p:spPr>
          <a:xfrm>
            <a:off x="-23236" y="1191"/>
            <a:ext cx="255785" cy="11312238"/>
          </a:xfrm>
          <a:prstGeom prst="rect">
            <a:avLst/>
          </a:prstGeom>
          <a:solidFill>
            <a:srgbClr val="144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58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ECC2A1-D7C5-0049-1EDC-FB5BFB2A6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01" y="174302"/>
            <a:ext cx="7740067" cy="713311"/>
          </a:xfrm>
        </p:spPr>
        <p:txBody>
          <a:bodyPr/>
          <a:lstStyle/>
          <a:p>
            <a:r>
              <a:rPr lang="en-US" noProof="0"/>
              <a:t>Overview Of Modules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BBAC75-1109-812E-1D61-3FCAA4F123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en-US" noProof="0"/>
              <a:t>Simple Version</a:t>
            </a:r>
          </a:p>
        </p:txBody>
      </p:sp>
      <p:cxnSp>
        <p:nvCxnSpPr>
          <p:cNvPr id="89" name="Google Shape;116;p2">
            <a:extLst>
              <a:ext uri="{FF2B5EF4-FFF2-40B4-BE49-F238E27FC236}">
                <a16:creationId xmlns:a16="http://schemas.microsoft.com/office/drawing/2014/main" id="{262EDFB3-5D52-0200-DD73-D848E38B0262}"/>
              </a:ext>
            </a:extLst>
          </p:cNvPr>
          <p:cNvCxnSpPr/>
          <p:nvPr/>
        </p:nvCxnSpPr>
        <p:spPr>
          <a:xfrm rot="10800000" flipH="1">
            <a:off x="8656109" y="654531"/>
            <a:ext cx="1926254" cy="3728067"/>
          </a:xfrm>
          <a:prstGeom prst="straightConnector1">
            <a:avLst/>
          </a:prstGeom>
          <a:noFill/>
          <a:ln w="38100" cap="rnd" cmpd="sng">
            <a:solidFill>
              <a:srgbClr val="FFFF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0" name="Google Shape;117;p2">
            <a:extLst>
              <a:ext uri="{FF2B5EF4-FFF2-40B4-BE49-F238E27FC236}">
                <a16:creationId xmlns:a16="http://schemas.microsoft.com/office/drawing/2014/main" id="{68B9CE4D-C7DC-6D89-36DE-E7EC61B44236}"/>
              </a:ext>
            </a:extLst>
          </p:cNvPr>
          <p:cNvCxnSpPr/>
          <p:nvPr/>
        </p:nvCxnSpPr>
        <p:spPr>
          <a:xfrm>
            <a:off x="8656110" y="4382597"/>
            <a:ext cx="1927589" cy="3302478"/>
          </a:xfrm>
          <a:prstGeom prst="straightConnector1">
            <a:avLst/>
          </a:prstGeom>
          <a:noFill/>
          <a:ln w="38100" cap="rnd" cmpd="sng">
            <a:solidFill>
              <a:srgbClr val="FFFF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1" name="Google Shape;118;p2">
            <a:extLst>
              <a:ext uri="{FF2B5EF4-FFF2-40B4-BE49-F238E27FC236}">
                <a16:creationId xmlns:a16="http://schemas.microsoft.com/office/drawing/2014/main" id="{8F8533EF-7C0B-733E-B2DE-14649E4A7E03}"/>
              </a:ext>
            </a:extLst>
          </p:cNvPr>
          <p:cNvCxnSpPr/>
          <p:nvPr/>
        </p:nvCxnSpPr>
        <p:spPr>
          <a:xfrm rot="10800000" flipH="1">
            <a:off x="8656033" y="4371004"/>
            <a:ext cx="1970800" cy="11741"/>
          </a:xfrm>
          <a:prstGeom prst="straightConnector1">
            <a:avLst/>
          </a:prstGeom>
          <a:noFill/>
          <a:ln w="38100" cap="rnd" cmpd="sng">
            <a:solidFill>
              <a:srgbClr val="FFFFFF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9787D24-7537-3EB7-1181-A263F98B872F}"/>
              </a:ext>
            </a:extLst>
          </p:cNvPr>
          <p:cNvGrpSpPr/>
          <p:nvPr/>
        </p:nvGrpSpPr>
        <p:grpSpPr>
          <a:xfrm>
            <a:off x="595201" y="2483849"/>
            <a:ext cx="18712191" cy="5142527"/>
            <a:chOff x="360955" y="1506073"/>
            <a:chExt cx="11347886" cy="3118652"/>
          </a:xfrm>
        </p:grpSpPr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66640DF7-AE9A-6E8F-1354-D382CEC7B0C2}"/>
                </a:ext>
              </a:extLst>
            </p:cNvPr>
            <p:cNvGrpSpPr/>
            <p:nvPr/>
          </p:nvGrpSpPr>
          <p:grpSpPr>
            <a:xfrm>
              <a:off x="360955" y="1506073"/>
              <a:ext cx="11347886" cy="3118652"/>
              <a:chOff x="360955" y="1506073"/>
              <a:chExt cx="11347886" cy="3118652"/>
            </a:xfrm>
          </p:grpSpPr>
          <p:cxnSp>
            <p:nvCxnSpPr>
              <p:cNvPr id="66" name="Google Shape;144;p2">
                <a:extLst>
                  <a:ext uri="{FF2B5EF4-FFF2-40B4-BE49-F238E27FC236}">
                    <a16:creationId xmlns:a16="http://schemas.microsoft.com/office/drawing/2014/main" id="{EFEC3738-74EF-B990-4DC0-E48330554C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6055" y="2442375"/>
                <a:ext cx="5411895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2DB64C0D-4722-3AB8-5F55-0E4E2A7D5148}"/>
                  </a:ext>
                </a:extLst>
              </p:cNvPr>
              <p:cNvGrpSpPr/>
              <p:nvPr/>
            </p:nvGrpSpPr>
            <p:grpSpPr>
              <a:xfrm>
                <a:off x="360955" y="1506073"/>
                <a:ext cx="11347886" cy="3118652"/>
                <a:chOff x="360955" y="1506073"/>
                <a:chExt cx="11347886" cy="3118652"/>
              </a:xfrm>
            </p:grpSpPr>
            <p:sp>
              <p:nvSpPr>
                <p:cNvPr id="100" name="Google Shape;127;p2">
                  <a:extLst>
                    <a:ext uri="{FF2B5EF4-FFF2-40B4-BE49-F238E27FC236}">
                      <a16:creationId xmlns:a16="http://schemas.microsoft.com/office/drawing/2014/main" id="{0EC173A1-DB86-7124-B20A-4A174BE62085}"/>
                    </a:ext>
                  </a:extLst>
                </p:cNvPr>
                <p:cNvSpPr/>
                <p:nvPr/>
              </p:nvSpPr>
              <p:spPr>
                <a:xfrm>
                  <a:off x="2582683" y="2143282"/>
                  <a:ext cx="1863372" cy="248144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12" tIns="91412" rIns="91412" bIns="91412" anchor="ctr" anchorCtr="0">
                  <a:noAutofit/>
                </a:bodyPr>
                <a:lstStyle/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MITIGATION</a:t>
                  </a:r>
                </a:p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Prices,</a:t>
                  </a:r>
                </a:p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Energy Use,</a:t>
                  </a:r>
                  <a:br>
                    <a:rPr lang="en-US" sz="3133" noProof="0">
                      <a:latin typeface="Arial Nova" panose="020B0504020202020204" pitchFamily="34" charset="0"/>
                    </a:rPr>
                  </a:br>
                  <a:r>
                    <a:rPr lang="en-US" sz="3133" noProof="0">
                      <a:latin typeface="Arial Nova" panose="020B0504020202020204" pitchFamily="34" charset="0"/>
                    </a:rPr>
                    <a:t>Emissions,</a:t>
                  </a:r>
                </a:p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Revenue,</a:t>
                  </a:r>
                  <a:br>
                    <a:rPr lang="en-US" sz="3133" noProof="0">
                      <a:latin typeface="Arial Nova" panose="020B0504020202020204" pitchFamily="34" charset="0"/>
                    </a:rPr>
                  </a:br>
                  <a:r>
                    <a:rPr lang="en-US" sz="3133" noProof="0">
                      <a:latin typeface="Arial Nova" panose="020B0504020202020204" pitchFamily="34" charset="0"/>
                    </a:rPr>
                    <a:t>GDP</a:t>
                  </a:r>
                </a:p>
              </p:txBody>
            </p:sp>
            <p:sp>
              <p:nvSpPr>
                <p:cNvPr id="102" name="Google Shape;129;p2">
                  <a:extLst>
                    <a:ext uri="{FF2B5EF4-FFF2-40B4-BE49-F238E27FC236}">
                      <a16:creationId xmlns:a16="http://schemas.microsoft.com/office/drawing/2014/main" id="{BAAF93BB-DCFC-3134-FA8A-F8A075EAE513}"/>
                    </a:ext>
                  </a:extLst>
                </p:cNvPr>
                <p:cNvSpPr/>
                <p:nvPr/>
              </p:nvSpPr>
              <p:spPr>
                <a:xfrm>
                  <a:off x="6623329" y="3367603"/>
                  <a:ext cx="2363613" cy="517379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12" tIns="91412" rIns="91412" bIns="91412" anchor="ctr" anchorCtr="0">
                  <a:noAutofit/>
                </a:bodyPr>
                <a:lstStyle/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AIR POLLUTION</a:t>
                  </a:r>
                </a:p>
              </p:txBody>
            </p:sp>
            <p:sp>
              <p:nvSpPr>
                <p:cNvPr id="103" name="Google Shape;130;p2">
                  <a:extLst>
                    <a:ext uri="{FF2B5EF4-FFF2-40B4-BE49-F238E27FC236}">
                      <a16:creationId xmlns:a16="http://schemas.microsoft.com/office/drawing/2014/main" id="{71AA3D53-37BD-ECF5-8616-EBA4F217B69B}"/>
                    </a:ext>
                  </a:extLst>
                </p:cNvPr>
                <p:cNvSpPr/>
                <p:nvPr/>
              </p:nvSpPr>
              <p:spPr>
                <a:xfrm>
                  <a:off x="6623330" y="4048627"/>
                  <a:ext cx="2363613" cy="517379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12" tIns="91412" rIns="91412" bIns="91412" anchor="ctr" anchorCtr="0">
                  <a:noAutofit/>
                </a:bodyPr>
                <a:lstStyle/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TRANSPORT</a:t>
                  </a:r>
                </a:p>
              </p:txBody>
            </p:sp>
            <p:sp>
              <p:nvSpPr>
                <p:cNvPr id="104" name="Google Shape;131;p2">
                  <a:extLst>
                    <a:ext uri="{FF2B5EF4-FFF2-40B4-BE49-F238E27FC236}">
                      <a16:creationId xmlns:a16="http://schemas.microsoft.com/office/drawing/2014/main" id="{C5F8F204-629C-CB12-ACFB-BE6E2D5245DC}"/>
                    </a:ext>
                  </a:extLst>
                </p:cNvPr>
                <p:cNvSpPr/>
                <p:nvPr/>
              </p:nvSpPr>
              <p:spPr>
                <a:xfrm>
                  <a:off x="6623329" y="2695067"/>
                  <a:ext cx="2382463" cy="517379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12" tIns="91412" rIns="91412" bIns="91412" anchor="ctr" anchorCtr="0">
                  <a:noAutofit/>
                </a:bodyPr>
                <a:lstStyle/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DISTRIBUTION</a:t>
                  </a:r>
                </a:p>
              </p:txBody>
            </p:sp>
            <p:cxnSp>
              <p:nvCxnSpPr>
                <p:cNvPr id="116" name="Google Shape;143;p2">
                  <a:extLst>
                    <a:ext uri="{FF2B5EF4-FFF2-40B4-BE49-F238E27FC236}">
                      <a16:creationId xmlns:a16="http://schemas.microsoft.com/office/drawing/2014/main" id="{0BF935AB-9EC7-75AF-24FE-DC9D6026E612}"/>
                    </a:ext>
                  </a:extLst>
                </p:cNvPr>
                <p:cNvCxnSpPr>
                  <a:cxnSpLocks/>
                  <a:endCxn id="102" idx="1"/>
                </p:cNvCxnSpPr>
                <p:nvPr/>
              </p:nvCxnSpPr>
              <p:spPr>
                <a:xfrm>
                  <a:off x="4446055" y="3626292"/>
                  <a:ext cx="2177274" cy="1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17" name="Google Shape;144;p2">
                  <a:extLst>
                    <a:ext uri="{FF2B5EF4-FFF2-40B4-BE49-F238E27FC236}">
                      <a16:creationId xmlns:a16="http://schemas.microsoft.com/office/drawing/2014/main" id="{D79407F8-D443-C006-B302-CDB087822027}"/>
                    </a:ext>
                  </a:extLst>
                </p:cNvPr>
                <p:cNvCxnSpPr>
                  <a:cxnSpLocks/>
                  <a:endCxn id="104" idx="1"/>
                </p:cNvCxnSpPr>
                <p:nvPr/>
              </p:nvCxnSpPr>
              <p:spPr>
                <a:xfrm>
                  <a:off x="4446055" y="2953756"/>
                  <a:ext cx="2177274" cy="1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18" name="Google Shape;145;p2">
                  <a:extLst>
                    <a:ext uri="{FF2B5EF4-FFF2-40B4-BE49-F238E27FC236}">
                      <a16:creationId xmlns:a16="http://schemas.microsoft.com/office/drawing/2014/main" id="{65A9879D-5458-7CD2-10B7-73369455166C}"/>
                    </a:ext>
                  </a:extLst>
                </p:cNvPr>
                <p:cNvCxnSpPr>
                  <a:cxnSpLocks/>
                  <a:endCxn id="103" idx="1"/>
                </p:cNvCxnSpPr>
                <p:nvPr/>
              </p:nvCxnSpPr>
              <p:spPr>
                <a:xfrm>
                  <a:off x="4446055" y="4307317"/>
                  <a:ext cx="2177275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D8BDCBAE-86A5-0D30-5DF9-9D38081A08FB}"/>
                    </a:ext>
                  </a:extLst>
                </p:cNvPr>
                <p:cNvGrpSpPr/>
                <p:nvPr/>
              </p:nvGrpSpPr>
              <p:grpSpPr>
                <a:xfrm>
                  <a:off x="360955" y="1506073"/>
                  <a:ext cx="11347886" cy="3118652"/>
                  <a:chOff x="156869" y="3196791"/>
                  <a:chExt cx="11347886" cy="3118652"/>
                </a:xfrm>
              </p:grpSpPr>
              <p:sp>
                <p:nvSpPr>
                  <p:cNvPr id="9" name="Google Shape;126;p2">
                    <a:extLst>
                      <a:ext uri="{FF2B5EF4-FFF2-40B4-BE49-F238E27FC236}">
                        <a16:creationId xmlns:a16="http://schemas.microsoft.com/office/drawing/2014/main" id="{50AA8914-DA53-71FF-E332-73934B53EF94}"/>
                      </a:ext>
                    </a:extLst>
                  </p:cNvPr>
                  <p:cNvSpPr/>
                  <p:nvPr/>
                </p:nvSpPr>
                <p:spPr>
                  <a:xfrm>
                    <a:off x="156869" y="3196791"/>
                    <a:ext cx="1863372" cy="3118651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lt1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12" tIns="91412" rIns="91412" bIns="91412" anchor="ctr" anchorCtr="0">
                    <a:noAutofit/>
                  </a:bodyPr>
                  <a:lstStyle/>
                  <a:p>
                    <a:pPr algn="ctr"/>
                    <a:r>
                      <a:rPr lang="en-US" sz="3133" noProof="0">
                        <a:latin typeface="Arial Nova" panose="020B0504020202020204" pitchFamily="34" charset="0"/>
                      </a:rPr>
                      <a:t>DASHBOARD</a:t>
                    </a:r>
                  </a:p>
                  <a:p>
                    <a:pPr algn="ctr"/>
                    <a:r>
                      <a:rPr lang="en-US" sz="3133" noProof="0">
                        <a:latin typeface="Arial Nova" panose="020B0504020202020204" pitchFamily="34" charset="0"/>
                      </a:rPr>
                      <a:t>Policy Inputs,</a:t>
                    </a:r>
                  </a:p>
                  <a:p>
                    <a:pPr algn="ctr"/>
                    <a:r>
                      <a:rPr lang="en-US" sz="3133" noProof="0">
                        <a:latin typeface="Arial Nova" panose="020B0504020202020204" pitchFamily="34" charset="0"/>
                      </a:rPr>
                      <a:t>Settings</a:t>
                    </a:r>
                  </a:p>
                </p:txBody>
              </p:sp>
              <p:sp>
                <p:nvSpPr>
                  <p:cNvPr id="13" name="Google Shape;126;p2">
                    <a:extLst>
                      <a:ext uri="{FF2B5EF4-FFF2-40B4-BE49-F238E27FC236}">
                        <a16:creationId xmlns:a16="http://schemas.microsoft.com/office/drawing/2014/main" id="{305473CF-C09F-9629-D408-DFA759DC6B4E}"/>
                      </a:ext>
                    </a:extLst>
                  </p:cNvPr>
                  <p:cNvSpPr/>
                  <p:nvPr/>
                </p:nvSpPr>
                <p:spPr>
                  <a:xfrm>
                    <a:off x="9641383" y="3196791"/>
                    <a:ext cx="1863372" cy="3118652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lt1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12" tIns="91412" rIns="91412" bIns="91412" anchor="ctr" anchorCtr="0">
                    <a:noAutofit/>
                  </a:bodyPr>
                  <a:lstStyle/>
                  <a:p>
                    <a:pPr algn="ctr"/>
                    <a:r>
                      <a:rPr lang="en-US" sz="3133" noProof="0">
                        <a:latin typeface="Arial Nova" panose="020B0504020202020204" pitchFamily="34" charset="0"/>
                      </a:rPr>
                      <a:t>DASHBOARD </a:t>
                    </a:r>
                  </a:p>
                  <a:p>
                    <a:pPr algn="ctr"/>
                    <a:r>
                      <a:rPr lang="en-US" sz="3133" noProof="0">
                        <a:latin typeface="Arial Nova" panose="020B0504020202020204" pitchFamily="34" charset="0"/>
                      </a:rPr>
                      <a:t>Output Graphs</a:t>
                    </a:r>
                  </a:p>
                </p:txBody>
              </p:sp>
              <p:cxnSp>
                <p:nvCxnSpPr>
                  <p:cNvPr id="30" name="Google Shape;144;p2">
                    <a:extLst>
                      <a:ext uri="{FF2B5EF4-FFF2-40B4-BE49-F238E27FC236}">
                        <a16:creationId xmlns:a16="http://schemas.microsoft.com/office/drawing/2014/main" id="{42A4A8D2-A32D-0C76-CCBE-DF74A3D78D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01706" y="4664572"/>
                    <a:ext cx="871008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32" name="Google Shape;144;p2">
                    <a:extLst>
                      <a:ext uri="{FF2B5EF4-FFF2-40B4-BE49-F238E27FC236}">
                        <a16:creationId xmlns:a16="http://schemas.microsoft.com/office/drawing/2014/main" id="{8E3F4BC7-E81E-0642-5F90-4E565E78DB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01706" y="5340119"/>
                    <a:ext cx="871008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33" name="Google Shape;144;p2">
                    <a:extLst>
                      <a:ext uri="{FF2B5EF4-FFF2-40B4-BE49-F238E27FC236}">
                        <a16:creationId xmlns:a16="http://schemas.microsoft.com/office/drawing/2014/main" id="{3205F632-2E04-4988-8AC2-D7408FA218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82856" y="5974066"/>
                    <a:ext cx="871008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  <p:cxnSp>
              <p:nvCxnSpPr>
                <p:cNvPr id="83" name="Google Shape;144;p2">
                  <a:extLst>
                    <a:ext uri="{FF2B5EF4-FFF2-40B4-BE49-F238E27FC236}">
                      <a16:creationId xmlns:a16="http://schemas.microsoft.com/office/drawing/2014/main" id="{8D5E2C9A-A862-8927-C32B-0F9259C399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24327" y="1814344"/>
                  <a:ext cx="7652473" cy="11533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cxnSp>
          <p:nvCxnSpPr>
            <p:cNvPr id="154" name="Google Shape;144;p2">
              <a:extLst>
                <a:ext uri="{FF2B5EF4-FFF2-40B4-BE49-F238E27FC236}">
                  <a16:creationId xmlns:a16="http://schemas.microsoft.com/office/drawing/2014/main" id="{918F89D7-38B5-2905-363C-938D9039AD95}"/>
                </a:ext>
              </a:extLst>
            </p:cNvPr>
            <p:cNvCxnSpPr>
              <a:cxnSpLocks/>
            </p:cNvCxnSpPr>
            <p:nvPr/>
          </p:nvCxnSpPr>
          <p:spPr>
            <a:xfrm>
              <a:off x="2224327" y="3384003"/>
              <a:ext cx="358356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73080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1415D-082A-AF05-F894-BDC3A6587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FB6EF3F5-1A58-CD7E-E351-8D2A91FC439C}"/>
              </a:ext>
            </a:extLst>
          </p:cNvPr>
          <p:cNvSpPr/>
          <p:nvPr/>
        </p:nvSpPr>
        <p:spPr>
          <a:xfrm>
            <a:off x="-23236" y="1191"/>
            <a:ext cx="255785" cy="11312238"/>
          </a:xfrm>
          <a:prstGeom prst="rect">
            <a:avLst/>
          </a:prstGeom>
          <a:solidFill>
            <a:srgbClr val="144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58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72A87D-CF8F-56F2-CDA2-3AB03823C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01" y="174302"/>
            <a:ext cx="7740067" cy="713311"/>
          </a:xfrm>
        </p:spPr>
        <p:txBody>
          <a:bodyPr/>
          <a:lstStyle/>
          <a:p>
            <a:r>
              <a:rPr lang="en-US" noProof="0"/>
              <a:t>Overview Of Modules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A88664-7020-7690-445A-9DB488B7A3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en-US" noProof="0"/>
              <a:t>With Data Flows</a:t>
            </a:r>
          </a:p>
        </p:txBody>
      </p:sp>
      <p:cxnSp>
        <p:nvCxnSpPr>
          <p:cNvPr id="89" name="Google Shape;116;p2">
            <a:extLst>
              <a:ext uri="{FF2B5EF4-FFF2-40B4-BE49-F238E27FC236}">
                <a16:creationId xmlns:a16="http://schemas.microsoft.com/office/drawing/2014/main" id="{2C920AEA-7A9F-68DA-DFAF-7D1FB746647D}"/>
              </a:ext>
            </a:extLst>
          </p:cNvPr>
          <p:cNvCxnSpPr/>
          <p:nvPr/>
        </p:nvCxnSpPr>
        <p:spPr>
          <a:xfrm rot="10800000" flipH="1">
            <a:off x="8656109" y="654531"/>
            <a:ext cx="1926254" cy="3728067"/>
          </a:xfrm>
          <a:prstGeom prst="straightConnector1">
            <a:avLst/>
          </a:prstGeom>
          <a:noFill/>
          <a:ln w="38100" cap="rnd" cmpd="sng">
            <a:solidFill>
              <a:srgbClr val="FFFF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0" name="Google Shape;117;p2">
            <a:extLst>
              <a:ext uri="{FF2B5EF4-FFF2-40B4-BE49-F238E27FC236}">
                <a16:creationId xmlns:a16="http://schemas.microsoft.com/office/drawing/2014/main" id="{A8BF8CF0-9702-7291-A291-6C56DC46D858}"/>
              </a:ext>
            </a:extLst>
          </p:cNvPr>
          <p:cNvCxnSpPr/>
          <p:nvPr/>
        </p:nvCxnSpPr>
        <p:spPr>
          <a:xfrm>
            <a:off x="8656110" y="4382597"/>
            <a:ext cx="1927589" cy="3302478"/>
          </a:xfrm>
          <a:prstGeom prst="straightConnector1">
            <a:avLst/>
          </a:prstGeom>
          <a:noFill/>
          <a:ln w="38100" cap="rnd" cmpd="sng">
            <a:solidFill>
              <a:srgbClr val="FFFF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1" name="Google Shape;118;p2">
            <a:extLst>
              <a:ext uri="{FF2B5EF4-FFF2-40B4-BE49-F238E27FC236}">
                <a16:creationId xmlns:a16="http://schemas.microsoft.com/office/drawing/2014/main" id="{26719FCF-A5A4-4EF6-BF21-E35CECD14069}"/>
              </a:ext>
            </a:extLst>
          </p:cNvPr>
          <p:cNvCxnSpPr/>
          <p:nvPr/>
        </p:nvCxnSpPr>
        <p:spPr>
          <a:xfrm rot="10800000" flipH="1">
            <a:off x="8656033" y="4371004"/>
            <a:ext cx="1970800" cy="11741"/>
          </a:xfrm>
          <a:prstGeom prst="straightConnector1">
            <a:avLst/>
          </a:prstGeom>
          <a:noFill/>
          <a:ln w="38100" cap="rnd" cmpd="sng">
            <a:solidFill>
              <a:srgbClr val="FFFFFF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886C3EB-906C-6AFE-2CAE-EB6E14EB8BF6}"/>
              </a:ext>
            </a:extLst>
          </p:cNvPr>
          <p:cNvGrpSpPr/>
          <p:nvPr/>
        </p:nvGrpSpPr>
        <p:grpSpPr>
          <a:xfrm>
            <a:off x="6688981" y="2550927"/>
            <a:ext cx="8604497" cy="4928159"/>
            <a:chOff x="4056488" y="1546752"/>
            <a:chExt cx="5218141" cy="2988650"/>
          </a:xfrm>
        </p:grpSpPr>
        <p:sp>
          <p:nvSpPr>
            <p:cNvPr id="96" name="Google Shape;123;p2">
              <a:extLst>
                <a:ext uri="{FF2B5EF4-FFF2-40B4-BE49-F238E27FC236}">
                  <a16:creationId xmlns:a16="http://schemas.microsoft.com/office/drawing/2014/main" id="{C95E23F3-735D-B692-8FD3-0D96F6B51979}"/>
                </a:ext>
              </a:extLst>
            </p:cNvPr>
            <p:cNvSpPr/>
            <p:nvPr/>
          </p:nvSpPr>
          <p:spPr>
            <a:xfrm rot="676">
              <a:off x="5198076" y="3421420"/>
              <a:ext cx="1093296" cy="456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12" tIns="45694" rIns="91412" bIns="45694" anchor="t" anchorCtr="0">
              <a:spAutoFit/>
            </a:bodyPr>
            <a:lstStyle/>
            <a:p>
              <a:pPr algn="ctr"/>
              <a:r>
                <a:rPr lang="en-US" sz="2144" noProof="0">
                  <a:solidFill>
                    <a:schemeClr val="dk1"/>
                  </a:solidFill>
                  <a:latin typeface="+mj-lt"/>
                  <a:ea typeface="Quattrocento Sans"/>
                  <a:cs typeface="Quattrocento Sans"/>
                  <a:sym typeface="Quattrocento Sans"/>
                </a:rPr>
                <a:t>GHG and Local Pollutants</a:t>
              </a:r>
            </a:p>
          </p:txBody>
        </p:sp>
        <p:sp>
          <p:nvSpPr>
            <p:cNvPr id="97" name="Google Shape;124;p2">
              <a:extLst>
                <a:ext uri="{FF2B5EF4-FFF2-40B4-BE49-F238E27FC236}">
                  <a16:creationId xmlns:a16="http://schemas.microsoft.com/office/drawing/2014/main" id="{0ACD5D84-87C2-9709-F4BA-66FCC8B0A76F}"/>
                </a:ext>
              </a:extLst>
            </p:cNvPr>
            <p:cNvSpPr/>
            <p:nvPr/>
          </p:nvSpPr>
          <p:spPr>
            <a:xfrm>
              <a:off x="5032187" y="2725877"/>
              <a:ext cx="1318912" cy="456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12" tIns="45694" rIns="91412" bIns="45694" anchor="t" anchorCtr="0">
              <a:spAutoFit/>
            </a:bodyPr>
            <a:lstStyle/>
            <a:p>
              <a:pPr algn="ctr"/>
              <a:r>
                <a:rPr lang="en-US" sz="2144" noProof="0">
                  <a:solidFill>
                    <a:schemeClr val="dk1"/>
                  </a:solidFill>
                  <a:latin typeface="Arial Nova" panose="020B0504020202020204" pitchFamily="34" charset="0"/>
                  <a:ea typeface="Quattrocento Sans"/>
                  <a:cs typeface="Quattrocento Sans"/>
                  <a:sym typeface="Quattrocento Sans"/>
                </a:rPr>
                <a:t>Energy price changes</a:t>
              </a:r>
            </a:p>
          </p:txBody>
        </p:sp>
        <p:sp>
          <p:nvSpPr>
            <p:cNvPr id="98" name="Google Shape;125;p2">
              <a:extLst>
                <a:ext uri="{FF2B5EF4-FFF2-40B4-BE49-F238E27FC236}">
                  <a16:creationId xmlns:a16="http://schemas.microsoft.com/office/drawing/2014/main" id="{E1EAE610-9F83-7871-0129-733156760FA7}"/>
                </a:ext>
              </a:extLst>
            </p:cNvPr>
            <p:cNvSpPr/>
            <p:nvPr/>
          </p:nvSpPr>
          <p:spPr>
            <a:xfrm>
              <a:off x="5121926" y="4079232"/>
              <a:ext cx="1295678" cy="456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12" tIns="45694" rIns="91412" bIns="45694" anchor="t" anchorCtr="0">
              <a:spAutoFit/>
            </a:bodyPr>
            <a:lstStyle/>
            <a:p>
              <a:pPr algn="ctr"/>
              <a:r>
                <a:rPr lang="en-US" sz="2144" noProof="0">
                  <a:solidFill>
                    <a:schemeClr val="dk1"/>
                  </a:solidFill>
                  <a:latin typeface="+mj-lt"/>
                  <a:ea typeface="Quattrocento Sans"/>
                  <a:cs typeface="Quattrocento Sans"/>
                  <a:sym typeface="Quattrocento Sans"/>
                </a:rPr>
                <a:t>Motor fuel price changes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B5168347-C147-0B10-65D3-B75B0C28ACC9}"/>
                </a:ext>
              </a:extLst>
            </p:cNvPr>
            <p:cNvGrpSpPr/>
            <p:nvPr/>
          </p:nvGrpSpPr>
          <p:grpSpPr>
            <a:xfrm>
              <a:off x="4056488" y="1546752"/>
              <a:ext cx="5218141" cy="856430"/>
              <a:chOff x="4056488" y="1546752"/>
              <a:chExt cx="5218141" cy="856430"/>
            </a:xfrm>
          </p:grpSpPr>
          <p:sp>
            <p:nvSpPr>
              <p:cNvPr id="80" name="Google Shape;124;p2">
                <a:extLst>
                  <a:ext uri="{FF2B5EF4-FFF2-40B4-BE49-F238E27FC236}">
                    <a16:creationId xmlns:a16="http://schemas.microsoft.com/office/drawing/2014/main" id="{737CAC20-59E6-C7B9-B843-017B83A1D7BB}"/>
                  </a:ext>
                </a:extLst>
              </p:cNvPr>
              <p:cNvSpPr/>
              <p:nvPr/>
            </p:nvSpPr>
            <p:spPr>
              <a:xfrm>
                <a:off x="4645125" y="2147115"/>
                <a:ext cx="4629504" cy="2560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12" tIns="45694" rIns="91412" bIns="45694" anchor="t" anchorCtr="0">
                <a:spAutoFit/>
              </a:bodyPr>
              <a:lstStyle/>
              <a:p>
                <a:pPr algn="ctr"/>
                <a:r>
                  <a:rPr lang="en-US" sz="2144" noProof="0">
                    <a:solidFill>
                      <a:schemeClr val="dk1"/>
                    </a:solidFill>
                    <a:latin typeface="Arial Nova" panose="020B0504020202020204" pitchFamily="34" charset="0"/>
                    <a:ea typeface="Quattrocento Sans"/>
                    <a:cs typeface="Quattrocento Sans"/>
                    <a:sym typeface="Quattrocento Sans"/>
                  </a:rPr>
                  <a:t>Prices, Energy Use, Emissions, Revenue, GDP</a:t>
                </a:r>
              </a:p>
            </p:txBody>
          </p:sp>
          <p:sp>
            <p:nvSpPr>
              <p:cNvPr id="121" name="Google Shape;124;p2">
                <a:extLst>
                  <a:ext uri="{FF2B5EF4-FFF2-40B4-BE49-F238E27FC236}">
                    <a16:creationId xmlns:a16="http://schemas.microsoft.com/office/drawing/2014/main" id="{05BE641C-6836-A609-32BB-7F804FAF87B3}"/>
                  </a:ext>
                </a:extLst>
              </p:cNvPr>
              <p:cNvSpPr/>
              <p:nvPr/>
            </p:nvSpPr>
            <p:spPr>
              <a:xfrm>
                <a:off x="4056488" y="1546752"/>
                <a:ext cx="4629504" cy="2560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12" tIns="45694" rIns="91412" bIns="45694" anchor="t" anchorCtr="0">
                <a:spAutoFit/>
              </a:bodyPr>
              <a:lstStyle/>
              <a:p>
                <a:pPr algn="ctr"/>
                <a:r>
                  <a:rPr lang="en-US" sz="2144" noProof="0">
                    <a:solidFill>
                      <a:schemeClr val="dk1"/>
                    </a:solidFill>
                    <a:latin typeface="Arial Nova" panose="020B0504020202020204" pitchFamily="34" charset="0"/>
                    <a:ea typeface="Quattrocento Sans"/>
                    <a:cs typeface="Quattrocento Sans"/>
                    <a:sym typeface="Quattrocento Sans"/>
                  </a:rPr>
                  <a:t>Policies and Settings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616A252-7853-6C4E-E574-EBE76C3ED0E0}"/>
              </a:ext>
            </a:extLst>
          </p:cNvPr>
          <p:cNvGrpSpPr/>
          <p:nvPr/>
        </p:nvGrpSpPr>
        <p:grpSpPr>
          <a:xfrm>
            <a:off x="595200" y="2483849"/>
            <a:ext cx="18712191" cy="5142527"/>
            <a:chOff x="360955" y="1506073"/>
            <a:chExt cx="11347886" cy="3118652"/>
          </a:xfrm>
        </p:grpSpPr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58DFB2E4-BFA3-F0FE-7620-9E16CD9FD965}"/>
                </a:ext>
              </a:extLst>
            </p:cNvPr>
            <p:cNvGrpSpPr/>
            <p:nvPr/>
          </p:nvGrpSpPr>
          <p:grpSpPr>
            <a:xfrm>
              <a:off x="360955" y="1506073"/>
              <a:ext cx="11347886" cy="3118652"/>
              <a:chOff x="360955" y="1506073"/>
              <a:chExt cx="11347886" cy="3118652"/>
            </a:xfrm>
          </p:grpSpPr>
          <p:cxnSp>
            <p:nvCxnSpPr>
              <p:cNvPr id="66" name="Google Shape;144;p2">
                <a:extLst>
                  <a:ext uri="{FF2B5EF4-FFF2-40B4-BE49-F238E27FC236}">
                    <a16:creationId xmlns:a16="http://schemas.microsoft.com/office/drawing/2014/main" id="{64275A1F-85C7-76AC-F202-EA5ED01423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6055" y="2442375"/>
                <a:ext cx="5411895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48C673D-C701-FB3D-ED58-E02A00A698F3}"/>
                  </a:ext>
                </a:extLst>
              </p:cNvPr>
              <p:cNvGrpSpPr/>
              <p:nvPr/>
            </p:nvGrpSpPr>
            <p:grpSpPr>
              <a:xfrm>
                <a:off x="360955" y="1506073"/>
                <a:ext cx="11347886" cy="3118652"/>
                <a:chOff x="360955" y="1506073"/>
                <a:chExt cx="11347886" cy="3118652"/>
              </a:xfrm>
            </p:grpSpPr>
            <p:sp>
              <p:nvSpPr>
                <p:cNvPr id="100" name="Google Shape;127;p2">
                  <a:extLst>
                    <a:ext uri="{FF2B5EF4-FFF2-40B4-BE49-F238E27FC236}">
                      <a16:creationId xmlns:a16="http://schemas.microsoft.com/office/drawing/2014/main" id="{A700B370-2A1C-AE10-B7A9-50DED4FB4412}"/>
                    </a:ext>
                  </a:extLst>
                </p:cNvPr>
                <p:cNvSpPr/>
                <p:nvPr/>
              </p:nvSpPr>
              <p:spPr>
                <a:xfrm>
                  <a:off x="2582683" y="2143282"/>
                  <a:ext cx="1863372" cy="248144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12" tIns="91412" rIns="91412" bIns="91412" anchor="ctr" anchorCtr="0">
                  <a:noAutofit/>
                </a:bodyPr>
                <a:lstStyle/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MITIGATION</a:t>
                  </a:r>
                </a:p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Prices,</a:t>
                  </a:r>
                </a:p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Energy Use,</a:t>
                  </a:r>
                  <a:br>
                    <a:rPr lang="en-US" sz="3133" noProof="0">
                      <a:latin typeface="Arial Nova" panose="020B0504020202020204" pitchFamily="34" charset="0"/>
                    </a:rPr>
                  </a:br>
                  <a:r>
                    <a:rPr lang="en-US" sz="3133" noProof="0">
                      <a:latin typeface="Arial Nova" panose="020B0504020202020204" pitchFamily="34" charset="0"/>
                    </a:rPr>
                    <a:t>Emissions,</a:t>
                  </a:r>
                </a:p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Revenue,</a:t>
                  </a:r>
                  <a:br>
                    <a:rPr lang="en-US" sz="3133" noProof="0">
                      <a:latin typeface="Arial Nova" panose="020B0504020202020204" pitchFamily="34" charset="0"/>
                    </a:rPr>
                  </a:br>
                  <a:r>
                    <a:rPr lang="en-US" sz="3133" noProof="0">
                      <a:latin typeface="Arial Nova" panose="020B0504020202020204" pitchFamily="34" charset="0"/>
                    </a:rPr>
                    <a:t>GDP</a:t>
                  </a:r>
                </a:p>
              </p:txBody>
            </p:sp>
            <p:sp>
              <p:nvSpPr>
                <p:cNvPr id="102" name="Google Shape;129;p2">
                  <a:extLst>
                    <a:ext uri="{FF2B5EF4-FFF2-40B4-BE49-F238E27FC236}">
                      <a16:creationId xmlns:a16="http://schemas.microsoft.com/office/drawing/2014/main" id="{0A2208A0-03EA-7147-6BFE-0AF1B1550253}"/>
                    </a:ext>
                  </a:extLst>
                </p:cNvPr>
                <p:cNvSpPr/>
                <p:nvPr/>
              </p:nvSpPr>
              <p:spPr>
                <a:xfrm>
                  <a:off x="6623329" y="3367603"/>
                  <a:ext cx="2363613" cy="517379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12" tIns="91412" rIns="91412" bIns="91412" anchor="ctr" anchorCtr="0">
                  <a:noAutofit/>
                </a:bodyPr>
                <a:lstStyle/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AIR POLLUTION</a:t>
                  </a:r>
                </a:p>
              </p:txBody>
            </p:sp>
            <p:sp>
              <p:nvSpPr>
                <p:cNvPr id="103" name="Google Shape;130;p2">
                  <a:extLst>
                    <a:ext uri="{FF2B5EF4-FFF2-40B4-BE49-F238E27FC236}">
                      <a16:creationId xmlns:a16="http://schemas.microsoft.com/office/drawing/2014/main" id="{445E504D-F1C8-8019-6ABE-F26441CC422B}"/>
                    </a:ext>
                  </a:extLst>
                </p:cNvPr>
                <p:cNvSpPr/>
                <p:nvPr/>
              </p:nvSpPr>
              <p:spPr>
                <a:xfrm>
                  <a:off x="6623330" y="4048627"/>
                  <a:ext cx="2363613" cy="517379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12" tIns="91412" rIns="91412" bIns="91412" anchor="ctr" anchorCtr="0">
                  <a:noAutofit/>
                </a:bodyPr>
                <a:lstStyle/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TRANSPORT</a:t>
                  </a:r>
                </a:p>
              </p:txBody>
            </p:sp>
            <p:sp>
              <p:nvSpPr>
                <p:cNvPr id="104" name="Google Shape;131;p2">
                  <a:extLst>
                    <a:ext uri="{FF2B5EF4-FFF2-40B4-BE49-F238E27FC236}">
                      <a16:creationId xmlns:a16="http://schemas.microsoft.com/office/drawing/2014/main" id="{AB1CEDD7-0CC6-1DAB-C5A0-407F01BE3128}"/>
                    </a:ext>
                  </a:extLst>
                </p:cNvPr>
                <p:cNvSpPr/>
                <p:nvPr/>
              </p:nvSpPr>
              <p:spPr>
                <a:xfrm>
                  <a:off x="6623329" y="2695067"/>
                  <a:ext cx="2382463" cy="517379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12" tIns="91412" rIns="91412" bIns="91412" anchor="ctr" anchorCtr="0">
                  <a:noAutofit/>
                </a:bodyPr>
                <a:lstStyle/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DISTRIBUTION</a:t>
                  </a:r>
                </a:p>
              </p:txBody>
            </p:sp>
            <p:cxnSp>
              <p:nvCxnSpPr>
                <p:cNvPr id="116" name="Google Shape;143;p2">
                  <a:extLst>
                    <a:ext uri="{FF2B5EF4-FFF2-40B4-BE49-F238E27FC236}">
                      <a16:creationId xmlns:a16="http://schemas.microsoft.com/office/drawing/2014/main" id="{2B4EB02A-3D74-C622-4D18-5621C821941E}"/>
                    </a:ext>
                  </a:extLst>
                </p:cNvPr>
                <p:cNvCxnSpPr>
                  <a:cxnSpLocks/>
                  <a:endCxn id="102" idx="1"/>
                </p:cNvCxnSpPr>
                <p:nvPr/>
              </p:nvCxnSpPr>
              <p:spPr>
                <a:xfrm>
                  <a:off x="4446055" y="3626292"/>
                  <a:ext cx="2177274" cy="1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17" name="Google Shape;144;p2">
                  <a:extLst>
                    <a:ext uri="{FF2B5EF4-FFF2-40B4-BE49-F238E27FC236}">
                      <a16:creationId xmlns:a16="http://schemas.microsoft.com/office/drawing/2014/main" id="{7A49AED3-0327-70B1-151D-1A91740C9C2C}"/>
                    </a:ext>
                  </a:extLst>
                </p:cNvPr>
                <p:cNvCxnSpPr>
                  <a:cxnSpLocks/>
                  <a:endCxn id="104" idx="1"/>
                </p:cNvCxnSpPr>
                <p:nvPr/>
              </p:nvCxnSpPr>
              <p:spPr>
                <a:xfrm>
                  <a:off x="4446055" y="2953756"/>
                  <a:ext cx="2177274" cy="1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18" name="Google Shape;145;p2">
                  <a:extLst>
                    <a:ext uri="{FF2B5EF4-FFF2-40B4-BE49-F238E27FC236}">
                      <a16:creationId xmlns:a16="http://schemas.microsoft.com/office/drawing/2014/main" id="{C4C0E3C0-B302-34BF-E83E-701D71DD76B7}"/>
                    </a:ext>
                  </a:extLst>
                </p:cNvPr>
                <p:cNvCxnSpPr>
                  <a:cxnSpLocks/>
                  <a:endCxn id="103" idx="1"/>
                </p:cNvCxnSpPr>
                <p:nvPr/>
              </p:nvCxnSpPr>
              <p:spPr>
                <a:xfrm>
                  <a:off x="4446055" y="4307317"/>
                  <a:ext cx="2177275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91EB199E-BE4F-7E31-04EC-D0C4AF190FDA}"/>
                    </a:ext>
                  </a:extLst>
                </p:cNvPr>
                <p:cNvGrpSpPr/>
                <p:nvPr/>
              </p:nvGrpSpPr>
              <p:grpSpPr>
                <a:xfrm>
                  <a:off x="360955" y="1506073"/>
                  <a:ext cx="11347886" cy="3118652"/>
                  <a:chOff x="156869" y="3196791"/>
                  <a:chExt cx="11347886" cy="3118652"/>
                </a:xfrm>
              </p:grpSpPr>
              <p:sp>
                <p:nvSpPr>
                  <p:cNvPr id="9" name="Google Shape;126;p2">
                    <a:extLst>
                      <a:ext uri="{FF2B5EF4-FFF2-40B4-BE49-F238E27FC236}">
                        <a16:creationId xmlns:a16="http://schemas.microsoft.com/office/drawing/2014/main" id="{832308B9-4D9C-3541-7070-DAB8FAB039BF}"/>
                      </a:ext>
                    </a:extLst>
                  </p:cNvPr>
                  <p:cNvSpPr/>
                  <p:nvPr/>
                </p:nvSpPr>
                <p:spPr>
                  <a:xfrm>
                    <a:off x="156869" y="3196791"/>
                    <a:ext cx="1863372" cy="3118651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lt1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12" tIns="91412" rIns="91412" bIns="91412" anchor="ctr" anchorCtr="0">
                    <a:noAutofit/>
                  </a:bodyPr>
                  <a:lstStyle/>
                  <a:p>
                    <a:pPr algn="ctr"/>
                    <a:r>
                      <a:rPr lang="en-US" sz="3133" noProof="0">
                        <a:latin typeface="Arial Nova" panose="020B0504020202020204" pitchFamily="34" charset="0"/>
                      </a:rPr>
                      <a:t>DASHBOARD</a:t>
                    </a:r>
                  </a:p>
                  <a:p>
                    <a:pPr algn="ctr"/>
                    <a:r>
                      <a:rPr lang="en-US" sz="3133" noProof="0">
                        <a:latin typeface="Arial Nova" panose="020B0504020202020204" pitchFamily="34" charset="0"/>
                      </a:rPr>
                      <a:t>Policy Inputs,</a:t>
                    </a:r>
                  </a:p>
                  <a:p>
                    <a:pPr algn="ctr"/>
                    <a:r>
                      <a:rPr lang="en-US" sz="3133" noProof="0">
                        <a:latin typeface="Arial Nova" panose="020B0504020202020204" pitchFamily="34" charset="0"/>
                      </a:rPr>
                      <a:t>Settings</a:t>
                    </a:r>
                  </a:p>
                </p:txBody>
              </p:sp>
              <p:sp>
                <p:nvSpPr>
                  <p:cNvPr id="13" name="Google Shape;126;p2">
                    <a:extLst>
                      <a:ext uri="{FF2B5EF4-FFF2-40B4-BE49-F238E27FC236}">
                        <a16:creationId xmlns:a16="http://schemas.microsoft.com/office/drawing/2014/main" id="{CB52FEF0-0FAE-3B3B-BDEA-78C5089211A5}"/>
                      </a:ext>
                    </a:extLst>
                  </p:cNvPr>
                  <p:cNvSpPr/>
                  <p:nvPr/>
                </p:nvSpPr>
                <p:spPr>
                  <a:xfrm>
                    <a:off x="9641383" y="3196791"/>
                    <a:ext cx="1863372" cy="3118652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lt1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12" tIns="91412" rIns="91412" bIns="91412" anchor="ctr" anchorCtr="0">
                    <a:noAutofit/>
                  </a:bodyPr>
                  <a:lstStyle/>
                  <a:p>
                    <a:pPr algn="ctr"/>
                    <a:r>
                      <a:rPr lang="en-US" sz="3133" noProof="0">
                        <a:latin typeface="Arial Nova" panose="020B0504020202020204" pitchFamily="34" charset="0"/>
                      </a:rPr>
                      <a:t>DASHBOARD </a:t>
                    </a:r>
                  </a:p>
                  <a:p>
                    <a:pPr algn="ctr"/>
                    <a:r>
                      <a:rPr lang="en-US" sz="3133" noProof="0">
                        <a:latin typeface="Arial Nova" panose="020B0504020202020204" pitchFamily="34" charset="0"/>
                      </a:rPr>
                      <a:t>Output Graphs</a:t>
                    </a:r>
                  </a:p>
                </p:txBody>
              </p:sp>
              <p:cxnSp>
                <p:nvCxnSpPr>
                  <p:cNvPr id="30" name="Google Shape;144;p2">
                    <a:extLst>
                      <a:ext uri="{FF2B5EF4-FFF2-40B4-BE49-F238E27FC236}">
                        <a16:creationId xmlns:a16="http://schemas.microsoft.com/office/drawing/2014/main" id="{5EF0CD68-B102-B603-D5BE-6341ED2B6A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01706" y="4664572"/>
                    <a:ext cx="871008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32" name="Google Shape;144;p2">
                    <a:extLst>
                      <a:ext uri="{FF2B5EF4-FFF2-40B4-BE49-F238E27FC236}">
                        <a16:creationId xmlns:a16="http://schemas.microsoft.com/office/drawing/2014/main" id="{EA030301-237F-DE81-144C-216D53FEC1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01706" y="5340119"/>
                    <a:ext cx="871008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33" name="Google Shape;144;p2">
                    <a:extLst>
                      <a:ext uri="{FF2B5EF4-FFF2-40B4-BE49-F238E27FC236}">
                        <a16:creationId xmlns:a16="http://schemas.microsoft.com/office/drawing/2014/main" id="{C00223C6-E381-CD97-2B33-75DA5D908E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82856" y="5974066"/>
                    <a:ext cx="871008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  <p:cxnSp>
              <p:nvCxnSpPr>
                <p:cNvPr id="83" name="Google Shape;144;p2">
                  <a:extLst>
                    <a:ext uri="{FF2B5EF4-FFF2-40B4-BE49-F238E27FC236}">
                      <a16:creationId xmlns:a16="http://schemas.microsoft.com/office/drawing/2014/main" id="{1D6D684E-3562-725F-F8B1-4C12261848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24327" y="1814344"/>
                  <a:ext cx="7652473" cy="11533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cxnSp>
          <p:nvCxnSpPr>
            <p:cNvPr id="2" name="Google Shape;144;p2">
              <a:extLst>
                <a:ext uri="{FF2B5EF4-FFF2-40B4-BE49-F238E27FC236}">
                  <a16:creationId xmlns:a16="http://schemas.microsoft.com/office/drawing/2014/main" id="{E51F1D1E-8AE0-4A3C-253C-F72D0727BA98}"/>
                </a:ext>
              </a:extLst>
            </p:cNvPr>
            <p:cNvCxnSpPr>
              <a:cxnSpLocks/>
              <a:endCxn id="100" idx="1"/>
            </p:cNvCxnSpPr>
            <p:nvPr/>
          </p:nvCxnSpPr>
          <p:spPr>
            <a:xfrm>
              <a:off x="2224327" y="3384003"/>
              <a:ext cx="358356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58540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A4E1D-33A7-79D2-3AFF-ABC89BF4A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656F0D50-55EE-673A-34DA-87D2DA43850C}"/>
              </a:ext>
            </a:extLst>
          </p:cNvPr>
          <p:cNvSpPr/>
          <p:nvPr/>
        </p:nvSpPr>
        <p:spPr>
          <a:xfrm>
            <a:off x="-23236" y="1191"/>
            <a:ext cx="255785" cy="11312238"/>
          </a:xfrm>
          <a:prstGeom prst="rect">
            <a:avLst/>
          </a:prstGeom>
          <a:solidFill>
            <a:srgbClr val="144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58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4EAEF9-2D62-3CA7-878B-BE6A9B530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01" y="174302"/>
            <a:ext cx="7740067" cy="713311"/>
          </a:xfrm>
        </p:spPr>
        <p:txBody>
          <a:bodyPr/>
          <a:lstStyle/>
          <a:p>
            <a:r>
              <a:rPr lang="en-US" noProof="0"/>
              <a:t>Overview Of Modules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9C8A9A-594B-5745-4312-B51D39C2AD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479" y="954773"/>
            <a:ext cx="7628779" cy="693543"/>
          </a:xfrm>
        </p:spPr>
        <p:txBody>
          <a:bodyPr/>
          <a:lstStyle/>
          <a:p>
            <a:pPr>
              <a:buNone/>
            </a:pPr>
            <a:r>
              <a:rPr lang="en-US" noProof="0"/>
              <a:t>With Systematic Inputs and Outputs</a:t>
            </a:r>
          </a:p>
        </p:txBody>
      </p:sp>
      <p:cxnSp>
        <p:nvCxnSpPr>
          <p:cNvPr id="89" name="Google Shape;116;p2">
            <a:extLst>
              <a:ext uri="{FF2B5EF4-FFF2-40B4-BE49-F238E27FC236}">
                <a16:creationId xmlns:a16="http://schemas.microsoft.com/office/drawing/2014/main" id="{16D52DE9-ECFF-AB42-E409-7502D4AF0C5E}"/>
              </a:ext>
            </a:extLst>
          </p:cNvPr>
          <p:cNvCxnSpPr/>
          <p:nvPr/>
        </p:nvCxnSpPr>
        <p:spPr>
          <a:xfrm rot="10800000" flipH="1">
            <a:off x="8656109" y="654531"/>
            <a:ext cx="1926254" cy="3728067"/>
          </a:xfrm>
          <a:prstGeom prst="straightConnector1">
            <a:avLst/>
          </a:prstGeom>
          <a:noFill/>
          <a:ln w="38100" cap="rnd" cmpd="sng">
            <a:solidFill>
              <a:srgbClr val="FFFF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0" name="Google Shape;117;p2">
            <a:extLst>
              <a:ext uri="{FF2B5EF4-FFF2-40B4-BE49-F238E27FC236}">
                <a16:creationId xmlns:a16="http://schemas.microsoft.com/office/drawing/2014/main" id="{07735A44-215F-D45E-1061-071A70919C16}"/>
              </a:ext>
            </a:extLst>
          </p:cNvPr>
          <p:cNvCxnSpPr/>
          <p:nvPr/>
        </p:nvCxnSpPr>
        <p:spPr>
          <a:xfrm>
            <a:off x="8656110" y="4382597"/>
            <a:ext cx="1927589" cy="3302478"/>
          </a:xfrm>
          <a:prstGeom prst="straightConnector1">
            <a:avLst/>
          </a:prstGeom>
          <a:noFill/>
          <a:ln w="38100" cap="rnd" cmpd="sng">
            <a:solidFill>
              <a:srgbClr val="FFFF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1" name="Google Shape;118;p2">
            <a:extLst>
              <a:ext uri="{FF2B5EF4-FFF2-40B4-BE49-F238E27FC236}">
                <a16:creationId xmlns:a16="http://schemas.microsoft.com/office/drawing/2014/main" id="{D6F6B759-F999-AD44-C768-1EF8A9B1F09C}"/>
              </a:ext>
            </a:extLst>
          </p:cNvPr>
          <p:cNvCxnSpPr/>
          <p:nvPr/>
        </p:nvCxnSpPr>
        <p:spPr>
          <a:xfrm rot="10800000" flipH="1">
            <a:off x="8656033" y="4371004"/>
            <a:ext cx="1970800" cy="11741"/>
          </a:xfrm>
          <a:prstGeom prst="straightConnector1">
            <a:avLst/>
          </a:prstGeom>
          <a:noFill/>
          <a:ln w="38100" cap="rnd" cmpd="sng">
            <a:solidFill>
              <a:srgbClr val="FFFFFF"/>
            </a:solidFill>
            <a:prstDash val="solid"/>
            <a:round/>
            <a:headEnd type="none" w="sm" len="sm"/>
            <a:tailEnd type="triangle" w="med" len="med"/>
          </a:ln>
        </p:spPr>
      </p:cxn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059DE0C-D78A-3195-7401-73C272BBF078}"/>
              </a:ext>
            </a:extLst>
          </p:cNvPr>
          <p:cNvGrpSpPr/>
          <p:nvPr/>
        </p:nvGrpSpPr>
        <p:grpSpPr>
          <a:xfrm>
            <a:off x="6688981" y="2550927"/>
            <a:ext cx="8604497" cy="4928159"/>
            <a:chOff x="4056488" y="1546752"/>
            <a:chExt cx="5218141" cy="2988650"/>
          </a:xfrm>
        </p:grpSpPr>
        <p:sp>
          <p:nvSpPr>
            <p:cNvPr id="96" name="Google Shape;123;p2">
              <a:extLst>
                <a:ext uri="{FF2B5EF4-FFF2-40B4-BE49-F238E27FC236}">
                  <a16:creationId xmlns:a16="http://schemas.microsoft.com/office/drawing/2014/main" id="{7961B71D-2EF8-6091-EE54-5927FB35AE99}"/>
                </a:ext>
              </a:extLst>
            </p:cNvPr>
            <p:cNvSpPr/>
            <p:nvPr/>
          </p:nvSpPr>
          <p:spPr>
            <a:xfrm rot="676">
              <a:off x="5198076" y="3421420"/>
              <a:ext cx="1093296" cy="456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12" tIns="45694" rIns="91412" bIns="45694" anchor="t" anchorCtr="0">
              <a:spAutoFit/>
            </a:bodyPr>
            <a:lstStyle/>
            <a:p>
              <a:pPr algn="ctr"/>
              <a:r>
                <a:rPr lang="en-US" sz="2144" noProof="0">
                  <a:solidFill>
                    <a:schemeClr val="dk1"/>
                  </a:solidFill>
                  <a:latin typeface="+mj-lt"/>
                  <a:ea typeface="Quattrocento Sans"/>
                  <a:cs typeface="Quattrocento Sans"/>
                  <a:sym typeface="Quattrocento Sans"/>
                </a:rPr>
                <a:t>GHG and Local Pollutants</a:t>
              </a:r>
            </a:p>
          </p:txBody>
        </p:sp>
        <p:sp>
          <p:nvSpPr>
            <p:cNvPr id="97" name="Google Shape;124;p2">
              <a:extLst>
                <a:ext uri="{FF2B5EF4-FFF2-40B4-BE49-F238E27FC236}">
                  <a16:creationId xmlns:a16="http://schemas.microsoft.com/office/drawing/2014/main" id="{628D7DF8-E845-62DA-12EB-A2CF7FF49EAF}"/>
                </a:ext>
              </a:extLst>
            </p:cNvPr>
            <p:cNvSpPr/>
            <p:nvPr/>
          </p:nvSpPr>
          <p:spPr>
            <a:xfrm>
              <a:off x="5032187" y="2725877"/>
              <a:ext cx="1318912" cy="456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12" tIns="45694" rIns="91412" bIns="45694" anchor="t" anchorCtr="0">
              <a:spAutoFit/>
            </a:bodyPr>
            <a:lstStyle/>
            <a:p>
              <a:pPr algn="ctr"/>
              <a:r>
                <a:rPr lang="en-US" sz="2144" noProof="0">
                  <a:solidFill>
                    <a:schemeClr val="dk1"/>
                  </a:solidFill>
                  <a:latin typeface="Arial Nova" panose="020B0504020202020204" pitchFamily="34" charset="0"/>
                  <a:ea typeface="Quattrocento Sans"/>
                  <a:cs typeface="Quattrocento Sans"/>
                  <a:sym typeface="Quattrocento Sans"/>
                </a:rPr>
                <a:t>Energy price changes</a:t>
              </a:r>
            </a:p>
          </p:txBody>
        </p:sp>
        <p:sp>
          <p:nvSpPr>
            <p:cNvPr id="98" name="Google Shape;125;p2">
              <a:extLst>
                <a:ext uri="{FF2B5EF4-FFF2-40B4-BE49-F238E27FC236}">
                  <a16:creationId xmlns:a16="http://schemas.microsoft.com/office/drawing/2014/main" id="{EC521460-1A35-FFF6-435F-D78DA3796E82}"/>
                </a:ext>
              </a:extLst>
            </p:cNvPr>
            <p:cNvSpPr/>
            <p:nvPr/>
          </p:nvSpPr>
          <p:spPr>
            <a:xfrm>
              <a:off x="5121926" y="4079232"/>
              <a:ext cx="1295678" cy="4561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12" tIns="45694" rIns="91412" bIns="45694" anchor="t" anchorCtr="0">
              <a:spAutoFit/>
            </a:bodyPr>
            <a:lstStyle/>
            <a:p>
              <a:pPr algn="ctr"/>
              <a:r>
                <a:rPr lang="en-US" sz="2144" noProof="0">
                  <a:solidFill>
                    <a:schemeClr val="dk1"/>
                  </a:solidFill>
                  <a:latin typeface="+mj-lt"/>
                  <a:ea typeface="Quattrocento Sans"/>
                  <a:cs typeface="Quattrocento Sans"/>
                  <a:sym typeface="Quattrocento Sans"/>
                </a:rPr>
                <a:t>Motor fuel price changes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3D4CEC29-2FC8-0CE4-1D43-C9FF1E4EDDA2}"/>
                </a:ext>
              </a:extLst>
            </p:cNvPr>
            <p:cNvGrpSpPr/>
            <p:nvPr/>
          </p:nvGrpSpPr>
          <p:grpSpPr>
            <a:xfrm>
              <a:off x="4056488" y="1546752"/>
              <a:ext cx="5218141" cy="856430"/>
              <a:chOff x="4056488" y="1546752"/>
              <a:chExt cx="5218141" cy="856430"/>
            </a:xfrm>
          </p:grpSpPr>
          <p:sp>
            <p:nvSpPr>
              <p:cNvPr id="80" name="Google Shape;124;p2">
                <a:extLst>
                  <a:ext uri="{FF2B5EF4-FFF2-40B4-BE49-F238E27FC236}">
                    <a16:creationId xmlns:a16="http://schemas.microsoft.com/office/drawing/2014/main" id="{82F08A67-BC5A-3F21-3C55-60F93880E1B6}"/>
                  </a:ext>
                </a:extLst>
              </p:cNvPr>
              <p:cNvSpPr/>
              <p:nvPr/>
            </p:nvSpPr>
            <p:spPr>
              <a:xfrm>
                <a:off x="4645125" y="2147115"/>
                <a:ext cx="4629504" cy="2560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12" tIns="45694" rIns="91412" bIns="45694" anchor="t" anchorCtr="0">
                <a:spAutoFit/>
              </a:bodyPr>
              <a:lstStyle/>
              <a:p>
                <a:pPr algn="ctr"/>
                <a:r>
                  <a:rPr lang="en-US" sz="2144" noProof="0">
                    <a:solidFill>
                      <a:schemeClr val="dk1"/>
                    </a:solidFill>
                    <a:latin typeface="Arial Nova" panose="020B0504020202020204" pitchFamily="34" charset="0"/>
                    <a:ea typeface="Quattrocento Sans"/>
                    <a:cs typeface="Quattrocento Sans"/>
                    <a:sym typeface="Quattrocento Sans"/>
                  </a:rPr>
                  <a:t>Prices, Energy Use, Emissions, Revenue, GDP</a:t>
                </a:r>
              </a:p>
            </p:txBody>
          </p:sp>
          <p:sp>
            <p:nvSpPr>
              <p:cNvPr id="121" name="Google Shape;124;p2">
                <a:extLst>
                  <a:ext uri="{FF2B5EF4-FFF2-40B4-BE49-F238E27FC236}">
                    <a16:creationId xmlns:a16="http://schemas.microsoft.com/office/drawing/2014/main" id="{9A71E4C7-7930-7A25-3B71-FF69CD620565}"/>
                  </a:ext>
                </a:extLst>
              </p:cNvPr>
              <p:cNvSpPr/>
              <p:nvPr/>
            </p:nvSpPr>
            <p:spPr>
              <a:xfrm>
                <a:off x="4056488" y="1546752"/>
                <a:ext cx="4629504" cy="2560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12" tIns="45694" rIns="91412" bIns="45694" anchor="t" anchorCtr="0">
                <a:spAutoFit/>
              </a:bodyPr>
              <a:lstStyle/>
              <a:p>
                <a:pPr algn="ctr"/>
                <a:r>
                  <a:rPr lang="en-US" sz="2144" noProof="0">
                    <a:solidFill>
                      <a:schemeClr val="dk1"/>
                    </a:solidFill>
                    <a:latin typeface="Arial Nova" panose="020B0504020202020204" pitchFamily="34" charset="0"/>
                    <a:ea typeface="Quattrocento Sans"/>
                    <a:cs typeface="Quattrocento Sans"/>
                    <a:sym typeface="Quattrocento Sans"/>
                  </a:rPr>
                  <a:t>Policies and Settings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815AD9F-A44D-BCC7-0D26-FF265F0E4FEF}"/>
              </a:ext>
            </a:extLst>
          </p:cNvPr>
          <p:cNvGrpSpPr/>
          <p:nvPr/>
        </p:nvGrpSpPr>
        <p:grpSpPr>
          <a:xfrm>
            <a:off x="595200" y="2483849"/>
            <a:ext cx="18712191" cy="5142527"/>
            <a:chOff x="360955" y="1506073"/>
            <a:chExt cx="11347886" cy="3118652"/>
          </a:xfrm>
        </p:grpSpPr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C06E221A-B9D4-C9BD-F589-92A193F43C7F}"/>
                </a:ext>
              </a:extLst>
            </p:cNvPr>
            <p:cNvGrpSpPr/>
            <p:nvPr/>
          </p:nvGrpSpPr>
          <p:grpSpPr>
            <a:xfrm>
              <a:off x="360955" y="1506073"/>
              <a:ext cx="11347886" cy="3118652"/>
              <a:chOff x="360955" y="1506073"/>
              <a:chExt cx="11347886" cy="3118652"/>
            </a:xfrm>
          </p:grpSpPr>
          <p:cxnSp>
            <p:nvCxnSpPr>
              <p:cNvPr id="66" name="Google Shape;144;p2">
                <a:extLst>
                  <a:ext uri="{FF2B5EF4-FFF2-40B4-BE49-F238E27FC236}">
                    <a16:creationId xmlns:a16="http://schemas.microsoft.com/office/drawing/2014/main" id="{A3A59E16-CDF0-EC02-E234-F4C966AFE5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6055" y="2442375"/>
                <a:ext cx="5411895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9F881C23-60F6-B0CA-B031-F764EB1FAC27}"/>
                  </a:ext>
                </a:extLst>
              </p:cNvPr>
              <p:cNvGrpSpPr/>
              <p:nvPr/>
            </p:nvGrpSpPr>
            <p:grpSpPr>
              <a:xfrm>
                <a:off x="360955" y="1506073"/>
                <a:ext cx="11347886" cy="3118652"/>
                <a:chOff x="360955" y="1506073"/>
                <a:chExt cx="11347886" cy="3118652"/>
              </a:xfrm>
            </p:grpSpPr>
            <p:sp>
              <p:nvSpPr>
                <p:cNvPr id="100" name="Google Shape;127;p2">
                  <a:extLst>
                    <a:ext uri="{FF2B5EF4-FFF2-40B4-BE49-F238E27FC236}">
                      <a16:creationId xmlns:a16="http://schemas.microsoft.com/office/drawing/2014/main" id="{1657E258-FD49-3103-1853-0C22133D0ED4}"/>
                    </a:ext>
                  </a:extLst>
                </p:cNvPr>
                <p:cNvSpPr/>
                <p:nvPr/>
              </p:nvSpPr>
              <p:spPr>
                <a:xfrm>
                  <a:off x="2582683" y="2143282"/>
                  <a:ext cx="1863372" cy="2481441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12" tIns="91412" rIns="91412" bIns="91412" anchor="ctr" anchorCtr="0">
                  <a:noAutofit/>
                </a:bodyPr>
                <a:lstStyle/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MITIGATION</a:t>
                  </a:r>
                </a:p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Prices,</a:t>
                  </a:r>
                </a:p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Energy Use,</a:t>
                  </a:r>
                  <a:br>
                    <a:rPr lang="en-US" sz="3133" noProof="0">
                      <a:latin typeface="Arial Nova" panose="020B0504020202020204" pitchFamily="34" charset="0"/>
                    </a:rPr>
                  </a:br>
                  <a:r>
                    <a:rPr lang="en-US" sz="3133" noProof="0">
                      <a:latin typeface="Arial Nova" panose="020B0504020202020204" pitchFamily="34" charset="0"/>
                    </a:rPr>
                    <a:t>Emissions,</a:t>
                  </a:r>
                </a:p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Revenue,</a:t>
                  </a:r>
                  <a:br>
                    <a:rPr lang="en-US" sz="3133" noProof="0">
                      <a:latin typeface="Arial Nova" panose="020B0504020202020204" pitchFamily="34" charset="0"/>
                    </a:rPr>
                  </a:br>
                  <a:r>
                    <a:rPr lang="en-US" sz="3133" noProof="0">
                      <a:latin typeface="Arial Nova" panose="020B0504020202020204" pitchFamily="34" charset="0"/>
                    </a:rPr>
                    <a:t>GDP</a:t>
                  </a:r>
                </a:p>
              </p:txBody>
            </p:sp>
            <p:sp>
              <p:nvSpPr>
                <p:cNvPr id="102" name="Google Shape;129;p2">
                  <a:extLst>
                    <a:ext uri="{FF2B5EF4-FFF2-40B4-BE49-F238E27FC236}">
                      <a16:creationId xmlns:a16="http://schemas.microsoft.com/office/drawing/2014/main" id="{A52FC311-E673-33B4-6B20-3726BB5991C1}"/>
                    </a:ext>
                  </a:extLst>
                </p:cNvPr>
                <p:cNvSpPr/>
                <p:nvPr/>
              </p:nvSpPr>
              <p:spPr>
                <a:xfrm>
                  <a:off x="6623329" y="3367603"/>
                  <a:ext cx="2363613" cy="517379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12" tIns="91412" rIns="91412" bIns="91412" anchor="ctr" anchorCtr="0">
                  <a:noAutofit/>
                </a:bodyPr>
                <a:lstStyle/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AIR POLLUTION</a:t>
                  </a:r>
                </a:p>
              </p:txBody>
            </p:sp>
            <p:sp>
              <p:nvSpPr>
                <p:cNvPr id="103" name="Google Shape;130;p2">
                  <a:extLst>
                    <a:ext uri="{FF2B5EF4-FFF2-40B4-BE49-F238E27FC236}">
                      <a16:creationId xmlns:a16="http://schemas.microsoft.com/office/drawing/2014/main" id="{2BC4C48F-5848-6508-1BDA-CC0D7404051D}"/>
                    </a:ext>
                  </a:extLst>
                </p:cNvPr>
                <p:cNvSpPr/>
                <p:nvPr/>
              </p:nvSpPr>
              <p:spPr>
                <a:xfrm>
                  <a:off x="6623330" y="4048627"/>
                  <a:ext cx="2363613" cy="517379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12" tIns="91412" rIns="91412" bIns="91412" anchor="ctr" anchorCtr="0">
                  <a:noAutofit/>
                </a:bodyPr>
                <a:lstStyle/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TRANSPORT</a:t>
                  </a:r>
                </a:p>
              </p:txBody>
            </p:sp>
            <p:sp>
              <p:nvSpPr>
                <p:cNvPr id="104" name="Google Shape;131;p2">
                  <a:extLst>
                    <a:ext uri="{FF2B5EF4-FFF2-40B4-BE49-F238E27FC236}">
                      <a16:creationId xmlns:a16="http://schemas.microsoft.com/office/drawing/2014/main" id="{CC6CBF02-3169-D0F4-6203-15FEFF0FCAB2}"/>
                    </a:ext>
                  </a:extLst>
                </p:cNvPr>
                <p:cNvSpPr/>
                <p:nvPr/>
              </p:nvSpPr>
              <p:spPr>
                <a:xfrm>
                  <a:off x="6623329" y="2695067"/>
                  <a:ext cx="2382463" cy="517379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12" tIns="91412" rIns="91412" bIns="91412" anchor="ctr" anchorCtr="0">
                  <a:noAutofit/>
                </a:bodyPr>
                <a:lstStyle/>
                <a:p>
                  <a:pPr algn="ctr"/>
                  <a:r>
                    <a:rPr lang="en-US" sz="3133" noProof="0">
                      <a:latin typeface="Arial Nova" panose="020B0504020202020204" pitchFamily="34" charset="0"/>
                    </a:rPr>
                    <a:t>DISTRIBUTION</a:t>
                  </a:r>
                </a:p>
              </p:txBody>
            </p:sp>
            <p:cxnSp>
              <p:nvCxnSpPr>
                <p:cNvPr id="116" name="Google Shape;143;p2">
                  <a:extLst>
                    <a:ext uri="{FF2B5EF4-FFF2-40B4-BE49-F238E27FC236}">
                      <a16:creationId xmlns:a16="http://schemas.microsoft.com/office/drawing/2014/main" id="{CD44B44B-3A20-69FA-0959-04804A954DC3}"/>
                    </a:ext>
                  </a:extLst>
                </p:cNvPr>
                <p:cNvCxnSpPr>
                  <a:cxnSpLocks/>
                  <a:endCxn id="102" idx="1"/>
                </p:cNvCxnSpPr>
                <p:nvPr/>
              </p:nvCxnSpPr>
              <p:spPr>
                <a:xfrm>
                  <a:off x="4446055" y="3626292"/>
                  <a:ext cx="2177274" cy="1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17" name="Google Shape;144;p2">
                  <a:extLst>
                    <a:ext uri="{FF2B5EF4-FFF2-40B4-BE49-F238E27FC236}">
                      <a16:creationId xmlns:a16="http://schemas.microsoft.com/office/drawing/2014/main" id="{0BB2C264-5C38-2EEA-35BE-E88A088B39B7}"/>
                    </a:ext>
                  </a:extLst>
                </p:cNvPr>
                <p:cNvCxnSpPr>
                  <a:cxnSpLocks/>
                  <a:endCxn id="104" idx="1"/>
                </p:cNvCxnSpPr>
                <p:nvPr/>
              </p:nvCxnSpPr>
              <p:spPr>
                <a:xfrm>
                  <a:off x="4446055" y="2953756"/>
                  <a:ext cx="2177274" cy="1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18" name="Google Shape;145;p2">
                  <a:extLst>
                    <a:ext uri="{FF2B5EF4-FFF2-40B4-BE49-F238E27FC236}">
                      <a16:creationId xmlns:a16="http://schemas.microsoft.com/office/drawing/2014/main" id="{52371752-2656-CD9E-4D92-E422262A4247}"/>
                    </a:ext>
                  </a:extLst>
                </p:cNvPr>
                <p:cNvCxnSpPr>
                  <a:cxnSpLocks/>
                  <a:endCxn id="103" idx="1"/>
                </p:cNvCxnSpPr>
                <p:nvPr/>
              </p:nvCxnSpPr>
              <p:spPr>
                <a:xfrm>
                  <a:off x="4446055" y="4307317"/>
                  <a:ext cx="2177275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2306A949-1C35-3EE4-83DE-BFCFD079A5BF}"/>
                    </a:ext>
                  </a:extLst>
                </p:cNvPr>
                <p:cNvGrpSpPr/>
                <p:nvPr/>
              </p:nvGrpSpPr>
              <p:grpSpPr>
                <a:xfrm>
                  <a:off x="360955" y="1506073"/>
                  <a:ext cx="11347886" cy="3118652"/>
                  <a:chOff x="156869" y="3196791"/>
                  <a:chExt cx="11347886" cy="3118652"/>
                </a:xfrm>
              </p:grpSpPr>
              <p:sp>
                <p:nvSpPr>
                  <p:cNvPr id="9" name="Google Shape;126;p2">
                    <a:extLst>
                      <a:ext uri="{FF2B5EF4-FFF2-40B4-BE49-F238E27FC236}">
                        <a16:creationId xmlns:a16="http://schemas.microsoft.com/office/drawing/2014/main" id="{03F57B71-46A0-AD63-9B49-86EFD38BB74E}"/>
                      </a:ext>
                    </a:extLst>
                  </p:cNvPr>
                  <p:cNvSpPr/>
                  <p:nvPr/>
                </p:nvSpPr>
                <p:spPr>
                  <a:xfrm>
                    <a:off x="156869" y="3196791"/>
                    <a:ext cx="1863372" cy="3118651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lt1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12" tIns="91412" rIns="91412" bIns="91412" anchor="ctr" anchorCtr="0">
                    <a:noAutofit/>
                  </a:bodyPr>
                  <a:lstStyle/>
                  <a:p>
                    <a:pPr algn="ctr"/>
                    <a:r>
                      <a:rPr lang="en-US" sz="3133" noProof="0">
                        <a:latin typeface="Arial Nova" panose="020B0504020202020204" pitchFamily="34" charset="0"/>
                      </a:rPr>
                      <a:t>DASHBOARD</a:t>
                    </a:r>
                  </a:p>
                  <a:p>
                    <a:pPr algn="ctr"/>
                    <a:r>
                      <a:rPr lang="en-US" sz="3133" noProof="0">
                        <a:latin typeface="Arial Nova" panose="020B0504020202020204" pitchFamily="34" charset="0"/>
                      </a:rPr>
                      <a:t>Policy Inputs,</a:t>
                    </a:r>
                  </a:p>
                  <a:p>
                    <a:pPr algn="ctr"/>
                    <a:r>
                      <a:rPr lang="en-US" sz="3133" noProof="0">
                        <a:latin typeface="Arial Nova" panose="020B0504020202020204" pitchFamily="34" charset="0"/>
                      </a:rPr>
                      <a:t>Settings</a:t>
                    </a:r>
                  </a:p>
                </p:txBody>
              </p:sp>
              <p:sp>
                <p:nvSpPr>
                  <p:cNvPr id="13" name="Google Shape;126;p2">
                    <a:extLst>
                      <a:ext uri="{FF2B5EF4-FFF2-40B4-BE49-F238E27FC236}">
                        <a16:creationId xmlns:a16="http://schemas.microsoft.com/office/drawing/2014/main" id="{79EB7F5D-32A5-652A-0AED-A78828E2B6AF}"/>
                      </a:ext>
                    </a:extLst>
                  </p:cNvPr>
                  <p:cNvSpPr/>
                  <p:nvPr/>
                </p:nvSpPr>
                <p:spPr>
                  <a:xfrm>
                    <a:off x="9641383" y="3196791"/>
                    <a:ext cx="1863372" cy="3118652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lt1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12" tIns="91412" rIns="91412" bIns="91412" anchor="ctr" anchorCtr="0">
                    <a:noAutofit/>
                  </a:bodyPr>
                  <a:lstStyle/>
                  <a:p>
                    <a:pPr algn="ctr"/>
                    <a:r>
                      <a:rPr lang="en-US" sz="3133" noProof="0">
                        <a:latin typeface="Arial Nova" panose="020B0504020202020204" pitchFamily="34" charset="0"/>
                      </a:rPr>
                      <a:t>DASHBOARD </a:t>
                    </a:r>
                  </a:p>
                  <a:p>
                    <a:pPr algn="ctr"/>
                    <a:r>
                      <a:rPr lang="en-US" sz="3133" noProof="0">
                        <a:latin typeface="Arial Nova" panose="020B0504020202020204" pitchFamily="34" charset="0"/>
                      </a:rPr>
                      <a:t>Output Graphs</a:t>
                    </a:r>
                  </a:p>
                </p:txBody>
              </p:sp>
              <p:cxnSp>
                <p:nvCxnSpPr>
                  <p:cNvPr id="30" name="Google Shape;144;p2">
                    <a:extLst>
                      <a:ext uri="{FF2B5EF4-FFF2-40B4-BE49-F238E27FC236}">
                        <a16:creationId xmlns:a16="http://schemas.microsoft.com/office/drawing/2014/main" id="{EB85AA51-F3A2-2717-2814-C3175F5206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01706" y="4664572"/>
                    <a:ext cx="871008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32" name="Google Shape;144;p2">
                    <a:extLst>
                      <a:ext uri="{FF2B5EF4-FFF2-40B4-BE49-F238E27FC236}">
                        <a16:creationId xmlns:a16="http://schemas.microsoft.com/office/drawing/2014/main" id="{A5628DDC-316B-7996-D7D3-F471895224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801706" y="5340119"/>
                    <a:ext cx="871008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33" name="Google Shape;144;p2">
                    <a:extLst>
                      <a:ext uri="{FF2B5EF4-FFF2-40B4-BE49-F238E27FC236}">
                        <a16:creationId xmlns:a16="http://schemas.microsoft.com/office/drawing/2014/main" id="{0993B7A5-97EF-7663-2270-89F14220DB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82856" y="5974066"/>
                    <a:ext cx="871008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  <p:cxnSp>
              <p:nvCxnSpPr>
                <p:cNvPr id="83" name="Google Shape;144;p2">
                  <a:extLst>
                    <a:ext uri="{FF2B5EF4-FFF2-40B4-BE49-F238E27FC236}">
                      <a16:creationId xmlns:a16="http://schemas.microsoft.com/office/drawing/2014/main" id="{8C97377E-1621-C440-75A6-5DAC165349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24327" y="1814344"/>
                  <a:ext cx="7652473" cy="11533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cxnSp>
          <p:nvCxnSpPr>
            <p:cNvPr id="2" name="Google Shape;144;p2">
              <a:extLst>
                <a:ext uri="{FF2B5EF4-FFF2-40B4-BE49-F238E27FC236}">
                  <a16:creationId xmlns:a16="http://schemas.microsoft.com/office/drawing/2014/main" id="{BA58F8BE-15DA-124C-103E-638621811A23}"/>
                </a:ext>
              </a:extLst>
            </p:cNvPr>
            <p:cNvCxnSpPr>
              <a:cxnSpLocks/>
              <a:endCxn id="100" idx="1"/>
            </p:cNvCxnSpPr>
            <p:nvPr/>
          </p:nvCxnSpPr>
          <p:spPr>
            <a:xfrm>
              <a:off x="2224327" y="3384003"/>
              <a:ext cx="358356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24E23CA-09D9-E17B-B904-7F48C5796E14}"/>
              </a:ext>
            </a:extLst>
          </p:cNvPr>
          <p:cNvGrpSpPr/>
          <p:nvPr/>
        </p:nvGrpSpPr>
        <p:grpSpPr>
          <a:xfrm>
            <a:off x="627399" y="8042928"/>
            <a:ext cx="15933401" cy="2440214"/>
            <a:chOff x="627399" y="8042928"/>
            <a:chExt cx="15933401" cy="2440214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5762D7D5-ED69-13D1-752F-9762E9A755E2}"/>
                </a:ext>
              </a:extLst>
            </p:cNvPr>
            <p:cNvGrpSpPr/>
            <p:nvPr/>
          </p:nvGrpSpPr>
          <p:grpSpPr>
            <a:xfrm>
              <a:off x="2444430" y="8042928"/>
              <a:ext cx="12423206" cy="1535114"/>
              <a:chOff x="1471819" y="5124317"/>
              <a:chExt cx="7533972" cy="930960"/>
            </a:xfrm>
          </p:grpSpPr>
          <p:sp>
            <p:nvSpPr>
              <p:cNvPr id="64" name="Google Shape;131;p2">
                <a:extLst>
                  <a:ext uri="{FF2B5EF4-FFF2-40B4-BE49-F238E27FC236}">
                    <a16:creationId xmlns:a16="http://schemas.microsoft.com/office/drawing/2014/main" id="{DEAB07F2-C25A-0E16-89B1-F7B480136EB0}"/>
                  </a:ext>
                </a:extLst>
              </p:cNvPr>
              <p:cNvSpPr/>
              <p:nvPr/>
            </p:nvSpPr>
            <p:spPr>
              <a:xfrm>
                <a:off x="1471819" y="5124317"/>
                <a:ext cx="1863372" cy="93096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12" tIns="91412" rIns="91412" bIns="91412" anchor="ctr" anchorCtr="0">
                <a:noAutofit/>
              </a:bodyPr>
              <a:lstStyle/>
              <a:p>
                <a:pPr algn="ctr"/>
                <a:r>
                  <a:rPr lang="en-US" sz="3133" noProof="0">
                    <a:latin typeface="+mj-lt"/>
                  </a:rPr>
                  <a:t>MTInputs</a:t>
                </a:r>
              </a:p>
              <a:p>
                <a:pPr algn="ctr"/>
                <a:r>
                  <a:rPr lang="en-US" sz="3133" noProof="0">
                    <a:latin typeface="Arial Nova" panose="020B0504020202020204" pitchFamily="34" charset="0"/>
                  </a:rPr>
                  <a:t>Scenario Settings</a:t>
                </a:r>
              </a:p>
            </p:txBody>
          </p:sp>
          <p:sp>
            <p:nvSpPr>
              <p:cNvPr id="65" name="Google Shape;131;p2">
                <a:extLst>
                  <a:ext uri="{FF2B5EF4-FFF2-40B4-BE49-F238E27FC236}">
                    <a16:creationId xmlns:a16="http://schemas.microsoft.com/office/drawing/2014/main" id="{9C11C56B-1006-8E56-6547-A4FA17F50E19}"/>
                  </a:ext>
                </a:extLst>
              </p:cNvPr>
              <p:cNvSpPr/>
              <p:nvPr/>
            </p:nvSpPr>
            <p:spPr>
              <a:xfrm>
                <a:off x="6623328" y="5247030"/>
                <a:ext cx="2382463" cy="714514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9525" cap="flat" cmpd="sng">
                <a:solidFill>
                  <a:schemeClr val="dk2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12" tIns="91412" rIns="91412" bIns="91412" anchor="ctr" anchorCtr="0">
                <a:noAutofit/>
              </a:bodyPr>
              <a:lstStyle/>
              <a:p>
                <a:pPr algn="ctr"/>
                <a:r>
                  <a:rPr lang="en-US" sz="3133" noProof="0">
                    <a:latin typeface="+mj-lt"/>
                  </a:rPr>
                  <a:t>MTOutputs</a:t>
                </a:r>
              </a:p>
              <a:p>
                <a:pPr algn="ctr"/>
                <a:r>
                  <a:rPr lang="en-US" sz="3133" noProof="0">
                    <a:latin typeface="Arial Nova" panose="020B0504020202020204" pitchFamily="34" charset="0"/>
                  </a:rPr>
                  <a:t>Output Data</a:t>
                </a:r>
              </a:p>
            </p:txBody>
          </p:sp>
        </p:grpSp>
        <p:sp>
          <p:nvSpPr>
            <p:cNvPr id="3" name="Google Shape;124;p2">
              <a:extLst>
                <a:ext uri="{FF2B5EF4-FFF2-40B4-BE49-F238E27FC236}">
                  <a16:creationId xmlns:a16="http://schemas.microsoft.com/office/drawing/2014/main" id="{75E84A41-C1F1-D1FB-73F0-9780C76220B2}"/>
                </a:ext>
              </a:extLst>
            </p:cNvPr>
            <p:cNvSpPr/>
            <p:nvPr/>
          </p:nvSpPr>
          <p:spPr>
            <a:xfrm>
              <a:off x="627399" y="9730937"/>
              <a:ext cx="7633859" cy="7522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12" tIns="45694" rIns="91412" bIns="45694" anchor="t" anchorCtr="0">
              <a:spAutoFit/>
            </a:bodyPr>
            <a:lstStyle/>
            <a:p>
              <a:pPr algn="ctr"/>
              <a:r>
                <a:rPr lang="en-US" sz="2144" noProof="0">
                  <a:solidFill>
                    <a:schemeClr val="dk1"/>
                  </a:solidFill>
                  <a:latin typeface="Arial Nova" panose="020B0504020202020204" pitchFamily="34" charset="0"/>
                  <a:ea typeface="Quattrocento Sans"/>
                  <a:cs typeface="Quattrocento Sans"/>
                  <a:sym typeface="Quattrocento Sans"/>
                </a:rPr>
                <a:t>Includes all policy &amp; settings for future reproducibility</a:t>
              </a:r>
            </a:p>
            <a:p>
              <a:pPr algn="ctr"/>
              <a:r>
                <a:rPr lang="en-US" sz="2144" noProof="0">
                  <a:solidFill>
                    <a:schemeClr val="dk1"/>
                  </a:solidFill>
                  <a:latin typeface="Arial Nova" panose="020B0504020202020204" pitchFamily="34" charset="0"/>
                  <a:ea typeface="Quattrocento Sans"/>
                  <a:cs typeface="Quattrocento Sans"/>
                  <a:sym typeface="Quattrocento Sans"/>
                </a:rPr>
                <a:t>Interacts with Multiscenario Tool (advanced use)</a:t>
              </a:r>
            </a:p>
          </p:txBody>
        </p:sp>
        <p:sp>
          <p:nvSpPr>
            <p:cNvPr id="4" name="Google Shape;124;p2">
              <a:extLst>
                <a:ext uri="{FF2B5EF4-FFF2-40B4-BE49-F238E27FC236}">
                  <a16:creationId xmlns:a16="http://schemas.microsoft.com/office/drawing/2014/main" id="{44B942B3-E169-888E-E852-98B4CE6ECB66}"/>
                </a:ext>
              </a:extLst>
            </p:cNvPr>
            <p:cNvSpPr/>
            <p:nvPr/>
          </p:nvSpPr>
          <p:spPr>
            <a:xfrm>
              <a:off x="10052050" y="9730936"/>
              <a:ext cx="6508750" cy="7522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12" tIns="45694" rIns="91412" bIns="45694" anchor="t" anchorCtr="0">
              <a:spAutoFit/>
            </a:bodyPr>
            <a:lstStyle/>
            <a:p>
              <a:pPr algn="ctr"/>
              <a:r>
                <a:rPr lang="en-US" sz="2144" noProof="0">
                  <a:solidFill>
                    <a:schemeClr val="dk1"/>
                  </a:solidFill>
                  <a:latin typeface="Arial Nova" panose="020B0504020202020204" pitchFamily="34" charset="0"/>
                  <a:ea typeface="Quattrocento Sans"/>
                  <a:cs typeface="Quattrocento Sans"/>
                  <a:sym typeface="Quattrocento Sans"/>
                </a:rPr>
                <a:t>Includes all data outputs</a:t>
              </a:r>
            </a:p>
            <a:p>
              <a:pPr algn="ctr"/>
              <a:r>
                <a:rPr lang="en-US" sz="2144" noProof="0">
                  <a:solidFill>
                    <a:schemeClr val="dk1"/>
                  </a:solidFill>
                  <a:latin typeface="Arial Nova" panose="020B0504020202020204" pitchFamily="34" charset="0"/>
                  <a:ea typeface="Quattrocento Sans"/>
                  <a:cs typeface="Quattrocento Sans"/>
                  <a:sym typeface="Quattrocento Sans"/>
                </a:rPr>
                <a:t>Interacts with Multiscenario Tool (advanced use)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1063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B17A-A3A3-7976-C230-82E0B02A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9ABC-02A7-37D2-A1B8-CDA31655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Climate Policy Assessment Tool (CPAT)</a:t>
            </a:r>
          </a:p>
        </p:txBody>
      </p:sp>
      <p:sp>
        <p:nvSpPr>
          <p:cNvPr id="7" name="Subhea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>
                <a:latin typeface="Open Sans Light"/>
                <a:ea typeface="Open Sans Light"/>
                <a:cs typeface="Open Sans Light"/>
              </a:rPr>
              <a:t>CPAT  •  How to Use  •  Backup / Advanced</a:t>
            </a:r>
          </a:p>
        </p:txBody>
      </p:sp>
      <p:sp>
        <p:nvSpPr>
          <p:cNvPr id="201" name="box202"/>
          <p:cNvSpPr/>
          <p:nvPr/>
        </p:nvSpPr>
        <p:spPr>
          <a:xfrm>
            <a:off x="632479" y="2917371"/>
            <a:ext cx="8666005" cy="6603999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200000" tIns="140000" rIns="160000" bIns="120000" anchor="t">
            <a:noAutofit/>
          </a:bodyPr>
          <a:lstStyle/>
          <a:p>
            <a:pPr marL="514350" indent="-514350" algn="l">
              <a:spcBef>
                <a:spcPts val="500"/>
              </a:spcBef>
              <a:buAutoNum type="alphaUcPeriod" startAt="17"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What is CPAT?</a:t>
            </a:r>
          </a:p>
          <a:p>
            <a:pPr marL="514350" indent="-514350" algn="l">
              <a:spcBef>
                <a:spcPts val="120"/>
              </a:spcBef>
              <a:buAutoNum type="alphaUcPeriod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An Excel-based tool that estimates the effects of carbon pricing and energy-price reform for a country.</a:t>
            </a:r>
          </a:p>
          <a:p>
            <a:pPr algn="l">
              <a:spcBef>
                <a:spcPts val="120"/>
              </a:spcBef>
            </a:pPr>
            <a:endParaRPr lang="en-US" sz="2600" dirty="0">
              <a:solidFill>
                <a:srgbClr val="2B2B2B"/>
              </a:solidFill>
              <a:latin typeface="Calibri"/>
              <a:cs typeface="Calibri"/>
            </a:endParaRPr>
          </a:p>
          <a:p>
            <a:pPr marL="514350" indent="-514350" algn="l">
              <a:spcBef>
                <a:spcPts val="500"/>
              </a:spcBef>
              <a:buAutoNum type="alphaUcPeriod" startAt="17"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Who builds and maintains it?</a:t>
            </a:r>
          </a:p>
          <a:p>
            <a:pPr marL="514350" indent="-514350" algn="l">
              <a:spcBef>
                <a:spcPts val="120"/>
              </a:spcBef>
              <a:buAutoNum type="alphaUcPeriod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A joint World Bank – IMF team, with partners. It is updated regularly.</a:t>
            </a:r>
          </a:p>
          <a:p>
            <a:pPr algn="l">
              <a:spcBef>
                <a:spcPts val="120"/>
              </a:spcBef>
            </a:pPr>
            <a:endParaRPr lang="en-US" sz="2600" dirty="0">
              <a:solidFill>
                <a:srgbClr val="2B2B2B"/>
              </a:solidFill>
              <a:latin typeface="Calibri"/>
              <a:cs typeface="Calibri"/>
            </a:endParaRPr>
          </a:p>
          <a:p>
            <a:pPr marL="514350" indent="-514350" algn="l">
              <a:spcBef>
                <a:spcPts val="500"/>
              </a:spcBef>
              <a:buAutoNum type="alphaUcPeriod" startAt="17"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What does it produce?</a:t>
            </a:r>
          </a:p>
          <a:p>
            <a:pPr marL="514350" indent="-514350" algn="l">
              <a:spcBef>
                <a:spcPts val="120"/>
              </a:spcBef>
              <a:buAutoNum type="alphaUcPeriod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Effects on prices, energy use, emissions, revenues, GDP, household welfare and health.</a:t>
            </a:r>
          </a:p>
          <a:p>
            <a:pPr marL="514350" indent="-514350" algn="l">
              <a:spcBef>
                <a:spcPts val="120"/>
              </a:spcBef>
              <a:buAutoNum type="alphaUcPeriod"/>
            </a:pPr>
            <a:endParaRPr lang="en-US" sz="2600" dirty="0">
              <a:solidFill>
                <a:srgbClr val="2B2B2B"/>
              </a:solidFill>
              <a:latin typeface="Calibri"/>
              <a:cs typeface="Calibri"/>
            </a:endParaRPr>
          </a:p>
        </p:txBody>
      </p:sp>
      <p:sp>
        <p:nvSpPr>
          <p:cNvPr id="203" name="box204"/>
          <p:cNvSpPr/>
          <p:nvPr/>
        </p:nvSpPr>
        <p:spPr>
          <a:xfrm>
            <a:off x="9558484" y="2438400"/>
            <a:ext cx="9913137" cy="2975429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200000" tIns="140000" rIns="160000" bIns="12000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955E"/>
                </a:solidFill>
                <a:latin typeface="Calibri"/>
                <a:cs typeface="Calibri"/>
              </a:rPr>
              <a:t>Methodology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Five linked modules: Mitigation, Distribution, Air Pollution, Transport, and revenue/GDP.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A baseline (no policy) is compared with a policy scenario chosen by the user.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Results run year by year, typically to 2030 or 2050.</a:t>
            </a:r>
          </a:p>
        </p:txBody>
      </p:sp>
      <p:sp>
        <p:nvSpPr>
          <p:cNvPr id="205" name="box206"/>
          <p:cNvSpPr/>
          <p:nvPr/>
        </p:nvSpPr>
        <p:spPr>
          <a:xfrm>
            <a:off x="9558484" y="5776687"/>
            <a:ext cx="9913137" cy="1630202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200000" tIns="140000" rIns="160000" bIns="12000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B87"/>
                </a:solidFill>
                <a:latin typeface="Calibri"/>
                <a:cs typeface="Calibri"/>
              </a:rPr>
              <a:t>Settings &amp; dashboard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Choose country, policy type, and start year on the dashboard.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Set the carbon price path and how revenue is used.</a:t>
            </a:r>
          </a:p>
        </p:txBody>
      </p:sp>
      <p:sp>
        <p:nvSpPr>
          <p:cNvPr id="207" name="box208"/>
          <p:cNvSpPr/>
          <p:nvPr/>
        </p:nvSpPr>
        <p:spPr>
          <a:xfrm>
            <a:off x="9558484" y="7666888"/>
            <a:ext cx="9913137" cy="1854483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200000" tIns="140000" rIns="160000" bIns="12000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9C6F00"/>
                </a:solidFill>
                <a:latin typeface="Calibri"/>
                <a:cs typeface="Calibri"/>
              </a:rPr>
              <a:t>Data sources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IMF  •  World Bank  •  IEA  •  UNFCCC  •  country statistics</a:t>
            </a:r>
          </a:p>
        </p:txBody>
      </p:sp>
    </p:spTree>
    <p:extLst>
      <p:ext uri="{BB962C8B-B14F-4D97-AF65-F5344CB8AC3E}">
        <p14:creationId xmlns:p14="http://schemas.microsoft.com/office/powerpoint/2010/main" val="65994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E8381-4651-735C-8FF1-D50D8A76A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9DEA-70FE-3553-2AC8-552FA0CE2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232" y="586411"/>
            <a:ext cx="5980833" cy="5356047"/>
          </a:xfrm>
        </p:spPr>
        <p:txBody>
          <a:bodyPr/>
          <a:lstStyle/>
          <a:p>
            <a:r>
              <a:rPr lang="en-US" noProof="0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B927C-1833-3BF1-F4CF-59578A2D90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150781" tIns="75390" rIns="150781" bIns="75390" rtlCol="0" anchor="t">
            <a:normAutofit fontScale="85000" lnSpcReduction="10000"/>
          </a:bodyPr>
          <a:lstStyle/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Overview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b="1" dirty="0"/>
              <a:t>Mitigation (Energy Use, Revenues, Emissions)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Distribution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Air Pollution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Transport and GDP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F3913-DDDD-DE6F-F953-86EA6435B5D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C6E6DE02-716C-DF90-FB64-73D752BEDF64}"/>
              </a:ext>
            </a:extLst>
          </p:cNvPr>
          <p:cNvSpPr txBox="1">
            <a:spLocks/>
          </p:cNvSpPr>
          <p:nvPr/>
        </p:nvSpPr>
        <p:spPr>
          <a:xfrm>
            <a:off x="15581313" y="10482263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97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77BBB6-B31F-4C1A-BBC8-5103E1961508}" type="slidenum">
              <a:rPr lang="en-US" noProof="0" smtClean="0"/>
              <a:pPr/>
              <a:t>21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6373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B17A-A3A3-7976-C230-82E0B02A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9ABC-02A7-37D2-A1B8-CDA31655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Mitigation: How One Effect Leads to the Next</a:t>
            </a:r>
          </a:p>
        </p:txBody>
      </p:sp>
      <p:sp>
        <p:nvSpPr>
          <p:cNvPr id="7" name="Subhea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>
                <a:latin typeface="Open Sans Light"/>
                <a:ea typeface="Open Sans Light"/>
                <a:cs typeface="Open Sans Light"/>
              </a:rPr>
              <a:t>Mitigation Module  •  Overview  •  Module 1</a:t>
            </a:r>
          </a:p>
        </p:txBody>
      </p:sp>
      <p:sp>
        <p:nvSpPr>
          <p:cNvPr id="209" name="box210"/>
          <p:cNvSpPr/>
          <p:nvPr/>
        </p:nvSpPr>
        <p:spPr>
          <a:xfrm>
            <a:off x="632479" y="2213996"/>
            <a:ext cx="18839142" cy="15784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dirty="0">
                <a:solidFill>
                  <a:srgbClr val="2B2B2B"/>
                </a:solidFill>
                <a:latin typeface="Calibri"/>
                <a:cs typeface="Calibri"/>
              </a:rPr>
              <a:t>CPAT follows a chain. A carbon price changes energy prices. New prices change how much energy people use. Energy use sets emissions, revenues, and effects on GDP.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1C830F-986E-407C-E48A-7BFEB21A5809}"/>
              </a:ext>
            </a:extLst>
          </p:cNvPr>
          <p:cNvGrpSpPr/>
          <p:nvPr/>
        </p:nvGrpSpPr>
        <p:grpSpPr>
          <a:xfrm>
            <a:off x="610628" y="4338316"/>
            <a:ext cx="18839140" cy="1150000"/>
            <a:chOff x="632479" y="3540670"/>
            <a:chExt cx="18839140" cy="1150000"/>
          </a:xfrm>
        </p:grpSpPr>
        <p:sp>
          <p:nvSpPr>
            <p:cNvPr id="211" name="box212"/>
            <p:cNvSpPr/>
            <p:nvPr/>
          </p:nvSpPr>
          <p:spPr>
            <a:xfrm>
              <a:off x="632479" y="3540670"/>
              <a:ext cx="3511828" cy="1150000"/>
            </a:xfrm>
            <a:prstGeom prst="roundRect">
              <a:avLst>
                <a:gd name="adj" fmla="val 3500"/>
              </a:avLst>
            </a:prstGeom>
            <a:solidFill>
              <a:srgbClr val="183153"/>
            </a:solidFill>
            <a:ln>
              <a:noFill/>
            </a:ln>
            <a:effectLst>
              <a:outerShdw blurRad="50800" dist="25400" dir="5400000" rotWithShape="0">
                <a:srgbClr val="000000">
                  <a:alpha val="14000"/>
                </a:srgbClr>
              </a:outerShdw>
            </a:effectLst>
          </p:spPr>
          <p:txBody>
            <a:bodyPr wrap="square" lIns="80000" tIns="60000" rIns="80000" bIns="6000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FFFFF"/>
                  </a:solidFill>
                  <a:latin typeface="Calibri"/>
                  <a:cs typeface="Calibri"/>
                </a:rPr>
                <a:t>Carbon Price</a:t>
              </a:r>
            </a:p>
          </p:txBody>
        </p:sp>
        <p:sp>
          <p:nvSpPr>
            <p:cNvPr id="213" name="box214"/>
            <p:cNvSpPr/>
            <p:nvPr/>
          </p:nvSpPr>
          <p:spPr>
            <a:xfrm>
              <a:off x="4144307" y="3540670"/>
              <a:ext cx="320000" cy="115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5A6472"/>
                  </a:solidFill>
                  <a:latin typeface="Calibri"/>
                  <a:cs typeface="Calibri"/>
                </a:rPr>
                <a:t>→</a:t>
              </a:r>
            </a:p>
          </p:txBody>
        </p:sp>
        <p:sp>
          <p:nvSpPr>
            <p:cNvPr id="215" name="box216"/>
            <p:cNvSpPr/>
            <p:nvPr/>
          </p:nvSpPr>
          <p:spPr>
            <a:xfrm>
              <a:off x="4464307" y="3540670"/>
              <a:ext cx="3511828" cy="1150000"/>
            </a:xfrm>
            <a:prstGeom prst="roundRect">
              <a:avLst>
                <a:gd name="adj" fmla="val 3500"/>
              </a:avLst>
            </a:prstGeom>
            <a:solidFill>
              <a:srgbClr val="004B87"/>
            </a:solidFill>
            <a:ln>
              <a:noFill/>
            </a:ln>
            <a:effectLst>
              <a:outerShdw blurRad="50800" dist="25400" dir="5400000" rotWithShape="0">
                <a:srgbClr val="000000">
                  <a:alpha val="14000"/>
                </a:srgbClr>
              </a:outerShdw>
            </a:effectLst>
          </p:spPr>
          <p:txBody>
            <a:bodyPr wrap="square" lIns="80000" tIns="60000" rIns="80000" bIns="6000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FFFFF"/>
                  </a:solidFill>
                  <a:latin typeface="Calibri"/>
                  <a:cs typeface="Calibri"/>
                </a:rPr>
                <a:t>Energy Prices</a:t>
              </a:r>
            </a:p>
          </p:txBody>
        </p:sp>
        <p:sp>
          <p:nvSpPr>
            <p:cNvPr id="217" name="box218"/>
            <p:cNvSpPr/>
            <p:nvPr/>
          </p:nvSpPr>
          <p:spPr>
            <a:xfrm>
              <a:off x="7976135" y="3540670"/>
              <a:ext cx="320000" cy="115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5A6472"/>
                  </a:solidFill>
                  <a:latin typeface="Calibri"/>
                  <a:cs typeface="Calibri"/>
                </a:rPr>
                <a:t>→</a:t>
              </a:r>
            </a:p>
          </p:txBody>
        </p:sp>
        <p:sp>
          <p:nvSpPr>
            <p:cNvPr id="219" name="box220"/>
            <p:cNvSpPr/>
            <p:nvPr/>
          </p:nvSpPr>
          <p:spPr>
            <a:xfrm>
              <a:off x="8296135" y="3540670"/>
              <a:ext cx="3511828" cy="1150000"/>
            </a:xfrm>
            <a:prstGeom prst="roundRect">
              <a:avLst>
                <a:gd name="adj" fmla="val 3500"/>
              </a:avLst>
            </a:prstGeom>
            <a:solidFill>
              <a:srgbClr val="049AD7"/>
            </a:solidFill>
            <a:ln>
              <a:noFill/>
            </a:ln>
            <a:effectLst>
              <a:outerShdw blurRad="50800" dist="25400" dir="5400000" rotWithShape="0">
                <a:srgbClr val="000000">
                  <a:alpha val="14000"/>
                </a:srgbClr>
              </a:outerShdw>
            </a:effectLst>
          </p:spPr>
          <p:txBody>
            <a:bodyPr wrap="square" lIns="80000" tIns="60000" rIns="80000" bIns="6000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FFFFF"/>
                  </a:solidFill>
                  <a:latin typeface="Calibri"/>
                  <a:cs typeface="Calibri"/>
                </a:rPr>
                <a:t>Energy Use</a:t>
              </a:r>
            </a:p>
          </p:txBody>
        </p:sp>
        <p:sp>
          <p:nvSpPr>
            <p:cNvPr id="221" name="box222"/>
            <p:cNvSpPr/>
            <p:nvPr/>
          </p:nvSpPr>
          <p:spPr>
            <a:xfrm>
              <a:off x="11807963" y="3540670"/>
              <a:ext cx="320000" cy="115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5A6472"/>
                  </a:solidFill>
                  <a:latin typeface="Calibri"/>
                  <a:cs typeface="Calibri"/>
                </a:rPr>
                <a:t>→</a:t>
              </a:r>
            </a:p>
          </p:txBody>
        </p:sp>
        <p:sp>
          <p:nvSpPr>
            <p:cNvPr id="223" name="box224"/>
            <p:cNvSpPr/>
            <p:nvPr/>
          </p:nvSpPr>
          <p:spPr>
            <a:xfrm>
              <a:off x="12127963" y="3540670"/>
              <a:ext cx="3511828" cy="1150000"/>
            </a:xfrm>
            <a:prstGeom prst="roundRect">
              <a:avLst>
                <a:gd name="adj" fmla="val 3500"/>
              </a:avLst>
            </a:prstGeom>
            <a:solidFill>
              <a:srgbClr val="00955E"/>
            </a:solidFill>
            <a:ln>
              <a:noFill/>
            </a:ln>
            <a:effectLst>
              <a:outerShdw blurRad="50800" dist="25400" dir="5400000" rotWithShape="0">
                <a:srgbClr val="000000">
                  <a:alpha val="14000"/>
                </a:srgbClr>
              </a:outerShdw>
            </a:effectLst>
          </p:spPr>
          <p:txBody>
            <a:bodyPr wrap="square" lIns="80000" tIns="60000" rIns="80000" bIns="6000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FFFFF"/>
                  </a:solidFill>
                  <a:latin typeface="Calibri"/>
                  <a:cs typeface="Calibri"/>
                </a:rPr>
                <a:t>Emissions</a:t>
              </a:r>
            </a:p>
          </p:txBody>
        </p:sp>
        <p:sp>
          <p:nvSpPr>
            <p:cNvPr id="225" name="box226"/>
            <p:cNvSpPr/>
            <p:nvPr/>
          </p:nvSpPr>
          <p:spPr>
            <a:xfrm>
              <a:off x="15639791" y="3540670"/>
              <a:ext cx="320000" cy="115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5A6472"/>
                  </a:solidFill>
                  <a:latin typeface="Calibri"/>
                  <a:cs typeface="Calibri"/>
                </a:rPr>
                <a:t>→</a:t>
              </a:r>
            </a:p>
          </p:txBody>
        </p:sp>
        <p:sp>
          <p:nvSpPr>
            <p:cNvPr id="227" name="box228"/>
            <p:cNvSpPr/>
            <p:nvPr/>
          </p:nvSpPr>
          <p:spPr>
            <a:xfrm>
              <a:off x="15959791" y="3540670"/>
              <a:ext cx="3511828" cy="1150000"/>
            </a:xfrm>
            <a:prstGeom prst="roundRect">
              <a:avLst>
                <a:gd name="adj" fmla="val 3500"/>
              </a:avLst>
            </a:prstGeom>
            <a:solidFill>
              <a:srgbClr val="611F41"/>
            </a:solidFill>
            <a:ln>
              <a:noFill/>
            </a:ln>
            <a:effectLst>
              <a:outerShdw blurRad="50800" dist="25400" dir="5400000" rotWithShape="0">
                <a:srgbClr val="000000">
                  <a:alpha val="14000"/>
                </a:srgbClr>
              </a:outerShdw>
            </a:effectLst>
          </p:spPr>
          <p:txBody>
            <a:bodyPr wrap="square" lIns="80000" tIns="60000" rIns="80000" bIns="6000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FFFFF"/>
                  </a:solidFill>
                  <a:latin typeface="Calibri"/>
                  <a:cs typeface="Calibri"/>
                </a:rPr>
                <a:t>Revenues &amp; GDP</a:t>
              </a:r>
            </a:p>
          </p:txBody>
        </p:sp>
      </p:grpSp>
      <p:sp>
        <p:nvSpPr>
          <p:cNvPr id="229" name="box230"/>
          <p:cNvSpPr/>
          <p:nvPr/>
        </p:nvSpPr>
        <p:spPr>
          <a:xfrm>
            <a:off x="632479" y="5040670"/>
            <a:ext cx="18839142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endParaRPr lang="en-US" sz="2600" b="1" dirty="0">
              <a:solidFill>
                <a:srgbClr val="611F41"/>
              </a:solidFill>
              <a:latin typeface="Calibri"/>
              <a:cs typeface="Calibri"/>
            </a:endParaRPr>
          </a:p>
        </p:txBody>
      </p:sp>
      <p:sp>
        <p:nvSpPr>
          <p:cNvPr id="231" name="box232"/>
          <p:cNvSpPr/>
          <p:nvPr/>
        </p:nvSpPr>
        <p:spPr>
          <a:xfrm>
            <a:off x="893736" y="5910670"/>
            <a:ext cx="18839142" cy="17997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6000"/>
              </a:lnSpc>
            </a:pPr>
            <a:r>
              <a:rPr lang="en-US" sz="3200" b="1" dirty="0">
                <a:solidFill>
                  <a:srgbClr val="611F41"/>
                </a:solidFill>
                <a:cs typeface="Calibri"/>
              </a:rPr>
              <a:t>Two ways to model the power sector</a:t>
            </a:r>
          </a:p>
          <a:p>
            <a:pPr algn="l">
              <a:lnSpc>
                <a:spcPct val="106000"/>
              </a:lnSpc>
            </a:pPr>
            <a:endParaRPr lang="en-US" sz="3200" dirty="0">
              <a:solidFill>
                <a:srgbClr val="2B2B2B"/>
              </a:solidFill>
              <a:latin typeface="Calibri"/>
              <a:cs typeface="Calibri"/>
            </a:endParaRPr>
          </a:p>
          <a:p>
            <a:pPr marL="274320" indent="-274320" algn="l">
              <a:lnSpc>
                <a:spcPct val="106000"/>
              </a:lnSpc>
              <a:buFont typeface="Arial"/>
              <a:buChar char="•"/>
            </a:pPr>
            <a:r>
              <a:rPr lang="en-US" sz="3200" dirty="0">
                <a:solidFill>
                  <a:srgbClr val="2B2B2B"/>
                </a:solidFill>
                <a:latin typeface="Calibri"/>
                <a:cs typeface="Calibri"/>
              </a:rPr>
              <a:t>Engineer model (default): builds the capacity of each power type to meet demand.</a:t>
            </a:r>
          </a:p>
          <a:p>
            <a:pPr marL="274320" indent="-274320">
              <a:lnSpc>
                <a:spcPct val="106000"/>
              </a:lnSpc>
              <a:buFont typeface="Arial"/>
              <a:buChar char="•"/>
            </a:pPr>
            <a:r>
              <a:rPr lang="en-US" sz="3200" dirty="0">
                <a:solidFill>
                  <a:srgbClr val="2B2B2B"/>
                </a:solidFill>
                <a:cs typeface="Calibri"/>
              </a:rPr>
              <a:t>Elasticity model: uses price changes and elasticities to set each type's share.</a:t>
            </a:r>
          </a:p>
          <a:p>
            <a:pPr marL="274320" indent="-274320" algn="l">
              <a:lnSpc>
                <a:spcPct val="106000"/>
              </a:lnSpc>
              <a:buFont typeface="Arial"/>
              <a:buChar char="•"/>
            </a:pPr>
            <a:endParaRPr lang="en-US" sz="3200" dirty="0">
              <a:solidFill>
                <a:srgbClr val="2B2B2B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3823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B0EC1-51F2-31E9-F853-A6501B5FE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6E1B96-08EC-8182-8377-B3D0E49C62FB}"/>
              </a:ext>
            </a:extLst>
          </p:cNvPr>
          <p:cNvSpPr/>
          <p:nvPr/>
        </p:nvSpPr>
        <p:spPr>
          <a:xfrm>
            <a:off x="-24653" y="397"/>
            <a:ext cx="255821" cy="11313826"/>
          </a:xfrm>
          <a:prstGeom prst="rect">
            <a:avLst/>
          </a:prstGeom>
          <a:solidFill>
            <a:srgbClr val="144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58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C37DAA6-D6E1-12C5-B958-482AE6C88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27" y="389093"/>
            <a:ext cx="13120871" cy="990256"/>
          </a:xfrm>
        </p:spPr>
        <p:txBody>
          <a:bodyPr/>
          <a:lstStyle/>
          <a:p>
            <a:r>
              <a:rPr lang="en-US" noProof="0"/>
              <a:t>Mitigation Module: Energy Consumption Part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2DE967-CCF2-2C8D-36E1-38D4B6B4CE0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5581313" y="10482263"/>
            <a:ext cx="4522787" cy="601662"/>
          </a:xfrm>
        </p:spPr>
        <p:txBody>
          <a:bodyPr/>
          <a:lstStyle/>
          <a:p>
            <a:fld id="{7D77BBB6-B31F-4C1A-BBC8-5103E1961508}" type="slidenum">
              <a:rPr lang="en-US" noProof="0" smtClean="0"/>
              <a:t>23</a:t>
            </a:fld>
            <a:endParaRPr lang="en-US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8B91D1-0830-15A8-5C7A-EF7368403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983" y="2382032"/>
            <a:ext cx="13548636" cy="780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649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E679C-58E3-8537-232D-537B58590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16A53B8-FC34-E334-478E-5692D94EE133}"/>
              </a:ext>
            </a:extLst>
          </p:cNvPr>
          <p:cNvGrpSpPr/>
          <p:nvPr/>
        </p:nvGrpSpPr>
        <p:grpSpPr>
          <a:xfrm>
            <a:off x="1214590" y="2557219"/>
            <a:ext cx="16933925" cy="8009659"/>
            <a:chOff x="1214590" y="1606927"/>
            <a:chExt cx="17928127" cy="8959952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CC1E19A3-0DD5-D13D-668B-80E451161827}"/>
                </a:ext>
              </a:extLst>
            </p:cNvPr>
            <p:cNvSpPr txBox="1"/>
            <p:nvPr/>
          </p:nvSpPr>
          <p:spPr>
            <a:xfrm>
              <a:off x="1214590" y="6886730"/>
              <a:ext cx="3223681" cy="696135"/>
            </a:xfrm>
            <a:prstGeom prst="rightArrow">
              <a:avLst>
                <a:gd name="adj1" fmla="val 100000"/>
                <a:gd name="adj2" fmla="val 0"/>
              </a:avLst>
            </a:prstGeom>
            <a:solidFill>
              <a:sysClr val="window" lastClr="FFFFFF">
                <a:lumMod val="50000"/>
              </a:sys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R="0" lvl="0" indent="0" algn="ctr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</a:defRPr>
              </a:lvl1pPr>
            </a:lstStyle>
            <a:p>
              <a:pPr defTabSz="753923">
                <a:defRPr/>
              </a:pPr>
              <a:r>
                <a:rPr lang="en-US" sz="1800" kern="0" noProof="0">
                  <a:latin typeface="Arial" panose="020B0604020202020204" pitchFamily="34" charset="0"/>
                  <a:cs typeface="Arial" panose="020B0604020202020204" pitchFamily="34" charset="0"/>
                </a:rPr>
                <a:t>Sectors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E49C695B-09F3-BE82-0981-FDA2B2822E61}"/>
                </a:ext>
              </a:extLst>
            </p:cNvPr>
            <p:cNvSpPr txBox="1"/>
            <p:nvPr/>
          </p:nvSpPr>
          <p:spPr>
            <a:xfrm>
              <a:off x="1214590" y="8046600"/>
              <a:ext cx="3223681" cy="2519642"/>
            </a:xfrm>
            <a:prstGeom prst="rightArrow">
              <a:avLst>
                <a:gd name="adj1" fmla="val 100000"/>
                <a:gd name="adj2" fmla="val 0"/>
              </a:avLst>
            </a:prstGeom>
            <a:solidFill>
              <a:sysClr val="window" lastClr="FFFFFF">
                <a:lumMod val="50000"/>
              </a:sys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algn="ctr">
                <a:defRPr b="1"/>
              </a:lvl1pPr>
            </a:lstStyle>
            <a:p>
              <a:pPr defTabSz="753923">
                <a:defRPr/>
              </a:pPr>
              <a:r>
                <a:rPr lang="en-US" b="0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CPAT subsectors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B0AF4474-4BCA-8352-4EF3-D32AA18C4D4F}"/>
                </a:ext>
              </a:extLst>
            </p:cNvPr>
            <p:cNvSpPr/>
            <p:nvPr/>
          </p:nvSpPr>
          <p:spPr>
            <a:xfrm>
              <a:off x="4675484" y="6886731"/>
              <a:ext cx="2493244" cy="696134"/>
            </a:xfrm>
            <a:prstGeom prst="rect">
              <a:avLst/>
            </a:prstGeom>
            <a:solidFill>
              <a:srgbClr val="44546A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Transport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8D9E59EF-CC55-2712-49B2-05DF6A979C6F}"/>
                </a:ext>
              </a:extLst>
            </p:cNvPr>
            <p:cNvSpPr/>
            <p:nvPr/>
          </p:nvSpPr>
          <p:spPr>
            <a:xfrm>
              <a:off x="7102578" y="6886730"/>
              <a:ext cx="8186374" cy="696135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Industry</a:t>
              </a: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0D1812D-B2C5-521A-AB19-42DC2AFCB64A}"/>
                </a:ext>
              </a:extLst>
            </p:cNvPr>
            <p:cNvSpPr/>
            <p:nvPr/>
          </p:nvSpPr>
          <p:spPr>
            <a:xfrm>
              <a:off x="15071741" y="6886731"/>
              <a:ext cx="2432281" cy="696134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>
              <a:noAutofit/>
            </a:bodyPr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Residential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B2F3D7D-4280-9BBA-8BD0-1D16AA71D7AB}"/>
                </a:ext>
              </a:extLst>
            </p:cNvPr>
            <p:cNvSpPr/>
            <p:nvPr/>
          </p:nvSpPr>
          <p:spPr>
            <a:xfrm>
              <a:off x="17439491" y="6886731"/>
              <a:ext cx="1356544" cy="696134"/>
            </a:xfrm>
            <a:prstGeom prst="rect">
              <a:avLst/>
            </a:prstGeom>
            <a:solidFill>
              <a:srgbClr val="4472C4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6F09A7C-874D-2094-877E-33B0E5DC2786}"/>
                </a:ext>
              </a:extLst>
            </p:cNvPr>
            <p:cNvSpPr/>
            <p:nvPr/>
          </p:nvSpPr>
          <p:spPr>
            <a:xfrm rot="16200000">
              <a:off x="3733181" y="8997275"/>
              <a:ext cx="2519644" cy="619563"/>
            </a:xfrm>
            <a:prstGeom prst="rect">
              <a:avLst/>
            </a:prstGeom>
            <a:solidFill>
              <a:srgbClr val="44546A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Road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3369126-B175-A720-80A1-EC193158B93A}"/>
                </a:ext>
              </a:extLst>
            </p:cNvPr>
            <p:cNvSpPr/>
            <p:nvPr/>
          </p:nvSpPr>
          <p:spPr>
            <a:xfrm rot="16200000">
              <a:off x="6253217" y="8896597"/>
              <a:ext cx="2519642" cy="820918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Food &amp; forestry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E71FE0C7-BA4C-5E73-4016-A1880AEC63E6}"/>
                </a:ext>
              </a:extLst>
            </p:cNvPr>
            <p:cNvSpPr/>
            <p:nvPr/>
          </p:nvSpPr>
          <p:spPr>
            <a:xfrm rot="16200000">
              <a:off x="14222143" y="8896212"/>
              <a:ext cx="2520121" cy="82092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Residential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9C909325-E5DA-5B20-2CC3-CE0E18BFE079}"/>
                </a:ext>
              </a:extLst>
            </p:cNvPr>
            <p:cNvSpPr/>
            <p:nvPr/>
          </p:nvSpPr>
          <p:spPr>
            <a:xfrm rot="16200000">
              <a:off x="4331180" y="8997271"/>
              <a:ext cx="2519642" cy="619563"/>
            </a:xfrm>
            <a:prstGeom prst="rect">
              <a:avLst/>
            </a:prstGeom>
            <a:solidFill>
              <a:srgbClr val="44546A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Rail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678F80F9-5F1A-B670-DAFD-600994A18581}"/>
                </a:ext>
              </a:extLst>
            </p:cNvPr>
            <p:cNvSpPr/>
            <p:nvPr/>
          </p:nvSpPr>
          <p:spPr>
            <a:xfrm rot="16200000">
              <a:off x="4929178" y="8997271"/>
              <a:ext cx="2519642" cy="619563"/>
            </a:xfrm>
            <a:prstGeom prst="rect">
              <a:avLst/>
            </a:prstGeom>
            <a:solidFill>
              <a:srgbClr val="44546A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Domestic aviation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D83E1D0F-FBA5-8DEA-9A38-ED1C4EC384AB}"/>
                </a:ext>
              </a:extLst>
            </p:cNvPr>
            <p:cNvSpPr/>
            <p:nvPr/>
          </p:nvSpPr>
          <p:spPr>
            <a:xfrm rot="16200000">
              <a:off x="5538600" y="8985848"/>
              <a:ext cx="2519642" cy="642409"/>
            </a:xfrm>
            <a:prstGeom prst="rect">
              <a:avLst/>
            </a:prstGeom>
            <a:solidFill>
              <a:srgbClr val="44546A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Domestic navigation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46BF4DD2-7D41-35FD-5F35-8A79A63F941F}"/>
                </a:ext>
              </a:extLst>
            </p:cNvPr>
            <p:cNvSpPr/>
            <p:nvPr/>
          </p:nvSpPr>
          <p:spPr>
            <a:xfrm rot="16200000">
              <a:off x="7049888" y="8896598"/>
              <a:ext cx="2519642" cy="820918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Services (public &amp; private)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82AE5525-3FCA-50C8-23C4-CAAB4E4215E3}"/>
                </a:ext>
              </a:extLst>
            </p:cNvPr>
            <p:cNvSpPr/>
            <p:nvPr/>
          </p:nvSpPr>
          <p:spPr>
            <a:xfrm rot="16200000">
              <a:off x="7846559" y="8896598"/>
              <a:ext cx="2519642" cy="820918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Mining and chemicals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6EDE4D8D-0820-C761-9B73-CCACA3AA0963}"/>
                </a:ext>
              </a:extLst>
            </p:cNvPr>
            <p:cNvSpPr/>
            <p:nvPr/>
          </p:nvSpPr>
          <p:spPr>
            <a:xfrm rot="16200000">
              <a:off x="8643230" y="8896598"/>
              <a:ext cx="2519642" cy="820918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Iron and steel</a:t>
              </a: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26B93105-8C96-90AE-13B4-B685603266DA}"/>
                </a:ext>
              </a:extLst>
            </p:cNvPr>
            <p:cNvSpPr/>
            <p:nvPr/>
          </p:nvSpPr>
          <p:spPr>
            <a:xfrm rot="16200000">
              <a:off x="9439901" y="8896597"/>
              <a:ext cx="2519642" cy="820918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Non-ferrous metals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C6F86026-ACD2-6120-92C8-CE5B9CC36370}"/>
                </a:ext>
              </a:extLst>
            </p:cNvPr>
            <p:cNvSpPr/>
            <p:nvPr/>
          </p:nvSpPr>
          <p:spPr>
            <a:xfrm rot="16200000">
              <a:off x="16858297" y="8628694"/>
              <a:ext cx="2520114" cy="1355297"/>
            </a:xfrm>
            <a:prstGeom prst="rect">
              <a:avLst/>
            </a:prstGeom>
            <a:solidFill>
              <a:srgbClr val="4472C4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Power sector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79D1338A-8F1A-380A-B02A-77F873D0F799}"/>
                </a:ext>
              </a:extLst>
            </p:cNvPr>
            <p:cNvSpPr txBox="1"/>
            <p:nvPr/>
          </p:nvSpPr>
          <p:spPr>
            <a:xfrm>
              <a:off x="1214590" y="3263782"/>
              <a:ext cx="3223681" cy="2581191"/>
            </a:xfrm>
            <a:prstGeom prst="rightArrow">
              <a:avLst>
                <a:gd name="adj1" fmla="val 100000"/>
                <a:gd name="adj2" fmla="val 0"/>
              </a:avLst>
            </a:prstGeom>
            <a:solidFill>
              <a:sysClr val="window" lastClr="FFFFFF">
                <a:lumMod val="50000"/>
              </a:sys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R="0" lvl="0" indent="0" algn="ctr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</a:defRPr>
              </a:lvl1pPr>
            </a:lstStyle>
            <a:p>
              <a:pPr defTabSz="753923">
                <a:defRPr/>
              </a:pPr>
              <a:r>
                <a:rPr lang="en-US" sz="1800" kern="0" noProof="0">
                  <a:latin typeface="Arial" panose="020B0604020202020204" pitchFamily="34" charset="0"/>
                  <a:cs typeface="Arial" panose="020B0604020202020204" pitchFamily="34" charset="0"/>
                </a:rPr>
                <a:t>Fuel prices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357399D-6FB6-0CBF-1CC8-3FFDEBB2E52F}"/>
                </a:ext>
              </a:extLst>
            </p:cNvPr>
            <p:cNvSpPr/>
            <p:nvPr/>
          </p:nvSpPr>
          <p:spPr>
            <a:xfrm>
              <a:off x="4719323" y="3608084"/>
              <a:ext cx="2425404" cy="256710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Gasoline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B213BBA7-DDD7-B9EF-732C-452BE15096F5}"/>
                </a:ext>
              </a:extLst>
            </p:cNvPr>
            <p:cNvSpPr/>
            <p:nvPr/>
          </p:nvSpPr>
          <p:spPr>
            <a:xfrm>
              <a:off x="4719323" y="3944514"/>
              <a:ext cx="2425404" cy="256710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Diesel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2C5AED02-2E87-5BBD-00E2-014D6EEC6892}"/>
                </a:ext>
              </a:extLst>
            </p:cNvPr>
            <p:cNvSpPr/>
            <p:nvPr/>
          </p:nvSpPr>
          <p:spPr>
            <a:xfrm>
              <a:off x="4719323" y="4280946"/>
              <a:ext cx="2425404" cy="256710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LPG</a:t>
              </a: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F49A72C3-651D-BE17-A298-A3428D6F6440}"/>
                </a:ext>
              </a:extLst>
            </p:cNvPr>
            <p:cNvSpPr/>
            <p:nvPr/>
          </p:nvSpPr>
          <p:spPr>
            <a:xfrm>
              <a:off x="7080376" y="4640930"/>
              <a:ext cx="8209166" cy="256710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Coal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3981325-EAC5-3BF1-D082-EC6CFA652638}"/>
                </a:ext>
              </a:extLst>
            </p:cNvPr>
            <p:cNvSpPr/>
            <p:nvPr/>
          </p:nvSpPr>
          <p:spPr>
            <a:xfrm>
              <a:off x="15071740" y="4640930"/>
              <a:ext cx="2493696" cy="250729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Coal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5E5C657-BB57-EB95-FEFD-1DB561BFF4D3}"/>
                </a:ext>
              </a:extLst>
            </p:cNvPr>
            <p:cNvSpPr/>
            <p:nvPr/>
          </p:nvSpPr>
          <p:spPr>
            <a:xfrm>
              <a:off x="17499277" y="4640932"/>
              <a:ext cx="1295852" cy="256710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Coal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080BA180-F6D3-BBA6-D43B-49FBCF2460B4}"/>
                </a:ext>
              </a:extLst>
            </p:cNvPr>
            <p:cNvSpPr/>
            <p:nvPr/>
          </p:nvSpPr>
          <p:spPr>
            <a:xfrm>
              <a:off x="7080376" y="4971342"/>
              <a:ext cx="8209166" cy="265838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Natural gas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7C4C8BAA-A80B-FBE3-7318-1C75096C4E97}"/>
                </a:ext>
              </a:extLst>
            </p:cNvPr>
            <p:cNvSpPr/>
            <p:nvPr/>
          </p:nvSpPr>
          <p:spPr>
            <a:xfrm>
              <a:off x="15071740" y="4971343"/>
              <a:ext cx="2493696" cy="259644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Nat. gas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2E62A08D-7A9C-B29D-0920-327A135395FC}"/>
                </a:ext>
              </a:extLst>
            </p:cNvPr>
            <p:cNvSpPr/>
            <p:nvPr/>
          </p:nvSpPr>
          <p:spPr>
            <a:xfrm>
              <a:off x="17499277" y="4971344"/>
              <a:ext cx="1295852" cy="516604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Nat. gas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92C6EB0-DCA4-2B5D-9B8D-82AB9DFD72A8}"/>
                </a:ext>
              </a:extLst>
            </p:cNvPr>
            <p:cNvSpPr/>
            <p:nvPr/>
          </p:nvSpPr>
          <p:spPr>
            <a:xfrm>
              <a:off x="4719321" y="5638713"/>
              <a:ext cx="14423396" cy="264980"/>
            </a:xfrm>
            <a:prstGeom prst="rect">
              <a:avLst/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Oil products*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08CDA750-E89D-50FD-0D69-20C24330D5FE}"/>
                </a:ext>
              </a:extLst>
            </p:cNvPr>
            <p:cNvSpPr/>
            <p:nvPr/>
          </p:nvSpPr>
          <p:spPr>
            <a:xfrm>
              <a:off x="4719321" y="5981163"/>
              <a:ext cx="14423396" cy="264980"/>
            </a:xfrm>
            <a:prstGeom prst="rect">
              <a:avLst/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Biomass*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6DE47458-C41C-B15A-4C46-91AF17887ED2}"/>
                </a:ext>
              </a:extLst>
            </p:cNvPr>
            <p:cNvSpPr/>
            <p:nvPr/>
          </p:nvSpPr>
          <p:spPr>
            <a:xfrm>
              <a:off x="4719321" y="6310112"/>
              <a:ext cx="14423396" cy="264980"/>
            </a:xfrm>
            <a:prstGeom prst="rect">
              <a:avLst/>
            </a:prstGeom>
            <a:solidFill>
              <a:srgbClr val="4472C4">
                <a:lumMod val="20000"/>
                <a:lumOff val="8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Kerosene*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4741D9CF-21FA-85F3-1D51-C58FDC761EC9}"/>
                </a:ext>
              </a:extLst>
            </p:cNvPr>
            <p:cNvSpPr/>
            <p:nvPr/>
          </p:nvSpPr>
          <p:spPr>
            <a:xfrm>
              <a:off x="7080376" y="5311943"/>
              <a:ext cx="8209166" cy="256710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Electricity</a:t>
              </a: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1B457892-4E54-4C37-159E-00A7AD324752}"/>
                </a:ext>
              </a:extLst>
            </p:cNvPr>
            <p:cNvSpPr/>
            <p:nvPr/>
          </p:nvSpPr>
          <p:spPr>
            <a:xfrm>
              <a:off x="15071740" y="5311943"/>
              <a:ext cx="2493696" cy="250729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Electricity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5FE1D225-F4B6-13DB-1564-0B0D873E3A9A}"/>
                </a:ext>
              </a:extLst>
            </p:cNvPr>
            <p:cNvSpPr/>
            <p:nvPr/>
          </p:nvSpPr>
          <p:spPr>
            <a:xfrm rot="16200000">
              <a:off x="10236572" y="8896597"/>
              <a:ext cx="2519642" cy="820918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Machinery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FEC890E4-3EA6-DDAD-E337-BC488AA7F535}"/>
                </a:ext>
              </a:extLst>
            </p:cNvPr>
            <p:cNvSpPr/>
            <p:nvPr/>
          </p:nvSpPr>
          <p:spPr>
            <a:xfrm rot="16200000">
              <a:off x="11033244" y="8896597"/>
              <a:ext cx="2519642" cy="820918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Cement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D842C4B-6E3A-17D5-4EB7-3B62C84C52BA}"/>
                </a:ext>
              </a:extLst>
            </p:cNvPr>
            <p:cNvSpPr/>
            <p:nvPr/>
          </p:nvSpPr>
          <p:spPr>
            <a:xfrm rot="16200000">
              <a:off x="11829915" y="8896597"/>
              <a:ext cx="2519642" cy="820918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Other manufacturing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C9F11DEC-B3EE-233B-45E6-B2847BFF9749}"/>
                </a:ext>
              </a:extLst>
            </p:cNvPr>
            <p:cNvSpPr/>
            <p:nvPr/>
          </p:nvSpPr>
          <p:spPr>
            <a:xfrm rot="16200000">
              <a:off x="12626586" y="8896597"/>
              <a:ext cx="2519642" cy="820918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Construction 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993AFE18-8332-4B36-CA4E-A28CD129DC96}"/>
                </a:ext>
              </a:extLst>
            </p:cNvPr>
            <p:cNvSpPr/>
            <p:nvPr/>
          </p:nvSpPr>
          <p:spPr>
            <a:xfrm rot="16200000">
              <a:off x="13423255" y="8896598"/>
              <a:ext cx="2519642" cy="820918"/>
            </a:xfrm>
            <a:prstGeom prst="rect">
              <a:avLst/>
            </a:prstGeom>
            <a:solidFill>
              <a:srgbClr val="A5A5A5"/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Fuel transformation and transportation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CE611664-5A86-FA31-3610-24AD759E0AC0}"/>
                </a:ext>
              </a:extLst>
            </p:cNvPr>
            <p:cNvSpPr/>
            <p:nvPr/>
          </p:nvSpPr>
          <p:spPr>
            <a:xfrm>
              <a:off x="17439494" y="2941031"/>
              <a:ext cx="1295852" cy="256710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Solar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30C1EDA4-BD76-A95E-D93C-993F9BA5B2F8}"/>
                </a:ext>
              </a:extLst>
            </p:cNvPr>
            <p:cNvSpPr/>
            <p:nvPr/>
          </p:nvSpPr>
          <p:spPr>
            <a:xfrm>
              <a:off x="17439492" y="2593751"/>
              <a:ext cx="1295852" cy="264981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Wind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6CED0400-E97E-3FB0-5390-8404E45DBA68}"/>
                </a:ext>
              </a:extLst>
            </p:cNvPr>
            <p:cNvSpPr txBox="1"/>
            <p:nvPr/>
          </p:nvSpPr>
          <p:spPr>
            <a:xfrm>
              <a:off x="1214590" y="1611754"/>
              <a:ext cx="3223681" cy="1153186"/>
            </a:xfrm>
            <a:prstGeom prst="rightArrow">
              <a:avLst>
                <a:gd name="adj1" fmla="val 100000"/>
                <a:gd name="adj2" fmla="val 0"/>
              </a:avLst>
            </a:prstGeom>
            <a:solidFill>
              <a:sysClr val="window" lastClr="FFFFFF">
                <a:lumMod val="50000"/>
              </a:sysClr>
            </a:solidFill>
          </p:spPr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R="0" lvl="0" indent="0" algn="ctr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0" i="0" u="none" strike="noStrike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</a:defRPr>
              </a:lvl1pPr>
            </a:lstStyle>
            <a:p>
              <a:pPr defTabSz="753923">
                <a:defRPr/>
              </a:pPr>
              <a:r>
                <a:rPr lang="en-US" sz="1800" kern="0" noProof="0">
                  <a:latin typeface="Arial" panose="020B0604020202020204" pitchFamily="34" charset="0"/>
                  <a:cs typeface="Arial" panose="020B0604020202020204" pitchFamily="34" charset="0"/>
                </a:rPr>
                <a:t>Non-fuel prices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89C84710-7094-8565-9C64-DB7CD373A2B4}"/>
                </a:ext>
              </a:extLst>
            </p:cNvPr>
            <p:cNvSpPr/>
            <p:nvPr/>
          </p:nvSpPr>
          <p:spPr>
            <a:xfrm>
              <a:off x="17439492" y="2264813"/>
              <a:ext cx="1295852" cy="264981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Nuclear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22683B2E-D4DE-19C6-E26F-7A777458436F}"/>
                </a:ext>
              </a:extLst>
            </p:cNvPr>
            <p:cNvSpPr/>
            <p:nvPr/>
          </p:nvSpPr>
          <p:spPr>
            <a:xfrm>
              <a:off x="17439492" y="1935864"/>
              <a:ext cx="1295852" cy="264981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Hydro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28A54365-672C-2419-AF97-733F3ED6F166}"/>
                </a:ext>
              </a:extLst>
            </p:cNvPr>
            <p:cNvSpPr/>
            <p:nvPr/>
          </p:nvSpPr>
          <p:spPr>
            <a:xfrm>
              <a:off x="17439492" y="1606927"/>
              <a:ext cx="1295852" cy="264981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Oth. Ren</a:t>
              </a: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CA9DFA5A-07B8-FB22-4D92-007FF3DF84C6}"/>
                </a:ext>
              </a:extLst>
            </p:cNvPr>
            <p:cNvSpPr/>
            <p:nvPr/>
          </p:nvSpPr>
          <p:spPr>
            <a:xfrm>
              <a:off x="4719323" y="3281315"/>
              <a:ext cx="2425404" cy="256710"/>
            </a:xfrm>
            <a:prstGeom prst="rect">
              <a:avLst/>
            </a:prstGeom>
            <a:solidFill>
              <a:srgbClr val="44546A">
                <a:lumMod val="60000"/>
                <a:lumOff val="40000"/>
              </a:srgb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Jet fuel</a:t>
              </a: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EB198E23-A3FC-F3BB-A323-6B5564B43AC8}"/>
                </a:ext>
              </a:extLst>
            </p:cNvPr>
            <p:cNvSpPr/>
            <p:nvPr/>
          </p:nvSpPr>
          <p:spPr>
            <a:xfrm rot="16200000">
              <a:off x="14996315" y="8895886"/>
              <a:ext cx="2520119" cy="82092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Services (public &amp; private)</a:t>
              </a: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EECEEF96-087A-AD12-C71D-AC1E6BE02B5F}"/>
                </a:ext>
              </a:extLst>
            </p:cNvPr>
            <p:cNvSpPr/>
            <p:nvPr/>
          </p:nvSpPr>
          <p:spPr>
            <a:xfrm rot="16200000">
              <a:off x="15790755" y="8895884"/>
              <a:ext cx="2520119" cy="82092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chemeClr val="bg1">
                  <a:lumMod val="1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753923">
                <a:defRPr/>
              </a:pPr>
              <a:r>
                <a:rPr lang="en-US" kern="0" noProof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Food &amp; Forestry</a:t>
              </a:r>
            </a:p>
          </p:txBody>
        </p:sp>
      </p:grp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009255E2-4437-D10A-2664-B7AB79668784}"/>
              </a:ext>
            </a:extLst>
          </p:cNvPr>
          <p:cNvSpPr txBox="1">
            <a:spLocks/>
          </p:cNvSpPr>
          <p:nvPr/>
        </p:nvSpPr>
        <p:spPr>
          <a:xfrm>
            <a:off x="15581313" y="10497761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97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77BBB6-B31F-4C1A-BBC8-5103E1961508}" type="slidenum">
              <a:rPr lang="en-US" sz="1800" noProof="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24</a:t>
            </a:fld>
            <a:endParaRPr lang="en-US" sz="1800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FE616-386B-07D2-E9E2-5BBB1AA2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27" y="389093"/>
            <a:ext cx="10455163" cy="1059237"/>
          </a:xfrm>
        </p:spPr>
        <p:txBody>
          <a:bodyPr/>
          <a:lstStyle/>
          <a:p>
            <a:r>
              <a:rPr lang="en-US"/>
              <a:t>Energy Sectors and Price Coverage</a:t>
            </a:r>
          </a:p>
        </p:txBody>
      </p:sp>
    </p:spTree>
    <p:extLst>
      <p:ext uri="{BB962C8B-B14F-4D97-AF65-F5344CB8AC3E}">
        <p14:creationId xmlns:p14="http://schemas.microsoft.com/office/powerpoint/2010/main" val="1861834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9CD2FE-3AD1-47CE-9647-BABEFAAA6413}"/>
              </a:ext>
            </a:extLst>
          </p:cNvPr>
          <p:cNvSpPr/>
          <p:nvPr/>
        </p:nvSpPr>
        <p:spPr>
          <a:xfrm>
            <a:off x="-24653" y="397"/>
            <a:ext cx="255821" cy="11313826"/>
          </a:xfrm>
          <a:prstGeom prst="rect">
            <a:avLst/>
          </a:prstGeom>
          <a:solidFill>
            <a:srgbClr val="144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58" noProof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98B3D2-7838-C378-FE2F-84AF64A96AAF}"/>
              </a:ext>
            </a:extLst>
          </p:cNvPr>
          <p:cNvSpPr txBox="1"/>
          <p:nvPr/>
        </p:nvSpPr>
        <p:spPr>
          <a:xfrm>
            <a:off x="3480439" y="4707739"/>
            <a:ext cx="19626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noProof="0">
                <a:solidFill>
                  <a:prstClr val="black"/>
                </a:solidFill>
                <a:latin typeface="Arial Nova Light" panose="020B0304020202020204" pitchFamily="34" charset="0"/>
              </a:rPr>
              <a:t>Previous year’s demand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08F325-3C61-8E4C-5DD8-887E02E82472}"/>
              </a:ext>
            </a:extLst>
          </p:cNvPr>
          <p:cNvSpPr txBox="1"/>
          <p:nvPr/>
        </p:nvSpPr>
        <p:spPr>
          <a:xfrm>
            <a:off x="535216" y="4676044"/>
            <a:ext cx="2567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noProof="0">
                <a:solidFill>
                  <a:prstClr val="black"/>
                </a:solidFill>
                <a:latin typeface="Arial Nova Light" panose="020B0304020202020204" pitchFamily="34" charset="0"/>
              </a:rPr>
              <a:t>Sectoral demand for energy </a:t>
            </a:r>
            <a:r>
              <a:rPr lang="en-US" sz="2400" i="1" noProof="0">
                <a:solidFill>
                  <a:prstClr val="black"/>
                </a:solidFill>
                <a:latin typeface="Arial Nova Light" panose="020B0304020202020204" pitchFamily="34" charset="0"/>
              </a:rPr>
              <a:t>E </a:t>
            </a:r>
            <a:r>
              <a:rPr lang="en-US" sz="2400" noProof="0">
                <a:solidFill>
                  <a:prstClr val="black"/>
                </a:solidFill>
                <a:latin typeface="Arial Nova Light" panose="020B0304020202020204" pitchFamily="34" charset="0"/>
              </a:rPr>
              <a:t>for year </a:t>
            </a:r>
            <a:r>
              <a:rPr lang="en-US" sz="2400" i="1" noProof="0">
                <a:solidFill>
                  <a:prstClr val="black"/>
                </a:solidFill>
                <a:latin typeface="Arial Nova Light" panose="020B0304020202020204" pitchFamily="34" charset="0"/>
              </a:rPr>
              <a:t>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9CC9F9-C843-6DAE-9D86-621EEB0B6E9D}"/>
              </a:ext>
            </a:extLst>
          </p:cNvPr>
          <p:cNvSpPr txBox="1"/>
          <p:nvPr/>
        </p:nvSpPr>
        <p:spPr>
          <a:xfrm>
            <a:off x="11803927" y="4625673"/>
            <a:ext cx="45354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b="1" u="sng" noProof="0">
                <a:solidFill>
                  <a:prstClr val="black"/>
                </a:solidFill>
                <a:latin typeface="Arial Nova Light" panose="020B0304020202020204" pitchFamily="34" charset="0"/>
              </a:rPr>
              <a:t>Price effect</a:t>
            </a:r>
            <a:br>
              <a:rPr lang="en-US" sz="2400" u="sng" noProof="0">
                <a:solidFill>
                  <a:prstClr val="black"/>
                </a:solidFill>
                <a:latin typeface="Arial Nova Light" panose="020B0304020202020204" pitchFamily="34" charset="0"/>
              </a:rPr>
            </a:br>
            <a:r>
              <a:rPr lang="en-US" sz="2400" noProof="0">
                <a:solidFill>
                  <a:prstClr val="black"/>
                </a:solidFill>
                <a:latin typeface="Arial Nova Light" panose="020B0304020202020204" pitchFamily="34" charset="0"/>
              </a:rPr>
              <a:t>own price elasticity, endogenous efficiency, and rebound (increased efficiency increases energy demand)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7D4C67-321A-4B41-168B-4E59B1F90533}"/>
              </a:ext>
            </a:extLst>
          </p:cNvPr>
          <p:cNvSpPr txBox="1"/>
          <p:nvPr/>
        </p:nvSpPr>
        <p:spPr>
          <a:xfrm>
            <a:off x="2880318" y="4791773"/>
            <a:ext cx="9303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5400" noProof="0">
                <a:solidFill>
                  <a:prstClr val="black"/>
                </a:solidFill>
                <a:latin typeface="Arial Nova Light" panose="020B03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602B83-0B7C-E3B1-E0CA-656C4F6C554A}"/>
              </a:ext>
            </a:extLst>
          </p:cNvPr>
          <p:cNvSpPr txBox="1"/>
          <p:nvPr/>
        </p:nvSpPr>
        <p:spPr>
          <a:xfrm>
            <a:off x="4771209" y="5045377"/>
            <a:ext cx="902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noProof="0">
                <a:solidFill>
                  <a:prstClr val="black"/>
                </a:solidFill>
                <a:latin typeface="Arial Nova Light" panose="020B0304020202020204" pitchFamily="34" charset="0"/>
              </a:rPr>
              <a:t>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C07979-641A-2258-0D31-C6D010BFA1C4}"/>
              </a:ext>
            </a:extLst>
          </p:cNvPr>
          <p:cNvSpPr txBox="1"/>
          <p:nvPr/>
        </p:nvSpPr>
        <p:spPr>
          <a:xfrm>
            <a:off x="11024357" y="5057510"/>
            <a:ext cx="930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noProof="0">
                <a:solidFill>
                  <a:prstClr val="black"/>
                </a:solidFill>
                <a:latin typeface="Arial Nova Light" panose="020B0304020202020204" pitchFamily="34" charset="0"/>
              </a:rPr>
              <a:t>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8BC814-98F9-64C4-B024-E07C035E6CDA}"/>
              </a:ext>
            </a:extLst>
          </p:cNvPr>
          <p:cNvSpPr txBox="1"/>
          <p:nvPr/>
        </p:nvSpPr>
        <p:spPr>
          <a:xfrm>
            <a:off x="7986845" y="4896848"/>
            <a:ext cx="33313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b="1" u="sng" noProof="0">
                <a:solidFill>
                  <a:prstClr val="black"/>
                </a:solidFill>
                <a:latin typeface="Arial Nova Light" panose="020B0304020202020204" pitchFamily="34" charset="0"/>
              </a:rPr>
              <a:t>Exogenous technical change effect</a:t>
            </a:r>
            <a:r>
              <a:rPr lang="en-US" sz="2400" b="1" noProof="0">
                <a:solidFill>
                  <a:prstClr val="black"/>
                </a:solidFill>
                <a:latin typeface="Arial Nova Light" panose="020B0304020202020204" pitchFamily="34" charset="0"/>
              </a:rPr>
              <a:t> </a:t>
            </a:r>
            <a:br>
              <a:rPr lang="en-US" sz="2400" noProof="0">
                <a:solidFill>
                  <a:prstClr val="black"/>
                </a:solidFill>
                <a:latin typeface="Arial Nova Light" panose="020B0304020202020204" pitchFamily="34" charset="0"/>
              </a:rPr>
            </a:br>
            <a:r>
              <a:rPr lang="en-US" sz="2400" noProof="0">
                <a:solidFill>
                  <a:prstClr val="black"/>
                </a:solidFill>
                <a:latin typeface="Arial Nova Light" panose="020B0304020202020204" pitchFamily="34" charset="0"/>
              </a:rPr>
              <a:t>(less rebound)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8A22A2-4B13-3410-7D04-287E18BAE711}"/>
              </a:ext>
            </a:extLst>
          </p:cNvPr>
          <p:cNvSpPr txBox="1"/>
          <p:nvPr/>
        </p:nvSpPr>
        <p:spPr>
          <a:xfrm>
            <a:off x="7445416" y="5035592"/>
            <a:ext cx="805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noProof="0">
                <a:solidFill>
                  <a:prstClr val="black"/>
                </a:solidFill>
                <a:latin typeface="Arial Nova Light" panose="020B0304020202020204" pitchFamily="34" charset="0"/>
              </a:rPr>
              <a:t>x</a:t>
            </a:r>
          </a:p>
        </p:txBody>
      </p:sp>
      <p:sp>
        <p:nvSpPr>
          <p:cNvPr id="35" name="Left Bracket 34">
            <a:extLst>
              <a:ext uri="{FF2B5EF4-FFF2-40B4-BE49-F238E27FC236}">
                <a16:creationId xmlns:a16="http://schemas.microsoft.com/office/drawing/2014/main" id="{41B65D70-A574-0228-C2FC-F59AD85F6ED9}"/>
              </a:ext>
            </a:extLst>
          </p:cNvPr>
          <p:cNvSpPr/>
          <p:nvPr/>
        </p:nvSpPr>
        <p:spPr>
          <a:xfrm rot="16200000">
            <a:off x="14191071" y="1929461"/>
            <a:ext cx="180983" cy="4398257"/>
          </a:xfrm>
          <a:prstGeom prst="leftBracket">
            <a:avLst>
              <a:gd name="adj" fmla="val 13961"/>
            </a:avLst>
          </a:prstGeom>
          <a:noFill/>
          <a:ln w="31750" cap="rnd" cmpd="sng" algn="ctr">
            <a:solidFill>
              <a:srgbClr val="C42F1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 Light" panose="020B03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89092-7C38-D6C8-2B06-93AE81EDE652}"/>
              </a:ext>
            </a:extLst>
          </p:cNvPr>
          <p:cNvSpPr/>
          <p:nvPr/>
        </p:nvSpPr>
        <p:spPr>
          <a:xfrm>
            <a:off x="3601765" y="4537666"/>
            <a:ext cx="15391462" cy="2107597"/>
          </a:xfrm>
          <a:prstGeom prst="rect">
            <a:avLst/>
          </a:prstGeom>
          <a:noFill/>
          <a:ln w="63500" cap="rnd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 Light" panose="020B03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E51CBDD-636C-9CCA-E512-D6767409C56C}"/>
                  </a:ext>
                </a:extLst>
              </p:cNvPr>
              <p:cNvSpPr/>
              <p:nvPr/>
            </p:nvSpPr>
            <p:spPr>
              <a:xfrm>
                <a:off x="537044" y="1891034"/>
                <a:ext cx="18230927" cy="18963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8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4800" i="1" noProof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4800" noProof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8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8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8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sz="48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800" i="1" noProof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4800" i="1" noProof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4800" i="1" noProof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800" b="0" i="1" noProof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4800" i="1" noProof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4800" i="1" noProof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800" b="0" i="1" noProof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sz="4800" i="1" noProof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4800" noProof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sz="480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sz="48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sup>
                      </m:sSup>
                      <m:r>
                        <a:rPr lang="en-US" sz="4800" i="1" noProof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4800" noProof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sz="4800" noProof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48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800" i="1" noProof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4800" i="1" noProof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4800" noProof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d>
                                    <m:dPr>
                                      <m:ctrlPr>
                                        <a:rPr lang="en-US" sz="4800" i="1" noProof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4800" noProof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4800" i="1" noProof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48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480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sz="4800" i="1" noProof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</m:sup>
                      </m:sSup>
                      <m:r>
                        <a:rPr lang="en-US" sz="4800" noProof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48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800" i="1" noProof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4800" i="1" noProof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4800" i="1" noProof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800" i="1" noProof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4800" i="1" noProof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4800" i="1" noProof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800" i="1" noProof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4800" i="1" noProof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4800" noProof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sz="480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sz="48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sz="48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480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sz="4800" i="1" noProof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80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480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sz="4800" b="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80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 noProof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sz="4800" i="1" noProof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4000" noProof="0">
                  <a:solidFill>
                    <a:prstClr val="black"/>
                  </a:solidFill>
                  <a:latin typeface="Arial Nova Light" panose="020B0304020202020204" pitchFamily="34" charset="0"/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E51CBDD-636C-9CCA-E512-D6767409C5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44" y="1891034"/>
                <a:ext cx="18230927" cy="18963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40B6A74A-01C7-95BE-6FC0-42012C3A5852}"/>
              </a:ext>
            </a:extLst>
          </p:cNvPr>
          <p:cNvSpPr txBox="1"/>
          <p:nvPr/>
        </p:nvSpPr>
        <p:spPr>
          <a:xfrm>
            <a:off x="5283841" y="5022605"/>
            <a:ext cx="2353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400" b="1" u="sng" noProof="0">
                <a:solidFill>
                  <a:prstClr val="black"/>
                </a:solidFill>
                <a:latin typeface="Arial Nova Light" panose="020B0304020202020204" pitchFamily="34" charset="0"/>
              </a:rPr>
              <a:t>Growth effect</a:t>
            </a:r>
            <a:endParaRPr lang="en-US" sz="2400" b="1" noProof="0">
              <a:solidFill>
                <a:prstClr val="black"/>
              </a:solidFill>
              <a:latin typeface="Arial Nova Light" panose="020B03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3D23D2-660D-BB27-875B-E1EBF1E4B5D6}"/>
              </a:ext>
            </a:extLst>
          </p:cNvPr>
          <p:cNvSpPr txBox="1"/>
          <p:nvPr/>
        </p:nvSpPr>
        <p:spPr>
          <a:xfrm>
            <a:off x="2678058" y="6887475"/>
            <a:ext cx="14747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3" indent="-169863"/>
            <a:r>
              <a:rPr lang="en-US" sz="3200" noProof="0">
                <a:latin typeface="Arial Nova Light" panose="020B0304020202020204" pitchFamily="34" charset="0"/>
              </a:rPr>
              <a:t>= exogenous energy efficiency improvements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604A1-FD4E-EA36-11A1-E259B9FF616A}"/>
              </a:ext>
            </a:extLst>
          </p:cNvPr>
          <p:cNvSpPr txBox="1"/>
          <p:nvPr/>
        </p:nvSpPr>
        <p:spPr>
          <a:xfrm>
            <a:off x="2678058" y="7458447"/>
            <a:ext cx="14748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3" indent="-169863"/>
            <a:r>
              <a:rPr lang="en-US" sz="3200" noProof="0">
                <a:latin typeface="Arial Nova Light" panose="020B0304020202020204" pitchFamily="34" charset="0"/>
              </a:rPr>
              <a:t>= constant </a:t>
            </a:r>
            <a:r>
              <a:rPr lang="en-US" sz="3200" u="sng" noProof="0">
                <a:latin typeface="Arial Nova Light" panose="020B0304020202020204" pitchFamily="34" charset="0"/>
              </a:rPr>
              <a:t>income</a:t>
            </a:r>
            <a:r>
              <a:rPr lang="en-US" sz="3200" noProof="0">
                <a:latin typeface="Arial Nova Light" panose="020B0304020202020204" pitchFamily="34" charset="0"/>
              </a:rPr>
              <a:t> elasticity of demand for energy-using product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DC6219A-542B-1359-F00B-E242149F7D0F}"/>
                  </a:ext>
                </a:extLst>
              </p:cNvPr>
              <p:cNvSpPr/>
              <p:nvPr/>
            </p:nvSpPr>
            <p:spPr>
              <a:xfrm>
                <a:off x="1895171" y="7363197"/>
                <a:ext cx="65376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32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sz="3200" noProof="0">
                  <a:latin typeface="Arial Nova Light" panose="020B0304020202020204" pitchFamily="34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DC6219A-542B-1359-F00B-E242149F7D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171" y="7363197"/>
                <a:ext cx="65376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56B6496E-9EBF-7413-AF16-C208E37FD95F}"/>
              </a:ext>
            </a:extLst>
          </p:cNvPr>
          <p:cNvSpPr/>
          <p:nvPr/>
        </p:nvSpPr>
        <p:spPr>
          <a:xfrm>
            <a:off x="2001284" y="6874313"/>
            <a:ext cx="6496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noProof="0">
                <a:latin typeface="Arial Nova Light" panose="020B0304020202020204" pitchFamily="34" charset="0"/>
                <a:sym typeface="Symbol" panose="05050102010706020507" pitchFamily="18" charset="2"/>
              </a:rPr>
              <a:t></a:t>
            </a:r>
            <a:endParaRPr lang="en-US" sz="3200" noProof="0">
              <a:latin typeface="Arial Nova Light" panose="020B03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DD5E32-4CE7-CE71-FE3B-0B9CC0AFDF38}"/>
              </a:ext>
            </a:extLst>
          </p:cNvPr>
          <p:cNvSpPr txBox="1"/>
          <p:nvPr/>
        </p:nvSpPr>
        <p:spPr>
          <a:xfrm>
            <a:off x="2701340" y="8011445"/>
            <a:ext cx="16742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3" indent="-169863"/>
            <a:r>
              <a:rPr lang="en-US" sz="3200" noProof="0">
                <a:latin typeface="Arial Nova Light" panose="020B0304020202020204" pitchFamily="34" charset="0"/>
              </a:rPr>
              <a:t>= constant price elasticity of </a:t>
            </a:r>
            <a:r>
              <a:rPr lang="en-US" sz="3200" u="sng" noProof="0">
                <a:latin typeface="Arial Nova Light" panose="020B0304020202020204" pitchFamily="34" charset="0"/>
              </a:rPr>
              <a:t>demand for energy-consuming products</a:t>
            </a:r>
            <a:r>
              <a:rPr lang="en-US" sz="3200" noProof="0">
                <a:latin typeface="Arial Nova Light" panose="020B0304020202020204" pitchFamily="34" charset="0"/>
              </a:rPr>
              <a:t> </a:t>
            </a:r>
            <a:r>
              <a:rPr lang="en-US" sz="3200" noProof="0" err="1">
                <a:latin typeface="Arial Nova Light" panose="020B0304020202020204" pitchFamily="34" charset="0"/>
              </a:rPr>
              <a:t>wrt</a:t>
            </a:r>
            <a:r>
              <a:rPr lang="en-US" sz="3200" noProof="0">
                <a:latin typeface="Arial Nova Light" panose="020B0304020202020204" pitchFamily="34" charset="0"/>
              </a:rPr>
              <a:t>. unit energy costs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8022C3-3020-9235-F8FD-7F5976F9E0C6}"/>
              </a:ext>
            </a:extLst>
          </p:cNvPr>
          <p:cNvSpPr txBox="1"/>
          <p:nvPr/>
        </p:nvSpPr>
        <p:spPr>
          <a:xfrm>
            <a:off x="2729748" y="8657438"/>
            <a:ext cx="1531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indent="-225425"/>
            <a:r>
              <a:rPr lang="en-US" sz="3200" noProof="0">
                <a:latin typeface="Arial Nova Light" panose="020B0304020202020204" pitchFamily="34" charset="0"/>
              </a:rPr>
              <a:t>= elasticity of </a:t>
            </a:r>
            <a:r>
              <a:rPr lang="en-US" sz="3200" u="sng" noProof="0">
                <a:latin typeface="Arial Nova Light" panose="020B0304020202020204" pitchFamily="34" charset="0"/>
              </a:rPr>
              <a:t>consumption rate</a:t>
            </a:r>
            <a:r>
              <a:rPr lang="en-US" sz="3200" noProof="0">
                <a:latin typeface="Arial Nova Light" panose="020B0304020202020204" pitchFamily="34" charset="0"/>
              </a:rPr>
              <a:t> (inverse of energy efficiency)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C496C6F-8ACD-9441-0311-16CD4224D149}"/>
                  </a:ext>
                </a:extLst>
              </p:cNvPr>
              <p:cNvSpPr/>
              <p:nvPr/>
            </p:nvSpPr>
            <p:spPr>
              <a:xfrm>
                <a:off x="1937454" y="7844050"/>
                <a:ext cx="68768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3200" i="1" noProof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</m:oMath>
                  </m:oMathPara>
                </a14:m>
                <a:endParaRPr lang="en-US" sz="3200" noProof="0">
                  <a:latin typeface="Arial Nova Light" panose="020B0304020202020204" pitchFamily="34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C496C6F-8ACD-9441-0311-16CD4224D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454" y="7844050"/>
                <a:ext cx="68768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67E39A9-AFD8-3253-603B-55FF162566CD}"/>
                  </a:ext>
                </a:extLst>
              </p:cNvPr>
              <p:cNvSpPr/>
              <p:nvPr/>
            </p:nvSpPr>
            <p:spPr>
              <a:xfrm>
                <a:off x="1876121" y="8580848"/>
                <a:ext cx="69769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3200" b="0" i="1" noProof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sz="2800" noProof="0">
                  <a:latin typeface="Arial Nova Light" panose="020B0304020202020204" pitchFamily="34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67E39A9-AFD8-3253-603B-55FF162566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121" y="8580848"/>
                <a:ext cx="697692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0D81839-EB4A-CBD2-42A4-DC0BA32248C8}"/>
              </a:ext>
            </a:extLst>
          </p:cNvPr>
          <p:cNvSpPr txBox="1"/>
          <p:nvPr/>
        </p:nvSpPr>
        <p:spPr>
          <a:xfrm>
            <a:off x="610918" y="10180196"/>
            <a:ext cx="5769879" cy="375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>
                <a:latin typeface="Arial Nova Light" panose="020B0304020202020204" pitchFamily="34" charset="0"/>
              </a:rPr>
              <a:t>For more details, please refer to the </a:t>
            </a:r>
            <a:r>
              <a:rPr lang="en-US" noProof="0">
                <a:latin typeface="Arial Nova Light" panose="020B0304020202020204" pitchFamily="34" charset="0"/>
                <a:hlinkClick r:id="rId7"/>
              </a:rPr>
              <a:t>CPAT documentation</a:t>
            </a:r>
            <a:endParaRPr lang="en-US" noProof="0">
              <a:latin typeface="Arial Nova Light" panose="020B0304020202020204" pitchFamily="34" charset="0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A3A233AB-5E5F-A4EA-489A-734634D4F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27" y="389093"/>
            <a:ext cx="11695027" cy="869065"/>
          </a:xfrm>
        </p:spPr>
        <p:txBody>
          <a:bodyPr/>
          <a:lstStyle/>
          <a:p>
            <a:r>
              <a:rPr lang="en-US"/>
              <a:t>Mitigation Module: Main Fuel Use Equation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281DEA3-6375-5084-C39E-EBA957EA110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5581313" y="10482263"/>
            <a:ext cx="4522787" cy="601662"/>
          </a:xfrm>
        </p:spPr>
        <p:txBody>
          <a:bodyPr/>
          <a:lstStyle/>
          <a:p>
            <a:fld id="{7D77BBB6-B31F-4C1A-BBC8-5103E1961508}" type="slidenum">
              <a:rPr lang="en-US" noProof="0" smtClean="0">
                <a:latin typeface="Arial Nova Light" panose="020B0304020202020204" pitchFamily="34" charset="0"/>
              </a:rPr>
              <a:t>25</a:t>
            </a:fld>
            <a:endParaRPr lang="en-US" noProof="0">
              <a:latin typeface="Arial Nova Light" panose="020B0304020202020204" pitchFamily="34" charset="0"/>
            </a:endParaRPr>
          </a:p>
        </p:txBody>
      </p:sp>
      <p:sp>
        <p:nvSpPr>
          <p:cNvPr id="12" name="Left Bracket 11">
            <a:extLst>
              <a:ext uri="{FF2B5EF4-FFF2-40B4-BE49-F238E27FC236}">
                <a16:creationId xmlns:a16="http://schemas.microsoft.com/office/drawing/2014/main" id="{5CD58946-9D48-ED4D-3443-F31C8A788B57}"/>
              </a:ext>
            </a:extLst>
          </p:cNvPr>
          <p:cNvSpPr/>
          <p:nvPr/>
        </p:nvSpPr>
        <p:spPr>
          <a:xfrm rot="16200000">
            <a:off x="6395912" y="2977844"/>
            <a:ext cx="129166" cy="2353307"/>
          </a:xfrm>
          <a:prstGeom prst="leftBracket">
            <a:avLst>
              <a:gd name="adj" fmla="val 13961"/>
            </a:avLst>
          </a:prstGeom>
          <a:noFill/>
          <a:ln w="31750" cap="rnd" cmpd="sng" algn="ctr">
            <a:solidFill>
              <a:srgbClr val="C42F1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 Light" panose="020B0304020202020204" pitchFamily="34" charset="0"/>
            </a:endParaRPr>
          </a:p>
        </p:txBody>
      </p:sp>
      <p:sp>
        <p:nvSpPr>
          <p:cNvPr id="13" name="Left Bracket 12">
            <a:extLst>
              <a:ext uri="{FF2B5EF4-FFF2-40B4-BE49-F238E27FC236}">
                <a16:creationId xmlns:a16="http://schemas.microsoft.com/office/drawing/2014/main" id="{2B745A64-4AA0-CDBA-97B9-9819898CFA66}"/>
              </a:ext>
            </a:extLst>
          </p:cNvPr>
          <p:cNvSpPr/>
          <p:nvPr/>
        </p:nvSpPr>
        <p:spPr>
          <a:xfrm rot="16200000" flipH="1">
            <a:off x="15508478" y="481769"/>
            <a:ext cx="148525" cy="3022211"/>
          </a:xfrm>
          <a:prstGeom prst="leftBracket">
            <a:avLst>
              <a:gd name="adj" fmla="val 13961"/>
            </a:avLst>
          </a:prstGeom>
          <a:noFill/>
          <a:ln w="31750" cap="rnd" cmpd="sng" algn="ctr">
            <a:solidFill>
              <a:srgbClr val="C42F1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 Light" panose="020B0304020202020204" pitchFamily="34" charset="0"/>
            </a:endParaRPr>
          </a:p>
        </p:txBody>
      </p: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6824292E-ABF6-A373-A7A5-96EE5D98B476}"/>
              </a:ext>
            </a:extLst>
          </p:cNvPr>
          <p:cNvSpPr/>
          <p:nvPr/>
        </p:nvSpPr>
        <p:spPr>
          <a:xfrm rot="16200000">
            <a:off x="9456613" y="3053905"/>
            <a:ext cx="129166" cy="2353307"/>
          </a:xfrm>
          <a:prstGeom prst="leftBracket">
            <a:avLst>
              <a:gd name="adj" fmla="val 13961"/>
            </a:avLst>
          </a:prstGeom>
          <a:noFill/>
          <a:ln w="31750" cap="rnd" cmpd="sng" algn="ctr">
            <a:solidFill>
              <a:srgbClr val="C42F1A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917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537E4-44A0-779D-F87D-5BB8F9A32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28" y="546099"/>
            <a:ext cx="18860994" cy="764811"/>
          </a:xfrm>
        </p:spPr>
        <p:txBody>
          <a:bodyPr/>
          <a:lstStyle/>
          <a:p>
            <a:r>
              <a:rPr lang="en-US" dirty="0"/>
              <a:t>GDP and Price Elasticities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D6FA2E-AAC1-9E6E-5EE0-CB8E8EF71C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2480" y="2657930"/>
            <a:ext cx="10232036" cy="7340509"/>
          </a:xfrm>
        </p:spPr>
        <p:txBody>
          <a:bodyPr/>
          <a:lstStyle/>
          <a:p>
            <a:r>
              <a:rPr lang="en-US" sz="4000" dirty="0">
                <a:latin typeface="Arial Nova Light" panose="020B0304020202020204" pitchFamily="34" charset="0"/>
              </a:rPr>
              <a:t>We project energy forward using </a:t>
            </a:r>
            <a:r>
              <a:rPr lang="en-US" sz="4000" b="1" dirty="0">
                <a:latin typeface="Arial Nova Light" panose="020B0304020202020204" pitchFamily="34" charset="0"/>
              </a:rPr>
              <a:t>population growth </a:t>
            </a:r>
            <a:r>
              <a:rPr lang="en-US" sz="4000" dirty="0">
                <a:latin typeface="Arial Nova Light" panose="020B0304020202020204" pitchFamily="34" charset="0"/>
              </a:rPr>
              <a:t>and </a:t>
            </a:r>
            <a:r>
              <a:rPr lang="en-US" sz="4000" b="1" dirty="0">
                <a:latin typeface="Arial Nova Light" panose="020B0304020202020204" pitchFamily="34" charset="0"/>
              </a:rPr>
              <a:t>per-capita GDP growth</a:t>
            </a:r>
            <a:r>
              <a:rPr lang="en-US" sz="4000" dirty="0">
                <a:latin typeface="Arial Nova Light" panose="020B0304020202020204" pitchFamily="34" charset="0"/>
              </a:rPr>
              <a:t> and </a:t>
            </a:r>
            <a:r>
              <a:rPr lang="en-US" sz="4000" b="1" dirty="0">
                <a:latin typeface="Arial Nova Light" panose="020B0304020202020204" pitchFamily="34" charset="0"/>
              </a:rPr>
              <a:t>GDP elasticities of energy use</a:t>
            </a:r>
          </a:p>
          <a:p>
            <a:endParaRPr lang="en-US" sz="4000" dirty="0">
              <a:latin typeface="Arial Nova Light" panose="020B0304020202020204" pitchFamily="34" charset="0"/>
            </a:endParaRPr>
          </a:p>
          <a:p>
            <a:r>
              <a:rPr lang="en-US" sz="4000" dirty="0">
                <a:latin typeface="Arial Nova Light" panose="020B0304020202020204" pitchFamily="34" charset="0"/>
              </a:rPr>
              <a:t>GDP elasticities are somewhat </a:t>
            </a:r>
            <a:r>
              <a:rPr lang="en-US" sz="4000" b="1" dirty="0">
                <a:latin typeface="Arial Nova Light" panose="020B0304020202020204" pitchFamily="34" charset="0"/>
              </a:rPr>
              <a:t>dependent on GDP level, so country specific in that sense</a:t>
            </a:r>
          </a:p>
          <a:p>
            <a:endParaRPr lang="en-US" sz="4000" dirty="0">
              <a:latin typeface="Arial Nova Light" panose="020B0304020202020204" pitchFamily="34" charset="0"/>
            </a:endParaRPr>
          </a:p>
          <a:p>
            <a:r>
              <a:rPr lang="en-US" sz="4000" dirty="0">
                <a:latin typeface="Arial Nova Light" panose="020B0304020202020204" pitchFamily="34" charset="0"/>
              </a:rPr>
              <a:t>We project the impact of prices (including policies) on energy consumption based on specific </a:t>
            </a:r>
            <a:r>
              <a:rPr lang="en-US" sz="4000" b="1" dirty="0">
                <a:latin typeface="Arial Nova Light" panose="020B0304020202020204" pitchFamily="34" charset="0"/>
              </a:rPr>
              <a:t>price elasticities of energy use</a:t>
            </a:r>
          </a:p>
          <a:p>
            <a:endParaRPr lang="en-US" sz="4000" b="1" dirty="0">
              <a:latin typeface="Arial Nova Light" panose="020B0304020202020204" pitchFamily="34" charset="0"/>
            </a:endParaRPr>
          </a:p>
          <a:p>
            <a:r>
              <a:rPr lang="en-US" sz="4000" b="1" dirty="0">
                <a:latin typeface="Arial Nova Light" panose="020B0304020202020204" pitchFamily="34" charset="0"/>
              </a:rPr>
              <a:t>Elasticities can also be modified manually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3E5ACD-6F3C-EE0F-FB46-2C121F8E05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01" t="36123" b="5815"/>
          <a:stretch>
            <a:fillRect/>
          </a:stretch>
        </p:blipFill>
        <p:spPr>
          <a:xfrm>
            <a:off x="12181424" y="3390900"/>
            <a:ext cx="6868576" cy="606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181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9CD2FE-3AD1-47CE-9647-BABEFAAA6413}"/>
              </a:ext>
            </a:extLst>
          </p:cNvPr>
          <p:cNvSpPr/>
          <p:nvPr/>
        </p:nvSpPr>
        <p:spPr>
          <a:xfrm>
            <a:off x="-23945" y="794"/>
            <a:ext cx="255803" cy="11313032"/>
          </a:xfrm>
          <a:prstGeom prst="rect">
            <a:avLst/>
          </a:prstGeom>
          <a:solidFill>
            <a:srgbClr val="144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35"/>
            <a:endParaRPr lang="en-US" sz="3958" noProof="0">
              <a:solidFill>
                <a:srgbClr val="FBFCFF"/>
              </a:solidFill>
              <a:latin typeface="Calibr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6E8D2B-DA52-4A05-32D7-994C5417C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Sector Model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CE639B-E28D-78B7-4D2E-6FD3BAD773C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5581313" y="10482263"/>
            <a:ext cx="4522787" cy="601662"/>
          </a:xfrm>
        </p:spPr>
        <p:txBody>
          <a:bodyPr/>
          <a:lstStyle/>
          <a:p>
            <a:pPr defTabSz="914135"/>
            <a:fld id="{7D77BBB6-B31F-4C1A-BBC8-5103E1961508}" type="slidenum">
              <a:rPr lang="en-US" noProof="0">
                <a:solidFill>
                  <a:srgbClr val="494949">
                    <a:lumMod val="50000"/>
                  </a:srgbClr>
                </a:solidFill>
                <a:latin typeface="Calibri"/>
              </a:rPr>
              <a:pPr defTabSz="914135"/>
              <a:t>27</a:t>
            </a:fld>
            <a:endParaRPr lang="en-US" noProof="0">
              <a:solidFill>
                <a:srgbClr val="494949">
                  <a:lumMod val="50000"/>
                </a:srgbClr>
              </a:solidFill>
              <a:latin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543941F-B7CF-50B1-E22D-8665C5F1C203}"/>
              </a:ext>
            </a:extLst>
          </p:cNvPr>
          <p:cNvGrpSpPr/>
          <p:nvPr/>
        </p:nvGrpSpPr>
        <p:grpSpPr>
          <a:xfrm>
            <a:off x="1087024" y="2727406"/>
            <a:ext cx="17795779" cy="7743726"/>
            <a:chOff x="1087024" y="2727406"/>
            <a:chExt cx="17795779" cy="774372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48F4321-BE01-C70A-B73C-0C4CDB7640D0}"/>
                </a:ext>
              </a:extLst>
            </p:cNvPr>
            <p:cNvSpPr txBox="1"/>
            <p:nvPr/>
          </p:nvSpPr>
          <p:spPr>
            <a:xfrm>
              <a:off x="1325484" y="4194056"/>
              <a:ext cx="5184017" cy="1533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507776"/>
              <a:r>
                <a:rPr lang="en-US" sz="3199" noProof="0">
                  <a:solidFill>
                    <a:srgbClr val="494949"/>
                  </a:solidFill>
                  <a:latin typeface="Arial Nova Light" panose="020B0304020202020204" pitchFamily="34" charset="0"/>
                </a:rPr>
                <a:t>Based on </a:t>
              </a:r>
              <a:r>
                <a:rPr lang="en-US" sz="3199" b="1" noProof="0">
                  <a:solidFill>
                    <a:srgbClr val="494949"/>
                  </a:solidFill>
                  <a:latin typeface="Arial Nova Light" panose="020B0304020202020204" pitchFamily="34" charset="0"/>
                </a:rPr>
                <a:t>income</a:t>
              </a:r>
              <a:r>
                <a:rPr lang="en-US" sz="3199" noProof="0">
                  <a:solidFill>
                    <a:srgbClr val="494949"/>
                  </a:solidFill>
                  <a:latin typeface="Arial Nova Light" panose="020B0304020202020204" pitchFamily="34" charset="0"/>
                </a:rPr>
                <a:t> and </a:t>
              </a:r>
              <a:r>
                <a:rPr lang="en-US" sz="3199" b="1" noProof="0">
                  <a:solidFill>
                    <a:srgbClr val="494949"/>
                  </a:solidFill>
                  <a:latin typeface="Arial Nova Light" panose="020B0304020202020204" pitchFamily="34" charset="0"/>
                </a:rPr>
                <a:t>price elasticity of power demand</a:t>
              </a:r>
            </a:p>
            <a:p>
              <a:pPr defTabSz="1507776"/>
              <a:endParaRPr lang="en-US" sz="2968" noProof="0">
                <a:solidFill>
                  <a:srgbClr val="494949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02AB8D8-639D-E2DB-D54C-32650575BA9B}"/>
                </a:ext>
              </a:extLst>
            </p:cNvPr>
            <p:cNvSpPr/>
            <p:nvPr/>
          </p:nvSpPr>
          <p:spPr>
            <a:xfrm>
              <a:off x="1106415" y="6837085"/>
              <a:ext cx="7899195" cy="2902051"/>
            </a:xfrm>
            <a:prstGeom prst="roundRect">
              <a:avLst/>
            </a:prstGeom>
            <a:noFill/>
            <a:ln>
              <a:solidFill>
                <a:srgbClr val="FCC4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07776"/>
              <a:endParaRPr lang="en-US" sz="2968" noProof="0">
                <a:solidFill>
                  <a:srgbClr val="FBFCFF"/>
                </a:solidFill>
                <a:latin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BFFCC48-255B-D523-56A2-7C0311377798}"/>
                </a:ext>
              </a:extLst>
            </p:cNvPr>
            <p:cNvSpPr txBox="1"/>
            <p:nvPr/>
          </p:nvSpPr>
          <p:spPr>
            <a:xfrm>
              <a:off x="13447930" y="4317975"/>
              <a:ext cx="4626372" cy="1533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507776"/>
              <a:r>
                <a:rPr lang="en-US" sz="3199" noProof="0">
                  <a:solidFill>
                    <a:srgbClr val="494949"/>
                  </a:solidFill>
                  <a:latin typeface="Arial Nova Light" panose="020B0304020202020204" pitchFamily="34" charset="0"/>
                  <a:ea typeface="Calibri"/>
                  <a:cs typeface="Calibri"/>
                </a:rPr>
                <a:t>Includes </a:t>
              </a:r>
              <a:r>
                <a:rPr lang="en-US" sz="3199" b="1" noProof="0">
                  <a:solidFill>
                    <a:srgbClr val="494949"/>
                  </a:solidFill>
                  <a:latin typeface="Arial Nova Light" panose="020B0304020202020204" pitchFamily="34" charset="0"/>
                  <a:ea typeface="Calibri"/>
                  <a:cs typeface="Calibri"/>
                </a:rPr>
                <a:t>cost-based coal ‘early retirement’ </a:t>
              </a:r>
              <a:r>
                <a:rPr lang="en-US" sz="3199" noProof="0">
                  <a:solidFill>
                    <a:srgbClr val="494949"/>
                  </a:solidFill>
                  <a:latin typeface="Arial Nova Light" panose="020B0304020202020204" pitchFamily="34" charset="0"/>
                  <a:ea typeface="Calibri"/>
                  <a:cs typeface="Calibri"/>
                </a:rPr>
                <a:t>options</a:t>
              </a:r>
              <a:endParaRPr lang="en-US" sz="3199" noProof="0">
                <a:solidFill>
                  <a:srgbClr val="494949"/>
                </a:solidFill>
                <a:latin typeface="Arial Nova Light" panose="020B0304020202020204" pitchFamily="34" charset="0"/>
              </a:endParaRPr>
            </a:p>
            <a:p>
              <a:pPr defTabSz="1507776"/>
              <a:endParaRPr lang="en-US" sz="2968" noProof="0">
                <a:solidFill>
                  <a:srgbClr val="494949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663D0AA-CFA9-C058-E31B-54D57D5801C8}"/>
                </a:ext>
              </a:extLst>
            </p:cNvPr>
            <p:cNvSpPr txBox="1"/>
            <p:nvPr/>
          </p:nvSpPr>
          <p:spPr>
            <a:xfrm>
              <a:off x="13322179" y="7559957"/>
              <a:ext cx="4708985" cy="1533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507776"/>
              <a:r>
                <a:rPr lang="en-US" sz="3199" noProof="0">
                  <a:solidFill>
                    <a:srgbClr val="494949"/>
                  </a:solidFill>
                  <a:latin typeface="Arial Nova Light" panose="020B0304020202020204" pitchFamily="34" charset="0"/>
                </a:rPr>
                <a:t>Models the </a:t>
              </a:r>
              <a:r>
                <a:rPr lang="en-US" sz="3199" b="1" noProof="0">
                  <a:solidFill>
                    <a:srgbClr val="494949"/>
                  </a:solidFill>
                  <a:latin typeface="Arial Nova Light" panose="020B0304020202020204" pitchFamily="34" charset="0"/>
                </a:rPr>
                <a:t>addition of new capacity</a:t>
              </a:r>
            </a:p>
            <a:p>
              <a:pPr defTabSz="1507776"/>
              <a:endParaRPr lang="en-US" sz="2968" noProof="0">
                <a:solidFill>
                  <a:srgbClr val="494949"/>
                </a:solidFill>
                <a:latin typeface="Arial Nova Light" panose="020B0304020202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D0C97F6-E83B-17D1-3804-62B2EB147AC0}"/>
                </a:ext>
              </a:extLst>
            </p:cNvPr>
            <p:cNvGrpSpPr/>
            <p:nvPr/>
          </p:nvGrpSpPr>
          <p:grpSpPr>
            <a:xfrm>
              <a:off x="1087024" y="2727406"/>
              <a:ext cx="17795779" cy="7743726"/>
              <a:chOff x="1087024" y="2727406"/>
              <a:chExt cx="17795779" cy="7743726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DF093806-2213-35B8-228B-A6C70D49D00E}"/>
                  </a:ext>
                </a:extLst>
              </p:cNvPr>
              <p:cNvSpPr/>
              <p:nvPr/>
            </p:nvSpPr>
            <p:spPr>
              <a:xfrm>
                <a:off x="10675045" y="6754472"/>
                <a:ext cx="8165231" cy="2984666"/>
              </a:xfrm>
              <a:prstGeom prst="round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507776"/>
                <a:endParaRPr lang="en-US" sz="2968" noProof="0">
                  <a:solidFill>
                    <a:srgbClr val="FBFCFF"/>
                  </a:solidFill>
                  <a:latin typeface="Arial Nova Light" panose="020B0304020202020204" pitchFamily="34" charset="0"/>
                </a:endParaRP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D0926E46-B629-4B37-476E-270BD91BC20F}"/>
                  </a:ext>
                </a:extLst>
              </p:cNvPr>
              <p:cNvSpPr/>
              <p:nvPr/>
            </p:nvSpPr>
            <p:spPr>
              <a:xfrm>
                <a:off x="10568727" y="3449920"/>
                <a:ext cx="8314076" cy="2808869"/>
              </a:xfrm>
              <a:prstGeom prst="roundRect">
                <a:avLst/>
              </a:prstGeom>
              <a:noFill/>
              <a:ln>
                <a:solidFill>
                  <a:srgbClr val="049AD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507776"/>
                <a:endParaRPr lang="en-US" sz="2968" noProof="0">
                  <a:solidFill>
                    <a:srgbClr val="FBFCFF"/>
                  </a:solidFill>
                  <a:latin typeface="Arial Nova Light" panose="020B0304020202020204" pitchFamily="34" charset="0"/>
                </a:endParaRPr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6EE1E851-B69C-8E63-2FD0-D57EC8976D78}"/>
                  </a:ext>
                </a:extLst>
              </p:cNvPr>
              <p:cNvSpPr/>
              <p:nvPr/>
            </p:nvSpPr>
            <p:spPr>
              <a:xfrm>
                <a:off x="1127678" y="3367305"/>
                <a:ext cx="8037650" cy="2850177"/>
              </a:xfrm>
              <a:prstGeom prst="roundRect">
                <a:avLst/>
              </a:prstGeom>
              <a:noFill/>
              <a:ln>
                <a:solidFill>
                  <a:srgbClr val="004B8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507776"/>
                <a:endParaRPr lang="en-US" sz="2968" noProof="0">
                  <a:solidFill>
                    <a:srgbClr val="FBFCFF"/>
                  </a:solidFill>
                  <a:latin typeface="Arial Nova Light" panose="020B0304020202020204" pitchFamily="34" charset="0"/>
                </a:endParaRPr>
              </a:p>
            </p:txBody>
          </p:sp>
          <p:graphicFrame>
            <p:nvGraphicFramePr>
              <p:cNvPr id="29" name="Diagram 28">
                <a:extLst>
                  <a:ext uri="{FF2B5EF4-FFF2-40B4-BE49-F238E27FC236}">
                    <a16:creationId xmlns:a16="http://schemas.microsoft.com/office/drawing/2014/main" id="{1226259B-9073-7B3A-4F91-40F1A23662D6}"/>
                  </a:ext>
                </a:extLst>
              </p:cNvPr>
              <p:cNvGraphicFramePr/>
              <p:nvPr/>
            </p:nvGraphicFramePr>
            <p:xfrm>
              <a:off x="3552765" y="2727406"/>
              <a:ext cx="12714846" cy="774372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CA4C09-FDEB-E625-0914-93E502B08400}"/>
                  </a:ext>
                </a:extLst>
              </p:cNvPr>
              <p:cNvSpPr txBox="1"/>
              <p:nvPr/>
            </p:nvSpPr>
            <p:spPr>
              <a:xfrm>
                <a:off x="1087024" y="6953047"/>
                <a:ext cx="5873677" cy="330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1507776"/>
                <a:r>
                  <a:rPr lang="en-US" sz="3199" noProof="0" dirty="0">
                    <a:solidFill>
                      <a:srgbClr val="494949"/>
                    </a:solidFill>
                    <a:latin typeface="Arial Nova Light" panose="020B0304020202020204" pitchFamily="34" charset="0"/>
                  </a:rPr>
                  <a:t>Models renewables/nuclear </a:t>
                </a:r>
              </a:p>
              <a:p>
                <a:pPr algn="ctr" defTabSz="1507776"/>
                <a:r>
                  <a:rPr lang="en-US" sz="3199" noProof="0" dirty="0">
                    <a:solidFill>
                      <a:srgbClr val="494949"/>
                    </a:solidFill>
                    <a:latin typeface="Arial Nova Light" panose="020B0304020202020204" pitchFamily="34" charset="0"/>
                  </a:rPr>
                  <a:t>as </a:t>
                </a:r>
                <a:r>
                  <a:rPr lang="en-US" sz="3199" b="1" noProof="0" dirty="0">
                    <a:solidFill>
                      <a:srgbClr val="494949"/>
                    </a:solidFill>
                    <a:latin typeface="Arial Nova Light" panose="020B0304020202020204" pitchFamily="34" charset="0"/>
                  </a:rPr>
                  <a:t>always run </a:t>
                </a:r>
                <a:r>
                  <a:rPr lang="en-US" sz="3199" noProof="0" dirty="0">
                    <a:solidFill>
                      <a:srgbClr val="494949"/>
                    </a:solidFill>
                    <a:latin typeface="Arial Nova Light" panose="020B0304020202020204" pitchFamily="34" charset="0"/>
                  </a:rPr>
                  <a:t>and then</a:t>
                </a:r>
              </a:p>
              <a:p>
                <a:pPr algn="ctr" defTabSz="1507776"/>
                <a:r>
                  <a:rPr lang="en-US" sz="3199" noProof="0" dirty="0">
                    <a:solidFill>
                      <a:srgbClr val="494949"/>
                    </a:solidFill>
                    <a:latin typeface="Arial Nova Light" panose="020B0304020202020204" pitchFamily="34" charset="0"/>
                  </a:rPr>
                  <a:t> considers the </a:t>
                </a:r>
                <a:r>
                  <a:rPr lang="en-US" sz="3199" b="1" noProof="0" dirty="0">
                    <a:solidFill>
                      <a:srgbClr val="494949"/>
                    </a:solidFill>
                    <a:latin typeface="Arial Nova Light" panose="020B0304020202020204" pitchFamily="34" charset="0"/>
                  </a:rPr>
                  <a:t>trade off</a:t>
                </a:r>
              </a:p>
              <a:p>
                <a:pPr algn="ctr" defTabSz="1507776"/>
                <a:r>
                  <a:rPr lang="en-US" sz="3199" noProof="0" dirty="0">
                    <a:solidFill>
                      <a:srgbClr val="494949"/>
                    </a:solidFill>
                    <a:latin typeface="Arial Nova Light" panose="020B0304020202020204" pitchFamily="34" charset="0"/>
                  </a:rPr>
                  <a:t> between coal and gas</a:t>
                </a:r>
              </a:p>
              <a:p>
                <a:pPr algn="ctr" defTabSz="1507776"/>
                <a:r>
                  <a:rPr lang="en-US" sz="3199" noProof="0" dirty="0">
                    <a:solidFill>
                      <a:srgbClr val="494949"/>
                    </a:solidFill>
                    <a:latin typeface="Arial Nova Light" panose="020B0304020202020204" pitchFamily="34" charset="0"/>
                  </a:rPr>
                  <a:t> in relation to price</a:t>
                </a:r>
              </a:p>
              <a:p>
                <a:pPr defTabSz="2486438"/>
                <a:endParaRPr lang="en-US" sz="4894" noProof="0" dirty="0">
                  <a:solidFill>
                    <a:srgbClr val="494949"/>
                  </a:solidFill>
                  <a:latin typeface="Arial Nova Light" panose="020B03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3830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88009-6F49-E727-4F62-D0BF9747C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CPAT Mitigation: Data Sources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D5F55C4-B32B-008B-8709-C642B873F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380667"/>
              </p:ext>
            </p:extLst>
          </p:nvPr>
        </p:nvGraphicFramePr>
        <p:xfrm>
          <a:off x="914400" y="2126718"/>
          <a:ext cx="17301412" cy="8459510"/>
        </p:xfrm>
        <a:graphic>
          <a:graphicData uri="http://schemas.openxmlformats.org/drawingml/2006/table">
            <a:tbl>
              <a:tblPr/>
              <a:tblGrid>
                <a:gridCol w="1634247">
                  <a:extLst>
                    <a:ext uri="{9D8B030D-6E8A-4147-A177-3AD203B41FA5}">
                      <a16:colId xmlns:a16="http://schemas.microsoft.com/office/drawing/2014/main" val="750617460"/>
                    </a:ext>
                  </a:extLst>
                </a:gridCol>
                <a:gridCol w="4902742">
                  <a:extLst>
                    <a:ext uri="{9D8B030D-6E8A-4147-A177-3AD203B41FA5}">
                      <a16:colId xmlns:a16="http://schemas.microsoft.com/office/drawing/2014/main" val="3709553791"/>
                    </a:ext>
                  </a:extLst>
                </a:gridCol>
                <a:gridCol w="2188000">
                  <a:extLst>
                    <a:ext uri="{9D8B030D-6E8A-4147-A177-3AD203B41FA5}">
                      <a16:colId xmlns:a16="http://schemas.microsoft.com/office/drawing/2014/main" val="743958561"/>
                    </a:ext>
                  </a:extLst>
                </a:gridCol>
                <a:gridCol w="2566879">
                  <a:extLst>
                    <a:ext uri="{9D8B030D-6E8A-4147-A177-3AD203B41FA5}">
                      <a16:colId xmlns:a16="http://schemas.microsoft.com/office/drawing/2014/main" val="1879545298"/>
                    </a:ext>
                  </a:extLst>
                </a:gridCol>
                <a:gridCol w="661098">
                  <a:extLst>
                    <a:ext uri="{9D8B030D-6E8A-4147-A177-3AD203B41FA5}">
                      <a16:colId xmlns:a16="http://schemas.microsoft.com/office/drawing/2014/main" val="2948159238"/>
                    </a:ext>
                  </a:extLst>
                </a:gridCol>
                <a:gridCol w="5348446">
                  <a:extLst>
                    <a:ext uri="{9D8B030D-6E8A-4147-A177-3AD203B41FA5}">
                      <a16:colId xmlns:a16="http://schemas.microsoft.com/office/drawing/2014/main" val="582194691"/>
                    </a:ext>
                  </a:extLst>
                </a:gridCol>
              </a:tblGrid>
              <a:tr h="5596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CPAT module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CPAT data tabs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category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source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07596"/>
                  </a:ext>
                </a:extLst>
              </a:tr>
              <a:tr h="279837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Greenhouse Gas Emissions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GHGs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IMF, EDGAR, UNFCCC, FAO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775590"/>
                  </a:ext>
                </a:extLst>
              </a:tr>
              <a:tr h="279837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Nationally Determined Commitments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NDCs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Climate Watch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925147"/>
                  </a:ext>
                </a:extLst>
              </a:tr>
              <a:tr h="55967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Domestic Fuel Prices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Prices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Derivatives from proprietary data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Various: IEA, Enerdata country offices, OECD. Refined.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581048"/>
                  </a:ext>
                </a:extLst>
              </a:tr>
              <a:tr h="55967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Elasticities &amp; Annual Efficiency Improvements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Elasticities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Various (literature review)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569951"/>
                  </a:ext>
                </a:extLst>
              </a:tr>
              <a:tr h="279837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Existing Carbon Prices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ECPPC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WB Carbon Pricing Dashboard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095161"/>
                  </a:ext>
                </a:extLst>
              </a:tr>
              <a:tr h="55967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Power Sector Data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Power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Derivatives from open data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CPAT calculations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021467"/>
                  </a:ext>
                </a:extLst>
              </a:tr>
              <a:tr h="83951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 Cost of Carbon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SCC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Ricke, K., L. Drouet, K. Caldeira and M. </a:t>
                      </a:r>
                      <a:r>
                        <a:rPr lang="en-US" sz="20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Tavoni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"Country-level social cost of carbon" (2018)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383325"/>
                  </a:ext>
                </a:extLst>
              </a:tr>
              <a:tr h="55967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Energy Consumption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EnergyConsumption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CPAT derivative/forecast from multiple sources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439857"/>
                  </a:ext>
                </a:extLst>
              </a:tr>
              <a:tr h="279837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World Development Indicators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WDI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World Development Indicators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923205"/>
                  </a:ext>
                </a:extLst>
              </a:tr>
              <a:tr h="55967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Macro data and projections from World Economic Outlook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WEO2020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IMF WEO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257738"/>
                  </a:ext>
                </a:extLst>
              </a:tr>
              <a:tr h="55967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Macro Balance of Payments from World Economic Outlook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WEOBOP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IMF WEO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22130"/>
                  </a:ext>
                </a:extLst>
              </a:tr>
              <a:tr h="279837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Emissions Factors 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EF_GHG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IIASA's GAINS model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143474"/>
                  </a:ext>
                </a:extLst>
              </a:tr>
              <a:tr h="83951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International Energy Price Forecasts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Energy_intprice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World Bank Commodity Price Forecasts, IMF World Economic Outlook, IEA World Energy Outlook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983510"/>
                  </a:ext>
                </a:extLst>
              </a:tr>
              <a:tr h="559674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Population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Global Burden of Disease (2020); </a:t>
                      </a:r>
                      <a:r>
                        <a:rPr lang="en-US" sz="20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Vollset</a:t>
                      </a: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 (2020)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77503"/>
                  </a:ext>
                </a:extLst>
              </a:tr>
              <a:tr h="279837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Multipliers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Multipliers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CPAT team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320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9199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06A3BD-9A73-9A6E-2E70-8066C34C8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220409"/>
              </p:ext>
            </p:extLst>
          </p:nvPr>
        </p:nvGraphicFramePr>
        <p:xfrm>
          <a:off x="818146" y="2334126"/>
          <a:ext cx="13679907" cy="8125329"/>
        </p:xfrm>
        <a:graphic>
          <a:graphicData uri="http://schemas.openxmlformats.org/drawingml/2006/table">
            <a:tbl>
              <a:tblPr/>
              <a:tblGrid>
                <a:gridCol w="827105">
                  <a:extLst>
                    <a:ext uri="{9D8B030D-6E8A-4147-A177-3AD203B41FA5}">
                      <a16:colId xmlns:a16="http://schemas.microsoft.com/office/drawing/2014/main" val="1262494174"/>
                    </a:ext>
                  </a:extLst>
                </a:gridCol>
                <a:gridCol w="7249704">
                  <a:extLst>
                    <a:ext uri="{9D8B030D-6E8A-4147-A177-3AD203B41FA5}">
                      <a16:colId xmlns:a16="http://schemas.microsoft.com/office/drawing/2014/main" val="4261429912"/>
                    </a:ext>
                  </a:extLst>
                </a:gridCol>
                <a:gridCol w="2801549">
                  <a:extLst>
                    <a:ext uri="{9D8B030D-6E8A-4147-A177-3AD203B41FA5}">
                      <a16:colId xmlns:a16="http://schemas.microsoft.com/office/drawing/2014/main" val="1647092854"/>
                    </a:ext>
                  </a:extLst>
                </a:gridCol>
                <a:gridCol w="2801549">
                  <a:extLst>
                    <a:ext uri="{9D8B030D-6E8A-4147-A177-3AD203B41FA5}">
                      <a16:colId xmlns:a16="http://schemas.microsoft.com/office/drawing/2014/main" val="1728433779"/>
                    </a:ext>
                  </a:extLst>
                </a:gridCol>
              </a:tblGrid>
              <a:tr h="15066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Code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Policy bundle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Emissions coverage (% of total GHG)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Estimated total emissions reductions (MtCO2)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778698"/>
                  </a:ext>
                </a:extLst>
              </a:tr>
              <a:tr h="5977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Policy Bundle Options - Carbon Pricing (modelled)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94655"/>
                  </a:ext>
                </a:extLst>
              </a:tr>
              <a:tr h="14944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Comprehensive carbon levy: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upstream carbon price on all  fossil fuel consumption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+ downstream emissions in CBAM sectors only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+ recycling to public investment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-41.6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944704"/>
                  </a:ext>
                </a:extLst>
              </a:tr>
              <a:tr h="11102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Carbon levy on all</a:t>
                      </a:r>
                      <a:r>
                        <a:rPr lang="en-US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fossil fuel consumption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(upstream carbon price)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+ recycling to public investment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-38.9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466818"/>
                  </a:ext>
                </a:extLst>
              </a:tr>
              <a:tr h="11102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Carbon levy on all  fossil fuel consumption (upstream carbon price)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+ recycling to households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-41.0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052072"/>
                  </a:ext>
                </a:extLst>
              </a:tr>
              <a:tr h="11102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Downstream carbon price</a:t>
                      </a:r>
                      <a:r>
                        <a:rPr lang="en-US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on heavy industry </a:t>
                      </a:r>
                      <a:b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+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recycling to households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-21.5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774097"/>
                  </a:ext>
                </a:extLst>
              </a:tr>
              <a:tr h="11955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Downstream carbon price on heavy industry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+</a:t>
                      </a:r>
                      <a:b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output-based rebating (OBR)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for CBAM producers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-9.6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151989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6F85A05E-16B7-2119-07B2-DF1729E2C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Modelled Results: Emissions Reductions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73DF2-A6CB-EEED-79D2-4C9D8DBCE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9226" y="2464718"/>
            <a:ext cx="4058216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384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B27E6F-835C-5524-11A9-C089AC8EC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508000"/>
              </p:ext>
            </p:extLst>
          </p:nvPr>
        </p:nvGraphicFramePr>
        <p:xfrm>
          <a:off x="610627" y="2346157"/>
          <a:ext cx="13062283" cy="7548860"/>
        </p:xfrm>
        <a:graphic>
          <a:graphicData uri="http://schemas.openxmlformats.org/drawingml/2006/table">
            <a:tbl>
              <a:tblPr/>
              <a:tblGrid>
                <a:gridCol w="569162">
                  <a:extLst>
                    <a:ext uri="{9D8B030D-6E8A-4147-A177-3AD203B41FA5}">
                      <a16:colId xmlns:a16="http://schemas.microsoft.com/office/drawing/2014/main" val="1055414613"/>
                    </a:ext>
                  </a:extLst>
                </a:gridCol>
                <a:gridCol w="7142991">
                  <a:extLst>
                    <a:ext uri="{9D8B030D-6E8A-4147-A177-3AD203B41FA5}">
                      <a16:colId xmlns:a16="http://schemas.microsoft.com/office/drawing/2014/main" val="15554182"/>
                    </a:ext>
                  </a:extLst>
                </a:gridCol>
                <a:gridCol w="2675065">
                  <a:extLst>
                    <a:ext uri="{9D8B030D-6E8A-4147-A177-3AD203B41FA5}">
                      <a16:colId xmlns:a16="http://schemas.microsoft.com/office/drawing/2014/main" val="805219434"/>
                    </a:ext>
                  </a:extLst>
                </a:gridCol>
                <a:gridCol w="2675065">
                  <a:extLst>
                    <a:ext uri="{9D8B030D-6E8A-4147-A177-3AD203B41FA5}">
                      <a16:colId xmlns:a16="http://schemas.microsoft.com/office/drawing/2014/main" val="1491437880"/>
                    </a:ext>
                  </a:extLst>
                </a:gridCol>
              </a:tblGrid>
              <a:tr h="14065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Code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Policy Bundle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Revenue recycling option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Carbon revenues raised ($bn)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557382"/>
                  </a:ext>
                </a:extLst>
              </a:tr>
              <a:tr h="53336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Policy Bundle Options - Carbon Pricing (modelled)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352618"/>
                  </a:ext>
                </a:extLst>
              </a:tr>
              <a:tr h="10850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Comprehensive carbon levy: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upstream carbon price on all  fossil fuel consumption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+ downstream emissions in CBAM sectors only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+ recycling to public investment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Public investment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497369"/>
                  </a:ext>
                </a:extLst>
              </a:tr>
              <a:tr h="10364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Carbon levy on all</a:t>
                      </a:r>
                      <a:r>
                        <a:rPr lang="en-US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fossil fuel consumption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(upstream carbon price)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+ recycling to public investment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Public investment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160325"/>
                  </a:ext>
                </a:extLst>
              </a:tr>
              <a:tr h="10364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Carbon levy on all  fossil fuel consumption (upstream carbon price)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+ recycling to households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Households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290460"/>
                  </a:ext>
                </a:extLst>
              </a:tr>
              <a:tr h="10364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Downstream carbon price</a:t>
                      </a:r>
                      <a:r>
                        <a:rPr lang="en-US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on heavy industry </a:t>
                      </a:r>
                      <a:b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+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recycling to households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Households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26582"/>
                  </a:ext>
                </a:extLst>
              </a:tr>
              <a:tr h="10364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Downstream carbon price on heavy industry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+</a:t>
                      </a:r>
                      <a:b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output-based rebating (OBR)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for CBAM producers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Firms (output)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619637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BD3B00B-04FC-6895-FE32-9577971C9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Modelled Results: Revenue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B28B80-E7EF-8FD3-CC4E-279AB0C2D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4413" y="3005582"/>
            <a:ext cx="5449060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02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B4A5-4783-70C2-42A2-D8CEF5E8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DB3B3-A115-8596-D2E8-DCB91FD0F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232" y="586411"/>
            <a:ext cx="5980833" cy="5356047"/>
          </a:xfrm>
        </p:spPr>
        <p:txBody>
          <a:bodyPr/>
          <a:lstStyle/>
          <a:p>
            <a:r>
              <a:rPr lang="en-US" noProof="0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DB0BC-4044-4DC6-1579-94F25810C5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150781" tIns="75390" rIns="150781" bIns="75390" rtlCol="0" anchor="t">
            <a:normAutofit fontScale="85000" lnSpcReduction="10000"/>
          </a:bodyPr>
          <a:lstStyle/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Overview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Mitigation (Energy Use, Revenues, Emissions)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b="1" dirty="0"/>
              <a:t>Distribution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Air Pollution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Transport and GDP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0B510-158A-B4CE-A1EB-B2C626792456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ADDA59E8-DC70-EE13-2A16-216A2510DDAC}"/>
              </a:ext>
            </a:extLst>
          </p:cNvPr>
          <p:cNvSpPr txBox="1">
            <a:spLocks/>
          </p:cNvSpPr>
          <p:nvPr/>
        </p:nvSpPr>
        <p:spPr>
          <a:xfrm>
            <a:off x="15581313" y="10482263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97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77BBB6-B31F-4C1A-BBC8-5103E1961508}" type="slidenum">
              <a:rPr lang="en-US" noProof="0" smtClean="0"/>
              <a:pPr/>
              <a:t>31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456907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B17A-A3A3-7976-C230-82E0B02A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9ABC-02A7-37D2-A1B8-CDA31655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Net Effect on Family Budgets</a:t>
            </a:r>
          </a:p>
        </p:txBody>
      </p:sp>
      <p:sp>
        <p:nvSpPr>
          <p:cNvPr id="7" name="Subhea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>
                <a:latin typeface="Open Sans Light"/>
                <a:ea typeface="Open Sans Light"/>
                <a:cs typeface="Open Sans Light"/>
              </a:rPr>
              <a:t>Distribution Module  •  Method &amp; Result </a:t>
            </a:r>
          </a:p>
        </p:txBody>
      </p:sp>
      <p:sp>
        <p:nvSpPr>
          <p:cNvPr id="397" name="box398"/>
          <p:cNvSpPr/>
          <p:nvPr/>
        </p:nvSpPr>
        <p:spPr>
          <a:xfrm>
            <a:off x="632479" y="2221528"/>
            <a:ext cx="18839142" cy="999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The Mitigation Module shows effects on the whole economy. The Distribution Module zooms in: how does the policy change the budget of rich and poor families? </a:t>
            </a: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For each income group, CPAT adds up the cost of the policy and subtracts any money returned. The result is the net change in what a family can consume.</a:t>
            </a:r>
          </a:p>
        </p:txBody>
      </p:sp>
      <p:sp>
        <p:nvSpPr>
          <p:cNvPr id="399" name="box400"/>
          <p:cNvSpPr/>
          <p:nvPr/>
        </p:nvSpPr>
        <p:spPr>
          <a:xfrm>
            <a:off x="632479" y="3994484"/>
            <a:ext cx="18839142" cy="751686"/>
          </a:xfrm>
          <a:prstGeom prst="roundRect">
            <a:avLst>
              <a:gd name="adj" fmla="val 3500"/>
            </a:avLst>
          </a:prstGeom>
          <a:solidFill>
            <a:srgbClr val="183153"/>
          </a:solidFill>
          <a:ln>
            <a:noFill/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137160" tIns="80000" rIns="137160" bIns="8000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cs typeface="Calibri"/>
              </a:rPr>
              <a:t>Net effect = money returned − higher energy bills − higher prices of other goods</a:t>
            </a:r>
          </a:p>
        </p:txBody>
      </p:sp>
      <p:sp>
        <p:nvSpPr>
          <p:cNvPr id="401" name="box402"/>
          <p:cNvSpPr/>
          <p:nvPr/>
        </p:nvSpPr>
        <p:spPr>
          <a:xfrm>
            <a:off x="632479" y="4746170"/>
            <a:ext cx="9299571" cy="1817011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170000" tIns="140000" rIns="150000" bIns="13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Before revenue use</a:t>
            </a:r>
          </a:p>
          <a:p>
            <a:pPr marL="0" indent="0" algn="l">
              <a:spcBef>
                <a:spcPts val="14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The raw cost falls across the spectrum equally, with middle income people more affected</a:t>
            </a:r>
          </a:p>
        </p:txBody>
      </p:sp>
      <p:sp>
        <p:nvSpPr>
          <p:cNvPr id="403" name="box404"/>
          <p:cNvSpPr/>
          <p:nvPr/>
        </p:nvSpPr>
        <p:spPr>
          <a:xfrm>
            <a:off x="10041125" y="4908502"/>
            <a:ext cx="9299571" cy="1654679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170000" tIns="140000" rIns="150000" bIns="13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After revenue use</a:t>
            </a:r>
          </a:p>
          <a:p>
            <a:pPr marL="0" indent="0" algn="l">
              <a:spcBef>
                <a:spcPts val="14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Returning even half the revenue to the bottom 40% can leave poor families better off. The policy becomes equity-enhancing.</a:t>
            </a:r>
          </a:p>
        </p:txBody>
      </p:sp>
      <p:sp>
        <p:nvSpPr>
          <p:cNvPr id="3" name="box382">
            <a:extLst>
              <a:ext uri="{FF2B5EF4-FFF2-40B4-BE49-F238E27FC236}">
                <a16:creationId xmlns:a16="http://schemas.microsoft.com/office/drawing/2014/main" id="{B70BE718-D465-9751-2D80-3BAE995347A2}"/>
              </a:ext>
            </a:extLst>
          </p:cNvPr>
          <p:cNvSpPr/>
          <p:nvPr/>
        </p:nvSpPr>
        <p:spPr>
          <a:xfrm>
            <a:off x="501554" y="7136393"/>
            <a:ext cx="6119714" cy="2159204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170000" tIns="140000" rIns="150000" bIns="13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Energy bills</a:t>
            </a:r>
          </a:p>
          <a:p>
            <a:pPr marL="0" indent="0" algn="l">
              <a:spcBef>
                <a:spcPts val="14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Electricity, gas, and fuel cost more.</a:t>
            </a:r>
          </a:p>
        </p:txBody>
      </p:sp>
      <p:sp>
        <p:nvSpPr>
          <p:cNvPr id="4" name="box384">
            <a:extLst>
              <a:ext uri="{FF2B5EF4-FFF2-40B4-BE49-F238E27FC236}">
                <a16:creationId xmlns:a16="http://schemas.microsoft.com/office/drawing/2014/main" id="{445922FB-FF07-9B58-DFF0-F97068F4DFB8}"/>
              </a:ext>
            </a:extLst>
          </p:cNvPr>
          <p:cNvSpPr/>
          <p:nvPr/>
        </p:nvSpPr>
        <p:spPr>
          <a:xfrm>
            <a:off x="6861268" y="7136393"/>
            <a:ext cx="6119714" cy="2159204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170000" tIns="140000" rIns="150000" bIns="13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Other goods</a:t>
            </a:r>
          </a:p>
          <a:p>
            <a:pPr marL="0" indent="0" algn="l">
              <a:spcBef>
                <a:spcPts val="14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Food, clothing and more cost more (costlier inputs).</a:t>
            </a:r>
          </a:p>
        </p:txBody>
      </p:sp>
      <p:sp>
        <p:nvSpPr>
          <p:cNvPr id="5" name="box386">
            <a:extLst>
              <a:ext uri="{FF2B5EF4-FFF2-40B4-BE49-F238E27FC236}">
                <a16:creationId xmlns:a16="http://schemas.microsoft.com/office/drawing/2014/main" id="{A70276A0-7248-E377-EE1D-CEBB07F85E0A}"/>
              </a:ext>
            </a:extLst>
          </p:cNvPr>
          <p:cNvSpPr/>
          <p:nvPr/>
        </p:nvSpPr>
        <p:spPr>
          <a:xfrm>
            <a:off x="13220982" y="7136393"/>
            <a:ext cx="6119714" cy="2159204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170000" tIns="140000" rIns="150000" bIns="13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Revenue use</a:t>
            </a:r>
          </a:p>
          <a:p>
            <a:pPr marL="0" indent="0" algn="l">
              <a:spcBef>
                <a:spcPts val="14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Cash transfers or spending can give money back.</a:t>
            </a:r>
          </a:p>
        </p:txBody>
      </p:sp>
      <p:sp>
        <p:nvSpPr>
          <p:cNvPr id="6" name="box388">
            <a:extLst>
              <a:ext uri="{FF2B5EF4-FFF2-40B4-BE49-F238E27FC236}">
                <a16:creationId xmlns:a16="http://schemas.microsoft.com/office/drawing/2014/main" id="{B410B449-9592-2CAD-47D8-BED6962BB0D4}"/>
              </a:ext>
            </a:extLst>
          </p:cNvPr>
          <p:cNvSpPr/>
          <p:nvPr/>
        </p:nvSpPr>
        <p:spPr>
          <a:xfrm>
            <a:off x="501554" y="9559772"/>
            <a:ext cx="18839142" cy="21592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Main data source: national Household Budget Surveys, processed by the CPAT team. Coverage: 84+ countries across all income and regional groups.</a:t>
            </a:r>
          </a:p>
        </p:txBody>
      </p:sp>
    </p:spTree>
    <p:extLst>
      <p:ext uri="{BB962C8B-B14F-4D97-AF65-F5344CB8AC3E}">
        <p14:creationId xmlns:p14="http://schemas.microsoft.com/office/powerpoint/2010/main" val="508110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2FB8DAA-2583-3929-5E1C-BCFA0D694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Modelling Process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73EBA-E9A5-F312-F00E-62439F445D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479" y="954773"/>
            <a:ext cx="8778221" cy="693543"/>
          </a:xfrm>
        </p:spPr>
        <p:txBody>
          <a:bodyPr>
            <a:normAutofit/>
          </a:bodyPr>
          <a:lstStyle/>
          <a:p>
            <a:r>
              <a:rPr lang="en-US" noProof="0"/>
              <a:t>CPAT Distribution Module: Methods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D5AF19-2B42-0530-1A88-C8BC981589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5FA1E6-9E58-459F-9A1B-0DE3AC5B15E0}" type="slidenum">
              <a:rPr lang="en-US" noProof="0" smtClean="0"/>
              <a:pPr/>
              <a:t>33</a:t>
            </a:fld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1DB0C2-AA02-B615-9F9C-ECBEF5307E81}"/>
              </a:ext>
            </a:extLst>
          </p:cNvPr>
          <p:cNvSpPr/>
          <p:nvPr/>
        </p:nvSpPr>
        <p:spPr>
          <a:xfrm>
            <a:off x="-35221" y="0"/>
            <a:ext cx="255821" cy="11313826"/>
          </a:xfrm>
          <a:prstGeom prst="rect">
            <a:avLst/>
          </a:prstGeom>
          <a:solidFill>
            <a:srgbClr val="144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58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59BD50-D09F-FC52-5A42-BE61DB600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17" y="2066291"/>
            <a:ext cx="19091583" cy="71280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250CC9-3547-62D6-78DC-6C0E45AD3756}"/>
              </a:ext>
            </a:extLst>
          </p:cNvPr>
          <p:cNvSpPr txBox="1"/>
          <p:nvPr/>
        </p:nvSpPr>
        <p:spPr>
          <a:xfrm>
            <a:off x="1035051" y="9701113"/>
            <a:ext cx="987395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kern="0" noProof="0">
                <a:solidFill>
                  <a:sysClr val="windowText" lastClr="000000"/>
                </a:solidFill>
              </a:rPr>
              <a:t>Further information available in the </a:t>
            </a:r>
            <a:r>
              <a:rPr lang="en-US" sz="2500" kern="0" noProof="0">
                <a:solidFill>
                  <a:sysClr val="windowText" lastClr="000000"/>
                </a:solidFill>
                <a:hlinkClick r:id="" action="ppaction://noaction"/>
              </a:rPr>
              <a:t>Distribution Module Reserve Slides</a:t>
            </a:r>
            <a:r>
              <a:rPr lang="en-US" sz="2500" kern="0" noProof="0">
                <a:solidFill>
                  <a:sysClr val="windowText" lastClr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3278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1A7BC-2795-FEFB-FF13-3D1EC6B5A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9850AD-C0F1-FE41-30C3-60082923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CPAT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23B9E5-3388-4597-0EAE-F271A8C7E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874" y="0"/>
            <a:ext cx="11639226" cy="1137275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02DC2E8-6680-2A9C-A157-F9311ED4FA92}"/>
              </a:ext>
            </a:extLst>
          </p:cNvPr>
          <p:cNvGrpSpPr/>
          <p:nvPr/>
        </p:nvGrpSpPr>
        <p:grpSpPr>
          <a:xfrm>
            <a:off x="5423973" y="505518"/>
            <a:ext cx="3040901" cy="10676349"/>
            <a:chOff x="5423973" y="505518"/>
            <a:chExt cx="3040901" cy="1067634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B08862B-EEA6-A866-60CF-252691BC6778}"/>
                </a:ext>
              </a:extLst>
            </p:cNvPr>
            <p:cNvSpPr/>
            <p:nvPr/>
          </p:nvSpPr>
          <p:spPr>
            <a:xfrm>
              <a:off x="5612536" y="505518"/>
              <a:ext cx="2852338" cy="4805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Policy design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B3CDF4-D24E-4488-A750-0E28F52C9DD0}"/>
                </a:ext>
              </a:extLst>
            </p:cNvPr>
            <p:cNvSpPr/>
            <p:nvPr/>
          </p:nvSpPr>
          <p:spPr>
            <a:xfrm>
              <a:off x="5612536" y="2967165"/>
              <a:ext cx="2852338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Policy Strength, Assumptions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6ABA9AE-50A3-4227-8EAA-A1E72A5C4FE7}"/>
                </a:ext>
              </a:extLst>
            </p:cNvPr>
            <p:cNvSpPr/>
            <p:nvPr/>
          </p:nvSpPr>
          <p:spPr>
            <a:xfrm>
              <a:off x="5423973" y="5940256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b="1" noProof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Core Outputs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9C5D9D-3FF8-64F4-D9DE-F7E4461C4CFD}"/>
                </a:ext>
              </a:extLst>
            </p:cNvPr>
            <p:cNvSpPr/>
            <p:nvPr/>
          </p:nvSpPr>
          <p:spPr>
            <a:xfrm>
              <a:off x="5423973" y="9068330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Prices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82C7A32-44A1-B37C-8F4F-2F531DF1E0A5}"/>
                </a:ext>
              </a:extLst>
            </p:cNvPr>
            <p:cNvSpPr/>
            <p:nvPr/>
          </p:nvSpPr>
          <p:spPr>
            <a:xfrm>
              <a:off x="5423973" y="10658647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Navigation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DBAB7B1-6552-E850-66B6-CF1E046FEBE8}"/>
              </a:ext>
            </a:extLst>
          </p:cNvPr>
          <p:cNvSpPr/>
          <p:nvPr/>
        </p:nvSpPr>
        <p:spPr>
          <a:xfrm>
            <a:off x="14479178" y="4939359"/>
            <a:ext cx="1884487" cy="3048233"/>
          </a:xfrm>
          <a:prstGeom prst="rect">
            <a:avLst/>
          </a:prstGeom>
          <a:noFill/>
          <a:ln w="571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77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87359-D218-F3F1-E36C-F15F36492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DB61D-9470-460F-719A-94613AB4A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61" y="630393"/>
            <a:ext cx="7740067" cy="713361"/>
          </a:xfrm>
        </p:spPr>
        <p:txBody>
          <a:bodyPr/>
          <a:lstStyle/>
          <a:p>
            <a:r>
              <a:rPr lang="en-US" noProof="0"/>
              <a:t>Output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B98EB-27D1-DE33-50DC-173AC3438D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1861" y="7014857"/>
            <a:ext cx="8285440" cy="3057937"/>
          </a:xfrm>
        </p:spPr>
        <p:txBody>
          <a:bodyPr/>
          <a:lstStyle/>
          <a:p>
            <a:pPr marL="457164" lvl="1" indent="0" algn="ctr">
              <a:buNone/>
            </a:pPr>
            <a:r>
              <a:rPr lang="en-US" sz="4000" b="1" noProof="0" dirty="0">
                <a:solidFill>
                  <a:schemeClr val="tx1">
                    <a:lumMod val="20000"/>
                    <a:lumOff val="8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Session 2 </a:t>
            </a:r>
          </a:p>
          <a:p>
            <a:pPr marL="1200114" lvl="1" indent="-742950" algn="ctr">
              <a:buFont typeface="Arial" panose="020B0604020202020204" pitchFamily="34" charset="0"/>
              <a:buChar char="•"/>
            </a:pPr>
            <a:r>
              <a:rPr lang="en-US" sz="4000" noProof="0" dirty="0">
                <a:solidFill>
                  <a:schemeClr val="tx1">
                    <a:lumMod val="20000"/>
                    <a:lumOff val="8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Emissions</a:t>
            </a:r>
          </a:p>
          <a:p>
            <a:pPr marL="1200114" lvl="1" indent="-742950" algn="ctr">
              <a:buFont typeface="Arial" panose="020B0604020202020204" pitchFamily="34" charset="0"/>
              <a:buChar char="•"/>
            </a:pPr>
            <a:r>
              <a:rPr lang="en-US" sz="4000" noProof="0" dirty="0">
                <a:solidFill>
                  <a:schemeClr val="tx1">
                    <a:lumMod val="20000"/>
                    <a:lumOff val="8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Fiscal Revenues</a:t>
            </a:r>
          </a:p>
          <a:p>
            <a:pPr marL="1200114" lvl="1" indent="-742950" algn="ctr">
              <a:buFont typeface="Arial" panose="020B0604020202020204" pitchFamily="34" charset="0"/>
              <a:buChar char="•"/>
            </a:pPr>
            <a:r>
              <a:rPr lang="en-US" sz="4000" noProof="0" dirty="0">
                <a:solidFill>
                  <a:schemeClr val="tx1">
                    <a:lumMod val="20000"/>
                    <a:lumOff val="8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GDP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1EB3DA-AF80-6310-9F57-1EC38307A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69" y="2270403"/>
            <a:ext cx="18758561" cy="427030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B207FA1-2AD4-B2EA-6A8C-01F1E5D6AF11}"/>
              </a:ext>
            </a:extLst>
          </p:cNvPr>
          <p:cNvSpPr txBox="1">
            <a:spLocks/>
          </p:cNvSpPr>
          <p:nvPr/>
        </p:nvSpPr>
        <p:spPr>
          <a:xfrm>
            <a:off x="9144000" y="7026843"/>
            <a:ext cx="8597899" cy="4024208"/>
          </a:xfrm>
          <a:prstGeom prst="rect">
            <a:avLst/>
          </a:prstGeom>
        </p:spPr>
        <p:txBody>
          <a:bodyPr/>
          <a:lstStyle>
            <a:lvl1pPr marL="457166" indent="-457166" eaLnBrk="1" hangingPunct="1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 sz="4600" baseline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1pPr>
            <a:lvl2pPr marL="914330" indent="-457166" eaLnBrk="1" hangingPunct="1">
              <a:spcAft>
                <a:spcPts val="600"/>
              </a:spcAft>
              <a:buSzPct val="120000"/>
              <a:buFont typeface="Arial" charset="0"/>
              <a:buChar char="•"/>
              <a:defRPr sz="35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2pPr>
            <a:lvl3pPr marL="1371495" indent="-457166" eaLnBrk="1" hangingPunct="1">
              <a:spcAft>
                <a:spcPts val="600"/>
              </a:spcAft>
              <a:buSzPct val="120000"/>
              <a:buFont typeface="Courier New" charset="0"/>
              <a:buChar char="o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3pPr>
            <a:lvl4pPr marL="1828659" indent="-457166" eaLnBrk="1" hangingPunct="1">
              <a:spcAft>
                <a:spcPts val="600"/>
              </a:spcAft>
              <a:buSzPct val="120000"/>
              <a:buFont typeface="Wingdings" charset="2"/>
              <a:buChar char="§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285825" indent="-457166" eaLnBrk="1" hangingPunct="1">
              <a:spcAft>
                <a:spcPts val="600"/>
              </a:spcAft>
              <a:buSzPct val="120000"/>
              <a:buFont typeface="AppleSymbols" charset="0"/>
              <a:buChar char="⎻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  <a:lvl6pPr marL="2285718" eaLnBrk="1" hangingPunct="1">
              <a:defRPr>
                <a:latin typeface="+mn-lt"/>
                <a:ea typeface="+mn-ea"/>
                <a:cs typeface="+mn-cs"/>
              </a:defRPr>
            </a:lvl6pPr>
            <a:lvl7pPr marL="2742863" eaLnBrk="1" hangingPunct="1">
              <a:defRPr>
                <a:latin typeface="+mn-lt"/>
                <a:ea typeface="+mn-ea"/>
                <a:cs typeface="+mn-cs"/>
              </a:defRPr>
            </a:lvl7pPr>
            <a:lvl8pPr marL="3200007" eaLnBrk="1" hangingPunct="1">
              <a:defRPr>
                <a:latin typeface="+mn-lt"/>
                <a:ea typeface="+mn-ea"/>
                <a:cs typeface="+mn-cs"/>
              </a:defRPr>
            </a:lvl8pPr>
            <a:lvl9pPr marL="3657149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457164" lvl="1" indent="0" algn="ctr" defTabSz="914400">
              <a:buNone/>
            </a:pPr>
            <a:r>
              <a:rPr lang="en-US" sz="4000" b="1" noProof="0" dirty="0">
                <a:solidFill>
                  <a:schemeClr val="tx1">
                    <a:lumMod val="20000"/>
                    <a:lumOff val="8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Session 3</a:t>
            </a:r>
          </a:p>
          <a:p>
            <a:pPr lvl="1" algn="ctr" defTabSz="914400"/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Impacts on Households</a:t>
            </a:r>
          </a:p>
          <a:p>
            <a:pPr lvl="1" algn="ctr" defTabSz="914400"/>
            <a:r>
              <a:rPr lang="en-US" sz="4000" noProof="0" dirty="0">
                <a:solidFill>
                  <a:schemeClr val="tx1">
                    <a:lumMod val="20000"/>
                    <a:lumOff val="8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Co-benefits (avoided deaths)</a:t>
            </a:r>
          </a:p>
          <a:p>
            <a:pPr lvl="1" algn="ctr" defTabSz="914400"/>
            <a:r>
              <a:rPr lang="en-US" sz="4000" noProof="0" dirty="0">
                <a:solidFill>
                  <a:schemeClr val="tx1">
                    <a:lumMod val="20000"/>
                    <a:lumOff val="8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Total $ welfare effects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EEFC54-C1B5-606E-6AC7-DBC6EA155BFE}"/>
              </a:ext>
            </a:extLst>
          </p:cNvPr>
          <p:cNvSpPr/>
          <p:nvPr/>
        </p:nvSpPr>
        <p:spPr>
          <a:xfrm>
            <a:off x="10052050" y="2099297"/>
            <a:ext cx="3041650" cy="4123703"/>
          </a:xfrm>
          <a:prstGeom prst="rect">
            <a:avLst/>
          </a:prstGeom>
          <a:noFill/>
          <a:ln w="571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7977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F90C-EF6A-330B-0F90-696DC809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noProof="0"/>
              <a:t>Let’s look at an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73EBA-E9A5-F312-F00E-62439F445D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479" y="954773"/>
            <a:ext cx="8511521" cy="693543"/>
          </a:xfrm>
        </p:spPr>
        <p:txBody>
          <a:bodyPr>
            <a:normAutofit/>
          </a:bodyPr>
          <a:lstStyle/>
          <a:p>
            <a:r>
              <a:rPr lang="en-US" noProof="0"/>
              <a:t>CPAT Distribution Module: Sample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D52C8-A1DE-954F-4F3C-550B4B616F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52050" y="1981201"/>
            <a:ext cx="9500808" cy="7554036"/>
          </a:xfrm>
        </p:spPr>
        <p:txBody>
          <a:bodyPr/>
          <a:lstStyle/>
          <a:p>
            <a:pPr>
              <a:spcBef>
                <a:spcPts val="989"/>
              </a:spcBef>
              <a:spcAft>
                <a:spcPts val="989"/>
              </a:spcAft>
            </a:pPr>
            <a:r>
              <a:rPr lang="en-US" sz="3600" noProof="0"/>
              <a:t>Initial household consumption losses higher (lower) for poorer (richer) families (“regressive”) and mostly due to higher energy bills</a:t>
            </a:r>
          </a:p>
          <a:p>
            <a:pPr>
              <a:spcBef>
                <a:spcPts val="989"/>
              </a:spcBef>
              <a:spcAft>
                <a:spcPts val="989"/>
              </a:spcAft>
            </a:pPr>
            <a:r>
              <a:rPr lang="en-US" sz="3600" noProof="0"/>
              <a:t>Using even half the revenues to compensate bottom 60% of income distribution can lead to net consumption gains for poor</a:t>
            </a:r>
          </a:p>
          <a:p>
            <a:pPr>
              <a:spcBef>
                <a:spcPts val="989"/>
              </a:spcBef>
              <a:spcAft>
                <a:spcPts val="989"/>
              </a:spcAft>
            </a:pPr>
            <a:r>
              <a:rPr lang="en-US" sz="3600" noProof="0"/>
              <a:t>Carbon taxes can be designed as equity-enhancing policies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1DB0C2-AA02-B615-9F9C-ECBEF5307E81}"/>
              </a:ext>
            </a:extLst>
          </p:cNvPr>
          <p:cNvSpPr/>
          <p:nvPr/>
        </p:nvSpPr>
        <p:spPr>
          <a:xfrm>
            <a:off x="-35221" y="0"/>
            <a:ext cx="255821" cy="11313826"/>
          </a:xfrm>
          <a:prstGeom prst="rect">
            <a:avLst/>
          </a:prstGeom>
          <a:solidFill>
            <a:srgbClr val="144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58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18513D-F84C-F6A6-0A39-48082BF8802D}"/>
              </a:ext>
            </a:extLst>
          </p:cNvPr>
          <p:cNvSpPr txBox="1"/>
          <p:nvPr/>
        </p:nvSpPr>
        <p:spPr>
          <a:xfrm>
            <a:off x="1082759" y="10616644"/>
            <a:ext cx="95848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kern="0" noProof="0">
                <a:solidFill>
                  <a:sysClr val="windowText" lastClr="000000"/>
                </a:solidFill>
              </a:rPr>
              <a:t>World Bank staff estimates based on CPAT and the 2019 national Household Budget Survey (HBS).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5DFB7B-A8A1-74C1-28FD-53542071C788}"/>
              </a:ext>
            </a:extLst>
          </p:cNvPr>
          <p:cNvSpPr txBox="1"/>
          <p:nvPr/>
        </p:nvSpPr>
        <p:spPr>
          <a:xfrm>
            <a:off x="1001607" y="2229471"/>
            <a:ext cx="83916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>
                <a:solidFill>
                  <a:srgbClr val="000000"/>
                </a:solidFill>
              </a:rPr>
              <a:t>Figure 1. Uzbekistan: Relative mean consumption effect (Percent Consumption Losses (-)/Gains (+))</a:t>
            </a:r>
            <a:br>
              <a:rPr lang="en-US" sz="2400" b="1" noProof="0">
                <a:solidFill>
                  <a:srgbClr val="000000"/>
                </a:solidFill>
              </a:rPr>
            </a:br>
            <a:r>
              <a:rPr lang="en-US" sz="2400" b="1" noProof="0">
                <a:solidFill>
                  <a:srgbClr val="000000"/>
                </a:solidFill>
              </a:rPr>
              <a:t>from US$ 25/ton CO2e Carbon Tax, 2030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36BCA9-03E8-B530-3CF4-A1F625A51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607" y="3670636"/>
            <a:ext cx="8269435" cy="668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886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95C0E-FC1A-4537-ECC8-9DC7E122D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27" y="389093"/>
            <a:ext cx="19239473" cy="713361"/>
          </a:xfrm>
        </p:spPr>
        <p:txBody>
          <a:bodyPr/>
          <a:lstStyle/>
          <a:p>
            <a:r>
              <a:rPr lang="en-US" noProof="0"/>
              <a:t>Carbon Tax makes inequality better (and more so including revenue use)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73EBA-E9A5-F312-F00E-62439F445D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479" y="954773"/>
            <a:ext cx="9870421" cy="693543"/>
          </a:xfrm>
        </p:spPr>
        <p:txBody>
          <a:bodyPr>
            <a:normAutofit/>
          </a:bodyPr>
          <a:lstStyle/>
          <a:p>
            <a:r>
              <a:rPr lang="en-US" noProof="0"/>
              <a:t>CPAT Distribution Module: Sample Results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D5AF19-2B42-0530-1A88-C8BC981589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5FA1E6-9E58-459F-9A1B-0DE3AC5B15E0}" type="slidenum">
              <a:rPr lang="en-US" noProof="0" smtClean="0"/>
              <a:pPr/>
              <a:t>37</a:t>
            </a:fld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1DB0C2-AA02-B615-9F9C-ECBEF5307E81}"/>
              </a:ext>
            </a:extLst>
          </p:cNvPr>
          <p:cNvSpPr/>
          <p:nvPr/>
        </p:nvSpPr>
        <p:spPr>
          <a:xfrm>
            <a:off x="-35221" y="0"/>
            <a:ext cx="255821" cy="11313826"/>
          </a:xfrm>
          <a:prstGeom prst="rect">
            <a:avLst/>
          </a:prstGeom>
          <a:solidFill>
            <a:srgbClr val="144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58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79E622F-6BC4-5BC7-F56A-498660C04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8" y="2201367"/>
            <a:ext cx="15928841" cy="755877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48AF1D2-CF7E-2993-DEB0-3185A37E3BCC}"/>
              </a:ext>
            </a:extLst>
          </p:cNvPr>
          <p:cNvSpPr txBox="1"/>
          <p:nvPr/>
        </p:nvSpPr>
        <p:spPr>
          <a:xfrm>
            <a:off x="2140306" y="9902524"/>
            <a:ext cx="10054873" cy="54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507478"/>
            <a:r>
              <a:rPr lang="en-US" sz="2968" noProof="0">
                <a:solidFill>
                  <a:srgbClr val="494949"/>
                </a:solidFill>
                <a:latin typeface="Calibri"/>
              </a:rPr>
              <a:t>Source: </a:t>
            </a:r>
            <a:r>
              <a:rPr lang="en-US" sz="2968" noProof="0">
                <a:solidFill>
                  <a:srgbClr val="494949"/>
                </a:solidFill>
                <a:latin typeface="Calibri"/>
                <a:hlinkClick r:id="rId4"/>
              </a:rPr>
              <a:t>Spring 2022 South Asia Economic Focus (SAEF).</a:t>
            </a:r>
            <a:endParaRPr lang="en-US" sz="2968" noProof="0">
              <a:solidFill>
                <a:srgbClr val="49494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4945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B17A-A3A3-7976-C230-82E0B02A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9ABC-02A7-37D2-A1B8-CDA31655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Who Pays? Effects on Households</a:t>
            </a:r>
          </a:p>
        </p:txBody>
      </p:sp>
      <p:sp>
        <p:nvSpPr>
          <p:cNvPr id="7" name="Subhea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>
                <a:latin typeface="Open Sans Light"/>
                <a:ea typeface="Open Sans Light"/>
                <a:cs typeface="Open Sans Light"/>
              </a:rPr>
              <a:t>Distribution Module  •  Overview  •  Backup / Advanced</a:t>
            </a:r>
          </a:p>
        </p:txBody>
      </p:sp>
      <p:sp>
        <p:nvSpPr>
          <p:cNvPr id="389" name="box390"/>
          <p:cNvSpPr/>
          <p:nvPr/>
        </p:nvSpPr>
        <p:spPr>
          <a:xfrm>
            <a:off x="632479" y="2021306"/>
            <a:ext cx="8666005" cy="8097252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200000" tIns="140000" rIns="160000" bIns="12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11F41"/>
                </a:solidFill>
                <a:latin typeface="Calibri"/>
                <a:cs typeface="Calibri"/>
              </a:rPr>
              <a:t>Q &amp; A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Q.  Direct vs indirect effects?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A.  Direct = energy bills. Indirect = costlier goods made with costlier energy.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Q.  How many countries are covered?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A.  84+ countries, across all income and regional groups, and growing.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Q.  What data is used?</a:t>
            </a:r>
          </a:p>
          <a:p>
            <a:pPr marL="514350" indent="-514350" algn="l">
              <a:spcBef>
                <a:spcPts val="120"/>
              </a:spcBef>
              <a:buAutoNum type="alphaUcPeriod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National Household Budget Surveys, processed by the CPAT team.</a:t>
            </a:r>
          </a:p>
          <a:p>
            <a:pPr>
              <a:spcBef>
                <a:spcPts val="500"/>
              </a:spcBef>
            </a:pPr>
            <a:r>
              <a:rPr lang="en-US" sz="2600" b="1" dirty="0">
                <a:solidFill>
                  <a:srgbClr val="183153"/>
                </a:solidFill>
                <a:cs typeface="Calibri"/>
              </a:rPr>
              <a:t>Q.  What does 'regressive' mean here?</a:t>
            </a:r>
          </a:p>
          <a:p>
            <a:pPr>
              <a:spcBef>
                <a:spcPts val="120"/>
              </a:spcBef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A.  The raw cost takes a bigger share of income from poorer families.</a:t>
            </a:r>
          </a:p>
          <a:p>
            <a:pPr>
              <a:spcBef>
                <a:spcPts val="500"/>
              </a:spcBef>
            </a:pPr>
            <a:r>
              <a:rPr lang="en-US" sz="2600" b="1" dirty="0">
                <a:solidFill>
                  <a:srgbClr val="183153"/>
                </a:solidFill>
                <a:cs typeface="Calibri"/>
              </a:rPr>
              <a:t>Q.  How can the policy become progressive?</a:t>
            </a:r>
          </a:p>
          <a:p>
            <a:pPr>
              <a:spcBef>
                <a:spcPts val="120"/>
              </a:spcBef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A.  By returning revenue — even half to the bottom 60% can make poor families better off.</a:t>
            </a:r>
          </a:p>
          <a:p>
            <a:pPr>
              <a:spcBef>
                <a:spcPts val="500"/>
              </a:spcBef>
            </a:pPr>
            <a:r>
              <a:rPr lang="en-US" sz="2600" b="1" dirty="0">
                <a:solidFill>
                  <a:srgbClr val="183153"/>
                </a:solidFill>
                <a:cs typeface="Calibri"/>
              </a:rPr>
              <a:t>Q.  Is the result the same everywhere?</a:t>
            </a:r>
          </a:p>
          <a:p>
            <a:pPr>
              <a:spcBef>
                <a:spcPts val="120"/>
              </a:spcBef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A.  No. It depends on each country's spending patterns and revenue use.</a:t>
            </a:r>
          </a:p>
          <a:p>
            <a:pPr marL="514350" indent="-514350" algn="l">
              <a:spcBef>
                <a:spcPts val="120"/>
              </a:spcBef>
              <a:buAutoNum type="alphaUcPeriod"/>
            </a:pPr>
            <a:endParaRPr lang="en-US" sz="2600" dirty="0">
              <a:solidFill>
                <a:srgbClr val="2B2B2B"/>
              </a:solidFill>
              <a:latin typeface="Calibri"/>
              <a:cs typeface="Calibri"/>
            </a:endParaRPr>
          </a:p>
        </p:txBody>
      </p:sp>
      <p:sp>
        <p:nvSpPr>
          <p:cNvPr id="391" name="box392"/>
          <p:cNvSpPr/>
          <p:nvPr/>
        </p:nvSpPr>
        <p:spPr>
          <a:xfrm>
            <a:off x="9558484" y="2021306"/>
            <a:ext cx="9913137" cy="3797961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200000" tIns="140000" rIns="160000" bIns="12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955E"/>
                </a:solidFill>
                <a:latin typeface="Calibri"/>
                <a:cs typeface="Calibri"/>
              </a:rPr>
              <a:t>Methodology</a:t>
            </a:r>
          </a:p>
          <a:p>
            <a:pPr marL="274320" indent="-274320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Net effect = money returned − higher energy bills − higher prices of other goods.</a:t>
            </a:r>
          </a:p>
          <a:p>
            <a:pPr marL="274320" indent="-274320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Computed for each income group, before and after revenue use.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Households grouped by income (e.g., deciles or quintiles).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Spending patterns show how each group is exposed to price changes.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Revenue recycling (transfers, spending) is added back to each group.</a:t>
            </a:r>
          </a:p>
        </p:txBody>
      </p:sp>
      <p:sp>
        <p:nvSpPr>
          <p:cNvPr id="393" name="box394"/>
          <p:cNvSpPr/>
          <p:nvPr/>
        </p:nvSpPr>
        <p:spPr>
          <a:xfrm>
            <a:off x="9558484" y="6079267"/>
            <a:ext cx="9913137" cy="2896291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200000" tIns="140000" rIns="160000" bIns="12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B87"/>
                </a:solidFill>
                <a:latin typeface="Calibri"/>
                <a:cs typeface="Calibri"/>
              </a:rPr>
              <a:t>Settings &amp; dashboard</a:t>
            </a:r>
          </a:p>
          <a:p>
            <a:pPr marL="274320" indent="-274320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Set revenue-use shares on the policy-design panel.</a:t>
            </a:r>
          </a:p>
          <a:p>
            <a:pPr marL="274320" indent="-274320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Compare consumption effect across income groups in outputs.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Found under Mitigation/Distribution Data tabs.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Outputs in the 'Impacts on Households' graphs.</a:t>
            </a:r>
          </a:p>
        </p:txBody>
      </p:sp>
      <p:sp>
        <p:nvSpPr>
          <p:cNvPr id="395" name="box396"/>
          <p:cNvSpPr/>
          <p:nvPr/>
        </p:nvSpPr>
        <p:spPr>
          <a:xfrm>
            <a:off x="9558483" y="9182867"/>
            <a:ext cx="9913137" cy="1024543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200000" tIns="140000" rIns="160000" bIns="12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9C6F00"/>
                </a:solidFill>
                <a:latin typeface="Calibri"/>
                <a:cs typeface="Calibri"/>
              </a:rPr>
              <a:t>Data sources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National Household Budget Surveys  •  World Bank  •  CPAT processing</a:t>
            </a:r>
          </a:p>
        </p:txBody>
      </p:sp>
    </p:spTree>
    <p:extLst>
      <p:ext uri="{BB962C8B-B14F-4D97-AF65-F5344CB8AC3E}">
        <p14:creationId xmlns:p14="http://schemas.microsoft.com/office/powerpoint/2010/main" val="6503430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7F7CE-80EF-C43B-F610-A6D410D2C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EBA6C-220B-7819-50A8-4DAA254AF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232" y="586411"/>
            <a:ext cx="5980833" cy="5356047"/>
          </a:xfrm>
        </p:spPr>
        <p:txBody>
          <a:bodyPr/>
          <a:lstStyle/>
          <a:p>
            <a:r>
              <a:rPr lang="en-US" noProof="0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AE998-4C2D-6706-B047-CC0510F5A7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150781" tIns="75390" rIns="150781" bIns="75390" rtlCol="0" anchor="t">
            <a:normAutofit fontScale="85000" lnSpcReduction="10000"/>
          </a:bodyPr>
          <a:lstStyle/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Overview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Mitigation (Energy Use, Revenues, Emissions)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Distribution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b="1" dirty="0"/>
              <a:t>Air Pollution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Transport and GDP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4F4EE-1055-738F-1A91-7B70EDCF4DA1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FE2EA779-30F6-A32C-BE99-579C287202B9}"/>
              </a:ext>
            </a:extLst>
          </p:cNvPr>
          <p:cNvSpPr txBox="1">
            <a:spLocks/>
          </p:cNvSpPr>
          <p:nvPr/>
        </p:nvSpPr>
        <p:spPr>
          <a:xfrm>
            <a:off x="15581313" y="10482263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97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77BBB6-B31F-4C1A-BBC8-5103E1961508}" type="slidenum">
              <a:rPr lang="en-US" noProof="0" smtClean="0"/>
              <a:pPr/>
              <a:t>39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306341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48B17A-A3A3-7976-C230-82E0B02A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9ABC-02A7-37D2-A1B8-CDA31655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Why Air Pollution Matters</a:t>
            </a:r>
          </a:p>
        </p:txBody>
      </p:sp>
      <p:sp>
        <p:nvSpPr>
          <p:cNvPr id="7" name="Subhea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>
                <a:latin typeface="Open Sans Light"/>
                <a:ea typeface="Open Sans Light"/>
                <a:cs typeface="Open Sans Light"/>
              </a:rPr>
              <a:t>Air-Pollution Module  •  Motivation  •  Module 2</a:t>
            </a:r>
          </a:p>
        </p:txBody>
      </p:sp>
      <p:sp>
        <p:nvSpPr>
          <p:cNvPr id="311" name="box312"/>
          <p:cNvSpPr/>
          <p:nvPr/>
        </p:nvSpPr>
        <p:spPr>
          <a:xfrm>
            <a:off x="632479" y="1998315"/>
            <a:ext cx="18839142" cy="1222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Burning fuel creates air pollution. Pollution causes disease and early death. Carbon pricing cuts fuel use, so it also saves lives. CPAT measures this benefit.</a:t>
            </a:r>
          </a:p>
        </p:txBody>
      </p:sp>
      <p:sp>
        <p:nvSpPr>
          <p:cNvPr id="313" name="box314"/>
          <p:cNvSpPr/>
          <p:nvPr/>
        </p:nvSpPr>
        <p:spPr>
          <a:xfrm>
            <a:off x="632479" y="3540670"/>
            <a:ext cx="6106380" cy="15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485F"/>
                </a:solidFill>
                <a:latin typeface="Calibri"/>
                <a:cs typeface="Calibri"/>
              </a:rPr>
              <a:t>6.6M</a:t>
            </a:r>
          </a:p>
          <a:p>
            <a:pPr marL="0" indent="0" algn="ctr">
              <a:spcBef>
                <a:spcPts val="12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deaths from air pollution worldwide (2019)</a:t>
            </a:r>
          </a:p>
        </p:txBody>
      </p:sp>
      <p:sp>
        <p:nvSpPr>
          <p:cNvPr id="315" name="box316"/>
          <p:cNvSpPr/>
          <p:nvPr/>
        </p:nvSpPr>
        <p:spPr>
          <a:xfrm>
            <a:off x="6998859" y="3540670"/>
            <a:ext cx="6106380" cy="15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CC402"/>
                </a:solidFill>
                <a:latin typeface="Calibri"/>
                <a:cs typeface="Calibri"/>
              </a:rPr>
              <a:t>12%</a:t>
            </a:r>
          </a:p>
          <a:p>
            <a:pPr marL="0" indent="0" algn="ctr">
              <a:spcBef>
                <a:spcPts val="12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of all deaths that year</a:t>
            </a:r>
          </a:p>
        </p:txBody>
      </p:sp>
      <p:sp>
        <p:nvSpPr>
          <p:cNvPr id="317" name="box318"/>
          <p:cNvSpPr/>
          <p:nvPr/>
        </p:nvSpPr>
        <p:spPr>
          <a:xfrm>
            <a:off x="13365239" y="3540670"/>
            <a:ext cx="6106380" cy="150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137160" tIns="91440" rIns="137160" bIns="9144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955E"/>
                </a:solidFill>
                <a:latin typeface="Calibri"/>
                <a:cs typeface="Calibri"/>
              </a:rPr>
              <a:t>PM2.5</a:t>
            </a:r>
          </a:p>
          <a:p>
            <a:pPr marL="0" indent="0" algn="ctr">
              <a:spcBef>
                <a:spcPts val="12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+ O₃ main pollutants tracked</a:t>
            </a:r>
          </a:p>
        </p:txBody>
      </p:sp>
      <p:sp>
        <p:nvSpPr>
          <p:cNvPr id="319" name="box320"/>
          <p:cNvSpPr/>
          <p:nvPr/>
        </p:nvSpPr>
        <p:spPr>
          <a:xfrm>
            <a:off x="632479" y="5390669"/>
            <a:ext cx="18839142" cy="43193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Health impacts are based on the Global Burden of Disease (GBD) 2019 study, covering both outdoor and household pollution.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D52C8-A1DE-954F-4F3C-550B4B616FD1}"/>
              </a:ext>
            </a:extLst>
          </p:cNvPr>
          <p:cNvSpPr txBox="1">
            <a:spLocks/>
          </p:cNvSpPr>
          <p:nvPr/>
        </p:nvSpPr>
        <p:spPr>
          <a:xfrm>
            <a:off x="827936" y="6328610"/>
            <a:ext cx="8652948" cy="4145882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144" eaLnBrk="1" hangingPunct="1">
              <a:defRPr>
                <a:latin typeface="+mn-lt"/>
                <a:ea typeface="+mn-ea"/>
                <a:cs typeface="+mn-cs"/>
              </a:defRPr>
            </a:lvl2pPr>
            <a:lvl3pPr marL="914288" eaLnBrk="1" hangingPunct="1">
              <a:defRPr>
                <a:latin typeface="+mn-lt"/>
                <a:ea typeface="+mn-ea"/>
                <a:cs typeface="+mn-cs"/>
              </a:defRPr>
            </a:lvl3pPr>
            <a:lvl4pPr marL="1371432" eaLnBrk="1" hangingPunct="1">
              <a:defRPr>
                <a:latin typeface="+mn-lt"/>
                <a:ea typeface="+mn-ea"/>
                <a:cs typeface="+mn-cs"/>
              </a:defRPr>
            </a:lvl4pPr>
            <a:lvl5pPr marL="1828574" eaLnBrk="1" hangingPunct="1">
              <a:defRPr>
                <a:latin typeface="+mn-lt"/>
                <a:ea typeface="+mn-ea"/>
                <a:cs typeface="+mn-cs"/>
              </a:defRPr>
            </a:lvl5pPr>
            <a:lvl6pPr marL="2285718" eaLnBrk="1" hangingPunct="1">
              <a:defRPr>
                <a:latin typeface="+mn-lt"/>
                <a:ea typeface="+mn-ea"/>
                <a:cs typeface="+mn-cs"/>
              </a:defRPr>
            </a:lvl6pPr>
            <a:lvl7pPr marL="2742863" eaLnBrk="1" hangingPunct="1">
              <a:defRPr>
                <a:latin typeface="+mn-lt"/>
                <a:ea typeface="+mn-ea"/>
                <a:cs typeface="+mn-cs"/>
              </a:defRPr>
            </a:lvl7pPr>
            <a:lvl8pPr marL="3200007" eaLnBrk="1" hangingPunct="1">
              <a:defRPr>
                <a:latin typeface="+mn-lt"/>
                <a:ea typeface="+mn-ea"/>
                <a:cs typeface="+mn-cs"/>
              </a:defRPr>
            </a:lvl8pPr>
            <a:lvl9pPr marL="3657149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Bef>
                <a:spcPts val="989"/>
              </a:spcBef>
              <a:spcAft>
                <a:spcPts val="989"/>
              </a:spcAft>
            </a:pPr>
            <a:r>
              <a:rPr lang="en-US" sz="3000" kern="0" dirty="0">
                <a:solidFill>
                  <a:sysClr val="windowText" lastClr="000000"/>
                </a:solidFill>
                <a:latin typeface="Arial Nova Light" panose="020B0304020202020204" pitchFamily="34" charset="0"/>
              </a:rPr>
              <a:t>Goals:</a:t>
            </a:r>
          </a:p>
          <a:p>
            <a:pPr marL="571500" indent="-571500" defTabSz="914400">
              <a:spcBef>
                <a:spcPts val="989"/>
              </a:spcBef>
              <a:spcAft>
                <a:spcPts val="989"/>
              </a:spcAft>
              <a:buFont typeface="Arial" panose="020B0604020202020204" pitchFamily="34" charset="0"/>
              <a:buChar char="•"/>
            </a:pPr>
            <a:r>
              <a:rPr lang="en-US" sz="3000" kern="0" dirty="0">
                <a:solidFill>
                  <a:sysClr val="windowText" lastClr="000000"/>
                </a:solidFill>
                <a:latin typeface="Arial Nova Light" panose="020B0304020202020204" pitchFamily="34" charset="0"/>
              </a:rPr>
              <a:t>Include the air pollution related health co-benefits associated with climate policies</a:t>
            </a:r>
          </a:p>
          <a:p>
            <a:pPr marL="571500" indent="-571500" defTabSz="914400">
              <a:spcBef>
                <a:spcPts val="989"/>
              </a:spcBef>
              <a:spcAft>
                <a:spcPts val="989"/>
              </a:spcAft>
              <a:buFont typeface="Arial" panose="020B0604020202020204" pitchFamily="34" charset="0"/>
              <a:buChar char="•"/>
            </a:pPr>
            <a:r>
              <a:rPr lang="en-US" sz="3000" kern="0" dirty="0">
                <a:solidFill>
                  <a:sysClr val="windowText" lastClr="000000"/>
                </a:solidFill>
                <a:latin typeface="Arial Nova Light" panose="020B0304020202020204" pitchFamily="34" charset="0"/>
              </a:rPr>
              <a:t>Show that climate action can have large local benefits</a:t>
            </a:r>
          </a:p>
          <a:p>
            <a:pPr marL="571500" indent="-571500" defTabSz="914400">
              <a:spcBef>
                <a:spcPts val="989"/>
              </a:spcBef>
              <a:spcAft>
                <a:spcPts val="989"/>
              </a:spcAft>
              <a:buFont typeface="Arial" panose="020B0604020202020204" pitchFamily="34" charset="0"/>
              <a:buChar char="•"/>
            </a:pPr>
            <a:r>
              <a:rPr lang="en-US" sz="3000" kern="0" dirty="0">
                <a:solidFill>
                  <a:sysClr val="windowText" lastClr="000000"/>
                </a:solidFill>
                <a:latin typeface="Arial Nova Light" panose="020B0304020202020204" pitchFamily="34" charset="0"/>
              </a:rPr>
              <a:t>Provide country level estimates</a:t>
            </a:r>
          </a:p>
          <a:p>
            <a:pPr marL="1028644" lvl="1" indent="-571500" defTabSz="914400">
              <a:buFont typeface="Arial" panose="020B0604020202020204" pitchFamily="34" charset="0"/>
              <a:buChar char="•"/>
            </a:pPr>
            <a:endParaRPr lang="en-US" sz="3000" kern="0" dirty="0">
              <a:solidFill>
                <a:sysClr val="windowText" lastClr="000000"/>
              </a:solidFill>
              <a:latin typeface="Arial Nova Light" panose="020B03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ABD3D5-9D24-4104-3B36-EE3C0C88F553}"/>
              </a:ext>
            </a:extLst>
          </p:cNvPr>
          <p:cNvGrpSpPr/>
          <p:nvPr/>
        </p:nvGrpSpPr>
        <p:grpSpPr>
          <a:xfrm>
            <a:off x="8400172" y="3982453"/>
            <a:ext cx="12466169" cy="7494930"/>
            <a:chOff x="1395896" y="1203551"/>
            <a:chExt cx="8128000" cy="5235196"/>
          </a:xfrm>
        </p:grpSpPr>
        <p:graphicFrame>
          <p:nvGraphicFramePr>
            <p:cNvPr id="8" name="Diagram 7">
              <a:extLst>
                <a:ext uri="{FF2B5EF4-FFF2-40B4-BE49-F238E27FC236}">
                  <a16:creationId xmlns:a16="http://schemas.microsoft.com/office/drawing/2014/main" id="{045B7B5A-84E5-D793-009D-9773B7254722}"/>
                </a:ext>
              </a:extLst>
            </p:cNvPr>
            <p:cNvGraphicFramePr/>
            <p:nvPr/>
          </p:nvGraphicFramePr>
          <p:xfrm>
            <a:off x="1395896" y="2727297"/>
            <a:ext cx="8128000" cy="246490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2D7B2DD3-DE96-64DC-8C87-12B6E60952E2}"/>
                </a:ext>
              </a:extLst>
            </p:cNvPr>
            <p:cNvSpPr/>
            <p:nvPr/>
          </p:nvSpPr>
          <p:spPr>
            <a:xfrm>
              <a:off x="3227248" y="1203551"/>
              <a:ext cx="4755862" cy="5235196"/>
            </a:xfrm>
            <a:prstGeom prst="leftCircularArrow">
              <a:avLst>
                <a:gd name="adj1" fmla="val 2218"/>
                <a:gd name="adj2" fmla="val 578350"/>
                <a:gd name="adj3" fmla="val 2358300"/>
                <a:gd name="adj4" fmla="val 9171087"/>
                <a:gd name="adj5" fmla="val 3976"/>
              </a:avLst>
            </a:prstGeom>
            <a:solidFill>
              <a:srgbClr val="ABADB3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>
                <a:latin typeface="Arial Nova Light" panose="020B03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82001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22E11-893A-B530-0D31-E10D7B22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noProof="0" dirty="0"/>
              <a:t>The health effects of pollution are large…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BDAA3-BFC9-9390-57A5-2A60465AD56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0836275"/>
            <a:ext cx="8636000" cy="215900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r>
              <a:rPr lang="en-US" noProof="0"/>
              <a:t>CPAT air pollution module</a:t>
            </a:r>
          </a:p>
          <a:p>
            <a:endParaRPr lang="en-US" noProof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B7820D7D-A283-904B-5D9E-74CA37728E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5FA1E6-9E58-459F-9A1B-0DE3AC5B15E0}" type="slidenum">
              <a:rPr lang="en-US" noProof="0" smtClean="0"/>
              <a:pPr/>
              <a:t>41</a:t>
            </a:fld>
            <a:endParaRPr lang="en-US" noProof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AF837E9-4A1F-F5BC-DE3D-AD1295935A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5" t="5342" r="4141" b="3445"/>
          <a:stretch/>
        </p:blipFill>
        <p:spPr bwMode="auto">
          <a:xfrm>
            <a:off x="600111" y="1992082"/>
            <a:ext cx="6047330" cy="418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Particle pathways to the brain">
            <a:extLst>
              <a:ext uri="{FF2B5EF4-FFF2-40B4-BE49-F238E27FC236}">
                <a16:creationId xmlns:a16="http://schemas.microsoft.com/office/drawing/2014/main" id="{B3C4BF0A-243E-10D9-C598-4CC1962880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9" b="34830"/>
          <a:stretch/>
        </p:blipFill>
        <p:spPr bwMode="auto">
          <a:xfrm>
            <a:off x="854314" y="6328114"/>
            <a:ext cx="7067876" cy="4253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F17A86-4CDF-2930-EE8E-0E9F8C416735}"/>
              </a:ext>
            </a:extLst>
          </p:cNvPr>
          <p:cNvSpPr txBox="1"/>
          <p:nvPr/>
        </p:nvSpPr>
        <p:spPr>
          <a:xfrm>
            <a:off x="10870753" y="5492578"/>
            <a:ext cx="3040986" cy="1310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277" b="1" noProof="0">
                <a:solidFill>
                  <a:srgbClr val="FF0000"/>
                </a:solidFill>
              </a:rPr>
              <a:t>26%</a:t>
            </a:r>
          </a:p>
          <a:p>
            <a:pPr algn="ctr"/>
            <a:r>
              <a:rPr lang="en-US" sz="2638" noProof="0"/>
              <a:t>Stroke</a:t>
            </a:r>
          </a:p>
        </p:txBody>
      </p:sp>
      <p:pic>
        <p:nvPicPr>
          <p:cNvPr id="12" name="Graphic 11" descr="Brain">
            <a:extLst>
              <a:ext uri="{FF2B5EF4-FFF2-40B4-BE49-F238E27FC236}">
                <a16:creationId xmlns:a16="http://schemas.microsoft.com/office/drawing/2014/main" id="{31F6B907-AA99-26DA-C262-4BC3F5A6B6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53864" y="5455497"/>
            <a:ext cx="1630813" cy="16308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8B00AE-632F-55BD-2F13-6178912EE40D}"/>
              </a:ext>
            </a:extLst>
          </p:cNvPr>
          <p:cNvSpPr txBox="1"/>
          <p:nvPr/>
        </p:nvSpPr>
        <p:spPr>
          <a:xfrm>
            <a:off x="16306760" y="5287442"/>
            <a:ext cx="3040986" cy="1716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277" b="1" noProof="0">
                <a:solidFill>
                  <a:srgbClr val="FF0000"/>
                </a:solidFill>
              </a:rPr>
              <a:t>20%</a:t>
            </a:r>
          </a:p>
          <a:p>
            <a:pPr algn="ctr"/>
            <a:r>
              <a:rPr lang="en-US" sz="2638" noProof="0"/>
              <a:t>Ischemic heart disease</a:t>
            </a:r>
          </a:p>
        </p:txBody>
      </p:sp>
      <p:pic>
        <p:nvPicPr>
          <p:cNvPr id="14" name="Graphic 13" descr="Heart organ">
            <a:extLst>
              <a:ext uri="{FF2B5EF4-FFF2-40B4-BE49-F238E27FC236}">
                <a16:creationId xmlns:a16="http://schemas.microsoft.com/office/drawing/2014/main" id="{07D0A956-F117-B3D8-87D2-2D34A2B411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49511" y="5271968"/>
            <a:ext cx="1630813" cy="16308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EC8F91C-CD10-25C0-63A0-A00827A5FEA8}"/>
              </a:ext>
            </a:extLst>
          </p:cNvPr>
          <p:cNvSpPr txBox="1"/>
          <p:nvPr/>
        </p:nvSpPr>
        <p:spPr>
          <a:xfrm>
            <a:off x="10870753" y="7781172"/>
            <a:ext cx="3040986" cy="1310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277" b="1" noProof="0">
                <a:solidFill>
                  <a:srgbClr val="FF0000"/>
                </a:solidFill>
              </a:rPr>
              <a:t>20%</a:t>
            </a:r>
          </a:p>
          <a:p>
            <a:pPr algn="ctr"/>
            <a:r>
              <a:rPr lang="en-US" sz="2638" noProof="0"/>
              <a:t>Neonatal disorders</a:t>
            </a:r>
          </a:p>
        </p:txBody>
      </p:sp>
      <p:pic>
        <p:nvPicPr>
          <p:cNvPr id="16" name="Graphic 15" descr="Baby">
            <a:extLst>
              <a:ext uri="{FF2B5EF4-FFF2-40B4-BE49-F238E27FC236}">
                <a16:creationId xmlns:a16="http://schemas.microsoft.com/office/drawing/2014/main" id="{A7420139-E582-634F-E54E-CD2E75CA98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1138" y="7833830"/>
            <a:ext cx="1630813" cy="16308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D9F3FBC-1C47-CA1C-7FDF-5C96B09611FF}"/>
              </a:ext>
            </a:extLst>
          </p:cNvPr>
          <p:cNvSpPr txBox="1"/>
          <p:nvPr/>
        </p:nvSpPr>
        <p:spPr>
          <a:xfrm>
            <a:off x="16480324" y="7833831"/>
            <a:ext cx="3040986" cy="1310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277" b="1" noProof="0">
                <a:solidFill>
                  <a:srgbClr val="FF0000"/>
                </a:solidFill>
              </a:rPr>
              <a:t>19%</a:t>
            </a:r>
          </a:p>
          <a:p>
            <a:pPr algn="ctr"/>
            <a:r>
              <a:rPr lang="en-US" sz="2638" noProof="0"/>
              <a:t>Lung cancer</a:t>
            </a:r>
            <a:endParaRPr lang="en-US" sz="2638" b="1" noProof="0">
              <a:solidFill>
                <a:srgbClr val="FF0000"/>
              </a:solidFill>
            </a:endParaRPr>
          </a:p>
        </p:txBody>
      </p:sp>
      <p:pic>
        <p:nvPicPr>
          <p:cNvPr id="18" name="Graphic 17" descr="Lungs">
            <a:extLst>
              <a:ext uri="{FF2B5EF4-FFF2-40B4-BE49-F238E27FC236}">
                <a16:creationId xmlns:a16="http://schemas.microsoft.com/office/drawing/2014/main" id="{13394528-D76F-78FE-BDF0-8796B4D0C9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849511" y="7883288"/>
            <a:ext cx="1630813" cy="163081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F1B1EE0-FEDF-C6F6-17D7-DC46843A4BD5}"/>
              </a:ext>
            </a:extLst>
          </p:cNvPr>
          <p:cNvSpPr txBox="1"/>
          <p:nvPr/>
        </p:nvSpPr>
        <p:spPr>
          <a:xfrm>
            <a:off x="9253864" y="2696604"/>
            <a:ext cx="9727837" cy="1919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958" b="1" noProof="0"/>
              <a:t>More than </a:t>
            </a:r>
            <a:r>
              <a:rPr lang="en-US" sz="3958" b="1" noProof="0">
                <a:solidFill>
                  <a:srgbClr val="FF0000"/>
                </a:solidFill>
              </a:rPr>
              <a:t>6.6 million deaths</a:t>
            </a:r>
            <a:r>
              <a:rPr lang="en-US" sz="3958" b="1" noProof="0"/>
              <a:t> attributable to air pollution worldwide in 2019</a:t>
            </a:r>
          </a:p>
          <a:p>
            <a:pPr algn="ctr"/>
            <a:r>
              <a:rPr lang="en-US" sz="3958" b="1" noProof="0"/>
              <a:t> (</a:t>
            </a:r>
            <a:r>
              <a:rPr lang="en-US" sz="3958" b="1" noProof="0">
                <a:solidFill>
                  <a:srgbClr val="FF0000"/>
                </a:solidFill>
              </a:rPr>
              <a:t>12%</a:t>
            </a:r>
            <a:r>
              <a:rPr lang="en-US" sz="3958" b="1" noProof="0"/>
              <a:t> of total deaths)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D01FB7-1928-F9F5-4A6A-4CBD16B4FDF1}"/>
              </a:ext>
            </a:extLst>
          </p:cNvPr>
          <p:cNvSpPr/>
          <p:nvPr/>
        </p:nvSpPr>
        <p:spPr>
          <a:xfrm>
            <a:off x="-24216" y="0"/>
            <a:ext cx="255821" cy="11313826"/>
          </a:xfrm>
          <a:prstGeom prst="rect">
            <a:avLst/>
          </a:prstGeom>
          <a:solidFill>
            <a:srgbClr val="144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58" noProof="0"/>
          </a:p>
        </p:txBody>
      </p:sp>
    </p:spTree>
    <p:extLst>
      <p:ext uri="{BB962C8B-B14F-4D97-AF65-F5344CB8AC3E}">
        <p14:creationId xmlns:p14="http://schemas.microsoft.com/office/powerpoint/2010/main" val="133865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7" grpId="0"/>
      <p:bldP spid="1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B17A-A3A3-7976-C230-82E0B02A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9ABC-02A7-37D2-A1B8-CDA31655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From Emissions to Health Impacts</a:t>
            </a:r>
          </a:p>
        </p:txBody>
      </p:sp>
      <p:sp>
        <p:nvSpPr>
          <p:cNvPr id="7" name="Subhea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>
                <a:latin typeface="Open Sans Light"/>
                <a:ea typeface="Open Sans Light"/>
                <a:cs typeface="Open Sans Light"/>
              </a:rPr>
              <a:t>Air-Pollution Module  •  Method</a:t>
            </a:r>
          </a:p>
        </p:txBody>
      </p:sp>
      <p:sp>
        <p:nvSpPr>
          <p:cNvPr id="329" name="box330"/>
          <p:cNvSpPr/>
          <p:nvPr/>
        </p:nvSpPr>
        <p:spPr>
          <a:xfrm>
            <a:off x="632479" y="2880000"/>
            <a:ext cx="18839142" cy="3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CPAT follows a five-step chain. Each step uses established science to turn emissions into a number of deaths and a money value.</a:t>
            </a:r>
          </a:p>
        </p:txBody>
      </p:sp>
      <p:sp>
        <p:nvSpPr>
          <p:cNvPr id="331" name="box332"/>
          <p:cNvSpPr/>
          <p:nvPr/>
        </p:nvSpPr>
        <p:spPr>
          <a:xfrm>
            <a:off x="524195" y="3732586"/>
            <a:ext cx="3511828" cy="1150000"/>
          </a:xfrm>
          <a:prstGeom prst="roundRect">
            <a:avLst>
              <a:gd name="adj" fmla="val 3500"/>
            </a:avLst>
          </a:prstGeom>
          <a:solidFill>
            <a:srgbClr val="183153"/>
          </a:solidFill>
          <a:ln>
            <a:noFill/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80000" tIns="60000" rIns="80000" bIns="6000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cs typeface="Calibri"/>
              </a:rPr>
              <a:t>1. Emissions</a:t>
            </a:r>
          </a:p>
        </p:txBody>
      </p:sp>
      <p:sp>
        <p:nvSpPr>
          <p:cNvPr id="333" name="box334"/>
          <p:cNvSpPr/>
          <p:nvPr/>
        </p:nvSpPr>
        <p:spPr>
          <a:xfrm>
            <a:off x="4036023" y="3732586"/>
            <a:ext cx="3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A6472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335" name="box336"/>
          <p:cNvSpPr/>
          <p:nvPr/>
        </p:nvSpPr>
        <p:spPr>
          <a:xfrm>
            <a:off x="4356023" y="3732586"/>
            <a:ext cx="3511828" cy="1150000"/>
          </a:xfrm>
          <a:prstGeom prst="roundRect">
            <a:avLst>
              <a:gd name="adj" fmla="val 3500"/>
            </a:avLst>
          </a:prstGeom>
          <a:solidFill>
            <a:srgbClr val="004B87"/>
          </a:solidFill>
          <a:ln>
            <a:noFill/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80000" tIns="60000" rIns="80000" bIns="6000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cs typeface="Calibri"/>
              </a:rPr>
              <a:t>2. Concentration</a:t>
            </a:r>
          </a:p>
        </p:txBody>
      </p:sp>
      <p:sp>
        <p:nvSpPr>
          <p:cNvPr id="337" name="box338"/>
          <p:cNvSpPr/>
          <p:nvPr/>
        </p:nvSpPr>
        <p:spPr>
          <a:xfrm>
            <a:off x="7867851" y="3732586"/>
            <a:ext cx="3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A6472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339" name="box340"/>
          <p:cNvSpPr/>
          <p:nvPr/>
        </p:nvSpPr>
        <p:spPr>
          <a:xfrm>
            <a:off x="8187851" y="3732586"/>
            <a:ext cx="3511828" cy="1150000"/>
          </a:xfrm>
          <a:prstGeom prst="roundRect">
            <a:avLst>
              <a:gd name="adj" fmla="val 3500"/>
            </a:avLst>
          </a:prstGeom>
          <a:solidFill>
            <a:srgbClr val="049AD7"/>
          </a:solidFill>
          <a:ln>
            <a:noFill/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80000" tIns="60000" rIns="80000" bIns="6000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cs typeface="Calibri"/>
              </a:rPr>
              <a:t>3. Exposure–response</a:t>
            </a:r>
          </a:p>
        </p:txBody>
      </p:sp>
      <p:sp>
        <p:nvSpPr>
          <p:cNvPr id="341" name="box342"/>
          <p:cNvSpPr/>
          <p:nvPr/>
        </p:nvSpPr>
        <p:spPr>
          <a:xfrm>
            <a:off x="11699679" y="3732586"/>
            <a:ext cx="3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A6472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343" name="box344"/>
          <p:cNvSpPr/>
          <p:nvPr/>
        </p:nvSpPr>
        <p:spPr>
          <a:xfrm>
            <a:off x="12019679" y="3732586"/>
            <a:ext cx="3511828" cy="1150000"/>
          </a:xfrm>
          <a:prstGeom prst="roundRect">
            <a:avLst>
              <a:gd name="adj" fmla="val 3500"/>
            </a:avLst>
          </a:prstGeom>
          <a:solidFill>
            <a:srgbClr val="00955E"/>
          </a:solidFill>
          <a:ln>
            <a:noFill/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80000" tIns="60000" rIns="80000" bIns="6000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cs typeface="Calibri"/>
              </a:rPr>
              <a:t>4. Disease burden</a:t>
            </a:r>
          </a:p>
        </p:txBody>
      </p:sp>
      <p:sp>
        <p:nvSpPr>
          <p:cNvPr id="345" name="box346"/>
          <p:cNvSpPr/>
          <p:nvPr/>
        </p:nvSpPr>
        <p:spPr>
          <a:xfrm>
            <a:off x="15531507" y="3732586"/>
            <a:ext cx="3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A6472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347" name="box348"/>
          <p:cNvSpPr/>
          <p:nvPr/>
        </p:nvSpPr>
        <p:spPr>
          <a:xfrm>
            <a:off x="15851507" y="3732586"/>
            <a:ext cx="3511828" cy="1150000"/>
          </a:xfrm>
          <a:prstGeom prst="roundRect">
            <a:avLst>
              <a:gd name="adj" fmla="val 3500"/>
            </a:avLst>
          </a:prstGeom>
          <a:solidFill>
            <a:srgbClr val="611F41"/>
          </a:solidFill>
          <a:ln>
            <a:noFill/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80000" tIns="60000" rIns="80000" bIns="6000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cs typeface="Calibri"/>
              </a:rPr>
              <a:t>5. Valuation</a:t>
            </a:r>
          </a:p>
        </p:txBody>
      </p:sp>
      <p:sp>
        <p:nvSpPr>
          <p:cNvPr id="351" name="box352"/>
          <p:cNvSpPr/>
          <p:nvPr/>
        </p:nvSpPr>
        <p:spPr>
          <a:xfrm>
            <a:off x="610628" y="5457371"/>
            <a:ext cx="18839142" cy="17375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US" sz="2600" b="1" dirty="0">
                <a:solidFill>
                  <a:srgbClr val="611F41"/>
                </a:solidFill>
                <a:cs typeface="Calibri"/>
              </a:rPr>
              <a:t>Inputs that shape the result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2600" dirty="0">
              <a:solidFill>
                <a:srgbClr val="2B2B2B"/>
              </a:solidFill>
              <a:latin typeface="Calibri"/>
              <a:cs typeface="Calibri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Population and age groups  •  diseases (heart, lung, stroke, diabetes, lower-respiratory)  •  weather and geography  •  income and value of statistical life (VSL).</a:t>
            </a:r>
          </a:p>
        </p:txBody>
      </p:sp>
    </p:spTree>
    <p:extLst>
      <p:ext uri="{BB962C8B-B14F-4D97-AF65-F5344CB8AC3E}">
        <p14:creationId xmlns:p14="http://schemas.microsoft.com/office/powerpoint/2010/main" val="6525541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81877D-BE3F-DA58-FAA9-B357625A3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Air Pollution Model Overview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36826-35A9-9EB0-ADF3-EDC985B060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5581313" y="10482263"/>
            <a:ext cx="4522787" cy="601662"/>
          </a:xfrm>
        </p:spPr>
        <p:txBody>
          <a:bodyPr/>
          <a:lstStyle/>
          <a:p>
            <a:fld id="{7D77BBB6-B31F-4C1A-BBC8-5103E1961508}" type="slidenum">
              <a:rPr lang="en-US" noProof="0" smtClean="0"/>
              <a:t>43</a:t>
            </a:fld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EAF87E-CDC6-6A1F-832E-05FADC22FFD3}"/>
              </a:ext>
            </a:extLst>
          </p:cNvPr>
          <p:cNvSpPr/>
          <p:nvPr/>
        </p:nvSpPr>
        <p:spPr>
          <a:xfrm>
            <a:off x="-35221" y="0"/>
            <a:ext cx="255821" cy="11313826"/>
          </a:xfrm>
          <a:prstGeom prst="rect">
            <a:avLst/>
          </a:prstGeom>
          <a:solidFill>
            <a:srgbClr val="144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58" noProof="0"/>
          </a:p>
        </p:txBody>
      </p:sp>
      <p:sp>
        <p:nvSpPr>
          <p:cNvPr id="11" name="Google Shape;127;p2">
            <a:extLst>
              <a:ext uri="{FF2B5EF4-FFF2-40B4-BE49-F238E27FC236}">
                <a16:creationId xmlns:a16="http://schemas.microsoft.com/office/drawing/2014/main" id="{168C9E6C-C1C9-84AA-151B-3D9FC0A28516}"/>
              </a:ext>
            </a:extLst>
          </p:cNvPr>
          <p:cNvSpPr/>
          <p:nvPr/>
        </p:nvSpPr>
        <p:spPr>
          <a:xfrm>
            <a:off x="11207102" y="1526692"/>
            <a:ext cx="3361751" cy="86273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756" tIns="150756" rIns="150756" bIns="150756" anchor="ctr" anchorCtr="0">
            <a:noAutofit/>
          </a:bodyPr>
          <a:lstStyle/>
          <a:p>
            <a:pPr algn="ctr"/>
            <a:r>
              <a:rPr lang="en-US" sz="2309" noProof="0"/>
              <a:t>EMISSION FACTORS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6D5E5348-52B7-424D-CA4F-7B290B4B410F}"/>
              </a:ext>
            </a:extLst>
          </p:cNvPr>
          <p:cNvSpPr/>
          <p:nvPr/>
        </p:nvSpPr>
        <p:spPr>
          <a:xfrm rot="16200000">
            <a:off x="10161906" y="-2766472"/>
            <a:ext cx="517834" cy="7858876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968" noProof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D6B95A-DEDD-3242-F2C0-98B0308A99A0}"/>
              </a:ext>
            </a:extLst>
          </p:cNvPr>
          <p:cNvCxnSpPr>
            <a:cxnSpLocks/>
            <a:stCxn id="12" idx="1"/>
            <a:endCxn id="14" idx="0"/>
          </p:cNvCxnSpPr>
          <p:nvPr/>
        </p:nvCxnSpPr>
        <p:spPr>
          <a:xfrm flipH="1">
            <a:off x="10410971" y="1421884"/>
            <a:ext cx="9853" cy="1226461"/>
          </a:xfrm>
          <a:prstGeom prst="straightConnector1">
            <a:avLst/>
          </a:prstGeom>
          <a:ln>
            <a:solidFill>
              <a:srgbClr val="5032ED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Google Shape;127;p2">
            <a:extLst>
              <a:ext uri="{FF2B5EF4-FFF2-40B4-BE49-F238E27FC236}">
                <a16:creationId xmlns:a16="http://schemas.microsoft.com/office/drawing/2014/main" id="{57EB3B03-396A-8AD2-4EBE-C1F8BBF3E6C2}"/>
              </a:ext>
            </a:extLst>
          </p:cNvPr>
          <p:cNvSpPr/>
          <p:nvPr/>
        </p:nvSpPr>
        <p:spPr>
          <a:xfrm>
            <a:off x="8134537" y="2648344"/>
            <a:ext cx="4552866" cy="904685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756" tIns="150756" rIns="150756" bIns="150756" anchor="ctr" anchorCtr="0">
            <a:noAutofit/>
          </a:bodyPr>
          <a:lstStyle/>
          <a:p>
            <a:pPr algn="ctr"/>
            <a:r>
              <a:rPr lang="en-US" sz="2144" noProof="0"/>
              <a:t>EMISSIONS </a:t>
            </a:r>
          </a:p>
          <a:p>
            <a:pPr algn="ctr"/>
            <a:r>
              <a:rPr lang="en-US" sz="2144" noProof="0"/>
              <a:t>(PM AND OTHERS)</a:t>
            </a:r>
          </a:p>
        </p:txBody>
      </p:sp>
      <p:sp>
        <p:nvSpPr>
          <p:cNvPr id="15" name="Google Shape;127;p2">
            <a:extLst>
              <a:ext uri="{FF2B5EF4-FFF2-40B4-BE49-F238E27FC236}">
                <a16:creationId xmlns:a16="http://schemas.microsoft.com/office/drawing/2014/main" id="{D18A184A-A15F-5C63-C50F-A77248B42DCB}"/>
              </a:ext>
            </a:extLst>
          </p:cNvPr>
          <p:cNvSpPr/>
          <p:nvPr/>
        </p:nvSpPr>
        <p:spPr>
          <a:xfrm>
            <a:off x="7161748" y="5529980"/>
            <a:ext cx="6490506" cy="628975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756" tIns="150756" rIns="150756" bIns="150756" anchor="ctr" anchorCtr="0">
            <a:noAutofit/>
          </a:bodyPr>
          <a:lstStyle/>
          <a:p>
            <a:pPr algn="ctr"/>
            <a:r>
              <a:rPr lang="en-US" sz="2968" noProof="0"/>
              <a:t>TOTAL DISEASE BURDEN</a:t>
            </a:r>
          </a:p>
        </p:txBody>
      </p:sp>
      <p:sp>
        <p:nvSpPr>
          <p:cNvPr id="16" name="Google Shape;72;p1">
            <a:extLst>
              <a:ext uri="{FF2B5EF4-FFF2-40B4-BE49-F238E27FC236}">
                <a16:creationId xmlns:a16="http://schemas.microsoft.com/office/drawing/2014/main" id="{7817D247-5652-FEB0-C7D5-D442F119401F}"/>
              </a:ext>
            </a:extLst>
          </p:cNvPr>
          <p:cNvSpPr/>
          <p:nvPr/>
        </p:nvSpPr>
        <p:spPr>
          <a:xfrm>
            <a:off x="7161747" y="3971242"/>
            <a:ext cx="923064" cy="517836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50756" tIns="75357" rIns="150756" bIns="75357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-US" sz="1979" b="1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COPD</a:t>
            </a:r>
          </a:p>
        </p:txBody>
      </p:sp>
      <p:sp>
        <p:nvSpPr>
          <p:cNvPr id="17" name="Google Shape;73;p1">
            <a:extLst>
              <a:ext uri="{FF2B5EF4-FFF2-40B4-BE49-F238E27FC236}">
                <a16:creationId xmlns:a16="http://schemas.microsoft.com/office/drawing/2014/main" id="{3A997A2D-0207-ECB5-A916-ADDAADBA7FB1}"/>
              </a:ext>
            </a:extLst>
          </p:cNvPr>
          <p:cNvSpPr/>
          <p:nvPr/>
        </p:nvSpPr>
        <p:spPr>
          <a:xfrm>
            <a:off x="8090104" y="3971243"/>
            <a:ext cx="1055465" cy="51783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50756" tIns="75357" rIns="150756" bIns="75357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-US" sz="1979" b="1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DM T2</a:t>
            </a:r>
            <a:endParaRPr lang="en-US" sz="2800" b="1" noProof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74;p1">
            <a:extLst>
              <a:ext uri="{FF2B5EF4-FFF2-40B4-BE49-F238E27FC236}">
                <a16:creationId xmlns:a16="http://schemas.microsoft.com/office/drawing/2014/main" id="{5F2E94B7-02F7-EA25-C6B3-9C8C7B2649A5}"/>
              </a:ext>
            </a:extLst>
          </p:cNvPr>
          <p:cNvSpPr/>
          <p:nvPr/>
        </p:nvSpPr>
        <p:spPr>
          <a:xfrm>
            <a:off x="9134414" y="3971243"/>
            <a:ext cx="768471" cy="51783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50756" tIns="75357" rIns="150756" bIns="75357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-US" sz="1979" b="1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LRI</a:t>
            </a:r>
          </a:p>
        </p:txBody>
      </p:sp>
      <p:sp>
        <p:nvSpPr>
          <p:cNvPr id="19" name="Google Shape;75;p1">
            <a:extLst>
              <a:ext uri="{FF2B5EF4-FFF2-40B4-BE49-F238E27FC236}">
                <a16:creationId xmlns:a16="http://schemas.microsoft.com/office/drawing/2014/main" id="{12B7D379-772A-5CF7-07A6-DF753C915666}"/>
              </a:ext>
            </a:extLst>
          </p:cNvPr>
          <p:cNvSpPr/>
          <p:nvPr/>
        </p:nvSpPr>
        <p:spPr>
          <a:xfrm>
            <a:off x="10925867" y="3971243"/>
            <a:ext cx="869730" cy="51783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50756" tIns="75357" rIns="150756" bIns="75357" anchor="ctr" anchorCtr="0">
            <a:noAutofit/>
          </a:bodyPr>
          <a:lstStyle/>
          <a:p>
            <a:pPr algn="ctr">
              <a:buClr>
                <a:srgbClr val="FFFFFF"/>
              </a:buClr>
              <a:buSzPts val="1100"/>
            </a:pPr>
            <a:r>
              <a:rPr lang="en-US" sz="1814" b="1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IHD</a:t>
            </a:r>
          </a:p>
        </p:txBody>
      </p:sp>
      <p:sp>
        <p:nvSpPr>
          <p:cNvPr id="20" name="Google Shape;98;p1">
            <a:extLst>
              <a:ext uri="{FF2B5EF4-FFF2-40B4-BE49-F238E27FC236}">
                <a16:creationId xmlns:a16="http://schemas.microsoft.com/office/drawing/2014/main" id="{6A7D5A79-2C85-6A3F-4312-21FFD780A990}"/>
              </a:ext>
            </a:extLst>
          </p:cNvPr>
          <p:cNvSpPr/>
          <p:nvPr/>
        </p:nvSpPr>
        <p:spPr>
          <a:xfrm>
            <a:off x="7161747" y="4494307"/>
            <a:ext cx="1538752" cy="517836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50756" tIns="75357" rIns="150756" bIns="75357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-US" sz="1979" b="1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Neonates</a:t>
            </a:r>
          </a:p>
        </p:txBody>
      </p:sp>
      <p:sp>
        <p:nvSpPr>
          <p:cNvPr id="21" name="Google Shape;99;p1">
            <a:extLst>
              <a:ext uri="{FF2B5EF4-FFF2-40B4-BE49-F238E27FC236}">
                <a16:creationId xmlns:a16="http://schemas.microsoft.com/office/drawing/2014/main" id="{CAFA87D2-6347-B828-7267-ABE856D54201}"/>
              </a:ext>
            </a:extLst>
          </p:cNvPr>
          <p:cNvSpPr/>
          <p:nvPr/>
        </p:nvSpPr>
        <p:spPr>
          <a:xfrm>
            <a:off x="8705467" y="4494307"/>
            <a:ext cx="1357027" cy="517836"/>
          </a:xfrm>
          <a:prstGeom prst="rect">
            <a:avLst/>
          </a:prstGeom>
          <a:solidFill>
            <a:schemeClr val="tx2">
              <a:lumMod val="25000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50756" tIns="75357" rIns="150756" bIns="75357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-US" sz="1979" b="1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 15</a:t>
            </a:r>
          </a:p>
        </p:txBody>
      </p:sp>
      <p:sp>
        <p:nvSpPr>
          <p:cNvPr id="22" name="Google Shape;100;p1">
            <a:extLst>
              <a:ext uri="{FF2B5EF4-FFF2-40B4-BE49-F238E27FC236}">
                <a16:creationId xmlns:a16="http://schemas.microsoft.com/office/drawing/2014/main" id="{6CF96F38-4C0D-B714-5073-B2C9293F11E2}"/>
              </a:ext>
            </a:extLst>
          </p:cNvPr>
          <p:cNvSpPr/>
          <p:nvPr/>
        </p:nvSpPr>
        <p:spPr>
          <a:xfrm>
            <a:off x="10061190" y="4494307"/>
            <a:ext cx="1370578" cy="517836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50756" tIns="75357" rIns="150756" bIns="75357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-US" sz="1979" b="1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 to 24</a:t>
            </a:r>
          </a:p>
        </p:txBody>
      </p:sp>
      <p:sp>
        <p:nvSpPr>
          <p:cNvPr id="23" name="Google Shape;103;p1">
            <a:extLst>
              <a:ext uri="{FF2B5EF4-FFF2-40B4-BE49-F238E27FC236}">
                <a16:creationId xmlns:a16="http://schemas.microsoft.com/office/drawing/2014/main" id="{02769627-4B1C-F7C8-F5F4-0739E0ACC3E8}"/>
              </a:ext>
            </a:extLst>
          </p:cNvPr>
          <p:cNvSpPr/>
          <p:nvPr/>
        </p:nvSpPr>
        <p:spPr>
          <a:xfrm>
            <a:off x="12780469" y="4494307"/>
            <a:ext cx="869730" cy="5178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50756" tIns="75357" rIns="150756" bIns="75357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-US" sz="1979" b="1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65+</a:t>
            </a:r>
          </a:p>
        </p:txBody>
      </p:sp>
      <p:sp>
        <p:nvSpPr>
          <p:cNvPr id="24" name="Google Shape;104;p1">
            <a:extLst>
              <a:ext uri="{FF2B5EF4-FFF2-40B4-BE49-F238E27FC236}">
                <a16:creationId xmlns:a16="http://schemas.microsoft.com/office/drawing/2014/main" id="{EC753B90-3E3F-046C-3B4E-CACA1C647740}"/>
              </a:ext>
            </a:extLst>
          </p:cNvPr>
          <p:cNvSpPr/>
          <p:nvPr/>
        </p:nvSpPr>
        <p:spPr>
          <a:xfrm>
            <a:off x="11424746" y="4494307"/>
            <a:ext cx="1357027" cy="5178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50756" tIns="75357" rIns="150756" bIns="75357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-US" sz="1979" b="1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 to 65</a:t>
            </a:r>
          </a:p>
        </p:txBody>
      </p:sp>
      <p:cxnSp>
        <p:nvCxnSpPr>
          <p:cNvPr id="26" name="Google Shape;141;p2">
            <a:extLst>
              <a:ext uri="{FF2B5EF4-FFF2-40B4-BE49-F238E27FC236}">
                <a16:creationId xmlns:a16="http://schemas.microsoft.com/office/drawing/2014/main" id="{B8FA5401-B123-102C-0750-740F4FF10530}"/>
              </a:ext>
            </a:extLst>
          </p:cNvPr>
          <p:cNvCxnSpPr>
            <a:cxnSpLocks/>
          </p:cNvCxnSpPr>
          <p:nvPr/>
        </p:nvCxnSpPr>
        <p:spPr>
          <a:xfrm>
            <a:off x="1273116" y="7689494"/>
            <a:ext cx="1722955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738190C-4EA9-41ED-BDA3-B7DAC3F6022F}"/>
              </a:ext>
            </a:extLst>
          </p:cNvPr>
          <p:cNvCxnSpPr>
            <a:cxnSpLocks/>
            <a:stCxn id="15" idx="2"/>
            <a:endCxn id="28" idx="0"/>
          </p:cNvCxnSpPr>
          <p:nvPr/>
        </p:nvCxnSpPr>
        <p:spPr>
          <a:xfrm>
            <a:off x="10407002" y="6158955"/>
            <a:ext cx="3969" cy="607189"/>
          </a:xfrm>
          <a:prstGeom prst="straightConnector1">
            <a:avLst/>
          </a:prstGeom>
          <a:ln>
            <a:solidFill>
              <a:srgbClr val="5032ED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Google Shape;127;p2">
            <a:extLst>
              <a:ext uri="{FF2B5EF4-FFF2-40B4-BE49-F238E27FC236}">
                <a16:creationId xmlns:a16="http://schemas.microsoft.com/office/drawing/2014/main" id="{B42D261F-24D5-CE7B-7DA6-4D7A4BBD8222}"/>
              </a:ext>
            </a:extLst>
          </p:cNvPr>
          <p:cNvSpPr/>
          <p:nvPr/>
        </p:nvSpPr>
        <p:spPr>
          <a:xfrm>
            <a:off x="8005044" y="6766144"/>
            <a:ext cx="4811852" cy="73504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756" tIns="150756" rIns="150756" bIns="150756" anchor="ctr" anchorCtr="0">
            <a:noAutofit/>
          </a:bodyPr>
          <a:lstStyle/>
          <a:p>
            <a:pPr algn="ctr"/>
            <a:r>
              <a:rPr lang="en-US" sz="2144" noProof="0"/>
              <a:t>BURDEN OF DISEASE ATTRIBUTED TO POLLUTION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C312B6E-2AC5-A7E4-D231-9D1CF414D377}"/>
              </a:ext>
            </a:extLst>
          </p:cNvPr>
          <p:cNvCxnSpPr>
            <a:cxnSpLocks/>
            <a:stCxn id="14" idx="1"/>
            <a:endCxn id="30" idx="3"/>
          </p:cNvCxnSpPr>
          <p:nvPr/>
        </p:nvCxnSpPr>
        <p:spPr>
          <a:xfrm flipH="1" flipV="1">
            <a:off x="6639483" y="3099449"/>
            <a:ext cx="1495054" cy="1238"/>
          </a:xfrm>
          <a:prstGeom prst="straightConnector1">
            <a:avLst/>
          </a:prstGeom>
          <a:ln>
            <a:solidFill>
              <a:srgbClr val="5032ED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Google Shape;127;p2">
            <a:extLst>
              <a:ext uri="{FF2B5EF4-FFF2-40B4-BE49-F238E27FC236}">
                <a16:creationId xmlns:a16="http://schemas.microsoft.com/office/drawing/2014/main" id="{1B44EF80-7661-0F0C-42F5-5837FD43B0DA}"/>
              </a:ext>
            </a:extLst>
          </p:cNvPr>
          <p:cNvSpPr/>
          <p:nvPr/>
        </p:nvSpPr>
        <p:spPr>
          <a:xfrm>
            <a:off x="2928720" y="2647106"/>
            <a:ext cx="3710763" cy="904685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756" tIns="150756" rIns="150756" bIns="150756" anchor="ctr" anchorCtr="0">
            <a:noAutofit/>
          </a:bodyPr>
          <a:lstStyle/>
          <a:p>
            <a:pPr algn="ctr"/>
            <a:r>
              <a:rPr lang="en-US" sz="2144" noProof="0"/>
              <a:t>CONCENTRATIONS </a:t>
            </a:r>
          </a:p>
          <a:p>
            <a:pPr algn="ctr"/>
            <a:r>
              <a:rPr lang="en-US" sz="1979" noProof="0"/>
              <a:t>(PM2.5, O3)</a:t>
            </a:r>
          </a:p>
        </p:txBody>
      </p:sp>
      <p:sp>
        <p:nvSpPr>
          <p:cNvPr id="31" name="Google Shape;127;p2">
            <a:extLst>
              <a:ext uri="{FF2B5EF4-FFF2-40B4-BE49-F238E27FC236}">
                <a16:creationId xmlns:a16="http://schemas.microsoft.com/office/drawing/2014/main" id="{C3B65B0A-5093-A05E-A293-6FAE3F8FBFDB}"/>
              </a:ext>
            </a:extLst>
          </p:cNvPr>
          <p:cNvSpPr/>
          <p:nvPr/>
        </p:nvSpPr>
        <p:spPr>
          <a:xfrm>
            <a:off x="3057607" y="4079447"/>
            <a:ext cx="3452988" cy="898316"/>
          </a:xfrm>
          <a:prstGeom prst="roundRect">
            <a:avLst>
              <a:gd name="adj" fmla="val 15288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756" tIns="150756" rIns="150756" bIns="150756" anchor="ctr" anchorCtr="0">
            <a:noAutofit/>
          </a:bodyPr>
          <a:lstStyle/>
          <a:p>
            <a:pPr algn="ctr"/>
            <a:r>
              <a:rPr lang="en-US" sz="1979" noProof="0"/>
              <a:t>EXPOSURE-RESPONSE 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7213255-3F88-E776-6CC7-101B76BC8BBD}"/>
              </a:ext>
            </a:extLst>
          </p:cNvPr>
          <p:cNvCxnSpPr>
            <a:cxnSpLocks/>
            <a:stCxn id="31" idx="2"/>
            <a:endCxn id="28" idx="1"/>
          </p:cNvCxnSpPr>
          <p:nvPr/>
        </p:nvCxnSpPr>
        <p:spPr>
          <a:xfrm rot="16200000" flipH="1">
            <a:off x="5316622" y="4445243"/>
            <a:ext cx="2155901" cy="3220943"/>
          </a:xfrm>
          <a:prstGeom prst="bentConnector2">
            <a:avLst/>
          </a:prstGeom>
          <a:ln>
            <a:solidFill>
              <a:srgbClr val="5032ED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Google Shape;128;p2">
            <a:extLst>
              <a:ext uri="{FF2B5EF4-FFF2-40B4-BE49-F238E27FC236}">
                <a16:creationId xmlns:a16="http://schemas.microsoft.com/office/drawing/2014/main" id="{A8361811-0068-DD6D-EC8F-D50071C3B5C3}"/>
              </a:ext>
            </a:extLst>
          </p:cNvPr>
          <p:cNvSpPr txBox="1"/>
          <p:nvPr/>
        </p:nvSpPr>
        <p:spPr>
          <a:xfrm>
            <a:off x="12997420" y="4030415"/>
            <a:ext cx="2143496" cy="494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56" tIns="75357" rIns="150756" bIns="75357" anchor="t" anchorCtr="0">
            <a:normAutofit/>
          </a:bodyPr>
          <a:lstStyle/>
          <a:p>
            <a:pPr marL="753923" lvl="1">
              <a:buClr>
                <a:schemeClr val="accent1"/>
              </a:buClr>
              <a:buSzPts val="1280"/>
            </a:pPr>
            <a:r>
              <a:rPr lang="en-US" sz="1979" i="1" noProof="0">
                <a:solidFill>
                  <a:schemeClr val="dk1"/>
                </a:solidFill>
                <a:latin typeface="Quattrocento Sans"/>
                <a:sym typeface="Calibri"/>
              </a:rPr>
              <a:t>Diseases</a:t>
            </a:r>
          </a:p>
        </p:txBody>
      </p:sp>
      <p:sp>
        <p:nvSpPr>
          <p:cNvPr id="34" name="Google Shape;128;p2">
            <a:extLst>
              <a:ext uri="{FF2B5EF4-FFF2-40B4-BE49-F238E27FC236}">
                <a16:creationId xmlns:a16="http://schemas.microsoft.com/office/drawing/2014/main" id="{5B81FA23-AB48-C527-3007-9136A41DC58E}"/>
              </a:ext>
            </a:extLst>
          </p:cNvPr>
          <p:cNvSpPr txBox="1"/>
          <p:nvPr/>
        </p:nvSpPr>
        <p:spPr>
          <a:xfrm>
            <a:off x="13002104" y="4517679"/>
            <a:ext cx="2224107" cy="51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56" tIns="75357" rIns="150756" bIns="75357" anchor="t" anchorCtr="0">
            <a:normAutofit fontScale="92500"/>
          </a:bodyPr>
          <a:lstStyle/>
          <a:p>
            <a:pPr marL="753923" lvl="1">
              <a:buClr>
                <a:schemeClr val="accent1"/>
              </a:buClr>
              <a:buSzPts val="1280"/>
            </a:pPr>
            <a:r>
              <a:rPr lang="en-US" sz="1979" i="1" noProof="0">
                <a:solidFill>
                  <a:schemeClr val="dk1"/>
                </a:solidFill>
                <a:latin typeface="Quattrocento Sans"/>
                <a:sym typeface="Calibri"/>
              </a:rPr>
              <a:t>Age groups</a:t>
            </a:r>
          </a:p>
        </p:txBody>
      </p:sp>
      <p:sp>
        <p:nvSpPr>
          <p:cNvPr id="35" name="Google Shape;127;p2">
            <a:extLst>
              <a:ext uri="{FF2B5EF4-FFF2-40B4-BE49-F238E27FC236}">
                <a16:creationId xmlns:a16="http://schemas.microsoft.com/office/drawing/2014/main" id="{158B5177-6E9E-8FB8-5A1A-192FBDCB106B}"/>
              </a:ext>
            </a:extLst>
          </p:cNvPr>
          <p:cNvSpPr/>
          <p:nvPr/>
        </p:nvSpPr>
        <p:spPr>
          <a:xfrm>
            <a:off x="15610433" y="5587040"/>
            <a:ext cx="2507828" cy="71029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756" tIns="150756" rIns="150756" bIns="150756" anchor="ctr" anchorCtr="0">
            <a:noAutofit/>
          </a:bodyPr>
          <a:lstStyle/>
          <a:p>
            <a:pPr algn="ctr"/>
            <a:r>
              <a:rPr lang="en-US" sz="2638" noProof="0"/>
              <a:t>GDP, VSL, wages, etc.</a:t>
            </a:r>
          </a:p>
        </p:txBody>
      </p:sp>
      <p:sp>
        <p:nvSpPr>
          <p:cNvPr id="36" name="Google Shape;127;p2">
            <a:extLst>
              <a:ext uri="{FF2B5EF4-FFF2-40B4-BE49-F238E27FC236}">
                <a16:creationId xmlns:a16="http://schemas.microsoft.com/office/drawing/2014/main" id="{6BFB07AE-F4EA-8E72-83D2-BEC556E4CFEF}"/>
              </a:ext>
            </a:extLst>
          </p:cNvPr>
          <p:cNvSpPr/>
          <p:nvPr/>
        </p:nvSpPr>
        <p:spPr>
          <a:xfrm>
            <a:off x="8153933" y="8494327"/>
            <a:ext cx="4514078" cy="86273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756" tIns="150756" rIns="150756" bIns="150756" anchor="ctr" anchorCtr="0">
            <a:noAutofit/>
          </a:bodyPr>
          <a:lstStyle/>
          <a:p>
            <a:pPr algn="ctr"/>
            <a:r>
              <a:rPr lang="en-US" sz="2638" noProof="0"/>
              <a:t>HEALTH IMPACTS </a:t>
            </a:r>
          </a:p>
          <a:p>
            <a:pPr algn="ctr"/>
            <a:r>
              <a:rPr lang="en-US" sz="1979" noProof="0"/>
              <a:t>(DEATHS, DALYs)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AACD741-19ED-752C-0C4B-7D775E1577D2}"/>
              </a:ext>
            </a:extLst>
          </p:cNvPr>
          <p:cNvCxnSpPr>
            <a:cxnSpLocks/>
          </p:cNvCxnSpPr>
          <p:nvPr/>
        </p:nvCxnSpPr>
        <p:spPr>
          <a:xfrm>
            <a:off x="16869077" y="6297329"/>
            <a:ext cx="2" cy="500759"/>
          </a:xfrm>
          <a:prstGeom prst="straightConnector1">
            <a:avLst/>
          </a:prstGeom>
          <a:ln>
            <a:solidFill>
              <a:srgbClr val="5032ED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Google Shape;127;p2">
            <a:extLst>
              <a:ext uri="{FF2B5EF4-FFF2-40B4-BE49-F238E27FC236}">
                <a16:creationId xmlns:a16="http://schemas.microsoft.com/office/drawing/2014/main" id="{963A5244-4950-EB2C-2741-638B43DF39E8}"/>
              </a:ext>
            </a:extLst>
          </p:cNvPr>
          <p:cNvSpPr/>
          <p:nvPr/>
        </p:nvSpPr>
        <p:spPr>
          <a:xfrm>
            <a:off x="14720153" y="6798088"/>
            <a:ext cx="4297850" cy="70309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756" tIns="150756" rIns="150756" bIns="150756" anchor="ctr" anchorCtr="0">
            <a:noAutofit/>
          </a:bodyPr>
          <a:lstStyle/>
          <a:p>
            <a:pPr algn="ctr"/>
            <a:r>
              <a:rPr lang="en-US" sz="2144" noProof="0"/>
              <a:t>VALUE OF AP EXTERNALITIES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9D1F2E2-51EE-C892-1D32-D1E3F455E388}"/>
              </a:ext>
            </a:extLst>
          </p:cNvPr>
          <p:cNvCxnSpPr>
            <a:cxnSpLocks/>
            <a:stCxn id="30" idx="2"/>
            <a:endCxn id="31" idx="0"/>
          </p:cNvCxnSpPr>
          <p:nvPr/>
        </p:nvCxnSpPr>
        <p:spPr>
          <a:xfrm>
            <a:off x="4784101" y="3551790"/>
            <a:ext cx="0" cy="527657"/>
          </a:xfrm>
          <a:prstGeom prst="straightConnector1">
            <a:avLst/>
          </a:prstGeom>
          <a:ln>
            <a:solidFill>
              <a:srgbClr val="5032ED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Google Shape;127;p2">
            <a:extLst>
              <a:ext uri="{FF2B5EF4-FFF2-40B4-BE49-F238E27FC236}">
                <a16:creationId xmlns:a16="http://schemas.microsoft.com/office/drawing/2014/main" id="{6E0AD533-73CB-36D8-9780-173E304ABAD8}"/>
              </a:ext>
            </a:extLst>
          </p:cNvPr>
          <p:cNvSpPr/>
          <p:nvPr/>
        </p:nvSpPr>
        <p:spPr>
          <a:xfrm>
            <a:off x="14845462" y="8497982"/>
            <a:ext cx="4047231" cy="88198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756" tIns="150756" rIns="150756" bIns="150756" anchor="ctr" anchorCtr="0">
            <a:noAutofit/>
          </a:bodyPr>
          <a:lstStyle/>
          <a:p>
            <a:pPr algn="ctr"/>
            <a:r>
              <a:rPr lang="en-US" sz="2638" noProof="0"/>
              <a:t>ECONOMIC INDICATORS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E83CA23-37AC-88D8-CC92-08C065943149}"/>
              </a:ext>
            </a:extLst>
          </p:cNvPr>
          <p:cNvGrpSpPr/>
          <p:nvPr/>
        </p:nvGrpSpPr>
        <p:grpSpPr>
          <a:xfrm>
            <a:off x="4524157" y="9859523"/>
            <a:ext cx="8606237" cy="561916"/>
            <a:chOff x="2696354" y="6391945"/>
            <a:chExt cx="5219196" cy="340770"/>
          </a:xfrm>
        </p:grpSpPr>
        <p:sp>
          <p:nvSpPr>
            <p:cNvPr id="42" name="Google Shape;127;p2">
              <a:extLst>
                <a:ext uri="{FF2B5EF4-FFF2-40B4-BE49-F238E27FC236}">
                  <a16:creationId xmlns:a16="http://schemas.microsoft.com/office/drawing/2014/main" id="{D0AEE825-C4BF-645C-D07D-D557E075DBB7}"/>
                </a:ext>
              </a:extLst>
            </p:cNvPr>
            <p:cNvSpPr/>
            <p:nvPr/>
          </p:nvSpPr>
          <p:spPr>
            <a:xfrm>
              <a:off x="4892582" y="6391945"/>
              <a:ext cx="580060" cy="340770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0756" tIns="150756" rIns="150756" bIns="150756" anchor="ctr" anchorCtr="0">
              <a:noAutofit/>
            </a:bodyPr>
            <a:lstStyle/>
            <a:p>
              <a:pPr algn="ctr"/>
              <a:endParaRPr lang="en-US" sz="2968" noProof="0"/>
            </a:p>
          </p:txBody>
        </p:sp>
        <p:sp>
          <p:nvSpPr>
            <p:cNvPr id="43" name="Google Shape;128;p2">
              <a:extLst>
                <a:ext uri="{FF2B5EF4-FFF2-40B4-BE49-F238E27FC236}">
                  <a16:creationId xmlns:a16="http://schemas.microsoft.com/office/drawing/2014/main" id="{0F9CE2D0-643A-E1D1-1E71-756E9283F6E2}"/>
                </a:ext>
              </a:extLst>
            </p:cNvPr>
            <p:cNvSpPr txBox="1"/>
            <p:nvPr/>
          </p:nvSpPr>
          <p:spPr>
            <a:xfrm>
              <a:off x="4988428" y="6412397"/>
              <a:ext cx="1160352" cy="299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0756" tIns="75357" rIns="150756" bIns="75357" anchor="t" anchorCtr="0">
              <a:normAutofit fontScale="92500" lnSpcReduction="10000"/>
            </a:bodyPr>
            <a:lstStyle/>
            <a:p>
              <a:pPr marL="753923" lvl="1" algn="ctr">
                <a:buClr>
                  <a:schemeClr val="accent1"/>
                </a:buClr>
                <a:buSzPts val="1280"/>
              </a:pPr>
              <a:r>
                <a:rPr lang="en-US" sz="2638" b="1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</a:t>
              </a:r>
            </a:p>
          </p:txBody>
        </p:sp>
        <p:sp>
          <p:nvSpPr>
            <p:cNvPr id="44" name="Google Shape;127;p2">
              <a:extLst>
                <a:ext uri="{FF2B5EF4-FFF2-40B4-BE49-F238E27FC236}">
                  <a16:creationId xmlns:a16="http://schemas.microsoft.com/office/drawing/2014/main" id="{28546500-762A-88B6-9D6D-28A468EBD8C3}"/>
                </a:ext>
              </a:extLst>
            </p:cNvPr>
            <p:cNvSpPr/>
            <p:nvPr/>
          </p:nvSpPr>
          <p:spPr>
            <a:xfrm>
              <a:off x="2696354" y="6391945"/>
              <a:ext cx="580060" cy="34077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50756" tIns="150756" rIns="150756" bIns="150756" anchor="ctr" anchorCtr="0">
              <a:noAutofit/>
            </a:bodyPr>
            <a:lstStyle/>
            <a:p>
              <a:pPr algn="ctr"/>
              <a:endParaRPr lang="en-US" sz="2968" noProof="0"/>
            </a:p>
          </p:txBody>
        </p:sp>
        <p:sp>
          <p:nvSpPr>
            <p:cNvPr id="45" name="Google Shape;128;p2">
              <a:extLst>
                <a:ext uri="{FF2B5EF4-FFF2-40B4-BE49-F238E27FC236}">
                  <a16:creationId xmlns:a16="http://schemas.microsoft.com/office/drawing/2014/main" id="{BE51C9A1-94ED-7436-FFFB-35B02436C5F3}"/>
                </a:ext>
              </a:extLst>
            </p:cNvPr>
            <p:cNvSpPr txBox="1"/>
            <p:nvPr/>
          </p:nvSpPr>
          <p:spPr>
            <a:xfrm>
              <a:off x="2715661" y="6412397"/>
              <a:ext cx="1956354" cy="299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0756" tIns="75357" rIns="150756" bIns="75357" anchor="t" anchorCtr="0">
              <a:normAutofit fontScale="92500" lnSpcReduction="10000"/>
            </a:bodyPr>
            <a:lstStyle/>
            <a:p>
              <a:pPr marL="753923" lvl="1" algn="ctr">
                <a:buClr>
                  <a:schemeClr val="accent1"/>
                </a:buClr>
                <a:buSzPts val="1280"/>
              </a:pPr>
              <a:r>
                <a:rPr lang="en-US" sz="2638" b="1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Input/Output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38DA7764-3F32-FC60-53B2-7D7C58D9AA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87717" y="6562330"/>
              <a:ext cx="629000" cy="0"/>
            </a:xfrm>
            <a:prstGeom prst="straightConnector1">
              <a:avLst/>
            </a:prstGeom>
            <a:ln>
              <a:solidFill>
                <a:srgbClr val="5032ED"/>
              </a:solidFill>
              <a:prstDash val="soli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Google Shape;128;p2">
              <a:extLst>
                <a:ext uri="{FF2B5EF4-FFF2-40B4-BE49-F238E27FC236}">
                  <a16:creationId xmlns:a16="http://schemas.microsoft.com/office/drawing/2014/main" id="{CD3E1122-1F0A-4337-8CE3-2A076AB59E5D}"/>
                </a:ext>
              </a:extLst>
            </p:cNvPr>
            <p:cNvSpPr txBox="1"/>
            <p:nvPr/>
          </p:nvSpPr>
          <p:spPr>
            <a:xfrm>
              <a:off x="6473620" y="6412397"/>
              <a:ext cx="1441930" cy="299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0756" tIns="75357" rIns="150756" bIns="75357" anchor="t" anchorCtr="0">
              <a:normAutofit fontScale="92500" lnSpcReduction="10000"/>
            </a:bodyPr>
            <a:lstStyle/>
            <a:p>
              <a:pPr marL="753923" lvl="1" algn="ctr">
                <a:buClr>
                  <a:schemeClr val="accent1"/>
                </a:buClr>
                <a:buSzPts val="1280"/>
              </a:pPr>
              <a:r>
                <a:rPr lang="en-US" sz="2638" b="1" noProof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Flow</a:t>
              </a:r>
            </a:p>
          </p:txBody>
        </p:sp>
      </p:grpSp>
      <p:sp>
        <p:nvSpPr>
          <p:cNvPr id="48" name="Google Shape;75;p1">
            <a:extLst>
              <a:ext uri="{FF2B5EF4-FFF2-40B4-BE49-F238E27FC236}">
                <a16:creationId xmlns:a16="http://schemas.microsoft.com/office/drawing/2014/main" id="{C4402D37-E5FF-F29E-C9D5-D072021AE4DC}"/>
              </a:ext>
            </a:extLst>
          </p:cNvPr>
          <p:cNvSpPr/>
          <p:nvPr/>
        </p:nvSpPr>
        <p:spPr>
          <a:xfrm>
            <a:off x="9878970" y="3971243"/>
            <a:ext cx="1052718" cy="517834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50756" tIns="75357" rIns="150756" bIns="75357" anchor="ctr" anchorCtr="0">
            <a:noAutofit/>
          </a:bodyPr>
          <a:lstStyle/>
          <a:p>
            <a:pPr algn="ctr">
              <a:buClr>
                <a:srgbClr val="FFFFFF"/>
              </a:buClr>
              <a:buSzPts val="1100"/>
            </a:pPr>
            <a:r>
              <a:rPr lang="en-US" sz="1814" b="1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LUNG C</a:t>
            </a:r>
          </a:p>
        </p:txBody>
      </p:sp>
      <p:sp>
        <p:nvSpPr>
          <p:cNvPr id="49" name="Google Shape;75;p1">
            <a:extLst>
              <a:ext uri="{FF2B5EF4-FFF2-40B4-BE49-F238E27FC236}">
                <a16:creationId xmlns:a16="http://schemas.microsoft.com/office/drawing/2014/main" id="{9261E72B-DDB5-BE50-F2D6-9A5386E0BEE1}"/>
              </a:ext>
            </a:extLst>
          </p:cNvPr>
          <p:cNvSpPr/>
          <p:nvPr/>
        </p:nvSpPr>
        <p:spPr>
          <a:xfrm>
            <a:off x="11795033" y="3971243"/>
            <a:ext cx="1101633" cy="517834"/>
          </a:xfrm>
          <a:prstGeom prst="rect">
            <a:avLst/>
          </a:prstGeom>
          <a:solidFill>
            <a:schemeClr val="accent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50756" tIns="75357" rIns="150756" bIns="75357" anchor="ctr" anchorCtr="0">
            <a:noAutofit/>
          </a:bodyPr>
          <a:lstStyle/>
          <a:p>
            <a:pPr algn="ctr">
              <a:buClr>
                <a:srgbClr val="FFFFFF"/>
              </a:buClr>
              <a:buSzPts val="1100"/>
            </a:pPr>
            <a:r>
              <a:rPr lang="en-US" sz="1814" b="1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STROKE</a:t>
            </a:r>
          </a:p>
        </p:txBody>
      </p:sp>
      <p:sp>
        <p:nvSpPr>
          <p:cNvPr id="50" name="Google Shape;75;p1">
            <a:extLst>
              <a:ext uri="{FF2B5EF4-FFF2-40B4-BE49-F238E27FC236}">
                <a16:creationId xmlns:a16="http://schemas.microsoft.com/office/drawing/2014/main" id="{1161EE6B-4AFC-3F6F-7A46-D368C43BBEEC}"/>
              </a:ext>
            </a:extLst>
          </p:cNvPr>
          <p:cNvSpPr/>
          <p:nvPr/>
        </p:nvSpPr>
        <p:spPr>
          <a:xfrm>
            <a:off x="12900842" y="3971243"/>
            <a:ext cx="749701" cy="517834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50756" tIns="75357" rIns="150756" bIns="75357" anchor="ctr" anchorCtr="0">
            <a:noAutofit/>
          </a:bodyPr>
          <a:lstStyle/>
          <a:p>
            <a:pPr algn="ctr">
              <a:buClr>
                <a:srgbClr val="FFFFFF"/>
              </a:buClr>
              <a:buSzPts val="1100"/>
            </a:pPr>
            <a:r>
              <a:rPr lang="en-US" sz="1814" b="1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LBW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1A08A62-1715-0B57-245F-98E42C9F5DF5}"/>
              </a:ext>
            </a:extLst>
          </p:cNvPr>
          <p:cNvCxnSpPr>
            <a:cxnSpLocks/>
            <a:stCxn id="28" idx="3"/>
            <a:endCxn id="38" idx="1"/>
          </p:cNvCxnSpPr>
          <p:nvPr/>
        </p:nvCxnSpPr>
        <p:spPr>
          <a:xfrm>
            <a:off x="12816897" y="7133664"/>
            <a:ext cx="1903256" cy="15972"/>
          </a:xfrm>
          <a:prstGeom prst="straightConnector1">
            <a:avLst/>
          </a:prstGeom>
          <a:ln>
            <a:solidFill>
              <a:srgbClr val="5032ED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CD1B435-A230-C3BE-36BE-6CDE016419C8}"/>
              </a:ext>
            </a:extLst>
          </p:cNvPr>
          <p:cNvCxnSpPr>
            <a:cxnSpLocks/>
            <a:stCxn id="28" idx="2"/>
            <a:endCxn id="36" idx="0"/>
          </p:cNvCxnSpPr>
          <p:nvPr/>
        </p:nvCxnSpPr>
        <p:spPr>
          <a:xfrm>
            <a:off x="10410971" y="7501185"/>
            <a:ext cx="2" cy="993143"/>
          </a:xfrm>
          <a:prstGeom prst="straightConnector1">
            <a:avLst/>
          </a:prstGeom>
          <a:ln>
            <a:solidFill>
              <a:srgbClr val="5032ED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38C01F6-63A4-7169-F4C9-F2B537EB4E89}"/>
              </a:ext>
            </a:extLst>
          </p:cNvPr>
          <p:cNvCxnSpPr>
            <a:cxnSpLocks/>
          </p:cNvCxnSpPr>
          <p:nvPr/>
        </p:nvCxnSpPr>
        <p:spPr>
          <a:xfrm>
            <a:off x="16867345" y="7501184"/>
            <a:ext cx="0" cy="953715"/>
          </a:xfrm>
          <a:prstGeom prst="straightConnector1">
            <a:avLst/>
          </a:prstGeom>
          <a:ln>
            <a:solidFill>
              <a:srgbClr val="5032ED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Google Shape;127;p2">
            <a:extLst>
              <a:ext uri="{FF2B5EF4-FFF2-40B4-BE49-F238E27FC236}">
                <a16:creationId xmlns:a16="http://schemas.microsoft.com/office/drawing/2014/main" id="{56D05465-521F-C240-ADF3-AB1CAADF32B6}"/>
              </a:ext>
            </a:extLst>
          </p:cNvPr>
          <p:cNvSpPr/>
          <p:nvPr/>
        </p:nvSpPr>
        <p:spPr>
          <a:xfrm>
            <a:off x="2928722" y="1555564"/>
            <a:ext cx="3710761" cy="674927"/>
          </a:xfrm>
          <a:prstGeom prst="roundRect">
            <a:avLst>
              <a:gd name="adj" fmla="val 15288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756" tIns="150756" rIns="150756" bIns="150756" anchor="ctr" anchorCtr="0">
            <a:noAutofit/>
          </a:bodyPr>
          <a:lstStyle/>
          <a:p>
            <a:pPr algn="ctr"/>
            <a:r>
              <a:rPr lang="en-US" sz="1979" noProof="0"/>
              <a:t>EMISSIONS TO CONCENTRATION MODELS 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D378523-F0C6-2B37-CF4B-D02C8C2E982A}"/>
              </a:ext>
            </a:extLst>
          </p:cNvPr>
          <p:cNvCxnSpPr>
            <a:cxnSpLocks/>
            <a:stCxn id="54" idx="2"/>
            <a:endCxn id="30" idx="0"/>
          </p:cNvCxnSpPr>
          <p:nvPr/>
        </p:nvCxnSpPr>
        <p:spPr>
          <a:xfrm flipH="1">
            <a:off x="4784102" y="2230490"/>
            <a:ext cx="2" cy="416616"/>
          </a:xfrm>
          <a:prstGeom prst="straightConnector1">
            <a:avLst/>
          </a:prstGeom>
          <a:ln>
            <a:solidFill>
              <a:srgbClr val="5032ED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Google Shape;98;p1">
            <a:extLst>
              <a:ext uri="{FF2B5EF4-FFF2-40B4-BE49-F238E27FC236}">
                <a16:creationId xmlns:a16="http://schemas.microsoft.com/office/drawing/2014/main" id="{6020E0EB-56C0-027F-F3C3-FB0D6EF008CA}"/>
              </a:ext>
            </a:extLst>
          </p:cNvPr>
          <p:cNvSpPr/>
          <p:nvPr/>
        </p:nvSpPr>
        <p:spPr>
          <a:xfrm>
            <a:off x="7165866" y="5012144"/>
            <a:ext cx="1959131" cy="51783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50756" tIns="75357" rIns="150756" bIns="75357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-US" sz="1814" b="1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Ambient PM2.5</a:t>
            </a:r>
          </a:p>
        </p:txBody>
      </p:sp>
      <p:sp>
        <p:nvSpPr>
          <p:cNvPr id="57" name="Google Shape;98;p1">
            <a:extLst>
              <a:ext uri="{FF2B5EF4-FFF2-40B4-BE49-F238E27FC236}">
                <a16:creationId xmlns:a16="http://schemas.microsoft.com/office/drawing/2014/main" id="{0A020E29-92B8-76DB-D9A2-1CD1BCE0B5BB}"/>
              </a:ext>
            </a:extLst>
          </p:cNvPr>
          <p:cNvSpPr/>
          <p:nvPr/>
        </p:nvSpPr>
        <p:spPr>
          <a:xfrm>
            <a:off x="9130931" y="5012144"/>
            <a:ext cx="2191929" cy="5178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50756" tIns="75357" rIns="150756" bIns="75357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-US" sz="1814" b="1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Household PM2.5</a:t>
            </a:r>
          </a:p>
        </p:txBody>
      </p:sp>
      <p:sp>
        <p:nvSpPr>
          <p:cNvPr id="58" name="Google Shape;98;p1">
            <a:extLst>
              <a:ext uri="{FF2B5EF4-FFF2-40B4-BE49-F238E27FC236}">
                <a16:creationId xmlns:a16="http://schemas.microsoft.com/office/drawing/2014/main" id="{DC12D534-2DDB-A65F-026E-D931C43A44C2}"/>
              </a:ext>
            </a:extLst>
          </p:cNvPr>
          <p:cNvSpPr/>
          <p:nvPr/>
        </p:nvSpPr>
        <p:spPr>
          <a:xfrm>
            <a:off x="11293414" y="5012144"/>
            <a:ext cx="2357128" cy="5178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50756" tIns="75357" rIns="150756" bIns="75357" anchor="ctr" anchorCtr="0">
            <a:noAutofit/>
          </a:bodyPr>
          <a:lstStyle/>
          <a:p>
            <a:pPr algn="ctr">
              <a:buClr>
                <a:srgbClr val="FFFFFF"/>
              </a:buClr>
              <a:buSzPts val="1200"/>
            </a:pPr>
            <a:r>
              <a:rPr lang="en-US" sz="1814" b="1" noProof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Ground-level Ozone</a:t>
            </a:r>
          </a:p>
        </p:txBody>
      </p:sp>
      <p:sp>
        <p:nvSpPr>
          <p:cNvPr id="59" name="Google Shape;128;p2">
            <a:extLst>
              <a:ext uri="{FF2B5EF4-FFF2-40B4-BE49-F238E27FC236}">
                <a16:creationId xmlns:a16="http://schemas.microsoft.com/office/drawing/2014/main" id="{A007345A-A267-5A66-2E00-539917B9A57D}"/>
              </a:ext>
            </a:extLst>
          </p:cNvPr>
          <p:cNvSpPr txBox="1"/>
          <p:nvPr/>
        </p:nvSpPr>
        <p:spPr>
          <a:xfrm>
            <a:off x="12959731" y="5046932"/>
            <a:ext cx="2357128" cy="51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56" tIns="75357" rIns="150756" bIns="75357" anchor="t" anchorCtr="0">
            <a:normAutofit/>
          </a:bodyPr>
          <a:lstStyle/>
          <a:p>
            <a:pPr marL="753923" lvl="1">
              <a:buClr>
                <a:schemeClr val="accent1"/>
              </a:buClr>
              <a:buSzPts val="1280"/>
            </a:pPr>
            <a:r>
              <a:rPr lang="en-US" sz="1979" i="1" noProof="0">
                <a:solidFill>
                  <a:schemeClr val="dk1"/>
                </a:solidFill>
                <a:latin typeface="Quattrocento Sans"/>
                <a:sym typeface="Calibri"/>
              </a:rPr>
              <a:t>Health risks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B71988D-9825-64D0-6438-91179EE8BB02}"/>
              </a:ext>
            </a:extLst>
          </p:cNvPr>
          <p:cNvCxnSpPr>
            <a:cxnSpLocks/>
            <a:stCxn id="36" idx="3"/>
            <a:endCxn id="40" idx="1"/>
          </p:cNvCxnSpPr>
          <p:nvPr/>
        </p:nvCxnSpPr>
        <p:spPr>
          <a:xfrm>
            <a:off x="12668011" y="8925695"/>
            <a:ext cx="2177451" cy="13281"/>
          </a:xfrm>
          <a:prstGeom prst="straightConnector1">
            <a:avLst/>
          </a:prstGeom>
          <a:ln>
            <a:solidFill>
              <a:srgbClr val="5032ED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27FE686-BF72-E63B-3135-515B5F6A402C}"/>
              </a:ext>
            </a:extLst>
          </p:cNvPr>
          <p:cNvSpPr/>
          <p:nvPr/>
        </p:nvSpPr>
        <p:spPr>
          <a:xfrm>
            <a:off x="2549888" y="1359933"/>
            <a:ext cx="4468426" cy="1029493"/>
          </a:xfrm>
          <a:prstGeom prst="roundRect">
            <a:avLst/>
          </a:prstGeom>
          <a:noFill/>
          <a:ln>
            <a:solidFill>
              <a:srgbClr val="E7485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 noProof="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E699C40-2AA3-1723-B8C4-3E7186018E2D}"/>
              </a:ext>
            </a:extLst>
          </p:cNvPr>
          <p:cNvSpPr/>
          <p:nvPr/>
        </p:nvSpPr>
        <p:spPr>
          <a:xfrm>
            <a:off x="7731395" y="8276015"/>
            <a:ext cx="5747255" cy="1225222"/>
          </a:xfrm>
          <a:prstGeom prst="roundRect">
            <a:avLst/>
          </a:prstGeom>
          <a:noFill/>
          <a:ln>
            <a:solidFill>
              <a:srgbClr val="E7485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 noProof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B654929E-EC22-9B3B-F058-9FB9BD3B2971}"/>
              </a:ext>
            </a:extLst>
          </p:cNvPr>
          <p:cNvSpPr/>
          <p:nvPr/>
        </p:nvSpPr>
        <p:spPr>
          <a:xfrm>
            <a:off x="14368179" y="8372166"/>
            <a:ext cx="4987955" cy="1225222"/>
          </a:xfrm>
          <a:prstGeom prst="roundRect">
            <a:avLst/>
          </a:prstGeom>
          <a:noFill/>
          <a:ln>
            <a:solidFill>
              <a:srgbClr val="E7485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68" noProof="0"/>
          </a:p>
        </p:txBody>
      </p:sp>
      <p:sp>
        <p:nvSpPr>
          <p:cNvPr id="64" name="Google Shape;127;p2">
            <a:extLst>
              <a:ext uri="{FF2B5EF4-FFF2-40B4-BE49-F238E27FC236}">
                <a16:creationId xmlns:a16="http://schemas.microsoft.com/office/drawing/2014/main" id="{8E34BE67-FE16-272E-DEE7-6A8B1143A859}"/>
              </a:ext>
            </a:extLst>
          </p:cNvPr>
          <p:cNvSpPr/>
          <p:nvPr/>
        </p:nvSpPr>
        <p:spPr>
          <a:xfrm>
            <a:off x="8700499" y="263575"/>
            <a:ext cx="3361751" cy="86273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50756" tIns="150756" rIns="150756" bIns="150756" anchor="ctr" anchorCtr="0">
            <a:noAutofit/>
          </a:bodyPr>
          <a:lstStyle/>
          <a:p>
            <a:pPr algn="ctr"/>
            <a:r>
              <a:rPr lang="en-US" sz="2638" noProof="0"/>
              <a:t>ENERGY CONSUMPTION</a:t>
            </a:r>
          </a:p>
        </p:txBody>
      </p:sp>
      <p:sp>
        <p:nvSpPr>
          <p:cNvPr id="67" name="Google Shape;128;p2">
            <a:extLst>
              <a:ext uri="{FF2B5EF4-FFF2-40B4-BE49-F238E27FC236}">
                <a16:creationId xmlns:a16="http://schemas.microsoft.com/office/drawing/2014/main" id="{126AEF83-B480-E866-BD69-1F9EA32E97B2}"/>
              </a:ext>
            </a:extLst>
          </p:cNvPr>
          <p:cNvSpPr txBox="1"/>
          <p:nvPr/>
        </p:nvSpPr>
        <p:spPr>
          <a:xfrm>
            <a:off x="-487626" y="4453625"/>
            <a:ext cx="3159145" cy="494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56" tIns="75357" rIns="150756" bIns="75357" anchor="t" anchorCtr="0">
            <a:normAutofit fontScale="92500" lnSpcReduction="10000"/>
          </a:bodyPr>
          <a:lstStyle/>
          <a:p>
            <a:pPr marL="753923" lvl="1">
              <a:buClr>
                <a:schemeClr val="accent1"/>
              </a:buClr>
              <a:buSzPts val="1280"/>
            </a:pPr>
            <a:r>
              <a:rPr lang="en-US" sz="2638" b="1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</a:p>
        </p:txBody>
      </p:sp>
      <p:sp>
        <p:nvSpPr>
          <p:cNvPr id="68" name="Google Shape;128;p2">
            <a:extLst>
              <a:ext uri="{FF2B5EF4-FFF2-40B4-BE49-F238E27FC236}">
                <a16:creationId xmlns:a16="http://schemas.microsoft.com/office/drawing/2014/main" id="{A691BD66-93FD-4850-D7E9-A2B106E0734B}"/>
              </a:ext>
            </a:extLst>
          </p:cNvPr>
          <p:cNvSpPr txBox="1"/>
          <p:nvPr/>
        </p:nvSpPr>
        <p:spPr>
          <a:xfrm>
            <a:off x="-487626" y="8383960"/>
            <a:ext cx="3159145" cy="494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0756" tIns="75357" rIns="150756" bIns="75357" anchor="t" anchorCtr="0">
            <a:normAutofit fontScale="92500" lnSpcReduction="10000"/>
          </a:bodyPr>
          <a:lstStyle/>
          <a:p>
            <a:pPr marL="753923" lvl="1">
              <a:buClr>
                <a:schemeClr val="accent1"/>
              </a:buClr>
              <a:buSzPts val="1280"/>
            </a:pPr>
            <a:r>
              <a:rPr lang="en-US" sz="2638" b="1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outputs</a:t>
            </a:r>
          </a:p>
        </p:txBody>
      </p:sp>
    </p:spTree>
    <p:extLst>
      <p:ext uri="{BB962C8B-B14F-4D97-AF65-F5344CB8AC3E}">
        <p14:creationId xmlns:p14="http://schemas.microsoft.com/office/powerpoint/2010/main" val="2958811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B17A-A3A3-7976-C230-82E0B02A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9ABC-02A7-37D2-A1B8-CDA31655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Two Sources of Pollution, One Health Cost</a:t>
            </a:r>
          </a:p>
        </p:txBody>
      </p:sp>
      <p:sp>
        <p:nvSpPr>
          <p:cNvPr id="7" name="Subhea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>
                <a:latin typeface="Open Sans Light"/>
                <a:ea typeface="Open Sans Light"/>
                <a:cs typeface="Open Sans Light"/>
              </a:rPr>
              <a:t>Air-Pollution Module  •  Sources &amp; Value </a:t>
            </a:r>
          </a:p>
        </p:txBody>
      </p:sp>
      <p:sp>
        <p:nvSpPr>
          <p:cNvPr id="361" name="box362"/>
          <p:cNvSpPr/>
          <p:nvPr/>
        </p:nvSpPr>
        <p:spPr>
          <a:xfrm>
            <a:off x="632479" y="2879999"/>
            <a:ext cx="9299571" cy="1413203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170000" tIns="140000" rIns="150000" bIns="13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OAP — Outdoor (ambient)</a:t>
            </a:r>
          </a:p>
          <a:p>
            <a:pPr marL="0" indent="0" algn="l">
              <a:spcBef>
                <a:spcPts val="14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Pollution from power plants, industry, and transport in the open air. Concentration depends on emissions, weather, and terrain.</a:t>
            </a:r>
          </a:p>
        </p:txBody>
      </p:sp>
      <p:sp>
        <p:nvSpPr>
          <p:cNvPr id="363" name="box364"/>
          <p:cNvSpPr/>
          <p:nvPr/>
        </p:nvSpPr>
        <p:spPr>
          <a:xfrm>
            <a:off x="10172050" y="2879999"/>
            <a:ext cx="9299571" cy="1413203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170000" tIns="140000" rIns="150000" bIns="13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HAP — Household</a:t>
            </a:r>
          </a:p>
          <a:p>
            <a:pPr marL="0" indent="0" algn="l">
              <a:spcBef>
                <a:spcPts val="14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Indoor pollution from solid fuels used for cooking and heating. People can be exposed to both at once.</a:t>
            </a:r>
          </a:p>
        </p:txBody>
      </p:sp>
      <p:sp>
        <p:nvSpPr>
          <p:cNvPr id="365" name="box366"/>
          <p:cNvSpPr/>
          <p:nvPr/>
        </p:nvSpPr>
        <p:spPr>
          <a:xfrm>
            <a:off x="632479" y="4782155"/>
            <a:ext cx="18839142" cy="7427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11F41"/>
                </a:solidFill>
                <a:latin typeface="Calibri"/>
                <a:cs typeface="Calibri"/>
              </a:rPr>
              <a:t>Putting a value on the benefit</a:t>
            </a:r>
          </a:p>
        </p:txBody>
      </p:sp>
      <p:sp>
        <p:nvSpPr>
          <p:cNvPr id="367" name="box368"/>
          <p:cNvSpPr/>
          <p:nvPr/>
        </p:nvSpPr>
        <p:spPr>
          <a:xfrm>
            <a:off x="632479" y="5524885"/>
            <a:ext cx="18839142" cy="1028395"/>
          </a:xfrm>
          <a:prstGeom prst="roundRect">
            <a:avLst>
              <a:gd name="adj" fmla="val 3500"/>
            </a:avLst>
          </a:prstGeom>
          <a:solidFill>
            <a:srgbClr val="183153"/>
          </a:solidFill>
          <a:ln>
            <a:noFill/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137160" tIns="80000" rIns="137160" bIns="8000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cs typeface="Calibri"/>
              </a:rPr>
              <a:t>Value of avoided deaths = Avoided deaths × Value of Statistical Life (VSL)</a:t>
            </a:r>
          </a:p>
        </p:txBody>
      </p:sp>
      <p:sp>
        <p:nvSpPr>
          <p:cNvPr id="369" name="box370"/>
          <p:cNvSpPr/>
          <p:nvPr/>
        </p:nvSpPr>
        <p:spPr>
          <a:xfrm>
            <a:off x="632479" y="7199086"/>
            <a:ext cx="18839142" cy="1465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VSL is adjusted by each country's income. Result: lives saved and their economic value under the policy.</a:t>
            </a:r>
          </a:p>
        </p:txBody>
      </p:sp>
    </p:spTree>
    <p:extLst>
      <p:ext uri="{BB962C8B-B14F-4D97-AF65-F5344CB8AC3E}">
        <p14:creationId xmlns:p14="http://schemas.microsoft.com/office/powerpoint/2010/main" val="9399903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B17A-A3A3-7976-C230-82E0B02A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9ABC-02A7-37D2-A1B8-CDA31655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Air Pollution Q&amp;A</a:t>
            </a:r>
          </a:p>
        </p:txBody>
      </p:sp>
      <p:sp>
        <p:nvSpPr>
          <p:cNvPr id="7" name="Subhea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>
                <a:latin typeface="Open Sans Light"/>
                <a:ea typeface="Open Sans Light"/>
                <a:cs typeface="Open Sans Light"/>
              </a:rPr>
              <a:t>Air-Pollution Module </a:t>
            </a:r>
          </a:p>
        </p:txBody>
      </p:sp>
      <p:sp>
        <p:nvSpPr>
          <p:cNvPr id="321" name="box322"/>
          <p:cNvSpPr/>
          <p:nvPr/>
        </p:nvSpPr>
        <p:spPr>
          <a:xfrm>
            <a:off x="632479" y="2069432"/>
            <a:ext cx="8666005" cy="9071810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200000" tIns="140000" rIns="160000" bIns="120000" anchor="t">
            <a:noAutofit/>
          </a:bodyPr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Q.  Why include health in a climate tool?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A.  Cutting fuel use lowers pollution and saves lives — often a large, near-term local benefit.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Q.  Which pollutants matter most?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A.  Fine particles (PM2.5) and ground-level ozone (O₃) drive most health damage.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Q.  Are the benefits local or global?</a:t>
            </a:r>
          </a:p>
          <a:p>
            <a:pPr marL="514350" indent="-514350" algn="l">
              <a:spcBef>
                <a:spcPts val="120"/>
              </a:spcBef>
              <a:buAutoNum type="alphaUcPeriod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Mostly local and immediate, unlike climate benefits which are global and long-term.</a:t>
            </a:r>
          </a:p>
          <a:p>
            <a:pPr>
              <a:spcBef>
                <a:spcPts val="500"/>
              </a:spcBef>
            </a:pPr>
            <a:r>
              <a:rPr lang="en-US" sz="2600" b="1" dirty="0">
                <a:solidFill>
                  <a:srgbClr val="183153"/>
                </a:solidFill>
                <a:cs typeface="Calibri"/>
              </a:rPr>
              <a:t>Q.  How do emissions become concentrations?</a:t>
            </a:r>
          </a:p>
          <a:p>
            <a:pPr>
              <a:spcBef>
                <a:spcPts val="120"/>
              </a:spcBef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A.  Through 'intake fraction' or other methods that account for weather and geography.</a:t>
            </a:r>
          </a:p>
          <a:p>
            <a:pPr>
              <a:spcBef>
                <a:spcPts val="500"/>
              </a:spcBef>
            </a:pPr>
            <a:r>
              <a:rPr lang="en-US" sz="2600" b="1" dirty="0">
                <a:solidFill>
                  <a:srgbClr val="183153"/>
                </a:solidFill>
                <a:cs typeface="Calibri"/>
              </a:rPr>
              <a:t>Q.  What is an exposure–response function?</a:t>
            </a:r>
          </a:p>
          <a:p>
            <a:pPr>
              <a:spcBef>
                <a:spcPts val="120"/>
              </a:spcBef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A.  Links level of a pollutant to extra risk of a given disease.</a:t>
            </a:r>
          </a:p>
          <a:p>
            <a:pPr>
              <a:spcBef>
                <a:spcPts val="500"/>
              </a:spcBef>
            </a:pPr>
            <a:r>
              <a:rPr lang="en-US" sz="2600" b="1" dirty="0">
                <a:solidFill>
                  <a:srgbClr val="183153"/>
                </a:solidFill>
                <a:cs typeface="Calibri"/>
              </a:rPr>
              <a:t>Q.  Which diseases are included?</a:t>
            </a:r>
          </a:p>
          <a:p>
            <a:pPr>
              <a:spcBef>
                <a:spcPts val="120"/>
              </a:spcBef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A.  Heart disease, stroke, lung cancer, COPD, lower-respiratory infection, diabetes, and birth effects.</a:t>
            </a:r>
          </a:p>
          <a:p>
            <a:pPr>
              <a:spcBef>
                <a:spcPts val="500"/>
              </a:spcBef>
            </a:pPr>
            <a:r>
              <a:rPr lang="en-US" sz="2600" b="1" dirty="0">
                <a:solidFill>
                  <a:srgbClr val="183153"/>
                </a:solidFill>
                <a:cs typeface="Calibri"/>
              </a:rPr>
              <a:t>Q.  What is VSL?</a:t>
            </a:r>
          </a:p>
          <a:p>
            <a:pPr marL="514350" indent="-514350">
              <a:spcBef>
                <a:spcPts val="120"/>
              </a:spcBef>
              <a:buAutoNum type="alphaUcPeriod"/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Value of Statistical Life — a standard money value placed on reducing the risk of death. Willingness to pay for risk reduction rises with income; VSL is scaled accordingly.</a:t>
            </a:r>
          </a:p>
          <a:p>
            <a:pPr algn="l">
              <a:spcBef>
                <a:spcPts val="120"/>
              </a:spcBef>
            </a:pPr>
            <a:endParaRPr lang="en-US" sz="2600" dirty="0">
              <a:solidFill>
                <a:srgbClr val="2B2B2B"/>
              </a:solidFill>
              <a:latin typeface="Calibri"/>
              <a:cs typeface="Calibri"/>
            </a:endParaRPr>
          </a:p>
        </p:txBody>
      </p:sp>
      <p:sp>
        <p:nvSpPr>
          <p:cNvPr id="323" name="box324"/>
          <p:cNvSpPr/>
          <p:nvPr/>
        </p:nvSpPr>
        <p:spPr>
          <a:xfrm>
            <a:off x="9580335" y="962525"/>
            <a:ext cx="9913137" cy="5390148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200000" tIns="140000" rIns="160000" bIns="12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955E"/>
                </a:solidFill>
                <a:latin typeface="Calibri"/>
                <a:cs typeface="Calibri"/>
              </a:rPr>
              <a:t>Methodology</a:t>
            </a:r>
          </a:p>
          <a:p>
            <a:pPr marL="274320" indent="-274320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Emissions → concentration → exposure-response → disease burden → valuation.</a:t>
            </a:r>
          </a:p>
          <a:p>
            <a:pPr marL="274320" indent="-274320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Population split into age groups; risks applied to each.</a:t>
            </a:r>
          </a:p>
          <a:p>
            <a:pPr marL="274320" indent="-274320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Household pollution (HAP) tied to solid fuels for cooking and heating.</a:t>
            </a:r>
          </a:p>
          <a:p>
            <a:pPr marL="274320" indent="-274320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Outdoor pollution (OAP) from power, industry and transport.</a:t>
            </a:r>
          </a:p>
          <a:p>
            <a:pPr marL="274320" indent="-274320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Value of avoided deaths = avoided deaths × income-adjusted VSL.</a:t>
            </a:r>
          </a:p>
          <a:p>
            <a:pPr marL="274320" indent="-274320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Outputs: attributable deaths and DALYs (years of healthy life lost).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Health impacts use the Global Burden of Disease (GBD) framework.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Both outdoor (ambient) &amp; indoor (household) pollution covered.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Updating from GBD 2019 toward the GBD 2021 study.</a:t>
            </a:r>
          </a:p>
        </p:txBody>
      </p:sp>
      <p:sp>
        <p:nvSpPr>
          <p:cNvPr id="325" name="box326"/>
          <p:cNvSpPr/>
          <p:nvPr/>
        </p:nvSpPr>
        <p:spPr>
          <a:xfrm>
            <a:off x="9558483" y="6533147"/>
            <a:ext cx="9913137" cy="2466473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200000" tIns="140000" rIns="160000" bIns="12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B87"/>
                </a:solidFill>
                <a:latin typeface="Calibri"/>
                <a:cs typeface="Calibri"/>
              </a:rPr>
              <a:t>Settings &amp; dashboard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Co-benefit results appear in the Air-Pollution output graphs.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Avoided deaths shown alongside total welfare effects.</a:t>
            </a:r>
          </a:p>
          <a:p>
            <a:pPr marL="274320" indent="-274320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VSL assumptions set on the air-pollution parameters tab.</a:t>
            </a:r>
          </a:p>
          <a:p>
            <a:pPr marL="274320" indent="-274320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cs typeface="Calibri"/>
              </a:rPr>
              <a:t>Welfare value reported per tonne and in total.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endParaRPr lang="en-US" sz="2600" dirty="0">
              <a:solidFill>
                <a:srgbClr val="2B2B2B"/>
              </a:solidFill>
              <a:latin typeface="Calibri"/>
              <a:cs typeface="Calibri"/>
            </a:endParaRPr>
          </a:p>
        </p:txBody>
      </p:sp>
      <p:sp>
        <p:nvSpPr>
          <p:cNvPr id="327" name="box328"/>
          <p:cNvSpPr/>
          <p:nvPr/>
        </p:nvSpPr>
        <p:spPr>
          <a:xfrm>
            <a:off x="9558484" y="9095873"/>
            <a:ext cx="9913137" cy="1250951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200000" tIns="140000" rIns="160000" bIns="12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9C6F00"/>
                </a:solidFill>
                <a:latin typeface="Calibri"/>
                <a:cs typeface="Calibri"/>
              </a:rPr>
              <a:t>Data sources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GBD 2019 (IHME)  •  WHO  •  Vollset et al. (2020)</a:t>
            </a:r>
          </a:p>
        </p:txBody>
      </p:sp>
    </p:spTree>
    <p:extLst>
      <p:ext uri="{BB962C8B-B14F-4D97-AF65-F5344CB8AC3E}">
        <p14:creationId xmlns:p14="http://schemas.microsoft.com/office/powerpoint/2010/main" val="31016769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CB4FB-4EC3-78FC-5873-ADD49B742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7FF73A-1619-3A82-DA7E-BB267D8BE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082531"/>
              </p:ext>
            </p:extLst>
          </p:nvPr>
        </p:nvGraphicFramePr>
        <p:xfrm>
          <a:off x="509336" y="2490537"/>
          <a:ext cx="11173328" cy="7595284"/>
        </p:xfrm>
        <a:graphic>
          <a:graphicData uri="http://schemas.openxmlformats.org/drawingml/2006/table">
            <a:tbl>
              <a:tblPr/>
              <a:tblGrid>
                <a:gridCol w="543714">
                  <a:extLst>
                    <a:ext uri="{9D8B030D-6E8A-4147-A177-3AD203B41FA5}">
                      <a16:colId xmlns:a16="http://schemas.microsoft.com/office/drawing/2014/main" val="1055414613"/>
                    </a:ext>
                  </a:extLst>
                </a:gridCol>
                <a:gridCol w="6823613">
                  <a:extLst>
                    <a:ext uri="{9D8B030D-6E8A-4147-A177-3AD203B41FA5}">
                      <a16:colId xmlns:a16="http://schemas.microsoft.com/office/drawing/2014/main" val="15554182"/>
                    </a:ext>
                  </a:extLst>
                </a:gridCol>
                <a:gridCol w="2256415">
                  <a:extLst>
                    <a:ext uri="{9D8B030D-6E8A-4147-A177-3AD203B41FA5}">
                      <a16:colId xmlns:a16="http://schemas.microsoft.com/office/drawing/2014/main" val="805204432"/>
                    </a:ext>
                  </a:extLst>
                </a:gridCol>
                <a:gridCol w="1549586">
                  <a:extLst>
                    <a:ext uri="{9D8B030D-6E8A-4147-A177-3AD203B41FA5}">
                      <a16:colId xmlns:a16="http://schemas.microsoft.com/office/drawing/2014/main" val="2547678852"/>
                    </a:ext>
                  </a:extLst>
                </a:gridCol>
              </a:tblGrid>
              <a:tr h="15088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Code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Policy Bundle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 Air pollution deaths avoided (number of deaths)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% of total annual air pollution deaths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557382"/>
                  </a:ext>
                </a:extLst>
              </a:tr>
              <a:tr h="479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Policy Bundle Options - Carbon Pricing (modelled)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>
                          <a:solidFill>
                            <a:srgbClr val="0078F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352618"/>
                  </a:ext>
                </a:extLst>
              </a:tr>
              <a:tr h="1131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Comprehensive carbon levy: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upstream carbon price on all  fossil fuel consumption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+ downstream emissions in CBAM sectors only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+ recycling to public investment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1656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497369"/>
                  </a:ext>
                </a:extLst>
              </a:tr>
              <a:tr h="9315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Carbon levy on all</a:t>
                      </a:r>
                      <a:r>
                        <a:rPr lang="en-US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fossil fuel consumption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(upstream carbon price)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+ recycling to public investment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1564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1.9%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160325"/>
                  </a:ext>
                </a:extLst>
              </a:tr>
              <a:tr h="9315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Carbon levy on all  fossil fuel consumption (upstream carbon price)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+ recycling to households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1631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2.0%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290460"/>
                  </a:ext>
                </a:extLst>
              </a:tr>
              <a:tr h="9315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Downstream carbon price</a:t>
                      </a:r>
                      <a:r>
                        <a:rPr lang="en-US" sz="2400" b="1" i="0" u="none" strike="noStrike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on heavy industry </a:t>
                      </a:r>
                      <a:b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+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recycling to households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546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26582"/>
                  </a:ext>
                </a:extLst>
              </a:tr>
              <a:tr h="9315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Downstream carbon price on heavy industry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+</a:t>
                      </a:r>
                      <a:b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</a:b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output-based rebating (OBR)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for CBAM producers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619637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24A9AB0-2CC3-69E6-9B04-F95C06FA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Modelled Results: Air Pollution Co-benefits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EB0DFF-99CE-59D9-BCFC-464321F40A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330" b="23884"/>
          <a:stretch>
            <a:fillRect/>
          </a:stretch>
        </p:blipFill>
        <p:spPr>
          <a:xfrm>
            <a:off x="13313715" y="2069297"/>
            <a:ext cx="6616098" cy="822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1775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EDB83-F926-17CF-0194-0647C7D64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3ED27-51EB-D0AA-D9E3-E18E01444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232" y="586411"/>
            <a:ext cx="5980833" cy="5356047"/>
          </a:xfrm>
        </p:spPr>
        <p:txBody>
          <a:bodyPr/>
          <a:lstStyle/>
          <a:p>
            <a:r>
              <a:rPr lang="en-US" noProof="0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257CE-B97D-E831-1AD1-2EE53715B8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150781" tIns="75390" rIns="150781" bIns="75390" rtlCol="0" anchor="t">
            <a:normAutofit fontScale="85000" lnSpcReduction="10000"/>
          </a:bodyPr>
          <a:lstStyle/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Overview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Mitigation (Energy Use, Revenues, Emissions)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Distribution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Air Pollution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b="1" dirty="0"/>
              <a:t>Transport and GDP</a:t>
            </a:r>
          </a:p>
          <a:p>
            <a:pPr marL="1143000" indent="-11430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5C177-E6C0-B15C-C230-DCA68579ABD2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0B769E5A-5E83-55B9-BF91-B95FDED9C929}"/>
              </a:ext>
            </a:extLst>
          </p:cNvPr>
          <p:cNvSpPr txBox="1">
            <a:spLocks/>
          </p:cNvSpPr>
          <p:nvPr/>
        </p:nvSpPr>
        <p:spPr>
          <a:xfrm>
            <a:off x="15581313" y="10482263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97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77BBB6-B31F-4C1A-BBC8-5103E1961508}" type="slidenum">
              <a:rPr lang="en-US" noProof="0" smtClean="0"/>
              <a:pPr/>
              <a:t>47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730189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B17A-A3A3-7976-C230-82E0B02A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9ABC-02A7-37D2-A1B8-CDA31655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Other Co-Benefits: Transport &amp; GDP</a:t>
            </a:r>
          </a:p>
        </p:txBody>
      </p:sp>
      <p:sp>
        <p:nvSpPr>
          <p:cNvPr id="7" name="Subhea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>
                <a:latin typeface="Open Sans Light"/>
                <a:ea typeface="Open Sans Light"/>
                <a:cs typeface="Open Sans Light"/>
              </a:rPr>
              <a:t>Other Modules  •  Transport &amp; GDP  •  Module 4</a:t>
            </a:r>
          </a:p>
        </p:txBody>
      </p:sp>
      <p:sp>
        <p:nvSpPr>
          <p:cNvPr id="413" name="box414"/>
          <p:cNvSpPr/>
          <p:nvPr/>
        </p:nvSpPr>
        <p:spPr>
          <a:xfrm>
            <a:off x="792478" y="2147585"/>
            <a:ext cx="18839142" cy="340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Two more modules complete the picture: road transport co-benefits, and the effect of raising and spending revenue on GDP.</a:t>
            </a:r>
          </a:p>
        </p:txBody>
      </p:sp>
      <p:sp>
        <p:nvSpPr>
          <p:cNvPr id="415" name="box416"/>
          <p:cNvSpPr/>
          <p:nvPr/>
        </p:nvSpPr>
        <p:spPr>
          <a:xfrm>
            <a:off x="792478" y="3414432"/>
            <a:ext cx="18839142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11F41"/>
                </a:solidFill>
                <a:latin typeface="Calibri"/>
                <a:cs typeface="Calibri"/>
              </a:rPr>
              <a:t>Transport Module</a:t>
            </a:r>
          </a:p>
        </p:txBody>
      </p:sp>
      <p:sp>
        <p:nvSpPr>
          <p:cNvPr id="417" name="box418"/>
          <p:cNvSpPr/>
          <p:nvPr/>
        </p:nvSpPr>
        <p:spPr>
          <a:xfrm>
            <a:off x="792478" y="3884432"/>
            <a:ext cx="18839142" cy="314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Higher fuel prices reduce vehicle-kilometres travelled (VKT). Less driving means fewer road accidents and deaths, less urban congestion, and less road damage.</a:t>
            </a:r>
          </a:p>
        </p:txBody>
      </p:sp>
      <p:sp>
        <p:nvSpPr>
          <p:cNvPr id="419" name="box420"/>
          <p:cNvSpPr/>
          <p:nvPr/>
        </p:nvSpPr>
        <p:spPr>
          <a:xfrm>
            <a:off x="632479" y="5021007"/>
            <a:ext cx="4469785" cy="1150000"/>
          </a:xfrm>
          <a:prstGeom prst="roundRect">
            <a:avLst>
              <a:gd name="adj" fmla="val 3500"/>
            </a:avLst>
          </a:prstGeom>
          <a:solidFill>
            <a:srgbClr val="183153"/>
          </a:solidFill>
          <a:ln>
            <a:noFill/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80000" tIns="60000" rIns="80000" bIns="6000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cs typeface="Calibri"/>
              </a:rPr>
              <a:t>Carbon tax</a:t>
            </a:r>
          </a:p>
        </p:txBody>
      </p:sp>
      <p:sp>
        <p:nvSpPr>
          <p:cNvPr id="421" name="box422"/>
          <p:cNvSpPr/>
          <p:nvPr/>
        </p:nvSpPr>
        <p:spPr>
          <a:xfrm>
            <a:off x="5102264" y="5021007"/>
            <a:ext cx="3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A6472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423" name="box424"/>
          <p:cNvSpPr/>
          <p:nvPr/>
        </p:nvSpPr>
        <p:spPr>
          <a:xfrm>
            <a:off x="5422264" y="5021007"/>
            <a:ext cx="4469785" cy="1150000"/>
          </a:xfrm>
          <a:prstGeom prst="roundRect">
            <a:avLst>
              <a:gd name="adj" fmla="val 3500"/>
            </a:avLst>
          </a:prstGeom>
          <a:solidFill>
            <a:srgbClr val="004B87"/>
          </a:solidFill>
          <a:ln>
            <a:noFill/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80000" tIns="60000" rIns="80000" bIns="6000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cs typeface="Calibri"/>
              </a:rPr>
              <a:t>fuel price</a:t>
            </a:r>
          </a:p>
        </p:txBody>
      </p:sp>
      <p:sp>
        <p:nvSpPr>
          <p:cNvPr id="425" name="box426"/>
          <p:cNvSpPr/>
          <p:nvPr/>
        </p:nvSpPr>
        <p:spPr>
          <a:xfrm>
            <a:off x="9892049" y="5021007"/>
            <a:ext cx="3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A6472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427" name="box428"/>
          <p:cNvSpPr/>
          <p:nvPr/>
        </p:nvSpPr>
        <p:spPr>
          <a:xfrm>
            <a:off x="10212049" y="5021007"/>
            <a:ext cx="4469785" cy="1150000"/>
          </a:xfrm>
          <a:prstGeom prst="roundRect">
            <a:avLst>
              <a:gd name="adj" fmla="val 3500"/>
            </a:avLst>
          </a:prstGeom>
          <a:solidFill>
            <a:srgbClr val="049AD7"/>
          </a:solidFill>
          <a:ln>
            <a:noFill/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80000" tIns="60000" rIns="80000" bIns="6000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cs typeface="Calibri"/>
              </a:rPr>
              <a:t>VKT</a:t>
            </a:r>
          </a:p>
        </p:txBody>
      </p:sp>
      <p:sp>
        <p:nvSpPr>
          <p:cNvPr id="429" name="box430"/>
          <p:cNvSpPr/>
          <p:nvPr/>
        </p:nvSpPr>
        <p:spPr>
          <a:xfrm>
            <a:off x="14681834" y="5021007"/>
            <a:ext cx="32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A6472"/>
                </a:solidFill>
                <a:latin typeface="Calibri"/>
                <a:cs typeface="Calibri"/>
              </a:rPr>
              <a:t>→</a:t>
            </a:r>
          </a:p>
        </p:txBody>
      </p:sp>
      <p:sp>
        <p:nvSpPr>
          <p:cNvPr id="431" name="box432"/>
          <p:cNvSpPr/>
          <p:nvPr/>
        </p:nvSpPr>
        <p:spPr>
          <a:xfrm>
            <a:off x="15001834" y="5021007"/>
            <a:ext cx="4469785" cy="1150000"/>
          </a:xfrm>
          <a:prstGeom prst="roundRect">
            <a:avLst>
              <a:gd name="adj" fmla="val 3500"/>
            </a:avLst>
          </a:prstGeom>
          <a:solidFill>
            <a:srgbClr val="00955E"/>
          </a:solidFill>
          <a:ln>
            <a:noFill/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80000" tIns="60000" rIns="80000" bIns="6000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cs typeface="Calibri"/>
              </a:rPr>
              <a:t>fewer externalities</a:t>
            </a:r>
          </a:p>
        </p:txBody>
      </p:sp>
      <p:sp>
        <p:nvSpPr>
          <p:cNvPr id="433" name="box434"/>
          <p:cNvSpPr/>
          <p:nvPr/>
        </p:nvSpPr>
        <p:spPr>
          <a:xfrm>
            <a:off x="792478" y="7097184"/>
            <a:ext cx="18839142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11F41"/>
                </a:solidFill>
                <a:latin typeface="Calibri"/>
                <a:cs typeface="Calibri"/>
              </a:rPr>
              <a:t>Revenue &amp; GDP</a:t>
            </a:r>
          </a:p>
        </p:txBody>
      </p:sp>
      <p:sp>
        <p:nvSpPr>
          <p:cNvPr id="435" name="box436"/>
          <p:cNvSpPr/>
          <p:nvPr/>
        </p:nvSpPr>
        <p:spPr>
          <a:xfrm>
            <a:off x="792478" y="7567184"/>
            <a:ext cx="18839142" cy="314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Carbon pricing raises revenue. How that money is used decides the effect on GDP.</a:t>
            </a:r>
          </a:p>
        </p:txBody>
      </p:sp>
      <p:sp>
        <p:nvSpPr>
          <p:cNvPr id="437" name="box438"/>
          <p:cNvSpPr/>
          <p:nvPr/>
        </p:nvSpPr>
        <p:spPr>
          <a:xfrm>
            <a:off x="792478" y="7971344"/>
            <a:ext cx="18839142" cy="720000"/>
          </a:xfrm>
          <a:prstGeom prst="roundRect">
            <a:avLst>
              <a:gd name="adj" fmla="val 3500"/>
            </a:avLst>
          </a:prstGeom>
          <a:solidFill>
            <a:srgbClr val="183153"/>
          </a:solidFill>
          <a:ln>
            <a:noFill/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137160" tIns="80000" rIns="137160" bIns="8000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cs typeface="Calibri"/>
              </a:rPr>
              <a:t>GDP effect = shock × multiplier   (public investment gives the largest long-term gain)</a:t>
            </a:r>
          </a:p>
        </p:txBody>
      </p:sp>
    </p:spTree>
    <p:extLst>
      <p:ext uri="{BB962C8B-B14F-4D97-AF65-F5344CB8AC3E}">
        <p14:creationId xmlns:p14="http://schemas.microsoft.com/office/powerpoint/2010/main" val="21661213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B17A-A3A3-7976-C230-82E0B02A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9ABC-02A7-37D2-A1B8-CDA31655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Other Co-Benefits: Transport &amp; GDP</a:t>
            </a:r>
          </a:p>
        </p:txBody>
      </p:sp>
      <p:sp>
        <p:nvSpPr>
          <p:cNvPr id="7" name="Subheader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>
                <a:latin typeface="Open Sans Light"/>
                <a:ea typeface="Open Sans Light"/>
                <a:cs typeface="Open Sans Light"/>
              </a:rPr>
              <a:t>Other Modules  •  Transport &amp; GDP  •  Backup / Advanced</a:t>
            </a:r>
          </a:p>
        </p:txBody>
      </p:sp>
      <p:sp>
        <p:nvSpPr>
          <p:cNvPr id="439" name="box440"/>
          <p:cNvSpPr/>
          <p:nvPr/>
        </p:nvSpPr>
        <p:spPr>
          <a:xfrm>
            <a:off x="632479" y="2456581"/>
            <a:ext cx="8666005" cy="6281019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200000" tIns="140000" rIns="160000" bIns="12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611F41"/>
                </a:solidFill>
                <a:latin typeface="Calibri"/>
                <a:cs typeface="Calibri"/>
              </a:rPr>
              <a:t>Q &amp; A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Q.  How does fuel price affect driving?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A.  Higher prices reduce vehicle-kilometres travelled (VKT), well documented in the literature.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Q.  What is a fiscal multiplier?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A.  The % change in GDP from a fiscal change worth 1% of GDP, over up to 10 years.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2600" b="1" dirty="0">
                <a:solidFill>
                  <a:srgbClr val="183153"/>
                </a:solidFill>
                <a:latin typeface="Calibri"/>
                <a:cs typeface="Calibri"/>
              </a:rPr>
              <a:t>Q.  Which revenue use helps GDP most?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A.  Public investment gives the largest long-term gain.</a:t>
            </a:r>
          </a:p>
        </p:txBody>
      </p:sp>
      <p:sp>
        <p:nvSpPr>
          <p:cNvPr id="441" name="box442"/>
          <p:cNvSpPr/>
          <p:nvPr/>
        </p:nvSpPr>
        <p:spPr>
          <a:xfrm>
            <a:off x="9558484" y="2456581"/>
            <a:ext cx="9913137" cy="4476373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200000" tIns="140000" rIns="160000" bIns="12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955E"/>
                </a:solidFill>
                <a:latin typeface="Calibri"/>
                <a:cs typeface="Calibri"/>
              </a:rPr>
              <a:t>Methodology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Transport: lower VKT → fewer accidents, less congestion, less road damage.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Multipliers estimated by local-projection panel methods (Jordà et al.).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GDP effect = fiscal shock × country-specific multiplier.</a:t>
            </a:r>
          </a:p>
        </p:txBody>
      </p:sp>
      <p:sp>
        <p:nvSpPr>
          <p:cNvPr id="443" name="box444"/>
          <p:cNvSpPr/>
          <p:nvPr/>
        </p:nvSpPr>
        <p:spPr>
          <a:xfrm>
            <a:off x="9558484" y="5834743"/>
            <a:ext cx="9913137" cy="2478844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200000" tIns="140000" rIns="160000" bIns="12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4B87"/>
                </a:solidFill>
                <a:latin typeface="Calibri"/>
                <a:cs typeface="Calibri"/>
              </a:rPr>
              <a:t>Settings &amp; dashboard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Choose multiplier source: income-group, global, manual, or estimated.</a:t>
            </a:r>
          </a:p>
          <a:p>
            <a:pPr marL="274320" indent="-274320" algn="l">
              <a:spcBef>
                <a:spcPts val="180"/>
              </a:spcBef>
              <a:buFont typeface="Arial"/>
              <a:buChar char="•"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GDP assumptions shown on dashboard row ~180.</a:t>
            </a:r>
          </a:p>
        </p:txBody>
      </p:sp>
      <p:sp>
        <p:nvSpPr>
          <p:cNvPr id="445" name="box446"/>
          <p:cNvSpPr/>
          <p:nvPr/>
        </p:nvSpPr>
        <p:spPr>
          <a:xfrm>
            <a:off x="9558484" y="7750628"/>
            <a:ext cx="9913137" cy="1640515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 w="9525">
            <a:solidFill>
              <a:srgbClr val="D7DEE8"/>
            </a:solidFill>
          </a:ln>
          <a:effectLst>
            <a:outerShdw blurRad="50800" dist="25400" dir="5400000" rotWithShape="0">
              <a:srgbClr val="000000">
                <a:alpha val="14000"/>
              </a:srgbClr>
            </a:outerShdw>
          </a:effectLst>
        </p:spPr>
        <p:txBody>
          <a:bodyPr wrap="square" lIns="200000" tIns="140000" rIns="160000" bIns="120000" anchor="t">
            <a:no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9C6F00"/>
                </a:solidFill>
                <a:latin typeface="Calibri"/>
                <a:cs typeface="Calibri"/>
              </a:rPr>
              <a:t>Data sources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en-US" sz="2600" dirty="0">
                <a:solidFill>
                  <a:srgbClr val="2B2B2B"/>
                </a:solidFill>
                <a:latin typeface="Calibri"/>
                <a:cs typeface="Calibri"/>
              </a:rPr>
              <a:t>MFMod (World Bank)  •  Schoder (2022)  •  transport-economics literature</a:t>
            </a:r>
          </a:p>
        </p:txBody>
      </p:sp>
    </p:spTree>
    <p:extLst>
      <p:ext uri="{BB962C8B-B14F-4D97-AF65-F5344CB8AC3E}">
        <p14:creationId xmlns:p14="http://schemas.microsoft.com/office/powerpoint/2010/main" val="22897110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C5AF5-720E-5F30-1AC4-C77BFC352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34696-B332-E9D7-B5FB-BB123A5FC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7624" y="2068247"/>
            <a:ext cx="6510815" cy="2258433"/>
          </a:xfrm>
          <a:noFill/>
        </p:spPr>
        <p:txBody>
          <a:bodyPr/>
          <a:lstStyle/>
          <a:p>
            <a:pPr>
              <a:spcAft>
                <a:spcPts val="989"/>
              </a:spcAft>
            </a:pPr>
            <a:r>
              <a:rPr lang="en-US" b="0" i="0" u="none" strike="noStrike" baseline="0" noProof="0" dirty="0"/>
              <a:t>HOW TO USE CPAT</a:t>
            </a:r>
            <a:endParaRPr lang="en-US" sz="3958" noProof="0" dirty="0"/>
          </a:p>
        </p:txBody>
      </p:sp>
      <p:pic>
        <p:nvPicPr>
          <p:cNvPr id="13" name="Graphic 12" descr="Tag with solid fill">
            <a:extLst>
              <a:ext uri="{FF2B5EF4-FFF2-40B4-BE49-F238E27FC236}">
                <a16:creationId xmlns:a16="http://schemas.microsoft.com/office/drawing/2014/main" id="{8BFFB468-EEEA-0653-B05F-1B7491C866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488" y="356457"/>
            <a:ext cx="942329" cy="9423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90021E-5C4A-9ED3-D24A-113CD008E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6005" y="1627851"/>
            <a:ext cx="13543629" cy="849942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72C18-4E9A-8A83-5095-0051F30D56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140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8E538-8B0F-41CB-602D-29405562A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FF09-FDE3-68C8-E800-AA2EE1C9F5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How to Use CPAT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C975E-0B57-37E8-B0DD-4DA091BFAB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150781" tIns="75390" rIns="150781" bIns="75390" rtlCol="0" anchor="t">
            <a:normAutofit/>
          </a:bodyPr>
          <a:lstStyle/>
          <a:p>
            <a:pPr marL="1143000" indent="-114300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/>
              <a:t>Getting Set Up:</a:t>
            </a:r>
          </a:p>
          <a:p>
            <a:pPr marL="1600144" lvl="1" indent="-1143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noProof="0" dirty="0"/>
              <a:t>Accessing/Requirements</a:t>
            </a:r>
          </a:p>
          <a:p>
            <a:pPr marL="1143000" indent="-114300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Using CPAT</a:t>
            </a:r>
          </a:p>
          <a:p>
            <a:pPr marL="1600144" lvl="1" indent="-1143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Running basic scenarios</a:t>
            </a:r>
          </a:p>
          <a:p>
            <a:pPr>
              <a:lnSpc>
                <a:spcPct val="150000"/>
              </a:lnSpc>
            </a:pPr>
            <a:endParaRPr lang="en-US" noProof="0" dirty="0">
              <a:solidFill>
                <a:schemeClr val="tx1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200000"/>
              </a:lnSpc>
              <a:spcAft>
                <a:spcPts val="600"/>
              </a:spcAft>
            </a:pPr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954DC-687E-5D30-8ADA-780C74FD55B5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559D28A-41E9-64C2-7485-43455E030FCF}"/>
              </a:ext>
            </a:extLst>
          </p:cNvPr>
          <p:cNvSpPr txBox="1">
            <a:spLocks/>
          </p:cNvSpPr>
          <p:nvPr/>
        </p:nvSpPr>
        <p:spPr>
          <a:xfrm>
            <a:off x="15581313" y="10482263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97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77BBB6-B31F-4C1A-BBC8-5103E1961508}" type="slidenum">
              <a:rPr lang="en-US" noProof="0" smtClean="0"/>
              <a:pPr/>
              <a:t>51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89130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909BE-E8C2-35C0-1594-D90D7EB7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27" y="389093"/>
            <a:ext cx="11381504" cy="825110"/>
          </a:xfrm>
        </p:spPr>
        <p:txBody>
          <a:bodyPr/>
          <a:lstStyle/>
          <a:p>
            <a:r>
              <a:rPr lang="en-US" noProof="0" dirty="0"/>
              <a:t>Accessing CPAT &amp; Excel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A13DB-2A45-7E18-1507-7D68C060D7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2479" y="2218545"/>
            <a:ext cx="18920379" cy="5442628"/>
          </a:xfrm>
        </p:spPr>
        <p:txBody>
          <a:bodyPr/>
          <a:lstStyle/>
          <a:p>
            <a:pPr marL="685800" indent="-6858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8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You can </a:t>
            </a:r>
            <a:r>
              <a:rPr lang="en-US" sz="4800" b="1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request CPAT from the World Bank</a:t>
            </a:r>
          </a:p>
          <a:p>
            <a:pPr marL="685800" indent="-6858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8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For country applications we provide a </a:t>
            </a:r>
            <a:r>
              <a:rPr lang="en-US" sz="4800" b="1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single-country version </a:t>
            </a:r>
            <a:r>
              <a:rPr lang="en-US" sz="48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(for example, Egypt) which has </a:t>
            </a:r>
            <a:r>
              <a:rPr lang="en-US" sz="4800" b="1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smaller file size</a:t>
            </a:r>
          </a:p>
          <a:p>
            <a:pPr marL="685800" indent="-6858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8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You will need a </a:t>
            </a:r>
            <a:r>
              <a:rPr lang="en-US" sz="4800" b="1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recent version of Excel </a:t>
            </a:r>
            <a:r>
              <a:rPr lang="en-US" sz="48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(desktop version)</a:t>
            </a:r>
          </a:p>
          <a:p>
            <a:pPr marL="685800" indent="-6858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8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CPAT is a </a:t>
            </a:r>
            <a:r>
              <a:rPr lang="en-US" sz="4800" b="1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large file </a:t>
            </a:r>
            <a:r>
              <a:rPr lang="en-US" sz="48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and so you should not have too many other applications open</a:t>
            </a:r>
          </a:p>
          <a:p>
            <a:pPr marL="685800" indent="-6858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8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Basic CPAT </a:t>
            </a:r>
            <a:r>
              <a:rPr lang="en-US" sz="4800" b="1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does not require macros</a:t>
            </a:r>
            <a:r>
              <a:rPr lang="en-US" sz="48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but </a:t>
            </a:r>
            <a:r>
              <a:rPr lang="en-US" sz="4800" b="1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more advanced versions do</a:t>
            </a:r>
          </a:p>
          <a:p>
            <a:pPr marL="685800" indent="-6858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8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There is a </a:t>
            </a:r>
            <a:r>
              <a:rPr lang="en-US" sz="4800" b="1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multi-scenario tool</a:t>
            </a:r>
            <a:r>
              <a:rPr lang="en-US" sz="48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available for </a:t>
            </a:r>
            <a:r>
              <a:rPr lang="en-US" sz="4800" b="1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advanced use (report writing)</a:t>
            </a:r>
          </a:p>
        </p:txBody>
      </p:sp>
    </p:spTree>
    <p:extLst>
      <p:ext uri="{BB962C8B-B14F-4D97-AF65-F5344CB8AC3E}">
        <p14:creationId xmlns:p14="http://schemas.microsoft.com/office/powerpoint/2010/main" val="17379885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E3491-6C3B-9880-0E7C-3C539A5C5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B3CA1-1DAD-AB51-07CF-F09655EB9C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How to Use CPAT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F3FA3-FEE5-A39E-9401-1A27E87081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150781" tIns="75390" rIns="150781" bIns="75390" rtlCol="0" anchor="t">
            <a:normAutofit/>
          </a:bodyPr>
          <a:lstStyle/>
          <a:p>
            <a:pPr marL="1143000" indent="-114300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Getting Set Up:</a:t>
            </a:r>
          </a:p>
          <a:p>
            <a:pPr marL="1600144" lvl="1" indent="-1143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noProof="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Accessing/Requirements</a:t>
            </a:r>
          </a:p>
          <a:p>
            <a:pPr marL="1143000" indent="-114300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>
                <a:solidFill>
                  <a:schemeClr val="tx2"/>
                </a:solidFill>
              </a:rPr>
              <a:t>Using CPAT</a:t>
            </a:r>
          </a:p>
          <a:p>
            <a:pPr marL="1600144" lvl="1" indent="-1143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Navigating and </a:t>
            </a:r>
            <a:r>
              <a:rPr lang="en-US" noProof="0" dirty="0">
                <a:solidFill>
                  <a:schemeClr val="tx2"/>
                </a:solidFill>
              </a:rPr>
              <a:t>Running basic scenarios</a:t>
            </a:r>
          </a:p>
          <a:p>
            <a:pPr marL="1143000" indent="-11430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Egypt-Specific Exercises</a:t>
            </a:r>
          </a:p>
          <a:p>
            <a:pPr>
              <a:lnSpc>
                <a:spcPct val="200000"/>
              </a:lnSpc>
              <a:spcAft>
                <a:spcPts val="600"/>
              </a:spcAft>
            </a:pPr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F07DA-D666-187D-B437-4C934BB833FA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2169D98-E97F-F975-F24D-1FB5E9743D2D}"/>
              </a:ext>
            </a:extLst>
          </p:cNvPr>
          <p:cNvSpPr txBox="1">
            <a:spLocks/>
          </p:cNvSpPr>
          <p:nvPr/>
        </p:nvSpPr>
        <p:spPr>
          <a:xfrm>
            <a:off x="15581313" y="10482263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97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77BBB6-B31F-4C1A-BBC8-5103E1961508}" type="slidenum">
              <a:rPr lang="en-US" noProof="0" smtClean="0"/>
              <a:pPr/>
              <a:t>53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77280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36C62-9D11-1ABB-95CA-DC8170BBE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gnifying glass showing decling performance">
            <a:extLst>
              <a:ext uri="{FF2B5EF4-FFF2-40B4-BE49-F238E27FC236}">
                <a16:creationId xmlns:a16="http://schemas.microsoft.com/office/drawing/2014/main" id="{25D0F450-E135-5930-D5A1-435BFAE527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22" r="34286"/>
          <a:stretch>
            <a:fillRect/>
          </a:stretch>
        </p:blipFill>
        <p:spPr>
          <a:xfrm>
            <a:off x="9625118" y="10"/>
            <a:ext cx="10503301" cy="1130934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D72F22-9538-6E64-48C0-B6F5359A2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27" y="389093"/>
            <a:ext cx="7740067" cy="713361"/>
          </a:xfrm>
        </p:spPr>
        <p:txBody>
          <a:bodyPr anchor="b">
            <a:normAutofit/>
          </a:bodyPr>
          <a:lstStyle/>
          <a:p>
            <a:r>
              <a:rPr lang="en-US" noProof="0" dirty="0"/>
              <a:t>Using CPAT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4B971-E8A3-A269-9784-769918F4EC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2480" y="2608289"/>
            <a:ext cx="8232744" cy="5895139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600"/>
              </a:spcAft>
            </a:pPr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</a:t>
            </a:r>
            <a:r>
              <a:rPr lang="en-US" sz="4000" b="1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basics are simple</a:t>
            </a:r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:</a:t>
            </a:r>
          </a:p>
          <a:p>
            <a:pPr marL="1371564" lvl="1" indent="-914400" algn="l">
              <a:spcAft>
                <a:spcPts val="600"/>
              </a:spcAft>
              <a:buFont typeface="+mj-lt"/>
              <a:buAutoNum type="arabicPeriod"/>
            </a:pPr>
            <a:r>
              <a:rPr lang="en-US" sz="4000" b="1" noProof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Design</a:t>
            </a:r>
            <a:r>
              <a:rPr lang="en-US" sz="4000" noProof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your policy</a:t>
            </a:r>
          </a:p>
          <a:p>
            <a:pPr marL="1371564" lvl="1" indent="-914400" algn="l">
              <a:spcAft>
                <a:spcPts val="600"/>
              </a:spcAft>
              <a:buFont typeface="+mj-lt"/>
              <a:buAutoNum type="arabicPeriod"/>
            </a:pPr>
            <a:r>
              <a:rPr lang="en-US" sz="4000" b="1" noProof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View</a:t>
            </a:r>
            <a:r>
              <a:rPr lang="en-US" sz="4000" noProof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the output graphs</a:t>
            </a:r>
          </a:p>
          <a:p>
            <a:pPr marL="1371564" lvl="1" indent="-914400" algn="l">
              <a:spcAft>
                <a:spcPts val="600"/>
              </a:spcAft>
              <a:buFont typeface="+mj-lt"/>
              <a:buAutoNum type="arabicPeriod"/>
            </a:pPr>
            <a:r>
              <a:rPr lang="en-US" sz="4000" b="1" noProof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Copy them </a:t>
            </a:r>
            <a:r>
              <a:rPr lang="en-US" sz="4000" noProof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into your reports or presentations</a:t>
            </a:r>
          </a:p>
          <a:p>
            <a:pPr marL="0" indent="0">
              <a:spcAft>
                <a:spcPts val="600"/>
              </a:spcAft>
              <a:buNone/>
            </a:pPr>
            <a:endParaRPr lang="en-US" sz="4000" noProof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For more systematic use a </a:t>
            </a:r>
            <a:r>
              <a:rPr lang="en-US" sz="4000" b="1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‘quick start’ guide </a:t>
            </a:r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is also available, this is also available as the </a:t>
            </a:r>
            <a:r>
              <a:rPr lang="en-US" sz="4000" b="1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first section </a:t>
            </a:r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of our </a:t>
            </a:r>
            <a:r>
              <a:rPr lang="en-US" sz="4000" b="1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online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8573963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EA952-7AAA-47B0-8C2D-C5E9EF3C6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FD6AA0-8C8B-4C74-85BF-99E6D8FC7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CPAT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1FFB8E-23CE-4694-CA72-12AE3833A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874" y="0"/>
            <a:ext cx="11639226" cy="1137275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3E7DA65-3E5A-8FF1-363F-73F6F42CF475}"/>
              </a:ext>
            </a:extLst>
          </p:cNvPr>
          <p:cNvGrpSpPr/>
          <p:nvPr/>
        </p:nvGrpSpPr>
        <p:grpSpPr>
          <a:xfrm>
            <a:off x="5423973" y="505518"/>
            <a:ext cx="3040901" cy="10676349"/>
            <a:chOff x="5423973" y="505518"/>
            <a:chExt cx="3040901" cy="1067634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ABF4E7-08EC-43D5-8AB1-E21F9591C81C}"/>
                </a:ext>
              </a:extLst>
            </p:cNvPr>
            <p:cNvSpPr/>
            <p:nvPr/>
          </p:nvSpPr>
          <p:spPr>
            <a:xfrm>
              <a:off x="5612536" y="505518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b="1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Policy design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207E4E-AB24-EC12-36F3-D8057CFA12C6}"/>
                </a:ext>
              </a:extLst>
            </p:cNvPr>
            <p:cNvSpPr/>
            <p:nvPr/>
          </p:nvSpPr>
          <p:spPr>
            <a:xfrm>
              <a:off x="5612536" y="2967165"/>
              <a:ext cx="2852338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solidFill>
                    <a:schemeClr val="tx1">
                      <a:lumMod val="20000"/>
                      <a:lumOff val="80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Policy Strength, Assumptions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8F3762F-278E-0473-A021-F7821E95A574}"/>
                </a:ext>
              </a:extLst>
            </p:cNvPr>
            <p:cNvSpPr/>
            <p:nvPr/>
          </p:nvSpPr>
          <p:spPr>
            <a:xfrm>
              <a:off x="5423973" y="5940256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solidFill>
                    <a:schemeClr val="tx1">
                      <a:lumMod val="20000"/>
                      <a:lumOff val="80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Core Outputs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164F5B-2C66-6828-F8A7-E7BD038AB671}"/>
                </a:ext>
              </a:extLst>
            </p:cNvPr>
            <p:cNvSpPr/>
            <p:nvPr/>
          </p:nvSpPr>
          <p:spPr>
            <a:xfrm>
              <a:off x="5423973" y="9068330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solidFill>
                    <a:schemeClr val="tx1">
                      <a:lumMod val="20000"/>
                      <a:lumOff val="80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Prices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3AE1BE3-B280-9C58-85E5-AB621246FEA7}"/>
                </a:ext>
              </a:extLst>
            </p:cNvPr>
            <p:cNvSpPr/>
            <p:nvPr/>
          </p:nvSpPr>
          <p:spPr>
            <a:xfrm>
              <a:off x="5423973" y="10658647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solidFill>
                    <a:schemeClr val="tx1">
                      <a:lumMod val="20000"/>
                      <a:lumOff val="80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Navigation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0D47460-A4EF-6D21-0B3E-58F1038A3906}"/>
              </a:ext>
            </a:extLst>
          </p:cNvPr>
          <p:cNvSpPr/>
          <p:nvPr/>
        </p:nvSpPr>
        <p:spPr>
          <a:xfrm>
            <a:off x="8826500" y="1"/>
            <a:ext cx="11298911" cy="2159000"/>
          </a:xfrm>
          <a:prstGeom prst="rect">
            <a:avLst/>
          </a:prstGeom>
          <a:noFill/>
          <a:ln w="571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4346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ED4AD-4595-A4E4-7479-7F4AA0C1B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C8BFBF-5FA1-6742-AEAE-EFAA7E21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CPAT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6E171B-191D-DB91-BF0E-68F52B5CB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874" y="0"/>
            <a:ext cx="11639226" cy="1137275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BA8D561-5182-6B97-9FA0-DFEA759AA37E}"/>
              </a:ext>
            </a:extLst>
          </p:cNvPr>
          <p:cNvGrpSpPr/>
          <p:nvPr/>
        </p:nvGrpSpPr>
        <p:grpSpPr>
          <a:xfrm>
            <a:off x="5423973" y="505518"/>
            <a:ext cx="3040901" cy="10676349"/>
            <a:chOff x="5423973" y="505518"/>
            <a:chExt cx="3040901" cy="1067634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CB0F08-61EC-2EB1-5111-1C3947C8B9EE}"/>
                </a:ext>
              </a:extLst>
            </p:cNvPr>
            <p:cNvSpPr/>
            <p:nvPr/>
          </p:nvSpPr>
          <p:spPr>
            <a:xfrm>
              <a:off x="5612536" y="505518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dirty="0">
                  <a:solidFill>
                    <a:schemeClr val="tx1">
                      <a:lumMod val="20000"/>
                      <a:lumOff val="80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Policy design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961288-88D0-DC3C-26E1-D137957DEBA0}"/>
                </a:ext>
              </a:extLst>
            </p:cNvPr>
            <p:cNvSpPr/>
            <p:nvPr/>
          </p:nvSpPr>
          <p:spPr>
            <a:xfrm>
              <a:off x="5612536" y="2967165"/>
              <a:ext cx="2852338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b="1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Policy Strength, Assumptions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5E55187-4E15-64B3-B5AF-B8342F30FCF2}"/>
                </a:ext>
              </a:extLst>
            </p:cNvPr>
            <p:cNvSpPr/>
            <p:nvPr/>
          </p:nvSpPr>
          <p:spPr>
            <a:xfrm>
              <a:off x="5423973" y="5940256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solidFill>
                    <a:schemeClr val="tx1">
                      <a:lumMod val="20000"/>
                      <a:lumOff val="80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Core Outputs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B810B8-CE15-390E-D9B6-036D7ECB3F80}"/>
                </a:ext>
              </a:extLst>
            </p:cNvPr>
            <p:cNvSpPr/>
            <p:nvPr/>
          </p:nvSpPr>
          <p:spPr>
            <a:xfrm>
              <a:off x="5423973" y="9068330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solidFill>
                    <a:schemeClr val="tx1">
                      <a:lumMod val="20000"/>
                      <a:lumOff val="80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Prices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2D57904-3636-2907-B59A-9A9A4FF2646F}"/>
                </a:ext>
              </a:extLst>
            </p:cNvPr>
            <p:cNvSpPr/>
            <p:nvPr/>
          </p:nvSpPr>
          <p:spPr>
            <a:xfrm>
              <a:off x="5423973" y="10658647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solidFill>
                    <a:schemeClr val="tx1">
                      <a:lumMod val="20000"/>
                      <a:lumOff val="80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Navigation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699C519-D285-C6DB-E2FE-F9C275E7F9C1}"/>
              </a:ext>
            </a:extLst>
          </p:cNvPr>
          <p:cNvSpPr/>
          <p:nvPr/>
        </p:nvSpPr>
        <p:spPr>
          <a:xfrm>
            <a:off x="9029700" y="2501900"/>
            <a:ext cx="11074400" cy="2565399"/>
          </a:xfrm>
          <a:prstGeom prst="rect">
            <a:avLst/>
          </a:prstGeom>
          <a:noFill/>
          <a:ln w="571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5088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F0CBE-26D8-7999-3B89-D255152A7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FD766B-0057-F784-27F6-8716006A28A0}"/>
              </a:ext>
            </a:extLst>
          </p:cNvPr>
          <p:cNvSpPr/>
          <p:nvPr/>
        </p:nvSpPr>
        <p:spPr>
          <a:xfrm>
            <a:off x="-35221" y="0"/>
            <a:ext cx="255821" cy="11313826"/>
          </a:xfrm>
          <a:prstGeom prst="rect">
            <a:avLst/>
          </a:prstGeom>
          <a:solidFill>
            <a:srgbClr val="1441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958" noProof="0" dirty="0"/>
          </a:p>
        </p:txBody>
      </p:sp>
      <p:sp>
        <p:nvSpPr>
          <p:cNvPr id="9" name="Slide Number Placeholder 11">
            <a:extLst>
              <a:ext uri="{FF2B5EF4-FFF2-40B4-BE49-F238E27FC236}">
                <a16:creationId xmlns:a16="http://schemas.microsoft.com/office/drawing/2014/main" id="{021B941C-4611-A121-9837-CE75D6EDEB2E}"/>
              </a:ext>
            </a:extLst>
          </p:cNvPr>
          <p:cNvSpPr txBox="1">
            <a:spLocks/>
          </p:cNvSpPr>
          <p:nvPr/>
        </p:nvSpPr>
        <p:spPr>
          <a:xfrm>
            <a:off x="15581313" y="10482263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97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77BBB6-B31F-4C1A-BBC8-5103E1961508}" type="slidenum">
              <a:rPr lang="en-US" noProof="0" smtClean="0"/>
              <a:pPr/>
              <a:t>57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E7C471-531F-85E6-44DF-4289D2691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583" y="4895226"/>
            <a:ext cx="19550296" cy="471279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8B6860A-2398-9886-636C-F22819564A1D}"/>
              </a:ext>
            </a:extLst>
          </p:cNvPr>
          <p:cNvSpPr txBox="1">
            <a:spLocks/>
          </p:cNvSpPr>
          <p:nvPr/>
        </p:nvSpPr>
        <p:spPr>
          <a:xfrm>
            <a:off x="951838" y="1490825"/>
            <a:ext cx="7176162" cy="1913577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144" eaLnBrk="1" hangingPunct="1">
              <a:defRPr>
                <a:latin typeface="+mn-lt"/>
                <a:ea typeface="+mn-ea"/>
                <a:cs typeface="+mn-cs"/>
              </a:defRPr>
            </a:lvl2pPr>
            <a:lvl3pPr marL="914288" eaLnBrk="1" hangingPunct="1">
              <a:defRPr>
                <a:latin typeface="+mn-lt"/>
                <a:ea typeface="+mn-ea"/>
                <a:cs typeface="+mn-cs"/>
              </a:defRPr>
            </a:lvl3pPr>
            <a:lvl4pPr marL="1371432" eaLnBrk="1" hangingPunct="1">
              <a:defRPr>
                <a:latin typeface="+mn-lt"/>
                <a:ea typeface="+mn-ea"/>
                <a:cs typeface="+mn-cs"/>
              </a:defRPr>
            </a:lvl4pPr>
            <a:lvl5pPr marL="1828574" eaLnBrk="1" hangingPunct="1">
              <a:defRPr>
                <a:latin typeface="+mn-lt"/>
                <a:ea typeface="+mn-ea"/>
                <a:cs typeface="+mn-cs"/>
              </a:defRPr>
            </a:lvl5pPr>
            <a:lvl6pPr marL="2285718" eaLnBrk="1" hangingPunct="1">
              <a:defRPr>
                <a:latin typeface="+mn-lt"/>
                <a:ea typeface="+mn-ea"/>
                <a:cs typeface="+mn-cs"/>
              </a:defRPr>
            </a:lvl6pPr>
            <a:lvl7pPr marL="2742863" eaLnBrk="1" hangingPunct="1">
              <a:defRPr>
                <a:latin typeface="+mn-lt"/>
                <a:ea typeface="+mn-ea"/>
                <a:cs typeface="+mn-cs"/>
              </a:defRPr>
            </a:lvl7pPr>
            <a:lvl8pPr marL="3200007" eaLnBrk="1" hangingPunct="1">
              <a:defRPr>
                <a:latin typeface="+mn-lt"/>
                <a:ea typeface="+mn-ea"/>
                <a:cs typeface="+mn-cs"/>
              </a:defRPr>
            </a:lvl8pPr>
            <a:lvl9pPr marL="3657149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457164" lvl="1" defTabSz="914400"/>
            <a:endParaRPr lang="en-US" sz="6000" b="1" kern="0" noProof="0" dirty="0">
              <a:solidFill>
                <a:sysClr val="windowText" lastClr="000000"/>
              </a:solidFill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F41BBD7-8B42-E13B-2571-7D39A648C7A8}"/>
              </a:ext>
            </a:extLst>
          </p:cNvPr>
          <p:cNvSpPr txBox="1">
            <a:spLocks/>
          </p:cNvSpPr>
          <p:nvPr/>
        </p:nvSpPr>
        <p:spPr>
          <a:xfrm>
            <a:off x="15814138" y="2904354"/>
            <a:ext cx="3853462" cy="1913577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144" eaLnBrk="1" hangingPunct="1">
              <a:defRPr>
                <a:latin typeface="+mn-lt"/>
                <a:ea typeface="+mn-ea"/>
                <a:cs typeface="+mn-cs"/>
              </a:defRPr>
            </a:lvl2pPr>
            <a:lvl3pPr marL="914288" eaLnBrk="1" hangingPunct="1">
              <a:defRPr>
                <a:latin typeface="+mn-lt"/>
                <a:ea typeface="+mn-ea"/>
                <a:cs typeface="+mn-cs"/>
              </a:defRPr>
            </a:lvl3pPr>
            <a:lvl4pPr marL="1371432" eaLnBrk="1" hangingPunct="1">
              <a:defRPr>
                <a:latin typeface="+mn-lt"/>
                <a:ea typeface="+mn-ea"/>
                <a:cs typeface="+mn-cs"/>
              </a:defRPr>
            </a:lvl4pPr>
            <a:lvl5pPr marL="1828574" eaLnBrk="1" hangingPunct="1">
              <a:defRPr>
                <a:latin typeface="+mn-lt"/>
                <a:ea typeface="+mn-ea"/>
                <a:cs typeface="+mn-cs"/>
              </a:defRPr>
            </a:lvl5pPr>
            <a:lvl6pPr marL="2285718" eaLnBrk="1" hangingPunct="1">
              <a:defRPr>
                <a:latin typeface="+mn-lt"/>
                <a:ea typeface="+mn-ea"/>
                <a:cs typeface="+mn-cs"/>
              </a:defRPr>
            </a:lvl6pPr>
            <a:lvl7pPr marL="2742863" eaLnBrk="1" hangingPunct="1">
              <a:defRPr>
                <a:latin typeface="+mn-lt"/>
                <a:ea typeface="+mn-ea"/>
                <a:cs typeface="+mn-cs"/>
              </a:defRPr>
            </a:lvl7pPr>
            <a:lvl8pPr marL="3200007" eaLnBrk="1" hangingPunct="1">
              <a:defRPr>
                <a:latin typeface="+mn-lt"/>
                <a:ea typeface="+mn-ea"/>
                <a:cs typeface="+mn-cs"/>
              </a:defRPr>
            </a:lvl8pPr>
            <a:lvl9pPr marL="3657149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457164" lvl="1" defTabSz="914400"/>
            <a:r>
              <a:rPr lang="en-US" sz="4000" kern="0" noProof="0" dirty="0">
                <a:solidFill>
                  <a:sysClr val="windowText" lastClr="000000"/>
                </a:solidFill>
                <a:latin typeface="Arial Nova Light" panose="020B0304020202020204" pitchFamily="34" charset="0"/>
              </a:rPr>
              <a:t>Elasticities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9F2873-5C9B-1DF7-67F1-D067E1AE1719}"/>
              </a:ext>
            </a:extLst>
          </p:cNvPr>
          <p:cNvGrpSpPr/>
          <p:nvPr/>
        </p:nvGrpSpPr>
        <p:grpSpPr>
          <a:xfrm>
            <a:off x="393038" y="2786077"/>
            <a:ext cx="14656462" cy="2011363"/>
            <a:chOff x="393038" y="2786077"/>
            <a:chExt cx="14656462" cy="2011363"/>
          </a:xfrm>
        </p:grpSpPr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B93DF7B9-DFBF-ACFC-4D43-E2AD337B12B0}"/>
                </a:ext>
              </a:extLst>
            </p:cNvPr>
            <p:cNvSpPr txBox="1">
              <a:spLocks/>
            </p:cNvSpPr>
            <p:nvPr/>
          </p:nvSpPr>
          <p:spPr>
            <a:xfrm>
              <a:off x="393038" y="2790374"/>
              <a:ext cx="2883562" cy="1913577"/>
            </a:xfrm>
            <a:prstGeom prst="rect">
              <a:avLst/>
            </a:prstGeom>
          </p:spPr>
          <p:txBody>
            <a:bodyPr/>
            <a:lstStyle>
              <a:lvl1pPr marL="0" eaLnBrk="1" hangingPunct="1">
                <a:defRPr>
                  <a:latin typeface="+mn-lt"/>
                  <a:ea typeface="+mn-ea"/>
                  <a:cs typeface="+mn-cs"/>
                </a:defRPr>
              </a:lvl1pPr>
              <a:lvl2pPr marL="457144" eaLnBrk="1" hangingPunct="1">
                <a:defRPr>
                  <a:latin typeface="+mn-lt"/>
                  <a:ea typeface="+mn-ea"/>
                  <a:cs typeface="+mn-cs"/>
                </a:defRPr>
              </a:lvl2pPr>
              <a:lvl3pPr marL="914288" eaLnBrk="1" hangingPunct="1">
                <a:defRPr>
                  <a:latin typeface="+mn-lt"/>
                  <a:ea typeface="+mn-ea"/>
                  <a:cs typeface="+mn-cs"/>
                </a:defRPr>
              </a:lvl3pPr>
              <a:lvl4pPr marL="1371432" eaLnBrk="1" hangingPunct="1">
                <a:defRPr>
                  <a:latin typeface="+mn-lt"/>
                  <a:ea typeface="+mn-ea"/>
                  <a:cs typeface="+mn-cs"/>
                </a:defRPr>
              </a:lvl4pPr>
              <a:lvl5pPr marL="1828574" eaLnBrk="1" hangingPunct="1">
                <a:defRPr>
                  <a:latin typeface="+mn-lt"/>
                  <a:ea typeface="+mn-ea"/>
                  <a:cs typeface="+mn-cs"/>
                </a:defRPr>
              </a:lvl5pPr>
              <a:lvl6pPr marL="2285718" eaLnBrk="1" hangingPunct="1">
                <a:defRPr>
                  <a:latin typeface="+mn-lt"/>
                  <a:ea typeface="+mn-ea"/>
                  <a:cs typeface="+mn-cs"/>
                </a:defRPr>
              </a:lvl6pPr>
              <a:lvl7pPr marL="2742863" eaLnBrk="1" hangingPunct="1">
                <a:defRPr>
                  <a:latin typeface="+mn-lt"/>
                  <a:ea typeface="+mn-ea"/>
                  <a:cs typeface="+mn-cs"/>
                </a:defRPr>
              </a:lvl7pPr>
              <a:lvl8pPr marL="3200007" eaLnBrk="1" hangingPunct="1">
                <a:defRPr>
                  <a:latin typeface="+mn-lt"/>
                  <a:ea typeface="+mn-ea"/>
                  <a:cs typeface="+mn-cs"/>
                </a:defRPr>
              </a:lvl8pPr>
              <a:lvl9pPr marL="3657149" eaLnBrk="1" hangingPunct="1">
                <a:defRPr>
                  <a:latin typeface="+mn-lt"/>
                  <a:ea typeface="+mn-ea"/>
                  <a:cs typeface="+mn-cs"/>
                </a:defRPr>
              </a:lvl9pPr>
            </a:lstStyle>
            <a:p>
              <a:pPr marL="457164" lvl="1" defTabSz="914400"/>
              <a:r>
                <a:rPr lang="en-US" sz="4000" kern="0" noProof="0" dirty="0">
                  <a:solidFill>
                    <a:sysClr val="windowText" lastClr="000000"/>
                  </a:solidFill>
                  <a:latin typeface="Arial Nova Light" panose="020B0304020202020204" pitchFamily="34" charset="0"/>
                </a:rPr>
                <a:t>Carbon Price </a:t>
              </a:r>
            </a:p>
          </p:txBody>
        </p: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54707C33-84EB-FEE8-745C-A31BFAD570B0}"/>
                </a:ext>
              </a:extLst>
            </p:cNvPr>
            <p:cNvSpPr txBox="1">
              <a:spLocks/>
            </p:cNvSpPr>
            <p:nvPr/>
          </p:nvSpPr>
          <p:spPr>
            <a:xfrm>
              <a:off x="3045650" y="2827059"/>
              <a:ext cx="3476788" cy="1913577"/>
            </a:xfrm>
            <a:prstGeom prst="rect">
              <a:avLst/>
            </a:prstGeom>
          </p:spPr>
          <p:txBody>
            <a:bodyPr/>
            <a:lstStyle>
              <a:lvl1pPr marL="0" eaLnBrk="1" hangingPunct="1">
                <a:defRPr>
                  <a:latin typeface="+mn-lt"/>
                  <a:ea typeface="+mn-ea"/>
                  <a:cs typeface="+mn-cs"/>
                </a:defRPr>
              </a:lvl1pPr>
              <a:lvl2pPr marL="457144" eaLnBrk="1" hangingPunct="1">
                <a:defRPr>
                  <a:latin typeface="+mn-lt"/>
                  <a:ea typeface="+mn-ea"/>
                  <a:cs typeface="+mn-cs"/>
                </a:defRPr>
              </a:lvl2pPr>
              <a:lvl3pPr marL="914288" eaLnBrk="1" hangingPunct="1">
                <a:defRPr>
                  <a:latin typeface="+mn-lt"/>
                  <a:ea typeface="+mn-ea"/>
                  <a:cs typeface="+mn-cs"/>
                </a:defRPr>
              </a:lvl3pPr>
              <a:lvl4pPr marL="1371432" eaLnBrk="1" hangingPunct="1">
                <a:defRPr>
                  <a:latin typeface="+mn-lt"/>
                  <a:ea typeface="+mn-ea"/>
                  <a:cs typeface="+mn-cs"/>
                </a:defRPr>
              </a:lvl4pPr>
              <a:lvl5pPr marL="1828574" eaLnBrk="1" hangingPunct="1">
                <a:defRPr>
                  <a:latin typeface="+mn-lt"/>
                  <a:ea typeface="+mn-ea"/>
                  <a:cs typeface="+mn-cs"/>
                </a:defRPr>
              </a:lvl5pPr>
              <a:lvl6pPr marL="2285718" eaLnBrk="1" hangingPunct="1">
                <a:defRPr>
                  <a:latin typeface="+mn-lt"/>
                  <a:ea typeface="+mn-ea"/>
                  <a:cs typeface="+mn-cs"/>
                </a:defRPr>
              </a:lvl6pPr>
              <a:lvl7pPr marL="2742863" eaLnBrk="1" hangingPunct="1">
                <a:defRPr>
                  <a:latin typeface="+mn-lt"/>
                  <a:ea typeface="+mn-ea"/>
                  <a:cs typeface="+mn-cs"/>
                </a:defRPr>
              </a:lvl7pPr>
              <a:lvl8pPr marL="3200007" eaLnBrk="1" hangingPunct="1">
                <a:defRPr>
                  <a:latin typeface="+mn-lt"/>
                  <a:ea typeface="+mn-ea"/>
                  <a:cs typeface="+mn-cs"/>
                </a:defRPr>
              </a:lvl8pPr>
              <a:lvl9pPr marL="3657149" eaLnBrk="1" hangingPunct="1">
                <a:defRPr>
                  <a:latin typeface="+mn-lt"/>
                  <a:ea typeface="+mn-ea"/>
                  <a:cs typeface="+mn-cs"/>
                </a:defRPr>
              </a:lvl9pPr>
            </a:lstStyle>
            <a:p>
              <a:pPr marL="457164" lvl="1" defTabSz="914400"/>
              <a:r>
                <a:rPr lang="en-US" sz="4000" kern="0" noProof="0" dirty="0">
                  <a:solidFill>
                    <a:sysClr val="windowText" lastClr="000000"/>
                  </a:solidFill>
                  <a:latin typeface="Arial Nova Light" panose="020B0304020202020204" pitchFamily="34" charset="0"/>
                </a:rPr>
                <a:t>Coverage</a:t>
              </a: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3CDCDFF2-8876-C544-8286-5F8E48E0422A}"/>
                </a:ext>
              </a:extLst>
            </p:cNvPr>
            <p:cNvSpPr txBox="1">
              <a:spLocks/>
            </p:cNvSpPr>
            <p:nvPr/>
          </p:nvSpPr>
          <p:spPr>
            <a:xfrm>
              <a:off x="8859238" y="2786078"/>
              <a:ext cx="3853462" cy="1913577"/>
            </a:xfrm>
            <a:prstGeom prst="rect">
              <a:avLst/>
            </a:prstGeom>
          </p:spPr>
          <p:txBody>
            <a:bodyPr/>
            <a:lstStyle>
              <a:lvl1pPr marL="0" eaLnBrk="1" hangingPunct="1">
                <a:defRPr>
                  <a:latin typeface="+mn-lt"/>
                  <a:ea typeface="+mn-ea"/>
                  <a:cs typeface="+mn-cs"/>
                </a:defRPr>
              </a:lvl1pPr>
              <a:lvl2pPr marL="457144" eaLnBrk="1" hangingPunct="1">
                <a:defRPr>
                  <a:latin typeface="+mn-lt"/>
                  <a:ea typeface="+mn-ea"/>
                  <a:cs typeface="+mn-cs"/>
                </a:defRPr>
              </a:lvl2pPr>
              <a:lvl3pPr marL="914288" eaLnBrk="1" hangingPunct="1">
                <a:defRPr>
                  <a:latin typeface="+mn-lt"/>
                  <a:ea typeface="+mn-ea"/>
                  <a:cs typeface="+mn-cs"/>
                </a:defRPr>
              </a:lvl3pPr>
              <a:lvl4pPr marL="1371432" eaLnBrk="1" hangingPunct="1">
                <a:defRPr>
                  <a:latin typeface="+mn-lt"/>
                  <a:ea typeface="+mn-ea"/>
                  <a:cs typeface="+mn-cs"/>
                </a:defRPr>
              </a:lvl4pPr>
              <a:lvl5pPr marL="1828574" eaLnBrk="1" hangingPunct="1">
                <a:defRPr>
                  <a:latin typeface="+mn-lt"/>
                  <a:ea typeface="+mn-ea"/>
                  <a:cs typeface="+mn-cs"/>
                </a:defRPr>
              </a:lvl5pPr>
              <a:lvl6pPr marL="2285718" eaLnBrk="1" hangingPunct="1">
                <a:defRPr>
                  <a:latin typeface="+mn-lt"/>
                  <a:ea typeface="+mn-ea"/>
                  <a:cs typeface="+mn-cs"/>
                </a:defRPr>
              </a:lvl6pPr>
              <a:lvl7pPr marL="2742863" eaLnBrk="1" hangingPunct="1">
                <a:defRPr>
                  <a:latin typeface="+mn-lt"/>
                  <a:ea typeface="+mn-ea"/>
                  <a:cs typeface="+mn-cs"/>
                </a:defRPr>
              </a:lvl7pPr>
              <a:lvl8pPr marL="3200007" eaLnBrk="1" hangingPunct="1">
                <a:defRPr>
                  <a:latin typeface="+mn-lt"/>
                  <a:ea typeface="+mn-ea"/>
                  <a:cs typeface="+mn-cs"/>
                </a:defRPr>
              </a:lvl8pPr>
              <a:lvl9pPr marL="3657149" eaLnBrk="1" hangingPunct="1">
                <a:defRPr>
                  <a:latin typeface="+mn-lt"/>
                  <a:ea typeface="+mn-ea"/>
                  <a:cs typeface="+mn-cs"/>
                </a:defRPr>
              </a:lvl9pPr>
            </a:lstStyle>
            <a:p>
              <a:pPr marL="457164" lvl="1" defTabSz="914400"/>
              <a:r>
                <a:rPr lang="en-US" sz="4000" kern="0" noProof="0" dirty="0">
                  <a:solidFill>
                    <a:sysClr val="windowText" lastClr="000000"/>
                  </a:solidFill>
                  <a:latin typeface="Arial Nova Light" panose="020B0304020202020204" pitchFamily="34" charset="0"/>
                </a:rPr>
                <a:t>GDP, Population Assumptions</a:t>
              </a:r>
            </a:p>
          </p:txBody>
        </p:sp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2E40962F-6A06-9F99-7F31-9AD76778F55C}"/>
                </a:ext>
              </a:extLst>
            </p:cNvPr>
            <p:cNvSpPr txBox="1">
              <a:spLocks/>
            </p:cNvSpPr>
            <p:nvPr/>
          </p:nvSpPr>
          <p:spPr>
            <a:xfrm>
              <a:off x="12339038" y="2786077"/>
              <a:ext cx="2710462" cy="1913577"/>
            </a:xfrm>
            <a:prstGeom prst="rect">
              <a:avLst/>
            </a:prstGeom>
          </p:spPr>
          <p:txBody>
            <a:bodyPr/>
            <a:lstStyle>
              <a:lvl1pPr marL="0" eaLnBrk="1" hangingPunct="1">
                <a:defRPr>
                  <a:latin typeface="+mn-lt"/>
                  <a:ea typeface="+mn-ea"/>
                  <a:cs typeface="+mn-cs"/>
                </a:defRPr>
              </a:lvl1pPr>
              <a:lvl2pPr marL="457144" eaLnBrk="1" hangingPunct="1">
                <a:defRPr>
                  <a:latin typeface="+mn-lt"/>
                  <a:ea typeface="+mn-ea"/>
                  <a:cs typeface="+mn-cs"/>
                </a:defRPr>
              </a:lvl2pPr>
              <a:lvl3pPr marL="914288" eaLnBrk="1" hangingPunct="1">
                <a:defRPr>
                  <a:latin typeface="+mn-lt"/>
                  <a:ea typeface="+mn-ea"/>
                  <a:cs typeface="+mn-cs"/>
                </a:defRPr>
              </a:lvl3pPr>
              <a:lvl4pPr marL="1371432" eaLnBrk="1" hangingPunct="1">
                <a:defRPr>
                  <a:latin typeface="+mn-lt"/>
                  <a:ea typeface="+mn-ea"/>
                  <a:cs typeface="+mn-cs"/>
                </a:defRPr>
              </a:lvl4pPr>
              <a:lvl5pPr marL="1828574" eaLnBrk="1" hangingPunct="1">
                <a:defRPr>
                  <a:latin typeface="+mn-lt"/>
                  <a:ea typeface="+mn-ea"/>
                  <a:cs typeface="+mn-cs"/>
                </a:defRPr>
              </a:lvl5pPr>
              <a:lvl6pPr marL="2285718" eaLnBrk="1" hangingPunct="1">
                <a:defRPr>
                  <a:latin typeface="+mn-lt"/>
                  <a:ea typeface="+mn-ea"/>
                  <a:cs typeface="+mn-cs"/>
                </a:defRPr>
              </a:lvl6pPr>
              <a:lvl7pPr marL="2742863" eaLnBrk="1" hangingPunct="1">
                <a:defRPr>
                  <a:latin typeface="+mn-lt"/>
                  <a:ea typeface="+mn-ea"/>
                  <a:cs typeface="+mn-cs"/>
                </a:defRPr>
              </a:lvl7pPr>
              <a:lvl8pPr marL="3200007" eaLnBrk="1" hangingPunct="1">
                <a:defRPr>
                  <a:latin typeface="+mn-lt"/>
                  <a:ea typeface="+mn-ea"/>
                  <a:cs typeface="+mn-cs"/>
                </a:defRPr>
              </a:lvl8pPr>
              <a:lvl9pPr marL="3657149" eaLnBrk="1" hangingPunct="1">
                <a:defRPr>
                  <a:latin typeface="+mn-lt"/>
                  <a:ea typeface="+mn-ea"/>
                  <a:cs typeface="+mn-cs"/>
                </a:defRPr>
              </a:lvl9pPr>
            </a:lstStyle>
            <a:p>
              <a:pPr marL="457164" lvl="1" defTabSz="914400"/>
              <a:r>
                <a:rPr lang="en-US" sz="4000" kern="0" noProof="0" dirty="0">
                  <a:solidFill>
                    <a:sysClr val="windowText" lastClr="000000"/>
                  </a:solidFill>
                  <a:latin typeface="Arial Nova Light" panose="020B0304020202020204" pitchFamily="34" charset="0"/>
                </a:rPr>
                <a:t>Energy</a:t>
              </a:r>
            </a:p>
            <a:p>
              <a:pPr marL="457164" lvl="1" defTabSz="914400"/>
              <a:r>
                <a:rPr lang="en-US" sz="4000" kern="0" noProof="0" dirty="0">
                  <a:solidFill>
                    <a:sysClr val="windowText" lastClr="000000"/>
                  </a:solidFill>
                  <a:latin typeface="Arial Nova Light" panose="020B0304020202020204" pitchFamily="34" charset="0"/>
                </a:rPr>
                <a:t>Prices</a:t>
              </a:r>
            </a:p>
          </p:txBody>
        </p:sp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41D7AED4-70AB-CE38-9C08-2F8A584857D7}"/>
                </a:ext>
              </a:extLst>
            </p:cNvPr>
            <p:cNvSpPr txBox="1">
              <a:spLocks/>
            </p:cNvSpPr>
            <p:nvPr/>
          </p:nvSpPr>
          <p:spPr>
            <a:xfrm>
              <a:off x="6034188" y="2883863"/>
              <a:ext cx="3043300" cy="1913577"/>
            </a:xfrm>
            <a:prstGeom prst="rect">
              <a:avLst/>
            </a:prstGeom>
          </p:spPr>
          <p:txBody>
            <a:bodyPr/>
            <a:lstStyle>
              <a:lvl1pPr marL="0" eaLnBrk="1" hangingPunct="1">
                <a:defRPr>
                  <a:latin typeface="+mn-lt"/>
                  <a:ea typeface="+mn-ea"/>
                  <a:cs typeface="+mn-cs"/>
                </a:defRPr>
              </a:lvl1pPr>
              <a:lvl2pPr marL="457144" eaLnBrk="1" hangingPunct="1">
                <a:defRPr>
                  <a:latin typeface="+mn-lt"/>
                  <a:ea typeface="+mn-ea"/>
                  <a:cs typeface="+mn-cs"/>
                </a:defRPr>
              </a:lvl2pPr>
              <a:lvl3pPr marL="914288" eaLnBrk="1" hangingPunct="1">
                <a:defRPr>
                  <a:latin typeface="+mn-lt"/>
                  <a:ea typeface="+mn-ea"/>
                  <a:cs typeface="+mn-cs"/>
                </a:defRPr>
              </a:lvl3pPr>
              <a:lvl4pPr marL="1371432" eaLnBrk="1" hangingPunct="1">
                <a:defRPr>
                  <a:latin typeface="+mn-lt"/>
                  <a:ea typeface="+mn-ea"/>
                  <a:cs typeface="+mn-cs"/>
                </a:defRPr>
              </a:lvl4pPr>
              <a:lvl5pPr marL="1828574" eaLnBrk="1" hangingPunct="1">
                <a:defRPr>
                  <a:latin typeface="+mn-lt"/>
                  <a:ea typeface="+mn-ea"/>
                  <a:cs typeface="+mn-cs"/>
                </a:defRPr>
              </a:lvl5pPr>
              <a:lvl6pPr marL="2285718" eaLnBrk="1" hangingPunct="1">
                <a:defRPr>
                  <a:latin typeface="+mn-lt"/>
                  <a:ea typeface="+mn-ea"/>
                  <a:cs typeface="+mn-cs"/>
                </a:defRPr>
              </a:lvl6pPr>
              <a:lvl7pPr marL="2742863" eaLnBrk="1" hangingPunct="1">
                <a:defRPr>
                  <a:latin typeface="+mn-lt"/>
                  <a:ea typeface="+mn-ea"/>
                  <a:cs typeface="+mn-cs"/>
                </a:defRPr>
              </a:lvl7pPr>
              <a:lvl8pPr marL="3200007" eaLnBrk="1" hangingPunct="1">
                <a:defRPr>
                  <a:latin typeface="+mn-lt"/>
                  <a:ea typeface="+mn-ea"/>
                  <a:cs typeface="+mn-cs"/>
                </a:defRPr>
              </a:lvl8pPr>
              <a:lvl9pPr marL="3657149" eaLnBrk="1" hangingPunct="1">
                <a:defRPr>
                  <a:latin typeface="+mn-lt"/>
                  <a:ea typeface="+mn-ea"/>
                  <a:cs typeface="+mn-cs"/>
                </a:defRPr>
              </a:lvl9pPr>
            </a:lstStyle>
            <a:p>
              <a:pPr marL="457164" lvl="1" defTabSz="914400"/>
              <a:r>
                <a:rPr lang="en-US" sz="4000" kern="0" noProof="0" dirty="0">
                  <a:solidFill>
                    <a:sysClr val="windowText" lastClr="000000"/>
                  </a:solidFill>
                  <a:latin typeface="Arial Nova Light" panose="020B0304020202020204" pitchFamily="34" charset="0"/>
                </a:rPr>
                <a:t>Rev. Use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0CE6A6-45FD-CD9F-97B5-046323C50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27" y="389093"/>
            <a:ext cx="13678810" cy="1003946"/>
          </a:xfrm>
        </p:spPr>
        <p:txBody>
          <a:bodyPr/>
          <a:lstStyle/>
          <a:p>
            <a:r>
              <a:rPr lang="en-US" dirty="0"/>
              <a:t>Policy Strength &amp; Assumptions</a:t>
            </a:r>
          </a:p>
        </p:txBody>
      </p:sp>
    </p:spTree>
    <p:extLst>
      <p:ext uri="{BB962C8B-B14F-4D97-AF65-F5344CB8AC3E}">
        <p14:creationId xmlns:p14="http://schemas.microsoft.com/office/powerpoint/2010/main" val="861268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48384-44AE-7002-1FD2-69216BE28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26023-FBAC-80BC-88D6-C137D352F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CPAT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C33F9E-759C-8101-ABF9-653BAAE9C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874" y="0"/>
            <a:ext cx="11639226" cy="1137275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D5DFD70-DD88-402F-A76A-58F3D0AA67C5}"/>
              </a:ext>
            </a:extLst>
          </p:cNvPr>
          <p:cNvGrpSpPr/>
          <p:nvPr/>
        </p:nvGrpSpPr>
        <p:grpSpPr>
          <a:xfrm>
            <a:off x="5423973" y="505518"/>
            <a:ext cx="3040901" cy="10676349"/>
            <a:chOff x="5423973" y="505518"/>
            <a:chExt cx="3040901" cy="1067634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510592-0E56-4286-F2D2-08FE940F654D}"/>
                </a:ext>
              </a:extLst>
            </p:cNvPr>
            <p:cNvSpPr/>
            <p:nvPr/>
          </p:nvSpPr>
          <p:spPr>
            <a:xfrm>
              <a:off x="5612536" y="505518"/>
              <a:ext cx="2852338" cy="4805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Policy design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D736F59-677F-F999-2454-BF079FB4A23D}"/>
                </a:ext>
              </a:extLst>
            </p:cNvPr>
            <p:cNvSpPr/>
            <p:nvPr/>
          </p:nvSpPr>
          <p:spPr>
            <a:xfrm>
              <a:off x="5612536" y="2967165"/>
              <a:ext cx="2852338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Policy Strength, Assumptions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F78958A-9EF4-E5CE-90DA-49745717CB9C}"/>
                </a:ext>
              </a:extLst>
            </p:cNvPr>
            <p:cNvSpPr/>
            <p:nvPr/>
          </p:nvSpPr>
          <p:spPr>
            <a:xfrm>
              <a:off x="5423973" y="5940256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b="1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Core Outputs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7640E0B-33FA-F530-A5F5-F71E11442C24}"/>
                </a:ext>
              </a:extLst>
            </p:cNvPr>
            <p:cNvSpPr/>
            <p:nvPr/>
          </p:nvSpPr>
          <p:spPr>
            <a:xfrm>
              <a:off x="5423973" y="8713823"/>
              <a:ext cx="2852338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More Detail, starting with Prices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AD6045-EA40-1554-150C-C208C027D8ED}"/>
                </a:ext>
              </a:extLst>
            </p:cNvPr>
            <p:cNvSpPr/>
            <p:nvPr/>
          </p:nvSpPr>
          <p:spPr>
            <a:xfrm>
              <a:off x="5423973" y="10658647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Navigation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5C6B36E-9B5D-2603-3138-F8EF534D90C9}"/>
              </a:ext>
            </a:extLst>
          </p:cNvPr>
          <p:cNvSpPr/>
          <p:nvPr/>
        </p:nvSpPr>
        <p:spPr>
          <a:xfrm>
            <a:off x="8276311" y="4953000"/>
            <a:ext cx="11827789" cy="3048233"/>
          </a:xfrm>
          <a:prstGeom prst="rect">
            <a:avLst/>
          </a:prstGeom>
          <a:noFill/>
          <a:ln w="571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0204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A7FE9-CED4-2941-CC98-29A1A1191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D9ADD-CB66-9A87-AA06-251EC1FC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61" y="630393"/>
            <a:ext cx="7740067" cy="713361"/>
          </a:xfrm>
        </p:spPr>
        <p:txBody>
          <a:bodyPr/>
          <a:lstStyle/>
          <a:p>
            <a:r>
              <a:rPr lang="en-US" noProof="0" dirty="0"/>
              <a:t>Output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605C0-AAB4-C0A1-2E96-681B1DF054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1861" y="7014857"/>
            <a:ext cx="8285440" cy="3057937"/>
          </a:xfrm>
        </p:spPr>
        <p:txBody>
          <a:bodyPr/>
          <a:lstStyle/>
          <a:p>
            <a:pPr marL="457164" lvl="1" indent="0" algn="ctr">
              <a:buNone/>
            </a:pPr>
            <a:r>
              <a:rPr lang="en-US" sz="4000" b="1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Session 2 (next)</a:t>
            </a:r>
          </a:p>
          <a:p>
            <a:pPr marL="1200114" lvl="1" indent="-742950" algn="ctr">
              <a:buFont typeface="Arial" panose="020B0604020202020204" pitchFamily="34" charset="0"/>
              <a:buChar char="•"/>
            </a:pPr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Emissions</a:t>
            </a:r>
          </a:p>
          <a:p>
            <a:pPr marL="1200114" lvl="1" indent="-742950" algn="ctr">
              <a:buFont typeface="Arial" panose="020B0604020202020204" pitchFamily="34" charset="0"/>
              <a:buChar char="•"/>
            </a:pPr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Fiscal Revenues</a:t>
            </a:r>
          </a:p>
          <a:p>
            <a:pPr marL="1200114" lvl="1" indent="-742950" algn="ctr">
              <a:buFont typeface="Arial" panose="020B0604020202020204" pitchFamily="34" charset="0"/>
              <a:buChar char="•"/>
            </a:pPr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GDP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E09CD6-632F-0C53-6515-E761784F6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69" y="2270403"/>
            <a:ext cx="18758561" cy="427030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57BF925-8DC7-4C63-37F3-FEE834AA3937}"/>
              </a:ext>
            </a:extLst>
          </p:cNvPr>
          <p:cNvSpPr txBox="1">
            <a:spLocks/>
          </p:cNvSpPr>
          <p:nvPr/>
        </p:nvSpPr>
        <p:spPr>
          <a:xfrm>
            <a:off x="9144000" y="7026843"/>
            <a:ext cx="8597899" cy="4024208"/>
          </a:xfrm>
          <a:prstGeom prst="rect">
            <a:avLst/>
          </a:prstGeom>
        </p:spPr>
        <p:txBody>
          <a:bodyPr/>
          <a:lstStyle>
            <a:lvl1pPr marL="457166" indent="-457166" eaLnBrk="1" hangingPunct="1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 sz="4600" baseline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1pPr>
            <a:lvl2pPr marL="914330" indent="-457166" eaLnBrk="1" hangingPunct="1">
              <a:spcAft>
                <a:spcPts val="600"/>
              </a:spcAft>
              <a:buSzPct val="120000"/>
              <a:buFont typeface="Arial" charset="0"/>
              <a:buChar char="•"/>
              <a:defRPr sz="35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2pPr>
            <a:lvl3pPr marL="1371495" indent="-457166" eaLnBrk="1" hangingPunct="1">
              <a:spcAft>
                <a:spcPts val="600"/>
              </a:spcAft>
              <a:buSzPct val="120000"/>
              <a:buFont typeface="Courier New" charset="0"/>
              <a:buChar char="o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3pPr>
            <a:lvl4pPr marL="1828659" indent="-457166" eaLnBrk="1" hangingPunct="1">
              <a:spcAft>
                <a:spcPts val="600"/>
              </a:spcAft>
              <a:buSzPct val="120000"/>
              <a:buFont typeface="Wingdings" charset="2"/>
              <a:buChar char="§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285825" indent="-457166" eaLnBrk="1" hangingPunct="1">
              <a:spcAft>
                <a:spcPts val="600"/>
              </a:spcAft>
              <a:buSzPct val="120000"/>
              <a:buFont typeface="AppleSymbols" charset="0"/>
              <a:buChar char="⎻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  <a:lvl6pPr marL="2285718" eaLnBrk="1" hangingPunct="1">
              <a:defRPr>
                <a:latin typeface="+mn-lt"/>
                <a:ea typeface="+mn-ea"/>
                <a:cs typeface="+mn-cs"/>
              </a:defRPr>
            </a:lvl6pPr>
            <a:lvl7pPr marL="2742863" eaLnBrk="1" hangingPunct="1">
              <a:defRPr>
                <a:latin typeface="+mn-lt"/>
                <a:ea typeface="+mn-ea"/>
                <a:cs typeface="+mn-cs"/>
              </a:defRPr>
            </a:lvl7pPr>
            <a:lvl8pPr marL="3200007" eaLnBrk="1" hangingPunct="1">
              <a:defRPr>
                <a:latin typeface="+mn-lt"/>
                <a:ea typeface="+mn-ea"/>
                <a:cs typeface="+mn-cs"/>
              </a:defRPr>
            </a:lvl8pPr>
            <a:lvl9pPr marL="3657149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457164" lvl="1" indent="0" algn="ctr" defTabSz="914400">
              <a:buNone/>
            </a:pPr>
            <a:r>
              <a:rPr lang="en-US" sz="4000" b="1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Session 3</a:t>
            </a:r>
          </a:p>
          <a:p>
            <a:pPr lvl="1" algn="ctr" defTabSz="914400"/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Impacts on Households</a:t>
            </a:r>
          </a:p>
          <a:p>
            <a:pPr lvl="1" algn="ctr" defTabSz="914400"/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Co-benefits (avoided deaths)</a:t>
            </a:r>
          </a:p>
          <a:p>
            <a:pPr lvl="1" algn="ctr" defTabSz="914400"/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Total $ welfare effects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FF2266FE-6C38-6443-88F6-A7E730248FA0}"/>
              </a:ext>
            </a:extLst>
          </p:cNvPr>
          <p:cNvSpPr/>
          <p:nvPr/>
        </p:nvSpPr>
        <p:spPr>
          <a:xfrm rot="16200000">
            <a:off x="5073843" y="2644448"/>
            <a:ext cx="315561" cy="84252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4B14823B-E7D2-DEAD-88D8-CAF1A0BC6B19}"/>
              </a:ext>
            </a:extLst>
          </p:cNvPr>
          <p:cNvSpPr/>
          <p:nvPr/>
        </p:nvSpPr>
        <p:spPr>
          <a:xfrm rot="16200000">
            <a:off x="14335500" y="2644446"/>
            <a:ext cx="315561" cy="84252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4210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B4E14-3923-A6E6-7F61-A3BECFF7C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6456A8-3379-DFAC-7FBA-AE593930C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CPAT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04A13-07EB-5275-6880-E68400C43F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2B4EB-2DD1-9523-6B2A-9D77B2B14E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2480" y="4603235"/>
            <a:ext cx="4518120" cy="4667765"/>
          </a:xfrm>
        </p:spPr>
        <p:txBody>
          <a:bodyPr/>
          <a:lstStyle/>
          <a:p>
            <a:r>
              <a:rPr lang="en-US" dirty="0"/>
              <a:t>There are a </a:t>
            </a:r>
            <a:r>
              <a:rPr lang="en-US" b="1" dirty="0"/>
              <a:t>lot of graphs </a:t>
            </a:r>
            <a:r>
              <a:rPr lang="en-US" dirty="0"/>
              <a:t>and settings organized by module (Mitigation incl Power, Air Pollution, Distribution, Transport)</a:t>
            </a:r>
          </a:p>
          <a:p>
            <a:endParaRPr lang="en-US" dirty="0"/>
          </a:p>
          <a:p>
            <a:r>
              <a:rPr lang="en-US" dirty="0"/>
              <a:t>They are there </a:t>
            </a:r>
            <a:r>
              <a:rPr lang="en-US" b="1" dirty="0"/>
              <a:t>just to help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B375B0-A666-0393-DF23-0447B33B3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874" y="0"/>
            <a:ext cx="11639226" cy="1137275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AD9B29B-5F9D-990B-0C25-598F65AB2F01}"/>
              </a:ext>
            </a:extLst>
          </p:cNvPr>
          <p:cNvGrpSpPr/>
          <p:nvPr/>
        </p:nvGrpSpPr>
        <p:grpSpPr>
          <a:xfrm>
            <a:off x="5423973" y="505518"/>
            <a:ext cx="3040901" cy="10676349"/>
            <a:chOff x="5423973" y="505518"/>
            <a:chExt cx="3040901" cy="1067634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9C6D17-5962-1778-1FAD-58BE201AEE35}"/>
                </a:ext>
              </a:extLst>
            </p:cNvPr>
            <p:cNvSpPr/>
            <p:nvPr/>
          </p:nvSpPr>
          <p:spPr>
            <a:xfrm>
              <a:off x="5612536" y="505518"/>
              <a:ext cx="2852338" cy="4805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Policy design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83A8CD0-8664-4114-B7CA-343F1D2131F7}"/>
                </a:ext>
              </a:extLst>
            </p:cNvPr>
            <p:cNvSpPr/>
            <p:nvPr/>
          </p:nvSpPr>
          <p:spPr>
            <a:xfrm>
              <a:off x="5612536" y="2967165"/>
              <a:ext cx="2852338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Policy Strength, Assumptions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6CBC1C9-433D-FCCF-B412-B61A1FED5DDF}"/>
                </a:ext>
              </a:extLst>
            </p:cNvPr>
            <p:cNvSpPr/>
            <p:nvPr/>
          </p:nvSpPr>
          <p:spPr>
            <a:xfrm>
              <a:off x="5423973" y="5940256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Core Outputs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30C0046-01AF-A2A7-54B6-38A8FF115356}"/>
                </a:ext>
              </a:extLst>
            </p:cNvPr>
            <p:cNvSpPr/>
            <p:nvPr/>
          </p:nvSpPr>
          <p:spPr>
            <a:xfrm>
              <a:off x="5423973" y="8713823"/>
              <a:ext cx="2852338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b="1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More Detail, starting with Prices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21275D3-DCEA-D16F-04AE-31221A160D20}"/>
                </a:ext>
              </a:extLst>
            </p:cNvPr>
            <p:cNvSpPr/>
            <p:nvPr/>
          </p:nvSpPr>
          <p:spPr>
            <a:xfrm>
              <a:off x="5423973" y="10658647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Navigation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AAF9634-9B7E-D460-FB9B-B716C39F72DC}"/>
              </a:ext>
            </a:extLst>
          </p:cNvPr>
          <p:cNvSpPr/>
          <p:nvPr/>
        </p:nvSpPr>
        <p:spPr>
          <a:xfrm>
            <a:off x="8549685" y="7882203"/>
            <a:ext cx="11827789" cy="3048233"/>
          </a:xfrm>
          <a:prstGeom prst="rect">
            <a:avLst/>
          </a:prstGeom>
          <a:noFill/>
          <a:ln w="571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369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F6958-6F49-3FEA-083B-1035629B9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759054-C6F5-96AA-8D35-0051615EE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CPAT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6D4EF4-0470-30C1-D96F-5A55A3027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874" y="0"/>
            <a:ext cx="11639226" cy="1137275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678674D-96C3-EE43-B429-41994B4CA74E}"/>
              </a:ext>
            </a:extLst>
          </p:cNvPr>
          <p:cNvGrpSpPr/>
          <p:nvPr/>
        </p:nvGrpSpPr>
        <p:grpSpPr>
          <a:xfrm>
            <a:off x="5423973" y="505518"/>
            <a:ext cx="3040901" cy="10676349"/>
            <a:chOff x="5423973" y="505518"/>
            <a:chExt cx="3040901" cy="1067634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2B67103-9A1B-A3A7-899C-83C6AD68EBCE}"/>
                </a:ext>
              </a:extLst>
            </p:cNvPr>
            <p:cNvSpPr/>
            <p:nvPr/>
          </p:nvSpPr>
          <p:spPr>
            <a:xfrm>
              <a:off x="5612536" y="505518"/>
              <a:ext cx="2852338" cy="4805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Policy design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F22D4F-CEFC-D516-CD1E-D28A356EF282}"/>
                </a:ext>
              </a:extLst>
            </p:cNvPr>
            <p:cNvSpPr/>
            <p:nvPr/>
          </p:nvSpPr>
          <p:spPr>
            <a:xfrm>
              <a:off x="5612536" y="2967165"/>
              <a:ext cx="2852338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Policy Strength, Assumptions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2B69CE3-F818-0D1E-88A0-3AAAEBF299BF}"/>
                </a:ext>
              </a:extLst>
            </p:cNvPr>
            <p:cNvSpPr/>
            <p:nvPr/>
          </p:nvSpPr>
          <p:spPr>
            <a:xfrm>
              <a:off x="5423973" y="5940256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Core Outputs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EB60499-3D57-FF41-3292-DE65BA44316C}"/>
                </a:ext>
              </a:extLst>
            </p:cNvPr>
            <p:cNvSpPr/>
            <p:nvPr/>
          </p:nvSpPr>
          <p:spPr>
            <a:xfrm>
              <a:off x="5423973" y="8713823"/>
              <a:ext cx="2852338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More Detail, starting with Prices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2DCF743-6C99-A595-A005-3E6EC9979673}"/>
                </a:ext>
              </a:extLst>
            </p:cNvPr>
            <p:cNvSpPr/>
            <p:nvPr/>
          </p:nvSpPr>
          <p:spPr>
            <a:xfrm>
              <a:off x="5423973" y="10658647"/>
              <a:ext cx="28523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sz="2800" b="1" noProof="0" dirty="0"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rPr>
                <a:t>Navigation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020B6A7-E01F-A203-5978-6C6D5791FCD5}"/>
              </a:ext>
            </a:extLst>
          </p:cNvPr>
          <p:cNvSpPr/>
          <p:nvPr/>
        </p:nvSpPr>
        <p:spPr>
          <a:xfrm>
            <a:off x="8750300" y="10658647"/>
            <a:ext cx="11542364" cy="650703"/>
          </a:xfrm>
          <a:prstGeom prst="rect">
            <a:avLst/>
          </a:prstGeom>
          <a:noFill/>
          <a:ln w="571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081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8AD9B-CC21-9FF5-5CF8-209A4F3D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29C1-324A-B350-F142-F96CFE3E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CPAT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D5FA1-AEA2-5231-D34F-F9B3244802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15BB2-BF15-1E54-5D27-AAD2E4F2B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2652" y="7564752"/>
            <a:ext cx="7693374" cy="5447176"/>
          </a:xfrm>
        </p:spPr>
        <p:txBody>
          <a:bodyPr/>
          <a:lstStyle/>
          <a:p>
            <a:r>
              <a:rPr lang="en-US" sz="4000" b="1" dirty="0"/>
              <a:t>Input Data</a:t>
            </a:r>
          </a:p>
          <a:p>
            <a:r>
              <a:rPr lang="en-US" sz="4000" dirty="0"/>
              <a:t>GDP (see inputs): Modifiable in Manual Inputs</a:t>
            </a:r>
          </a:p>
          <a:p>
            <a:r>
              <a:rPr lang="en-US" sz="4000" dirty="0"/>
              <a:t>Domestic Prices and Taxes: See </a:t>
            </a:r>
            <a:r>
              <a:rPr lang="en-US" sz="4000" dirty="0" err="1"/>
              <a:t>Prices_dom</a:t>
            </a:r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65EDF26-AB93-CBE6-C42F-1CE0BF2AE354}"/>
              </a:ext>
            </a:extLst>
          </p:cNvPr>
          <p:cNvSpPr txBox="1">
            <a:spLocks/>
          </p:cNvSpPr>
          <p:nvPr/>
        </p:nvSpPr>
        <p:spPr>
          <a:xfrm>
            <a:off x="11015205" y="7351220"/>
            <a:ext cx="7405142" cy="5447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eaLnBrk="1" hangingPunct="1">
              <a:lnSpc>
                <a:spcPct val="100000"/>
              </a:lnSpc>
              <a:spcBef>
                <a:spcPts val="0"/>
              </a:spcBef>
              <a:defRPr sz="2638" b="0" i="0" cap="none" baseline="0">
                <a:solidFill>
                  <a:srgbClr val="0942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44" eaLnBrk="1" hangingPunct="1">
              <a:defRPr b="0" i="0">
                <a:latin typeface="AndesExtraLight"/>
                <a:ea typeface="+mn-ea"/>
                <a:cs typeface="AndesExtraLight"/>
              </a:defRPr>
            </a:lvl2pPr>
            <a:lvl3pPr marL="914288" eaLnBrk="1" hangingPunct="1">
              <a:defRPr b="0" i="0">
                <a:latin typeface="AndesExtraLight"/>
                <a:ea typeface="+mn-ea"/>
                <a:cs typeface="AndesExtraLight"/>
              </a:defRPr>
            </a:lvl3pPr>
            <a:lvl4pPr marL="1371432" eaLnBrk="1" hangingPunct="1">
              <a:defRPr b="0" i="0">
                <a:latin typeface="AndesExtraLight"/>
                <a:ea typeface="+mn-ea"/>
                <a:cs typeface="AndesExtraLight"/>
              </a:defRPr>
            </a:lvl4pPr>
            <a:lvl5pPr marL="1828574" eaLnBrk="1" hangingPunct="1">
              <a:defRPr b="0" i="0">
                <a:latin typeface="AndesExtraLight"/>
                <a:ea typeface="+mn-ea"/>
                <a:cs typeface="AndesExtraLight"/>
              </a:defRPr>
            </a:lvl5pPr>
            <a:lvl6pPr marL="2285718" eaLnBrk="1" hangingPunct="1">
              <a:defRPr>
                <a:latin typeface="+mn-lt"/>
                <a:ea typeface="+mn-ea"/>
                <a:cs typeface="+mn-cs"/>
              </a:defRPr>
            </a:lvl6pPr>
            <a:lvl7pPr marL="2742863" eaLnBrk="1" hangingPunct="1">
              <a:defRPr>
                <a:latin typeface="+mn-lt"/>
                <a:ea typeface="+mn-ea"/>
                <a:cs typeface="+mn-cs"/>
              </a:defRPr>
            </a:lvl7pPr>
            <a:lvl8pPr marL="3200007" eaLnBrk="1" hangingPunct="1">
              <a:defRPr>
                <a:latin typeface="+mn-lt"/>
                <a:ea typeface="+mn-ea"/>
                <a:cs typeface="+mn-cs"/>
              </a:defRPr>
            </a:lvl8pPr>
            <a:lvl9pPr marL="3657149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sz="4000" b="1" kern="0" dirty="0"/>
              <a:t>Output Data</a:t>
            </a:r>
          </a:p>
          <a:p>
            <a:pPr marL="571500" indent="-571500" defTabSz="914400">
              <a:buFont typeface="Arial" panose="020B0604020202020204" pitchFamily="34" charset="0"/>
              <a:buChar char="•"/>
            </a:pPr>
            <a:r>
              <a:rPr lang="en-US" sz="4000" kern="0" dirty="0" err="1"/>
              <a:t>MTOutputs</a:t>
            </a:r>
            <a:endParaRPr lang="en-US" sz="4000" kern="0" dirty="0"/>
          </a:p>
          <a:p>
            <a:pPr marL="571500" indent="-571500" defTabSz="914400">
              <a:buFont typeface="Arial" panose="020B0604020202020204" pitchFamily="34" charset="0"/>
              <a:buChar char="•"/>
            </a:pPr>
            <a:r>
              <a:rPr lang="en-US" sz="4000" kern="0" dirty="0"/>
              <a:t>Mitigation / Distribution / Air pollution / Transport</a:t>
            </a:r>
          </a:p>
          <a:p>
            <a:pPr defTabSz="914400"/>
            <a:endParaRPr lang="en-US" sz="4000" kern="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2FF2AEF-6478-D573-5B77-2034A48CF187}"/>
              </a:ext>
            </a:extLst>
          </p:cNvPr>
          <p:cNvGrpSpPr/>
          <p:nvPr/>
        </p:nvGrpSpPr>
        <p:grpSpPr>
          <a:xfrm>
            <a:off x="521825" y="2213996"/>
            <a:ext cx="13686880" cy="5016758"/>
            <a:chOff x="1508413" y="3847885"/>
            <a:chExt cx="13686880" cy="501675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64CE660-B07A-F3AC-87C8-CD91DD06F1B8}"/>
                </a:ext>
              </a:extLst>
            </p:cNvPr>
            <p:cNvSpPr txBox="1"/>
            <p:nvPr/>
          </p:nvSpPr>
          <p:spPr>
            <a:xfrm>
              <a:off x="1736055" y="3847885"/>
              <a:ext cx="13459238" cy="5016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000" noProof="0" dirty="0">
                  <a:solidFill>
                    <a:srgbClr val="231F20"/>
                  </a:solidFill>
                  <a:latin typeface="Arial Nova Light" panose="020B0304020202020204" pitchFamily="34" charset="0"/>
                </a:rPr>
                <a:t>You can navigate around CPAT by clicking different tabs. There are three overarching tabs: Cover, Dashboard (the main tab), Manual Inputs (User Inputs). </a:t>
              </a:r>
            </a:p>
            <a:p>
              <a:pPr algn="l"/>
              <a:endParaRPr lang="en-US" sz="2000" noProof="0" dirty="0">
                <a:solidFill>
                  <a:srgbClr val="231F20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en-US" sz="2000" noProof="0" dirty="0">
                <a:solidFill>
                  <a:srgbClr val="231F20"/>
                </a:solidFill>
                <a:latin typeface="Arial Nova Light" panose="020B0304020202020204" pitchFamily="34" charset="0"/>
              </a:endParaRPr>
            </a:p>
            <a:p>
              <a:pPr algn="l"/>
              <a:r>
                <a:rPr lang="en-US" sz="2000" noProof="0" dirty="0">
                  <a:solidFill>
                    <a:srgbClr val="231F20"/>
                  </a:solidFill>
                  <a:latin typeface="Arial Nova Light" panose="020B0304020202020204" pitchFamily="34" charset="0"/>
                </a:rPr>
                <a:t>After the four main modules of CPAT (mitigation, distribution, air pollution and transport), code readable inputs and outputs of CPAT are presented in </a:t>
              </a:r>
              <a:r>
                <a:rPr lang="en-US" sz="2000" noProof="0" dirty="0" err="1">
                  <a:solidFill>
                    <a:srgbClr val="231F20"/>
                  </a:solidFill>
                  <a:latin typeface="Arial Nova Light" panose="020B0304020202020204" pitchFamily="34" charset="0"/>
                </a:rPr>
                <a:t>MTinput</a:t>
              </a:r>
              <a:r>
                <a:rPr lang="en-US" sz="2000" noProof="0" dirty="0">
                  <a:solidFill>
                    <a:srgbClr val="231F20"/>
                  </a:solidFill>
                  <a:latin typeface="Arial Nova Light" panose="020B0304020202020204" pitchFamily="34" charset="0"/>
                </a:rPr>
                <a:t> and </a:t>
              </a:r>
              <a:r>
                <a:rPr lang="en-US" sz="2000" b="1" noProof="0" dirty="0" err="1">
                  <a:solidFill>
                    <a:srgbClr val="231F20"/>
                  </a:solidFill>
                  <a:latin typeface="Arial Nova Light" panose="020B0304020202020204" pitchFamily="34" charset="0"/>
                </a:rPr>
                <a:t>MTOutput</a:t>
              </a:r>
              <a:r>
                <a:rPr lang="en-US" sz="2000" noProof="0" dirty="0">
                  <a:solidFill>
                    <a:srgbClr val="231F20"/>
                  </a:solidFill>
                  <a:latin typeface="Arial Nova Light" panose="020B0304020202020204" pitchFamily="34" charset="0"/>
                </a:rPr>
                <a:t> tabs, followed by various data sources driving CPAT, ordered by tab. </a:t>
              </a:r>
            </a:p>
            <a:p>
              <a:pPr algn="l"/>
              <a:endParaRPr lang="en-US" sz="2000" noProof="0" dirty="0">
                <a:solidFill>
                  <a:srgbClr val="231F20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en-US" sz="2000" noProof="0" dirty="0">
                <a:solidFill>
                  <a:srgbClr val="231F20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en-US" sz="2000" noProof="0" dirty="0">
                <a:solidFill>
                  <a:srgbClr val="231F20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en-US" sz="2000" noProof="0" dirty="0">
                <a:solidFill>
                  <a:srgbClr val="231F20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en-US" sz="2000" noProof="0" dirty="0">
                <a:solidFill>
                  <a:srgbClr val="231F20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en-US" sz="2000" noProof="0" dirty="0">
                <a:solidFill>
                  <a:srgbClr val="231F20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en-US" sz="2000" noProof="0" dirty="0">
                <a:solidFill>
                  <a:srgbClr val="231F20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en-US" sz="2000" noProof="0" dirty="0">
                <a:solidFill>
                  <a:srgbClr val="231F20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en-US" sz="2000" noProof="0" dirty="0">
                <a:solidFill>
                  <a:srgbClr val="231F20"/>
                </a:solidFill>
                <a:latin typeface="Arial Nova Light" panose="020B0304020202020204" pitchFamily="34" charset="0"/>
              </a:endParaRPr>
            </a:p>
            <a:p>
              <a:pPr algn="l"/>
              <a:endParaRPr lang="en-US" sz="2000" noProof="0" dirty="0">
                <a:solidFill>
                  <a:srgbClr val="231F20"/>
                </a:solidFill>
                <a:latin typeface="Arial Nova Light" panose="020B03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22F553F-16CD-E3EC-34EA-58EC49B6C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14207" y="6971653"/>
              <a:ext cx="8463441" cy="39028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DDDF0C6-FCD2-C3F8-9B45-12B6A83EA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94" t="11360"/>
            <a:stretch/>
          </p:blipFill>
          <p:spPr>
            <a:xfrm>
              <a:off x="1570414" y="7744284"/>
              <a:ext cx="11418016" cy="37784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7250492-AD96-E99A-2712-68D5637B1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8413" y="8508125"/>
              <a:ext cx="5425282" cy="356518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5AE65C0-061D-929F-C8C8-1B0AFC73D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40" t="4612" r="24061" b="-21613"/>
            <a:stretch/>
          </p:blipFill>
          <p:spPr>
            <a:xfrm>
              <a:off x="1645343" y="4631961"/>
              <a:ext cx="8847333" cy="38992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567F9E3-1BEC-537C-8B06-60000BC50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82" r="-429" b="-3125"/>
            <a:stretch/>
          </p:blipFill>
          <p:spPr>
            <a:xfrm>
              <a:off x="1573336" y="6126259"/>
              <a:ext cx="11369183" cy="430441"/>
            </a:xfrm>
            <a:prstGeom prst="rect">
              <a:avLst/>
            </a:prstGeom>
          </p:spPr>
        </p:pic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81C90B84-9C57-893E-B304-F87192EE4E5E}"/>
              </a:ext>
            </a:extLst>
          </p:cNvPr>
          <p:cNvSpPr/>
          <p:nvPr/>
        </p:nvSpPr>
        <p:spPr>
          <a:xfrm>
            <a:off x="3537285" y="4154476"/>
            <a:ext cx="1431758" cy="842211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890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F9C10-FEF4-DA43-F9CD-8B68FCE0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47474-19F9-1043-2DA0-B30FC1A23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E889A-3B7D-21E8-BF6C-CFF41E706B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See </a:t>
            </a:r>
            <a:r>
              <a:rPr lang="en-US" dirty="0" err="1"/>
              <a:t>MTOutputs</a:t>
            </a:r>
            <a:r>
              <a:rPr lang="en-US" dirty="0"/>
              <a:t> and bottom of Mitigation (AP/Transport/Distn) tabs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04065-B4CF-10EE-B904-2848FE7E1FD1}"/>
              </a:ext>
            </a:extLst>
          </p:cNvPr>
          <p:cNvSpPr txBox="1"/>
          <p:nvPr/>
        </p:nvSpPr>
        <p:spPr>
          <a:xfrm>
            <a:off x="1167063" y="8542421"/>
            <a:ext cx="14245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Retail price, taxes and supply costs measured in USD/GJ</a:t>
            </a:r>
          </a:p>
          <a:p>
            <a:r>
              <a:rPr lang="en-US" dirty="0"/>
              <a:t>Subsidies measured negative price.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83A67-EA3A-A007-1331-160DDDD14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3635"/>
            <a:ext cx="20104100" cy="662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212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F278F-3C56-5669-A683-B379C7EAB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F4E76-6F87-41C7-05FA-F2077C662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7624" y="2068247"/>
            <a:ext cx="6510815" cy="2258433"/>
          </a:xfrm>
          <a:noFill/>
        </p:spPr>
        <p:txBody>
          <a:bodyPr/>
          <a:lstStyle/>
          <a:p>
            <a:pPr>
              <a:spcAft>
                <a:spcPts val="989"/>
              </a:spcAft>
            </a:pPr>
            <a:r>
              <a:rPr lang="en-US" b="0" i="0" u="none" strike="noStrike" baseline="0" noProof="0" dirty="0"/>
              <a:t>EXERCISE</a:t>
            </a:r>
            <a:endParaRPr lang="en-US" sz="3958" noProof="0" dirty="0"/>
          </a:p>
        </p:txBody>
      </p:sp>
      <p:pic>
        <p:nvPicPr>
          <p:cNvPr id="13" name="Graphic 12" descr="Tag with solid fill">
            <a:extLst>
              <a:ext uri="{FF2B5EF4-FFF2-40B4-BE49-F238E27FC236}">
                <a16:creationId xmlns:a16="http://schemas.microsoft.com/office/drawing/2014/main" id="{3F90140F-FDF2-F7DB-FB4F-62011711A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488" y="356457"/>
            <a:ext cx="942329" cy="9423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DD0103-1DD1-8CBA-1E98-5D259508C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6005" y="1627851"/>
            <a:ext cx="13543629" cy="849942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A3B45F-E52D-4FDA-41EC-D5E236895A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79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1D029-C841-F06F-E8C3-9044FF364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80DF-792B-7B6B-342C-FA29EB4AA4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How to Use CPAT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F6295-C361-C242-6423-8E8233F7B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97161" y="586412"/>
            <a:ext cx="12258691" cy="9437623"/>
          </a:xfrm>
        </p:spPr>
        <p:txBody>
          <a:bodyPr vert="horz" lIns="150781" tIns="75390" rIns="150781" bIns="75390" rtlCol="0" anchor="t">
            <a:normAutofit/>
          </a:bodyPr>
          <a:lstStyle/>
          <a:p>
            <a:pPr marL="1143000" indent="-114300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Getting Set Up:</a:t>
            </a:r>
          </a:p>
          <a:p>
            <a:pPr marL="1143000" indent="-114300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Using CPAT</a:t>
            </a:r>
          </a:p>
          <a:p>
            <a:pPr marL="1143000" indent="-11430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Exercises</a:t>
            </a:r>
          </a:p>
          <a:p>
            <a:pPr marL="1143000" indent="-1143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Input Assumptions, Output Data</a:t>
            </a:r>
          </a:p>
          <a:p>
            <a:pPr marL="1143000" indent="-1143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Policy Scenarios</a:t>
            </a:r>
          </a:p>
          <a:p>
            <a:pPr marL="1143000" indent="-1143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</a:rPr>
              <a:t>Results</a:t>
            </a:r>
          </a:p>
          <a:p>
            <a:pPr marL="1143000" indent="-1143000">
              <a:lnSpc>
                <a:spcPct val="150000"/>
              </a:lnSpc>
              <a:buFont typeface="+mj-lt"/>
              <a:buAutoNum type="arabicPeriod"/>
            </a:pPr>
            <a:endParaRPr lang="en-US" b="1" dirty="0">
              <a:solidFill>
                <a:schemeClr val="tx2"/>
              </a:solidFill>
            </a:endParaRPr>
          </a:p>
          <a:p>
            <a:pPr>
              <a:lnSpc>
                <a:spcPct val="200000"/>
              </a:lnSpc>
              <a:spcAft>
                <a:spcPts val="600"/>
              </a:spcAft>
            </a:pPr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73E2E-253D-734C-3745-02CA892DB832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DC5AE7AE-4FAE-0830-2462-BC61B9484909}"/>
              </a:ext>
            </a:extLst>
          </p:cNvPr>
          <p:cNvSpPr txBox="1">
            <a:spLocks/>
          </p:cNvSpPr>
          <p:nvPr/>
        </p:nvSpPr>
        <p:spPr>
          <a:xfrm>
            <a:off x="15581313" y="10482263"/>
            <a:ext cx="4522787" cy="60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177" rtl="0" eaLnBrk="1" latinLnBrk="0" hangingPunct="1">
              <a:defRPr sz="197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8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77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265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354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442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31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619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708" algn="l" defTabSz="9141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77BBB6-B31F-4C1A-BBC8-5103E1961508}" type="slidenum">
              <a:rPr lang="en-US" noProof="0" smtClean="0"/>
              <a:pPr/>
              <a:t>65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43429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941C1-D068-4966-C0E5-F35D43E2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70591-6D86-33FF-29DF-E1E3F9DC4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Tailoring GDP Assumptions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468CD-74B9-EA3F-9FCE-86A88BE0A7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Default is in dashboard, source can be changed here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0C0614-1911-F461-EF58-6E6E26714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63" y="2319510"/>
            <a:ext cx="18981857" cy="34917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D53BAF-0655-DA72-028D-67A9EF2F8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694" y="5842723"/>
            <a:ext cx="11469701" cy="50775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8F5C246-2CD6-7E9A-72F1-CBF92C3E8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733" y="6002076"/>
            <a:ext cx="4970620" cy="530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741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4CB4D-F56A-DD37-5786-7B1603545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Tailoring Prices and Taxes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D728B-C34B-4E1F-6E8B-E38B9D5CFA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Please go to </a:t>
            </a:r>
            <a:r>
              <a:rPr lang="en-US" dirty="0" err="1"/>
              <a:t>Prices_Dom</a:t>
            </a:r>
            <a:r>
              <a:rPr lang="en-US" dirty="0"/>
              <a:t> for domestic prices and taxes.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59D04E-08A1-79E2-B4F3-4C5129F31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9" y="2311244"/>
            <a:ext cx="16632971" cy="58205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06B040-A196-6BAA-6E91-93DA69414278}"/>
              </a:ext>
            </a:extLst>
          </p:cNvPr>
          <p:cNvSpPr txBox="1"/>
          <p:nvPr/>
        </p:nvSpPr>
        <p:spPr>
          <a:xfrm>
            <a:off x="1167063" y="8542421"/>
            <a:ext cx="14245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Retail price, taxes and supply costs measured in USD/GJ</a:t>
            </a:r>
          </a:p>
          <a:p>
            <a:r>
              <a:rPr lang="en-US" dirty="0"/>
              <a:t>Subsidies measured negative price.</a:t>
            </a:r>
          </a:p>
        </p:txBody>
      </p:sp>
    </p:spTree>
    <p:extLst>
      <p:ext uri="{BB962C8B-B14F-4D97-AF65-F5344CB8AC3E}">
        <p14:creationId xmlns:p14="http://schemas.microsoft.com/office/powerpoint/2010/main" val="38108945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E4639-6B0B-7185-A10A-D025963FF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6931-6C0B-D44D-8737-1D1D71676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Tailoring Power Sector &amp; Electricity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23631-969D-1C04-B189-7CBC55F1A6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9905" y="1937751"/>
            <a:ext cx="18839143" cy="693543"/>
          </a:xfrm>
        </p:spPr>
        <p:txBody>
          <a:bodyPr/>
          <a:lstStyle/>
          <a:p>
            <a:r>
              <a:rPr lang="en-US" dirty="0"/>
              <a:t>Dashboard: Expandable Tab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649FCA-719C-0CC9-8FCE-3548065F9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05" y="2660334"/>
            <a:ext cx="14165652" cy="2095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49192C-F121-8B7C-CA1C-FA26DD18A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9188" y="6248788"/>
            <a:ext cx="9891803" cy="39113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188DB7-62D2-FA3A-D37A-92A13394E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53" y="5654675"/>
            <a:ext cx="7697122" cy="505343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05092E7-AD45-F561-9418-A6FCC8E52B66}"/>
              </a:ext>
            </a:extLst>
          </p:cNvPr>
          <p:cNvSpPr txBox="1">
            <a:spLocks/>
          </p:cNvSpPr>
          <p:nvPr/>
        </p:nvSpPr>
        <p:spPr>
          <a:xfrm>
            <a:off x="259905" y="5007281"/>
            <a:ext cx="9281137" cy="6935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eaLnBrk="1" hangingPunct="1">
              <a:lnSpc>
                <a:spcPct val="100000"/>
              </a:lnSpc>
              <a:spcBef>
                <a:spcPts val="0"/>
              </a:spcBef>
              <a:defRPr sz="3298" b="0" i="1" cap="none" baseline="0">
                <a:solidFill>
                  <a:srgbClr val="0942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44" eaLnBrk="1" hangingPunct="1">
              <a:defRPr b="0" i="0">
                <a:latin typeface="AndesExtraLight"/>
                <a:ea typeface="+mn-ea"/>
                <a:cs typeface="AndesExtraLight"/>
              </a:defRPr>
            </a:lvl2pPr>
            <a:lvl3pPr marL="914288" eaLnBrk="1" hangingPunct="1">
              <a:defRPr b="0" i="0">
                <a:latin typeface="AndesExtraLight"/>
                <a:ea typeface="+mn-ea"/>
                <a:cs typeface="AndesExtraLight"/>
              </a:defRPr>
            </a:lvl3pPr>
            <a:lvl4pPr marL="1371432" eaLnBrk="1" hangingPunct="1">
              <a:defRPr b="0" i="0">
                <a:latin typeface="AndesExtraLight"/>
                <a:ea typeface="+mn-ea"/>
                <a:cs typeface="AndesExtraLight"/>
              </a:defRPr>
            </a:lvl4pPr>
            <a:lvl5pPr marL="1828574" eaLnBrk="1" hangingPunct="1">
              <a:defRPr b="0" i="0">
                <a:latin typeface="AndesExtraLight"/>
                <a:ea typeface="+mn-ea"/>
                <a:cs typeface="AndesExtraLight"/>
              </a:defRPr>
            </a:lvl5pPr>
            <a:lvl6pPr marL="2285718" eaLnBrk="1" hangingPunct="1">
              <a:defRPr>
                <a:latin typeface="+mn-lt"/>
                <a:ea typeface="+mn-ea"/>
                <a:cs typeface="+mn-cs"/>
              </a:defRPr>
            </a:lvl6pPr>
            <a:lvl7pPr marL="2742863" eaLnBrk="1" hangingPunct="1">
              <a:defRPr>
                <a:latin typeface="+mn-lt"/>
                <a:ea typeface="+mn-ea"/>
                <a:cs typeface="+mn-cs"/>
              </a:defRPr>
            </a:lvl7pPr>
            <a:lvl8pPr marL="3200007" eaLnBrk="1" hangingPunct="1">
              <a:defRPr>
                <a:latin typeface="+mn-lt"/>
                <a:ea typeface="+mn-ea"/>
                <a:cs typeface="+mn-cs"/>
              </a:defRPr>
            </a:lvl8pPr>
            <a:lvl9pPr marL="3657149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kern="0" dirty="0"/>
              <a:t>Manual Inputs: Specific Power Capacity Increases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DFD8B72-86D4-AE77-3CA6-BA6AED1D6C00}"/>
              </a:ext>
            </a:extLst>
          </p:cNvPr>
          <p:cNvSpPr txBox="1">
            <a:spLocks/>
          </p:cNvSpPr>
          <p:nvPr/>
        </p:nvSpPr>
        <p:spPr>
          <a:xfrm>
            <a:off x="9949854" y="5060562"/>
            <a:ext cx="9281137" cy="6935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eaLnBrk="1" hangingPunct="1">
              <a:lnSpc>
                <a:spcPct val="100000"/>
              </a:lnSpc>
              <a:spcBef>
                <a:spcPts val="0"/>
              </a:spcBef>
              <a:defRPr sz="3298" b="0" i="1" cap="none" baseline="0">
                <a:solidFill>
                  <a:srgbClr val="0942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44" eaLnBrk="1" hangingPunct="1">
              <a:defRPr b="0" i="0">
                <a:latin typeface="AndesExtraLight"/>
                <a:ea typeface="+mn-ea"/>
                <a:cs typeface="AndesExtraLight"/>
              </a:defRPr>
            </a:lvl2pPr>
            <a:lvl3pPr marL="914288" eaLnBrk="1" hangingPunct="1">
              <a:defRPr b="0" i="0">
                <a:latin typeface="AndesExtraLight"/>
                <a:ea typeface="+mn-ea"/>
                <a:cs typeface="AndesExtraLight"/>
              </a:defRPr>
            </a:lvl3pPr>
            <a:lvl4pPr marL="1371432" eaLnBrk="1" hangingPunct="1">
              <a:defRPr b="0" i="0">
                <a:latin typeface="AndesExtraLight"/>
                <a:ea typeface="+mn-ea"/>
                <a:cs typeface="AndesExtraLight"/>
              </a:defRPr>
            </a:lvl4pPr>
            <a:lvl5pPr marL="1828574" eaLnBrk="1" hangingPunct="1">
              <a:defRPr b="0" i="0">
                <a:latin typeface="AndesExtraLight"/>
                <a:ea typeface="+mn-ea"/>
                <a:cs typeface="AndesExtraLight"/>
              </a:defRPr>
            </a:lvl5pPr>
            <a:lvl6pPr marL="2285718" eaLnBrk="1" hangingPunct="1">
              <a:defRPr>
                <a:latin typeface="+mn-lt"/>
                <a:ea typeface="+mn-ea"/>
                <a:cs typeface="+mn-cs"/>
              </a:defRPr>
            </a:lvl6pPr>
            <a:lvl7pPr marL="2742863" eaLnBrk="1" hangingPunct="1">
              <a:defRPr>
                <a:latin typeface="+mn-lt"/>
                <a:ea typeface="+mn-ea"/>
                <a:cs typeface="+mn-cs"/>
              </a:defRPr>
            </a:lvl7pPr>
            <a:lvl8pPr marL="3200007" eaLnBrk="1" hangingPunct="1">
              <a:defRPr>
                <a:latin typeface="+mn-lt"/>
                <a:ea typeface="+mn-ea"/>
                <a:cs typeface="+mn-cs"/>
              </a:defRPr>
            </a:lvl8pPr>
            <a:lvl9pPr marL="3657149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kern="0" dirty="0"/>
              <a:t>Dashboard: Power Sector Outputs</a:t>
            </a:r>
          </a:p>
        </p:txBody>
      </p:sp>
    </p:spTree>
    <p:extLst>
      <p:ext uri="{BB962C8B-B14F-4D97-AF65-F5344CB8AC3E}">
        <p14:creationId xmlns:p14="http://schemas.microsoft.com/office/powerpoint/2010/main" val="40060855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AD4D6-77F3-AB15-80E7-60097E3AA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FD692-6536-EAFA-C8D5-6A799CDAE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81CDA-D27F-0922-BF24-B98D1992C5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Please create a presentation for </a:t>
            </a:r>
            <a:r>
              <a:rPr lang="en-US" b="1" dirty="0"/>
              <a:t>one</a:t>
            </a:r>
            <a:r>
              <a:rPr lang="en-US" dirty="0"/>
              <a:t> of the four policies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688D53-B5CA-A751-2B7D-52E61FAD23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2480" y="2213997"/>
            <a:ext cx="18365384" cy="544717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800" dirty="0"/>
              <a:t>Policy 1: $5 carbon tax in 2028 rising to $20 in 2030.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800" dirty="0"/>
              <a:t>Policy 2: $5 carbon tax in 2028 rising to $20 in 2030. Industry sectors (Iron and Steel, Cement, Chemicals, Other Metals)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800" dirty="0"/>
              <a:t>Policy 3: Increase in Natural Gas Prices in Residential Sector of $2/GJ by 2030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800" dirty="0"/>
              <a:t>Policy 4: elimination of price controls and consumer subsidies (5 years)</a:t>
            </a:r>
          </a:p>
          <a:p>
            <a:endParaRPr lang="en-US" sz="3800" dirty="0"/>
          </a:p>
          <a:p>
            <a:r>
              <a:rPr lang="en-US" sz="3800" dirty="0"/>
              <a:t>50% of revenues in public investment; 50% of revenues into per-capita transfers to bottom 40%; </a:t>
            </a:r>
          </a:p>
          <a:p>
            <a:endParaRPr lang="en-US" sz="3800" dirty="0"/>
          </a:p>
          <a:p>
            <a:r>
              <a:rPr lang="en-US" sz="3800" dirty="0"/>
              <a:t>For each, four slides, with description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dirty="0"/>
              <a:t>Revenues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dirty="0"/>
              <a:t>Emissions Reductions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dirty="0"/>
              <a:t>Co-benefits (Cumulative air pollution deaths)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dirty="0"/>
              <a:t>Impact on households (relative consumption share)</a:t>
            </a:r>
          </a:p>
        </p:txBody>
      </p:sp>
    </p:spTree>
    <p:extLst>
      <p:ext uri="{BB962C8B-B14F-4D97-AF65-F5344CB8AC3E}">
        <p14:creationId xmlns:p14="http://schemas.microsoft.com/office/powerpoint/2010/main" val="31789502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EBA95-DD7B-5A85-4DDB-D4AF61707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43381-53DB-B342-CC51-5E2047305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Policy Options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43E84-79A3-C5DC-C449-ABCA687CB1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479" y="954773"/>
            <a:ext cx="19471621" cy="1100637"/>
          </a:xfrm>
        </p:spPr>
        <p:txBody>
          <a:bodyPr/>
          <a:lstStyle/>
          <a:p>
            <a:r>
              <a:rPr lang="en-US" dirty="0"/>
              <a:t>Carbon Tax (Left); Price Control Reform &amp; Revenue Use (Right), Specific Fuel Price Reform(Bottom)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90CDBD-1D60-DC3C-1A9A-6F597A027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1961"/>
            <a:ext cx="8331931" cy="40447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FEDDD7-72DD-446F-E00A-96B5F15D8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514" y="6893140"/>
            <a:ext cx="20182614" cy="20827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1FFF0E-00EC-721D-2277-FE7DC2B88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1737" y="3382785"/>
            <a:ext cx="10422363" cy="304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550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7CC85-85C1-8919-A89F-83CCAEB5B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26BC-70D7-D6F9-8118-B7FA6906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B1ED0-4DB4-BF78-C75E-FEDAB0EF71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479" y="954773"/>
            <a:ext cx="19471621" cy="1100637"/>
          </a:xfrm>
        </p:spPr>
        <p:txBody>
          <a:bodyPr/>
          <a:lstStyle/>
          <a:p>
            <a:r>
              <a:rPr lang="en-US" dirty="0"/>
              <a:t>Carbon Tax (Left);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936687-3392-2E24-C85D-2DCF3578F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1961"/>
            <a:ext cx="8331931" cy="404477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F0D713B-1D7D-DADE-04D6-F1C9FFC20138}"/>
              </a:ext>
            </a:extLst>
          </p:cNvPr>
          <p:cNvSpPr/>
          <p:nvPr/>
        </p:nvSpPr>
        <p:spPr>
          <a:xfrm>
            <a:off x="6703432" y="3753853"/>
            <a:ext cx="1387642" cy="541422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D586C7-E69A-5538-C2AB-4FCED8387DFA}"/>
              </a:ext>
            </a:extLst>
          </p:cNvPr>
          <p:cNvSpPr txBox="1"/>
          <p:nvPr/>
        </p:nvSpPr>
        <p:spPr>
          <a:xfrm>
            <a:off x="9303481" y="2621090"/>
            <a:ext cx="1006441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/>
              <a:t>Policy 1: $5 carbon tax in 2028 rising to $20 in 2030. </a:t>
            </a:r>
          </a:p>
        </p:txBody>
      </p:sp>
    </p:spTree>
    <p:extLst>
      <p:ext uri="{BB962C8B-B14F-4D97-AF65-F5344CB8AC3E}">
        <p14:creationId xmlns:p14="http://schemas.microsoft.com/office/powerpoint/2010/main" val="280856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8D275-B1EE-692E-977D-D90FBB48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50B5A-5C17-3A6C-8E83-6DA045CAF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FD5F7-D641-0807-AAAA-1C1082770C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479" y="954773"/>
            <a:ext cx="19471621" cy="1100637"/>
          </a:xfrm>
        </p:spPr>
        <p:txBody>
          <a:bodyPr/>
          <a:lstStyle/>
          <a:p>
            <a:r>
              <a:rPr lang="en-US" dirty="0"/>
              <a:t>Carbon Tax (Left);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4C307E-98BB-E57F-CEC0-E9AB5380D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1961"/>
            <a:ext cx="8331931" cy="404477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891D2E6-55B1-E2F5-FB04-31DD851D20F7}"/>
              </a:ext>
            </a:extLst>
          </p:cNvPr>
          <p:cNvSpPr/>
          <p:nvPr/>
        </p:nvSpPr>
        <p:spPr>
          <a:xfrm>
            <a:off x="-61343" y="5751096"/>
            <a:ext cx="9109089" cy="128219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D96E71-B606-1420-C568-9A626FB98DEE}"/>
              </a:ext>
            </a:extLst>
          </p:cNvPr>
          <p:cNvSpPr txBox="1"/>
          <p:nvPr/>
        </p:nvSpPr>
        <p:spPr>
          <a:xfrm>
            <a:off x="9303481" y="2621090"/>
            <a:ext cx="1006441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/>
              <a:t>Policy 2: $5 carbon tax in 2028 rising to $20 in 2030. Industry sectors (Iron and Steel, Cement, Chemicals, Other Metals)</a:t>
            </a:r>
          </a:p>
          <a:p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16504339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DA5FF-3C22-BF89-3567-792B0D9B6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9E2F-4D63-8636-855F-8FAAD679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3D965-6F4B-4F46-E6FA-8E46409C27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479" y="954773"/>
            <a:ext cx="19471621" cy="1100637"/>
          </a:xfrm>
        </p:spPr>
        <p:txBody>
          <a:bodyPr/>
          <a:lstStyle/>
          <a:p>
            <a:r>
              <a:rPr lang="en-US" dirty="0"/>
              <a:t>Specific Fuel Price Reform(Bottom)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11E7F9-639A-D110-85E1-58770D1B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514" y="6893140"/>
            <a:ext cx="20182614" cy="2082799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A6D3EAD-4E32-21F5-9094-FA1C94746C8C}"/>
              </a:ext>
            </a:extLst>
          </p:cNvPr>
          <p:cNvSpPr/>
          <p:nvPr/>
        </p:nvSpPr>
        <p:spPr>
          <a:xfrm>
            <a:off x="9388642" y="7130716"/>
            <a:ext cx="1387642" cy="2490536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A4F943-F2DB-5B1A-4CCB-BB376CB07C51}"/>
              </a:ext>
            </a:extLst>
          </p:cNvPr>
          <p:cNvSpPr txBox="1"/>
          <p:nvPr/>
        </p:nvSpPr>
        <p:spPr>
          <a:xfrm>
            <a:off x="3056021" y="2515354"/>
            <a:ext cx="101065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/>
              <a:t>Policy 3: Increase in Natural Gas Prices in Residential Sector of $2/GJ by 2030</a:t>
            </a:r>
          </a:p>
        </p:txBody>
      </p:sp>
    </p:spTree>
    <p:extLst>
      <p:ext uri="{BB962C8B-B14F-4D97-AF65-F5344CB8AC3E}">
        <p14:creationId xmlns:p14="http://schemas.microsoft.com/office/powerpoint/2010/main" val="12164116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FF70-2D91-F6DB-F145-64649DA2F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6CB97-3DC4-C167-4351-57C0EC4A4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D9DB5-95F4-6892-4CCC-3FD210F5DC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479" y="954773"/>
            <a:ext cx="19471621" cy="1100637"/>
          </a:xfrm>
        </p:spPr>
        <p:txBody>
          <a:bodyPr/>
          <a:lstStyle/>
          <a:p>
            <a:r>
              <a:rPr lang="en-US" dirty="0"/>
              <a:t>Price Control Reform &amp; Revenue Use (Right)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44AA8F-BAE8-DBA6-FAF3-79B97C4CB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737" y="3382785"/>
            <a:ext cx="10422363" cy="3043804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BEE3875-8B71-BB81-43F6-C82430E7B508}"/>
              </a:ext>
            </a:extLst>
          </p:cNvPr>
          <p:cNvSpPr/>
          <p:nvPr/>
        </p:nvSpPr>
        <p:spPr>
          <a:xfrm>
            <a:off x="9083842" y="3753853"/>
            <a:ext cx="7315200" cy="662357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96AFAE-0DBC-1C1C-7D2E-1F50A67D4428}"/>
              </a:ext>
            </a:extLst>
          </p:cNvPr>
          <p:cNvSpPr txBox="1"/>
          <p:nvPr/>
        </p:nvSpPr>
        <p:spPr>
          <a:xfrm>
            <a:off x="2084471" y="6893141"/>
            <a:ext cx="1006441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/>
              <a:t>Policy 4: elimination of price controls and consumer subsidies (5 years)</a:t>
            </a:r>
          </a:p>
        </p:txBody>
      </p:sp>
    </p:spTree>
    <p:extLst>
      <p:ext uri="{BB962C8B-B14F-4D97-AF65-F5344CB8AC3E}">
        <p14:creationId xmlns:p14="http://schemas.microsoft.com/office/powerpoint/2010/main" val="344405464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432F6-7B36-99E3-8AB1-20FDD3392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C6C13-642E-AA8D-9D96-9E7CAD4A9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4ABCD-D40C-9C8A-C4B0-797052518A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Please create a presentation for </a:t>
            </a:r>
            <a:r>
              <a:rPr lang="en-US" b="1" dirty="0"/>
              <a:t>one</a:t>
            </a:r>
            <a:r>
              <a:rPr lang="en-US" dirty="0"/>
              <a:t> of the four policies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FA65D-90A0-A96C-6B30-0E59A1E3E5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2480" y="2213997"/>
            <a:ext cx="18365384" cy="544717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800" dirty="0"/>
              <a:t>Policy 1: $5 carbon tax in 2028 rising to $20 in 2030.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800" dirty="0"/>
              <a:t>Policy 2: $5 carbon tax in 2028 rising to $20 in 2030. Industry sectors (Iron and Steel, Cement, Chemicals, Other Metals)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800" dirty="0"/>
              <a:t>Policy 3: Increase in Natural Gas Prices in Residential Sector of $2/GJ by 2030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800" dirty="0"/>
              <a:t>Policy 4: elimination of price controls and consumer subsidies (5 years)</a:t>
            </a:r>
          </a:p>
          <a:p>
            <a:endParaRPr lang="en-US" sz="3800" dirty="0"/>
          </a:p>
          <a:p>
            <a:r>
              <a:rPr lang="en-US" sz="3800" b="1" dirty="0"/>
              <a:t>50% of revenues in public investment; 50% of revenues into per-capita transfers to bottom 40%; </a:t>
            </a:r>
          </a:p>
          <a:p>
            <a:endParaRPr lang="en-US" sz="3800" b="1" dirty="0"/>
          </a:p>
          <a:p>
            <a:r>
              <a:rPr lang="en-US" sz="3800" dirty="0"/>
              <a:t>For each, four slides, with description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dirty="0"/>
              <a:t>Revenues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dirty="0"/>
              <a:t>Emissions Reductions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dirty="0"/>
              <a:t>Co-benefits (Cumulative air pollution deaths)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dirty="0"/>
              <a:t>Impact on households (relative consumption share)</a:t>
            </a:r>
          </a:p>
        </p:txBody>
      </p:sp>
    </p:spTree>
    <p:extLst>
      <p:ext uri="{BB962C8B-B14F-4D97-AF65-F5344CB8AC3E}">
        <p14:creationId xmlns:p14="http://schemas.microsoft.com/office/powerpoint/2010/main" val="33297287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A38B4-A207-4B1B-82B7-F24F8B412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4F08-BC2D-FBC9-F0EC-F6C4FE2E4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Policy Options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43187-1B31-965C-F61A-ABFAE2BF22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479" y="954773"/>
            <a:ext cx="19471621" cy="1100637"/>
          </a:xfrm>
        </p:spPr>
        <p:txBody>
          <a:bodyPr/>
          <a:lstStyle/>
          <a:p>
            <a:r>
              <a:rPr lang="en-US" dirty="0"/>
              <a:t>Revenue Use (Right),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C780F1-A95B-21CD-E22A-5ADA79311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737" y="3382785"/>
            <a:ext cx="10422363" cy="3043804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5765E79-455C-5177-83EC-16C8CABA41F5}"/>
              </a:ext>
            </a:extLst>
          </p:cNvPr>
          <p:cNvSpPr/>
          <p:nvPr/>
        </p:nvSpPr>
        <p:spPr>
          <a:xfrm>
            <a:off x="14044863" y="4882761"/>
            <a:ext cx="1387642" cy="860824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510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82529-67F1-5D48-260B-46EBF28F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A711-325A-1132-4039-5858C703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Policy Options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4B210-C285-7536-DAB2-277AB8F28C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2479" y="954773"/>
            <a:ext cx="19471621" cy="1100637"/>
          </a:xfrm>
        </p:spPr>
        <p:txBody>
          <a:bodyPr/>
          <a:lstStyle/>
          <a:p>
            <a:r>
              <a:rPr lang="en-US" dirty="0"/>
              <a:t>Carbon Tax (Left); Price Control Reform &amp; Revenue Use (Right), Specific Fuel Price Reform(Bottom)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BFBEE8-EBA2-A551-EC8E-7CAB4EDAE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1961"/>
            <a:ext cx="8331931" cy="40447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DF1E93-23A9-2691-2205-2AAF84DB8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514" y="6893140"/>
            <a:ext cx="20182614" cy="20827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DA07FD-C1BD-05E7-691B-0B9B3C056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1737" y="3382785"/>
            <a:ext cx="10422363" cy="3043804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FA043D1-1723-FFCE-9F55-9AE8A0C7DC0E}"/>
              </a:ext>
            </a:extLst>
          </p:cNvPr>
          <p:cNvSpPr/>
          <p:nvPr/>
        </p:nvSpPr>
        <p:spPr>
          <a:xfrm>
            <a:off x="9083842" y="3753853"/>
            <a:ext cx="7315200" cy="662357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78DF6E-0371-0DBB-A896-A088772E796B}"/>
              </a:ext>
            </a:extLst>
          </p:cNvPr>
          <p:cNvSpPr/>
          <p:nvPr/>
        </p:nvSpPr>
        <p:spPr>
          <a:xfrm>
            <a:off x="6703432" y="3753853"/>
            <a:ext cx="1387642" cy="541422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71F9B5-A60B-9FF2-035D-D5C6E91F1FAD}"/>
              </a:ext>
            </a:extLst>
          </p:cNvPr>
          <p:cNvSpPr/>
          <p:nvPr/>
        </p:nvSpPr>
        <p:spPr>
          <a:xfrm>
            <a:off x="14044863" y="4882761"/>
            <a:ext cx="1387642" cy="860824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44631F-B03E-E3EF-61F8-3C1828D80660}"/>
              </a:ext>
            </a:extLst>
          </p:cNvPr>
          <p:cNvSpPr/>
          <p:nvPr/>
        </p:nvSpPr>
        <p:spPr>
          <a:xfrm>
            <a:off x="9388642" y="7130716"/>
            <a:ext cx="1387642" cy="2490536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804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6460B-04A2-93C6-8B0F-ECC75C7BA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476C3-7BF7-BBAE-846C-D5F4DC74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7B39B-C6E5-B696-BDC2-8E5BEAB82C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Please create a presentation for </a:t>
            </a:r>
            <a:r>
              <a:rPr lang="en-US" b="1" dirty="0"/>
              <a:t>one</a:t>
            </a:r>
            <a:r>
              <a:rPr lang="en-US" dirty="0"/>
              <a:t> of the four policies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F4BA5-ECB3-64A4-1171-4DFCF85278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2480" y="2213997"/>
            <a:ext cx="18365384" cy="544717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800" dirty="0"/>
              <a:t>Policy 1: $5 carbon tax in 2028 rising to $20 in 2030.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800" dirty="0"/>
              <a:t>Policy 2: $5 carbon tax in 2028 rising to $20 in 2030. Industry sectors (Iron and Steel, Cement, Chemicals, Other Metals)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800" dirty="0"/>
              <a:t>Policy 3: Increase in Natural Gas Prices in Residential Sector of $2/GJ by 2030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800" dirty="0"/>
              <a:t>Policy 4: elimination of price controls and consumer subsidies (5 years)</a:t>
            </a:r>
          </a:p>
          <a:p>
            <a:endParaRPr lang="en-US" sz="3800" dirty="0"/>
          </a:p>
          <a:p>
            <a:r>
              <a:rPr lang="en-US" sz="3800" dirty="0"/>
              <a:t>50% of revenues in public investment; 50% of revenues into per-capita transfers to bottom 40%; </a:t>
            </a:r>
          </a:p>
          <a:p>
            <a:endParaRPr lang="en-US" sz="3800" dirty="0"/>
          </a:p>
          <a:p>
            <a:r>
              <a:rPr lang="en-US" sz="3800" b="1" dirty="0"/>
              <a:t>For each, four slides, with description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b="1" dirty="0"/>
              <a:t>Revenues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b="1" dirty="0"/>
              <a:t>Emissions Reductions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b="1" dirty="0"/>
              <a:t>Co-benefits (Cumulative air pollution deaths)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b="1" dirty="0"/>
              <a:t>Impact on households (relative consumption share)</a:t>
            </a:r>
          </a:p>
        </p:txBody>
      </p:sp>
    </p:spTree>
    <p:extLst>
      <p:ext uri="{BB962C8B-B14F-4D97-AF65-F5344CB8AC3E}">
        <p14:creationId xmlns:p14="http://schemas.microsoft.com/office/powerpoint/2010/main" val="141370706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2A86A-CEDA-B9BA-8B29-3DE9BD04E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F6D3E-2110-7215-6D29-647C855F6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61" y="630393"/>
            <a:ext cx="7740067" cy="713361"/>
          </a:xfrm>
        </p:spPr>
        <p:txBody>
          <a:bodyPr/>
          <a:lstStyle/>
          <a:p>
            <a:r>
              <a:rPr lang="en-US" noProof="0" dirty="0"/>
              <a:t>Output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1CA92-23B6-5F4B-D93F-37855B6080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1861" y="7014857"/>
            <a:ext cx="8285440" cy="3057937"/>
          </a:xfrm>
        </p:spPr>
        <p:txBody>
          <a:bodyPr/>
          <a:lstStyle/>
          <a:p>
            <a:pPr marL="1200114" lvl="1" indent="-742950" algn="ctr">
              <a:buFont typeface="Arial" panose="020B0604020202020204" pitchFamily="34" charset="0"/>
              <a:buChar char="•"/>
            </a:pPr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Emissions</a:t>
            </a:r>
          </a:p>
          <a:p>
            <a:pPr marL="1200114" lvl="1" indent="-742950" algn="ctr">
              <a:buFont typeface="Arial" panose="020B0604020202020204" pitchFamily="34" charset="0"/>
              <a:buChar char="•"/>
            </a:pPr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Fiscal Revenues</a:t>
            </a:r>
          </a:p>
          <a:p>
            <a:pPr marL="1200114" lvl="1" indent="-742950" algn="ctr">
              <a:buFont typeface="Arial" panose="020B0604020202020204" pitchFamily="34" charset="0"/>
              <a:buChar char="•"/>
            </a:pPr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GDP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FB5911-A832-BC2F-0A01-47B63DBC7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69" y="2270403"/>
            <a:ext cx="18758561" cy="427030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A16BE76-94C6-A312-0DF1-0A446E12FE93}"/>
              </a:ext>
            </a:extLst>
          </p:cNvPr>
          <p:cNvSpPr txBox="1">
            <a:spLocks/>
          </p:cNvSpPr>
          <p:nvPr/>
        </p:nvSpPr>
        <p:spPr>
          <a:xfrm>
            <a:off x="9144000" y="7026843"/>
            <a:ext cx="8597899" cy="4024208"/>
          </a:xfrm>
          <a:prstGeom prst="rect">
            <a:avLst/>
          </a:prstGeom>
        </p:spPr>
        <p:txBody>
          <a:bodyPr/>
          <a:lstStyle>
            <a:lvl1pPr marL="457166" indent="-457166" eaLnBrk="1" hangingPunct="1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 sz="4600" baseline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1pPr>
            <a:lvl2pPr marL="914330" indent="-457166" eaLnBrk="1" hangingPunct="1">
              <a:spcAft>
                <a:spcPts val="600"/>
              </a:spcAft>
              <a:buSzPct val="120000"/>
              <a:buFont typeface="Arial" charset="0"/>
              <a:buChar char="•"/>
              <a:defRPr sz="35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2pPr>
            <a:lvl3pPr marL="1371495" indent="-457166" eaLnBrk="1" hangingPunct="1">
              <a:spcAft>
                <a:spcPts val="600"/>
              </a:spcAft>
              <a:buSzPct val="120000"/>
              <a:buFont typeface="Courier New" charset="0"/>
              <a:buChar char="o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3pPr>
            <a:lvl4pPr marL="1828659" indent="-457166" eaLnBrk="1" hangingPunct="1">
              <a:spcAft>
                <a:spcPts val="600"/>
              </a:spcAft>
              <a:buSzPct val="120000"/>
              <a:buFont typeface="Wingdings" charset="2"/>
              <a:buChar char="§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285825" indent="-457166" eaLnBrk="1" hangingPunct="1">
              <a:spcAft>
                <a:spcPts val="600"/>
              </a:spcAft>
              <a:buSzPct val="120000"/>
              <a:buFont typeface="AppleSymbols" charset="0"/>
              <a:buChar char="⎻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  <a:lvl6pPr marL="2285718" eaLnBrk="1" hangingPunct="1">
              <a:defRPr>
                <a:latin typeface="+mn-lt"/>
                <a:ea typeface="+mn-ea"/>
                <a:cs typeface="+mn-cs"/>
              </a:defRPr>
            </a:lvl6pPr>
            <a:lvl7pPr marL="2742863" eaLnBrk="1" hangingPunct="1">
              <a:defRPr>
                <a:latin typeface="+mn-lt"/>
                <a:ea typeface="+mn-ea"/>
                <a:cs typeface="+mn-cs"/>
              </a:defRPr>
            </a:lvl7pPr>
            <a:lvl8pPr marL="3200007" eaLnBrk="1" hangingPunct="1">
              <a:defRPr>
                <a:latin typeface="+mn-lt"/>
                <a:ea typeface="+mn-ea"/>
                <a:cs typeface="+mn-cs"/>
              </a:defRPr>
            </a:lvl8pPr>
            <a:lvl9pPr marL="3657149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lvl="1" algn="ctr" defTabSz="914400"/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Impacts on Households</a:t>
            </a:r>
          </a:p>
          <a:p>
            <a:pPr lvl="1" algn="ctr" defTabSz="914400"/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Co-benefits (avoided deaths)</a:t>
            </a:r>
          </a:p>
          <a:p>
            <a:pPr lvl="1" algn="ctr" defTabSz="914400"/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Total $ welfare effects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B65E72F7-315C-ECEA-D0F1-2F248206D35B}"/>
              </a:ext>
            </a:extLst>
          </p:cNvPr>
          <p:cNvSpPr/>
          <p:nvPr/>
        </p:nvSpPr>
        <p:spPr>
          <a:xfrm rot="16200000">
            <a:off x="5073843" y="2644448"/>
            <a:ext cx="315561" cy="84252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447F2FEA-FF9C-D304-A42A-C54CE46E6633}"/>
              </a:ext>
            </a:extLst>
          </p:cNvPr>
          <p:cNvSpPr/>
          <p:nvPr/>
        </p:nvSpPr>
        <p:spPr>
          <a:xfrm rot="16200000">
            <a:off x="14335500" y="2644446"/>
            <a:ext cx="315561" cy="84252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7360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3F2E5-CFD7-25BF-3153-931C85836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DDA1F-2DC1-B03C-3E4C-49EC112D0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61" y="630393"/>
            <a:ext cx="7740067" cy="713361"/>
          </a:xfrm>
        </p:spPr>
        <p:txBody>
          <a:bodyPr/>
          <a:lstStyle/>
          <a:p>
            <a:r>
              <a:rPr lang="en-US" noProof="0" dirty="0"/>
              <a:t>Output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5BD91-956B-9EEA-FE7F-80C3737C5A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1861" y="7014857"/>
            <a:ext cx="8285440" cy="3057937"/>
          </a:xfrm>
        </p:spPr>
        <p:txBody>
          <a:bodyPr/>
          <a:lstStyle/>
          <a:p>
            <a:pPr marL="1200114" lvl="1" indent="-742950" algn="ctr">
              <a:buFont typeface="Arial" panose="020B0604020202020204" pitchFamily="34" charset="0"/>
              <a:buChar char="•"/>
            </a:pPr>
            <a:r>
              <a:rPr lang="en-US" sz="4000" b="1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Emissions</a:t>
            </a:r>
          </a:p>
          <a:p>
            <a:pPr marL="1200114" lvl="1" indent="-742950" algn="ctr">
              <a:buFont typeface="Arial" panose="020B0604020202020204" pitchFamily="34" charset="0"/>
              <a:buChar char="•"/>
            </a:pPr>
            <a:r>
              <a:rPr lang="en-US" sz="4000" b="1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Fiscal Revenues</a:t>
            </a:r>
          </a:p>
          <a:p>
            <a:pPr marL="1200114" lvl="1" indent="-742950" algn="ctr">
              <a:buFont typeface="Arial" panose="020B0604020202020204" pitchFamily="34" charset="0"/>
              <a:buChar char="•"/>
            </a:pPr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GDP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ABDD7F-794D-697A-5059-772AC6C5B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126" y="2289640"/>
            <a:ext cx="18758561" cy="427030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FBAA01F-2F54-31AC-3DD5-E7F5D05512B8}"/>
              </a:ext>
            </a:extLst>
          </p:cNvPr>
          <p:cNvSpPr txBox="1">
            <a:spLocks/>
          </p:cNvSpPr>
          <p:nvPr/>
        </p:nvSpPr>
        <p:spPr>
          <a:xfrm>
            <a:off x="9144000" y="7026843"/>
            <a:ext cx="8597899" cy="4024208"/>
          </a:xfrm>
          <a:prstGeom prst="rect">
            <a:avLst/>
          </a:prstGeom>
        </p:spPr>
        <p:txBody>
          <a:bodyPr/>
          <a:lstStyle>
            <a:lvl1pPr marL="457166" indent="-457166" eaLnBrk="1" hangingPunct="1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 sz="4600" baseline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1pPr>
            <a:lvl2pPr marL="914330" indent="-457166" eaLnBrk="1" hangingPunct="1">
              <a:spcAft>
                <a:spcPts val="600"/>
              </a:spcAft>
              <a:buSzPct val="120000"/>
              <a:buFont typeface="Arial" charset="0"/>
              <a:buChar char="•"/>
              <a:defRPr sz="35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2pPr>
            <a:lvl3pPr marL="1371495" indent="-457166" eaLnBrk="1" hangingPunct="1">
              <a:spcAft>
                <a:spcPts val="600"/>
              </a:spcAft>
              <a:buSzPct val="120000"/>
              <a:buFont typeface="Courier New" charset="0"/>
              <a:buChar char="o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3pPr>
            <a:lvl4pPr marL="1828659" indent="-457166" eaLnBrk="1" hangingPunct="1">
              <a:spcAft>
                <a:spcPts val="600"/>
              </a:spcAft>
              <a:buSzPct val="120000"/>
              <a:buFont typeface="Wingdings" charset="2"/>
              <a:buChar char="§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285825" indent="-457166" eaLnBrk="1" hangingPunct="1">
              <a:spcAft>
                <a:spcPts val="600"/>
              </a:spcAft>
              <a:buSzPct val="120000"/>
              <a:buFont typeface="AppleSymbols" charset="0"/>
              <a:buChar char="⎻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  <a:lvl6pPr marL="2285718" eaLnBrk="1" hangingPunct="1">
              <a:defRPr>
                <a:latin typeface="+mn-lt"/>
                <a:ea typeface="+mn-ea"/>
                <a:cs typeface="+mn-cs"/>
              </a:defRPr>
            </a:lvl6pPr>
            <a:lvl7pPr marL="2742863" eaLnBrk="1" hangingPunct="1">
              <a:defRPr>
                <a:latin typeface="+mn-lt"/>
                <a:ea typeface="+mn-ea"/>
                <a:cs typeface="+mn-cs"/>
              </a:defRPr>
            </a:lvl7pPr>
            <a:lvl8pPr marL="3200007" eaLnBrk="1" hangingPunct="1">
              <a:defRPr>
                <a:latin typeface="+mn-lt"/>
                <a:ea typeface="+mn-ea"/>
                <a:cs typeface="+mn-cs"/>
              </a:defRPr>
            </a:lvl8pPr>
            <a:lvl9pPr marL="3657149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lvl="1" algn="ctr" defTabSz="914400"/>
            <a:r>
              <a:rPr lang="en-US" sz="4000" b="1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Impacts on Households</a:t>
            </a:r>
          </a:p>
          <a:p>
            <a:pPr lvl="1" algn="ctr" defTabSz="914400"/>
            <a:r>
              <a:rPr lang="en-US" sz="4000" b="1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Co-benefits (avoided deaths)</a:t>
            </a:r>
          </a:p>
          <a:p>
            <a:pPr lvl="1" algn="ctr" defTabSz="914400"/>
            <a:r>
              <a:rPr lang="en-US" sz="4000" noProof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Total $ welfare effects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9152F187-EB28-D8CC-70F3-F8CECF08D163}"/>
              </a:ext>
            </a:extLst>
          </p:cNvPr>
          <p:cNvSpPr/>
          <p:nvPr/>
        </p:nvSpPr>
        <p:spPr>
          <a:xfrm rot="16200000">
            <a:off x="5073843" y="2644448"/>
            <a:ext cx="315561" cy="84252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DFFB0460-21E2-F4F6-7D24-075408FDD84E}"/>
              </a:ext>
            </a:extLst>
          </p:cNvPr>
          <p:cNvSpPr/>
          <p:nvPr/>
        </p:nvSpPr>
        <p:spPr>
          <a:xfrm rot="16200000">
            <a:off x="14335500" y="2644446"/>
            <a:ext cx="315561" cy="84252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10DA08B-4E99-3A6A-9DA6-B53FF7A08716}"/>
              </a:ext>
            </a:extLst>
          </p:cNvPr>
          <p:cNvSpPr/>
          <p:nvPr/>
        </p:nvSpPr>
        <p:spPr>
          <a:xfrm>
            <a:off x="720360" y="1817899"/>
            <a:ext cx="7292672" cy="4426489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3CE348-C626-BF9E-5F0F-CF4B2503C86E}"/>
              </a:ext>
            </a:extLst>
          </p:cNvPr>
          <p:cNvSpPr/>
          <p:nvPr/>
        </p:nvSpPr>
        <p:spPr>
          <a:xfrm>
            <a:off x="9796613" y="2039358"/>
            <a:ext cx="7292672" cy="4426489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4932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91F4F-8235-652E-0F75-239B649AA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DE9B-4F51-3C38-7D14-D4739191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DE457-2B66-2A97-1E1F-FB8BDB23CC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Please create a presentation for </a:t>
            </a:r>
            <a:r>
              <a:rPr lang="en-US" b="1" dirty="0"/>
              <a:t>one</a:t>
            </a:r>
            <a:r>
              <a:rPr lang="en-US" dirty="0"/>
              <a:t> of the four policies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5FA27-F0A3-07ED-3AAA-6E29FE508D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2480" y="2213997"/>
            <a:ext cx="18365384" cy="544717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800" b="1" dirty="0"/>
              <a:t>Policy 1: $5 carbon tax in 2027 rising to $20 in 2030.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800" b="1" dirty="0"/>
              <a:t>Policy 2: $5 carbon tax in 2027 rising to $20 in 2030. Industry sectors (Iron and Steel, Cement, Chemicals, Other Metals)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800" b="1" dirty="0"/>
              <a:t>Policy 3: Increase in Natural Gas Prices in Residential Sector of $2/GJ by 2030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800" b="1" dirty="0"/>
              <a:t>Policy 4: elimination of price controls and consumer subsidies (5 years)</a:t>
            </a:r>
          </a:p>
          <a:p>
            <a:endParaRPr lang="en-US" sz="3800" b="1" dirty="0"/>
          </a:p>
          <a:p>
            <a:r>
              <a:rPr lang="en-US" sz="3800" b="1" dirty="0"/>
              <a:t>50% of revenues in public investment; 50% of revenues into per-capita transfers to bottom 40%; </a:t>
            </a:r>
          </a:p>
          <a:p>
            <a:endParaRPr lang="en-US" sz="3800" b="1" dirty="0"/>
          </a:p>
          <a:p>
            <a:r>
              <a:rPr lang="en-US" sz="3800" b="1" dirty="0"/>
              <a:t>For each, four slides, with description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b="1" dirty="0"/>
              <a:t>Revenues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b="1" dirty="0"/>
              <a:t>Emissions Reductions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b="1" dirty="0"/>
              <a:t>Co-benefits (Cumulative air pollution deaths)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800" b="1" dirty="0"/>
              <a:t>Impact on households (relative consumption share)</a:t>
            </a:r>
          </a:p>
        </p:txBody>
      </p:sp>
    </p:spTree>
    <p:extLst>
      <p:ext uri="{BB962C8B-B14F-4D97-AF65-F5344CB8AC3E}">
        <p14:creationId xmlns:p14="http://schemas.microsoft.com/office/powerpoint/2010/main" val="226878334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4AA95F6-E593-993D-C8A1-6E4B28D2C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Information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7AAE2E-C237-D1E8-D892-192670D5D4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https://cpmodel.github.io/cpat_public/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CB5270-9C01-D0E7-8F9D-1FE1DBA2B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46" y="1925052"/>
            <a:ext cx="16129985" cy="820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2984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7BA02-E3E3-7D8D-1B6A-4B18287CE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12952208-3BE0-6BB3-3921-986B0EB89AA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3429" r="3429"/>
          <a:stretch/>
        </p:blipFill>
        <p:spPr>
          <a:xfrm>
            <a:off x="9583874" y="397"/>
            <a:ext cx="10544048" cy="11308556"/>
          </a:xfr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F73DF34-DB5E-14A1-F9E5-88E9B2422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80" y="777184"/>
            <a:ext cx="7740067" cy="713311"/>
          </a:xfrm>
        </p:spPr>
        <p:txBody>
          <a:bodyPr anchor="b">
            <a:normAutofit/>
          </a:bodyPr>
          <a:lstStyle/>
          <a:p>
            <a:r>
              <a:rPr lang="en-US" noProof="0"/>
              <a:t>Thank you for your attention!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9576C5-2FEB-EBE4-7F19-18F004B97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751" y="8303666"/>
            <a:ext cx="4586441" cy="25549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5E659E-11F2-5DAC-E330-A101317959EC}"/>
              </a:ext>
            </a:extLst>
          </p:cNvPr>
          <p:cNvSpPr txBox="1"/>
          <p:nvPr/>
        </p:nvSpPr>
        <p:spPr>
          <a:xfrm>
            <a:off x="632480" y="1992515"/>
            <a:ext cx="8174636" cy="6170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3000" b="1" i="0" dirty="0">
                <a:solidFill>
                  <a:srgbClr val="FCC402"/>
                </a:solidFill>
                <a:latin typeface="Calibri"/>
              </a:rPr>
              <a:t>External WB Website: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3000" b="0" i="0" dirty="0">
                <a:solidFill>
                  <a:schemeClr val="bg1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https://www.worldbank.org/en/topic/climatechange/brief/climate-policy-assessment-tool</a:t>
            </a:r>
            <a:r>
              <a:rPr lang="en-US" sz="3000" b="0" i="0" dirty="0">
                <a:solidFill>
                  <a:schemeClr val="bg1"/>
                </a:solidFill>
                <a:latin typeface="Calibri"/>
              </a:rPr>
              <a:t>  (or google "CPAT WB")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3000" b="0" i="0" dirty="0">
                <a:solidFill>
                  <a:schemeClr val="bg1"/>
                </a:solidFill>
                <a:latin typeface="Calibri"/>
              </a:rPr>
              <a:t>Internal: </a:t>
            </a:r>
            <a:r>
              <a:rPr lang="en-US" sz="3000" b="0" i="0" dirty="0">
                <a:solidFill>
                  <a:schemeClr val="bg1"/>
                </a:solidFill>
                <a:latin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http://cpat/</a:t>
            </a:r>
            <a:endParaRPr lang="en-US" sz="3000" b="0" i="0" dirty="0">
              <a:solidFill>
                <a:schemeClr val="bg1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endParaRPr lang="en-US" sz="3000" b="0" i="0" dirty="0">
              <a:solidFill>
                <a:srgbClr val="CCCCFF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3000" b="1" i="0" dirty="0">
                <a:solidFill>
                  <a:srgbClr val="FCC402"/>
                </a:solidFill>
                <a:latin typeface="Calibri"/>
              </a:rPr>
              <a:t>Online documentation: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3000" b="0" i="0" dirty="0">
                <a:solidFill>
                  <a:srgbClr val="FFFFFF"/>
                </a:solidFill>
                <a:latin typeface="Calibri"/>
              </a:rPr>
              <a:t>https://cpmodel.github.io/cpat_public/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endParaRPr lang="en-US" sz="300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3000" b="1" dirty="0">
                <a:solidFill>
                  <a:srgbClr val="FCC402"/>
                </a:solidFill>
                <a:latin typeface="Calibri"/>
              </a:rPr>
              <a:t>Questions/t</a:t>
            </a:r>
            <a:r>
              <a:rPr lang="en-US" sz="3000" b="1" i="0" dirty="0">
                <a:solidFill>
                  <a:srgbClr val="FCC402"/>
                </a:solidFill>
                <a:latin typeface="Calibri"/>
              </a:rPr>
              <a:t>o request CPAT, email: </a:t>
            </a:r>
            <a:r>
              <a:rPr lang="en-US" sz="3000" b="0" i="0" dirty="0">
                <a:solidFill>
                  <a:srgbClr val="FFFFFF"/>
                </a:solidFill>
                <a:latin typeface="Calibri"/>
              </a:rPr>
              <a:t>cpat@worldbank.org</a:t>
            </a:r>
          </a:p>
        </p:txBody>
      </p:sp>
    </p:spTree>
    <p:extLst>
      <p:ext uri="{BB962C8B-B14F-4D97-AF65-F5344CB8AC3E}">
        <p14:creationId xmlns:p14="http://schemas.microsoft.com/office/powerpoint/2010/main" val="27283142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1x3STrBvU6TBLkyY7LVZw"/>
</p:tagLst>
</file>

<file path=ppt/theme/theme1.xml><?xml version="1.0" encoding="utf-8"?>
<a:theme xmlns:a="http://schemas.openxmlformats.org/drawingml/2006/main" name="1 Green Master">
  <a:themeElements>
    <a:clrScheme name="CLIMATE WAREHOUSE 2">
      <a:dk1>
        <a:srgbClr val="494949"/>
      </a:dk1>
      <a:lt1>
        <a:srgbClr val="FBFCFF"/>
      </a:lt1>
      <a:dk2>
        <a:srgbClr val="183153"/>
      </a:dk2>
      <a:lt2>
        <a:srgbClr val="F8F9F8"/>
      </a:lt2>
      <a:accent1>
        <a:srgbClr val="183153"/>
      </a:accent1>
      <a:accent2>
        <a:srgbClr val="004B87"/>
      </a:accent2>
      <a:accent3>
        <a:srgbClr val="049AD7"/>
      </a:accent3>
      <a:accent4>
        <a:srgbClr val="00955E"/>
      </a:accent4>
      <a:accent5>
        <a:srgbClr val="FCC402"/>
      </a:accent5>
      <a:accent6>
        <a:srgbClr val="E7485F"/>
      </a:accent6>
      <a:hlink>
        <a:srgbClr val="611F41"/>
      </a:hlink>
      <a:folHlink>
        <a:srgbClr val="0095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8033965C425B4096B45C738AFDD784" ma:contentTypeVersion="17" ma:contentTypeDescription="Create a new document." ma:contentTypeScope="" ma:versionID="9c1732ee7a25a4e8acb8d96c4f217788">
  <xsd:schema xmlns:xsd="http://www.w3.org/2001/XMLSchema" xmlns:xs="http://www.w3.org/2001/XMLSchema" xmlns:p="http://schemas.microsoft.com/office/2006/metadata/properties" xmlns:ns1="http://schemas.microsoft.com/sharepoint/v3" xmlns:ns2="6da25918-1bbc-4f8d-86b2-1161a4d0f75d" xmlns:ns3="76cbe74e-7cd4-4bc0-a35c-d3ee6e5e8f9f" targetNamespace="http://schemas.microsoft.com/office/2006/metadata/properties" ma:root="true" ma:fieldsID="55b39b2be5860e8cf2504e89a1f5dc73" ns1:_="" ns2:_="" ns3:_="">
    <xsd:import namespace="http://schemas.microsoft.com/sharepoint/v3"/>
    <xsd:import namespace="6da25918-1bbc-4f8d-86b2-1161a4d0f75d"/>
    <xsd:import namespace="76cbe74e-7cd4-4bc0-a35c-d3ee6e5e8f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25918-1bbc-4f8d-86b2-1161a4d0f7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a6c10d7-b926-4fc0-945e-3cbf5049f6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cbe74e-7cd4-4bc0-a35c-d3ee6e5e8f9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4c923a6-c63f-40b5-92dd-7685153e33d5}" ma:internalName="TaxCatchAll" ma:showField="CatchAllData" ma:web="76cbe74e-7cd4-4bc0-a35c-d3ee6e5e8f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SharedWithUsers xmlns="76cbe74e-7cd4-4bc0-a35c-d3ee6e5e8f9f">
      <UserInfo>
        <DisplayName/>
        <AccountId xsi:nil="true"/>
        <AccountType/>
      </UserInfo>
    </SharedWithUsers>
    <lcf76f155ced4ddcb4097134ff3c332f xmlns="6da25918-1bbc-4f8d-86b2-1161a4d0f75d">
      <Terms xmlns="http://schemas.microsoft.com/office/infopath/2007/PartnerControls"/>
    </lcf76f155ced4ddcb4097134ff3c332f>
    <TaxCatchAll xmlns="76cbe74e-7cd4-4bc0-a35c-d3ee6e5e8f9f" xsi:nil="true"/>
  </documentManagement>
</p:properties>
</file>

<file path=customXml/itemProps1.xml><?xml version="1.0" encoding="utf-8"?>
<ds:datastoreItem xmlns:ds="http://schemas.openxmlformats.org/officeDocument/2006/customXml" ds:itemID="{09788A9E-248B-4C79-9399-ED8A6DAE4F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a25918-1bbc-4f8d-86b2-1161a4d0f75d"/>
    <ds:schemaRef ds:uri="76cbe74e-7cd4-4bc0-a35c-d3ee6e5e8f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12303A-E578-4C6C-A82E-E3AC046908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FB7066-147D-4A4A-8352-76508892562D}">
  <ds:schemaRefs>
    <ds:schemaRef ds:uri="6da25918-1bbc-4f8d-86b2-1161a4d0f75d"/>
    <ds:schemaRef ds:uri="76cbe74e-7cd4-4bc0-a35c-d3ee6e5e8f9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sharepoint/v3"/>
    <ds:schemaRef ds:uri="52671cb1-616e-4311-8ae8-0550fa1a0921"/>
    <ds:schemaRef ds:uri="1c64e12d-c16e-4fb6-b71a-a38e65ae247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</TotalTime>
  <Words>5604</Words>
  <Application>Microsoft Office PowerPoint</Application>
  <PresentationFormat>Custom</PresentationFormat>
  <Paragraphs>1023</Paragraphs>
  <Slides>83</Slides>
  <Notes>20</Notes>
  <HiddenSlides>1</HiddenSlides>
  <MMClips>0</MMClips>
  <ScaleCrop>false</ScaleCrop>
  <HeadingPairs>
    <vt:vector size="8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104" baseType="lpstr">
      <vt:lpstr>AndesExtraLight</vt:lpstr>
      <vt:lpstr>AppleSymbols</vt:lpstr>
      <vt:lpstr>Aptos</vt:lpstr>
      <vt:lpstr>Aptos Light</vt:lpstr>
      <vt:lpstr>Arial</vt:lpstr>
      <vt:lpstr>Arial Nova</vt:lpstr>
      <vt:lpstr>Arial Nova Light</vt:lpstr>
      <vt:lpstr>Calibri</vt:lpstr>
      <vt:lpstr>Cambria Math</vt:lpstr>
      <vt:lpstr>Courier New</vt:lpstr>
      <vt:lpstr>Heiti TC Medium</vt:lpstr>
      <vt:lpstr>Helvetica Neue</vt:lpstr>
      <vt:lpstr>Open Sans</vt:lpstr>
      <vt:lpstr>Open Sans Light</vt:lpstr>
      <vt:lpstr>Open Sans Semibold</vt:lpstr>
      <vt:lpstr>Proxima Nova</vt:lpstr>
      <vt:lpstr>Quattrocento Sans</vt:lpstr>
      <vt:lpstr>Trebuchet MS</vt:lpstr>
      <vt:lpstr>Wingdings</vt:lpstr>
      <vt:lpstr>1 Green Master</vt:lpstr>
      <vt:lpstr>think-cell Slide</vt:lpstr>
      <vt:lpstr>Climate Policy Assessment Tool  (CPAT)  </vt:lpstr>
      <vt:lpstr>Roadmap for Workshop</vt:lpstr>
      <vt:lpstr>OVERVIEW OF CPAT</vt:lpstr>
      <vt:lpstr>Overview of CPAT</vt:lpstr>
      <vt:lpstr>CPAT Overview</vt:lpstr>
      <vt:lpstr>Impacts Modelled in CPAT</vt:lpstr>
      <vt:lpstr>Country Coverage</vt:lpstr>
      <vt:lpstr>CPAT Policies</vt:lpstr>
      <vt:lpstr>Why Use CPAT?</vt:lpstr>
      <vt:lpstr>CPAT Dashboard</vt:lpstr>
      <vt:lpstr>CPAT Dashboard</vt:lpstr>
      <vt:lpstr>Summary of Main Uses Of CPAT</vt:lpstr>
      <vt:lpstr>Summary of CPAT</vt:lpstr>
      <vt:lpstr>CPAT METHODOLOGY</vt:lpstr>
      <vt:lpstr>Methodology</vt:lpstr>
      <vt:lpstr>CPAT Structure — Model of Models Overview</vt:lpstr>
      <vt:lpstr>Overview Of Modules</vt:lpstr>
      <vt:lpstr>Overview Of Modules</vt:lpstr>
      <vt:lpstr>Overview Of Modules</vt:lpstr>
      <vt:lpstr>Climate Policy Assessment Tool (CPAT)</vt:lpstr>
      <vt:lpstr>Methodology</vt:lpstr>
      <vt:lpstr>Mitigation: How One Effect Leads to the Next</vt:lpstr>
      <vt:lpstr>Mitigation Module: Energy Consumption Part</vt:lpstr>
      <vt:lpstr>Energy Sectors and Price Coverage</vt:lpstr>
      <vt:lpstr>Mitigation Module: Main Fuel Use Equation</vt:lpstr>
      <vt:lpstr>GDP and Price Elasticities</vt:lpstr>
      <vt:lpstr>Power Sector Model</vt:lpstr>
      <vt:lpstr>CPAT Mitigation: Data Sources</vt:lpstr>
      <vt:lpstr>Modelled Results: Emissions Reductions</vt:lpstr>
      <vt:lpstr>Modelled Results: Revenue Results</vt:lpstr>
      <vt:lpstr>Methodology</vt:lpstr>
      <vt:lpstr>Net Effect on Family Budgets</vt:lpstr>
      <vt:lpstr>Modelling Process</vt:lpstr>
      <vt:lpstr>CPAT Dashboard</vt:lpstr>
      <vt:lpstr>Output Graphs</vt:lpstr>
      <vt:lpstr>Let’s look at an example</vt:lpstr>
      <vt:lpstr>Carbon Tax makes inequality better (and more so including revenue use)</vt:lpstr>
      <vt:lpstr>Who Pays? Effects on Households</vt:lpstr>
      <vt:lpstr>Methodology</vt:lpstr>
      <vt:lpstr>Why Air Pollution Matters</vt:lpstr>
      <vt:lpstr>The health effects of pollution are large…</vt:lpstr>
      <vt:lpstr>From Emissions to Health Impacts</vt:lpstr>
      <vt:lpstr>Air Pollution Model Overview</vt:lpstr>
      <vt:lpstr>Two Sources of Pollution, One Health Cost</vt:lpstr>
      <vt:lpstr>Air Pollution Q&amp;A</vt:lpstr>
      <vt:lpstr>Modelled Results: Air Pollution Co-benefits</vt:lpstr>
      <vt:lpstr>Methodology</vt:lpstr>
      <vt:lpstr>Other Co-Benefits: Transport &amp; GDP</vt:lpstr>
      <vt:lpstr>Other Co-Benefits: Transport &amp; GDP</vt:lpstr>
      <vt:lpstr>HOW TO USE CPAT</vt:lpstr>
      <vt:lpstr>How to Use CPAT</vt:lpstr>
      <vt:lpstr>Accessing CPAT &amp; Excel Requirements</vt:lpstr>
      <vt:lpstr>How to Use CPAT</vt:lpstr>
      <vt:lpstr>Using CPAT</vt:lpstr>
      <vt:lpstr>CPAT Dashboard</vt:lpstr>
      <vt:lpstr>CPAT Dashboard</vt:lpstr>
      <vt:lpstr>Policy Strength &amp; Assumptions</vt:lpstr>
      <vt:lpstr>CPAT Dashboard</vt:lpstr>
      <vt:lpstr>Output Graphs</vt:lpstr>
      <vt:lpstr>CPAT Dashboard</vt:lpstr>
      <vt:lpstr>CPAT Dashboard</vt:lpstr>
      <vt:lpstr>Navigating CPAT</vt:lpstr>
      <vt:lpstr>Output Data</vt:lpstr>
      <vt:lpstr>EXERCISE</vt:lpstr>
      <vt:lpstr>How to Use CPAT</vt:lpstr>
      <vt:lpstr>Tailoring GDP Assumptions</vt:lpstr>
      <vt:lpstr>Tailoring Prices and Taxes</vt:lpstr>
      <vt:lpstr>Tailoring Power Sector &amp; Electricity Results</vt:lpstr>
      <vt:lpstr>Exercises</vt:lpstr>
      <vt:lpstr>Core Policy Options</vt:lpstr>
      <vt:lpstr>Policy 1</vt:lpstr>
      <vt:lpstr>Policy 2</vt:lpstr>
      <vt:lpstr>Policy 3</vt:lpstr>
      <vt:lpstr>Policy 4</vt:lpstr>
      <vt:lpstr>Exercises</vt:lpstr>
      <vt:lpstr>All Policy Options</vt:lpstr>
      <vt:lpstr>Core Policy Options</vt:lpstr>
      <vt:lpstr>Exercises</vt:lpstr>
      <vt:lpstr>Output Graphs</vt:lpstr>
      <vt:lpstr>Output Graphs</vt:lpstr>
      <vt:lpstr>Exercises</vt:lpstr>
      <vt:lpstr>More Information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Sandhya Srinivasan</dc:creator>
  <cp:lastModifiedBy>Stephen John Stretton</cp:lastModifiedBy>
  <cp:revision>4</cp:revision>
  <dcterms:created xsi:type="dcterms:W3CDTF">2019-05-21T10:29:25Z</dcterms:created>
  <dcterms:modified xsi:type="dcterms:W3CDTF">2026-06-17T17:25:28Z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2019-05-21T00:00:00Z</vt:filetime>
  </property>
  <property fmtid="{D5CDD505-2E9C-101B-9397-08002B2CF9AE}" pid="3" name="Creator">
    <vt:lpwstr>Adobe InDesign CC 14.0 (Macintosh)</vt:lpwstr>
  </property>
  <property fmtid="{D5CDD505-2E9C-101B-9397-08002B2CF9AE}" pid="4" name="LastSaved">
    <vt:filetime>2019-05-21T00:00:00Z</vt:filetime>
  </property>
  <property fmtid="{D5CDD505-2E9C-101B-9397-08002B2CF9AE}" pid="5" name="ContentTypeId">
    <vt:lpwstr>0x010100E78033965C425B4096B45C738AFDD784</vt:lpwstr>
  </property>
  <property fmtid="{D5CDD505-2E9C-101B-9397-08002B2CF9AE}" pid="6" name="Order">
    <vt:r8>63059800</vt:r8>
  </property>
  <property fmtid="{D5CDD505-2E9C-101B-9397-08002B2CF9AE}" pid="7" name="_ExtendedDescription">
    <vt:lpwstr/>
  </property>
  <property fmtid="{D5CDD505-2E9C-101B-9397-08002B2CF9AE}" pid="8" name="MediaServiceImageTags">
    <vt:lpwstr/>
  </property>
  <property fmtid="{D5CDD505-2E9C-101B-9397-08002B2CF9AE}" pid="9" name="MSIP_Label_f1bf45b6-5649-4236-82a3-f45024cd282e_Enabled">
    <vt:lpwstr>true</vt:lpwstr>
  </property>
  <property fmtid="{D5CDD505-2E9C-101B-9397-08002B2CF9AE}" pid="10" name="MSIP_Label_f1bf45b6-5649-4236-82a3-f45024cd282e_SetDate">
    <vt:lpwstr>2025-10-02T17:26:21Z</vt:lpwstr>
  </property>
  <property fmtid="{D5CDD505-2E9C-101B-9397-08002B2CF9AE}" pid="11" name="MSIP_Label_f1bf45b6-5649-4236-82a3-f45024cd282e_Method">
    <vt:lpwstr>Standard</vt:lpwstr>
  </property>
  <property fmtid="{D5CDD505-2E9C-101B-9397-08002B2CF9AE}" pid="12" name="MSIP_Label_f1bf45b6-5649-4236-82a3-f45024cd282e_Name">
    <vt:lpwstr>Official Use Only</vt:lpwstr>
  </property>
  <property fmtid="{D5CDD505-2E9C-101B-9397-08002B2CF9AE}" pid="13" name="MSIP_Label_f1bf45b6-5649-4236-82a3-f45024cd282e_SiteId">
    <vt:lpwstr>31a2fec0-266b-4c67-b56e-2796d8f59c36</vt:lpwstr>
  </property>
  <property fmtid="{D5CDD505-2E9C-101B-9397-08002B2CF9AE}" pid="14" name="MSIP_Label_f1bf45b6-5649-4236-82a3-f45024cd282e_ActionId">
    <vt:lpwstr>4dcfc70e-44fb-44d6-acf6-e44fd93a6940</vt:lpwstr>
  </property>
  <property fmtid="{D5CDD505-2E9C-101B-9397-08002B2CF9AE}" pid="15" name="MSIP_Label_f1bf45b6-5649-4236-82a3-f45024cd282e_ContentBits">
    <vt:lpwstr>2</vt:lpwstr>
  </property>
  <property fmtid="{D5CDD505-2E9C-101B-9397-08002B2CF9AE}" pid="16" name="MSIP_Label_f1bf45b6-5649-4236-82a3-f45024cd282e_Tag">
    <vt:lpwstr>10, 3, 0, 1</vt:lpwstr>
  </property>
  <property fmtid="{D5CDD505-2E9C-101B-9397-08002B2CF9AE}" pid="17" name="ClassificationContentMarkingFooterLocations">
    <vt:lpwstr>Office Theme:5\1 Green Master:4\Full Page Interior:3\1_Office Theme:8\2_Office Theme:5\1_1 Green Master:4</vt:lpwstr>
  </property>
  <property fmtid="{D5CDD505-2E9C-101B-9397-08002B2CF9AE}" pid="18" name="ClassificationContentMarkingFooterText">
    <vt:lpwstr>Official Use Only</vt:lpwstr>
  </property>
</Properties>
</file>