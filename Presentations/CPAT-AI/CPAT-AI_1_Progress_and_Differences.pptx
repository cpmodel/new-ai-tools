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650000"/>
            <a:ext cx="845312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CPAT-AI · MANAGEMENT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00000"/>
            <a:ext cx="79248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mbria"/>
              </a:rPr>
              <a:t>CPAT-AI: progress and what is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30000"/>
            <a:ext cx="845312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Where we are, and how CPAT-AI differs from legacy CPAT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595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AA8BC"/>
                </a:solidFill>
                <a:latin typeface="Calibri"/>
              </a:rPr>
              <a:t>Stephen Stretton · 20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Mitigation: substantial progress. Distribution: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Substantial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Prices, demand by 16 sectors and 8 fuels, power, road transport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Revenues, CO2, other GHGs, GDP effects, carbon rates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Checked against legacy CPAT and an independent Python recomputation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Some features still being added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Household impacts as legacy, by decile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ASPIRE and poverty-line transfers, production-sector prices, charts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All 31 legacy distribution bugs fixed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AROUND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Documentation and hand-over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Quick start, equations, method notes, every formula listed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Bug register and cell-by-cell fix plans for legacy CPAT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Python model (Coded CPAT) shares the same codes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 working, documented CPAT-AI; two co-benefit modules remain (see next steps).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CPAT-AI VS LEGACY CPAT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What is different for the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624"/>
                <a:gridCol w="3592576"/>
                <a:gridCol w="528320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Legacy CPAT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CPAT-AI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Scenarios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Scenario columns copied in by macro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A scenario is a column group: copy-paste to add one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How many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Two at a time (baseline + policy)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Any number: paste more groups, or batch-run and compare up to 8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Bugs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159 known bugs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No known bugs: every legacy bug fixed, none copied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Formulas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Long, nested formulas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Runs with LAMBDA formulae, or entirely without (four variants)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Data selected inside the calculation sheets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Data sheets at legacy addresses: paste a country's data, set its code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More than 5 s to recalculate a scenario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Faster: Excel timings to be confirmed (TBC)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same model as legacy, easier to use, extend and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RECALCULATION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Changing a scenario: recalculation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Timings to be measured in Excel 365 on a standard WB laptop · CPAT-AI · 20 Oct 2026 · 4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1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30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&gt;5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3102133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CPAT: recalculation after a scenario change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4933" y="1800000"/>
            <a:ext cx="3402133" cy="1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50000" cy="130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933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TBC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933" y="2440000"/>
            <a:ext cx="3102133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CPAT-AI with LAMBDA formulae: after a scenario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7066" y="1800000"/>
            <a:ext cx="3402133" cy="1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7066" y="1800000"/>
            <a:ext cx="50000" cy="130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7066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TBC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7066" y="2440000"/>
            <a:ext cx="3102133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CPAT-AI without LAMBDAs: after a scenario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400000"/>
            <a:ext cx="105664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Why it is faster: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short formulas (max 100 characters), one formula per block.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Only the changed scenario recalculates: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each scenario is its own column group.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To do: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time the three cases in Excel on the same machine and fill in this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2600000"/>
            <a:ext cx="105664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00000"/>
            <a:ext cx="105664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Questions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AI in developing climate fiscal tools</dc:title>
  <dc:subject>FY27 work plan: AI climate fiscal tools</dc:subject>
  <dc:creator>Stephen Stretton</dc:creator>
  <cp:lastModifiedBy>Stephen Stretton</cp:lastModifiedBy>
  <cp:revision>2</cp:revision>
  <dcterms:created xsi:type="dcterms:W3CDTF">2026-09-28T21:49:06Z</dcterms:created>
  <dcterms:modified xsi:type="dcterms:W3CDTF">2026-10-01T00:40:12Z</dcterms:modified>
  <cp:version>1.2</cp:version>
</cp:coreProperties>
</file>