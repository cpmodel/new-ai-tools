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50000"/>
            <a:ext cx="845312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CPAT-AI · MANAGEMENT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00000"/>
            <a:ext cx="79248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mbria"/>
              </a:rPr>
              <a:t>CPAT-AI: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90000"/>
            <a:ext cx="845312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What remains, and how to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595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AA8BC"/>
                </a:solidFill>
                <a:latin typeface="Calibri"/>
              </a:rPr>
              <a:t>Stephen Stretton · 20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WHAT REMAINS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Four pieces of work remain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25066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Air pollution co-benefits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2126600" cy="1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Health and mortality effects of lower local pollution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9400" y="1800000"/>
            <a:ext cx="25066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4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4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Transport co-benefits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400" y="2590000"/>
            <a:ext cx="2126600" cy="1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Congestion, accidents, road damage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00" y="1800000"/>
            <a:ext cx="2506600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60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60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Alignment of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6000" y="2590000"/>
            <a:ext cx="2126600" cy="1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Excel-AI, Python and the master code list use the same codes and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26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600" y="1800000"/>
            <a:ext cx="25066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26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6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Database back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2600" y="2590000"/>
            <a:ext cx="2126600" cy="1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Data outside the workbook; perhaps a second data table on SharePoint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FOR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What next, and how to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CPAT-AI · 20 Oct 2026 · 3</a:t>
            </a:r>
          </a:p>
        </p:txBody>
      </p:sp>
      <p:sp>
        <p:nvSpPr>
          <p:cNvPr id="5" name="Oval 4"/>
          <p:cNvSpPr/>
          <p:nvPr/>
        </p:nvSpPr>
        <p:spPr>
          <a:xfrm>
            <a:off x="812800" y="185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85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2800" y="188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What to share with the IMF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2800" y="188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Which version, documents and bug list; when; in what form</a:t>
            </a:r>
          </a:p>
        </p:txBody>
      </p:sp>
      <p:sp>
        <p:nvSpPr>
          <p:cNvPr id="9" name="Oval 8"/>
          <p:cNvSpPr/>
          <p:nvPr/>
        </p:nvSpPr>
        <p:spPr>
          <a:xfrm>
            <a:off x="812800" y="249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49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2800" y="252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Involve the rest of the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2800" y="252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Open the repos and the process to colleagues, not just results</a:t>
            </a:r>
          </a:p>
        </p:txBody>
      </p:sp>
      <p:sp>
        <p:nvSpPr>
          <p:cNvPr id="13" name="Oval 12"/>
          <p:cNvSpPr/>
          <p:nvPr/>
        </p:nvSpPr>
        <p:spPr>
          <a:xfrm>
            <a:off x="812800" y="313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313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2800" y="316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Two missing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2800" y="316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Proposal: you and the STCs develop air pollution and transport co-benefits</a:t>
            </a:r>
          </a:p>
        </p:txBody>
      </p:sp>
      <p:sp>
        <p:nvSpPr>
          <p:cNvPr id="17" name="Oval 16"/>
          <p:cNvSpPr/>
          <p:nvPr/>
        </p:nvSpPr>
        <p:spPr>
          <a:xfrm>
            <a:off x="812800" y="377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377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2800" y="380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User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2800" y="380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Proposal: us or the IMF build the UI; or we split the UI in half</a:t>
            </a:r>
          </a:p>
        </p:txBody>
      </p:sp>
      <p:sp>
        <p:nvSpPr>
          <p:cNvPr id="21" name="Oval 20"/>
          <p:cNvSpPr/>
          <p:nvPr/>
        </p:nvSpPr>
        <p:spPr>
          <a:xfrm>
            <a:off x="812800" y="441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441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800" y="444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Way of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2800" y="444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One shared repo, one register, shared rules: collaborative by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I would like this to be a joint effort: agree owners for the modules and the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2600000"/>
            <a:ext cx="105664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00000"/>
            <a:ext cx="105664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Questions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AI in developing climate fiscal tools</dc:title>
  <dc:subject>FY27 work plan: AI climate fiscal tools</dc:subject>
  <dc:creator>Stephen Stretton</dc:creator>
  <cp:lastModifiedBy>Stephen Stretton</cp:lastModifiedBy>
  <cp:revision>2</cp:revision>
  <dcterms:created xsi:type="dcterms:W3CDTF">2026-09-28T21:49:06Z</dcterms:created>
  <dcterms:modified xsi:type="dcterms:W3CDTF">2026-10-01T00:40:12Z</dcterms:modified>
  <cp:version>1.2</cp:version>
</cp:coreProperties>
</file>