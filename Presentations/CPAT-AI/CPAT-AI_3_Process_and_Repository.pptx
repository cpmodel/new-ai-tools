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650000"/>
            <a:ext cx="845312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E3A36B"/>
                </a:solidFill>
                <a:latin typeface="Calibri"/>
              </a:rPr>
              <a:t>CPAT-AI · MANAGEMENT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000000"/>
            <a:ext cx="79248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mbria"/>
              </a:rPr>
              <a:t>CPAT-AI: how it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890000"/>
            <a:ext cx="845312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C9D3E0"/>
                </a:solidFill>
                <a:latin typeface="Calibri"/>
              </a:rPr>
              <a:t>AI-assisted development and the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595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AA8BC"/>
                </a:solidFill>
                <a:latin typeface="Calibri"/>
              </a:rPr>
              <a:t>Stephen Stretton · 20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HOW IT IS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AI-assisted development on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Tools: Claude Code (main), GitHub Copilot (occasionally) · CPAT-AI · 20 Oct 2026 ·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50000"/>
            <a:ext cx="1849280" cy="1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800" y="1970000"/>
            <a:ext cx="160928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Repos on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800" y="2270000"/>
            <a:ext cx="1609280" cy="10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Model, scripts, documents and rules in version control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02080" y="260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92080" y="1850000"/>
            <a:ext cx="1849280" cy="1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2080" y="1970000"/>
            <a:ext cx="160928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2080" y="2270000"/>
            <a:ext cx="1609280" cy="10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Writes builders, formulas, checks and documents; cloud sessions on branches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81360" y="260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171360" y="1850000"/>
            <a:ext cx="1849280" cy="1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91360" y="1970000"/>
            <a:ext cx="160928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GitHub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1360" y="2270000"/>
            <a:ext cx="1609280" cy="10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Used occasionally for smaller edits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60640" y="260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350640" y="1850000"/>
            <a:ext cx="1849280" cy="15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0640" y="1970000"/>
            <a:ext cx="160928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4213D"/>
                </a:solidFill>
                <a:latin typeface="Calibri"/>
              </a:rPr>
              <a:t>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0640" y="2270000"/>
            <a:ext cx="1609280" cy="10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3F4A5A"/>
                </a:solidFill>
                <a:latin typeface="Calibri"/>
              </a:rPr>
              <a:t>Independent Python recomputation; comparison with legacy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39920" y="2600000"/>
            <a:ext cx="250000" cy="0"/>
          </a:xfrm>
          <a:prstGeom prst="line">
            <a:avLst/>
          </a:prstGeom>
          <a:ln w="19050">
            <a:solidFill>
              <a:srgbClr val="5B65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529920" y="1850000"/>
            <a:ext cx="1849280" cy="15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9920" y="1970000"/>
            <a:ext cx="160928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9920" y="2270000"/>
            <a:ext cx="1609280" cy="10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C9D3E0"/>
                </a:solidFill>
                <a:latin typeface="Calibri"/>
              </a:rPr>
              <a:t>Versioned workbook, register, docs; every task logged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" y="3650000"/>
            <a:ext cx="10566400" cy="1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4213D"/>
                </a:solidFill>
                <a:latin typeface="Calibri"/>
              </a:rPr>
              <a:t>Rules in the repo:</a:t>
            </a:r>
            <a:r>
              <a:rPr sz="1300" b="0" i="0">
                <a:solidFill>
                  <a:srgbClr val="3F4A5A"/>
                </a:solidFill>
                <a:latin typeface="Calibri"/>
              </a:rPr>
              <a:t> AGENTS.md, NORMS.md and CAVEATS.md tell any AI tool how to work and what was done.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4213D"/>
                </a:solidFill>
                <a:latin typeface="Calibri"/>
              </a:rPr>
              <a:t>Reviewable:</a:t>
            </a:r>
            <a:r>
              <a:rPr sz="1300" b="0" i="0">
                <a:solidFill>
                  <a:srgbClr val="3F4A5A"/>
                </a:solidFill>
                <a:latin typeface="Calibri"/>
              </a:rPr>
              <a:t> every change is a commit; bugs and issues are generated from one register.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4213D"/>
                </a:solidFill>
                <a:latin typeface="Calibri"/>
              </a:rPr>
              <a:t>Human in charge:</a:t>
            </a:r>
            <a:r>
              <a:rPr sz="1300" b="0" i="0">
                <a:solidFill>
                  <a:srgbClr val="3F4A5A"/>
                </a:solidFill>
                <a:latin typeface="Calibri"/>
              </a:rPr>
              <a:t> AI proposes and builds; decisions on issues are mine.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How the CPAT-AI repo is organised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github.com/cpmodel/CPAT-AI · CPAT-AI · 20 Oct 2026 ·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800000"/>
          <a:ext cx="10566400" cy="2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0"/>
                <a:gridCol w="5283200"/>
                <a:gridCol w="2113280"/>
              </a:tblGrid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Folder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holds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Who uses it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README, AGENTS, NORMS, CAVEATS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Who reads what; rules for people and AI; log of every task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Everyone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cpat_excel/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Excel-AI: the CPAT-AI workbook, its builder, checks and documents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Modellers, reviewers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cpat_excel/cpat_excel_original/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Legacy CPAT workbook: the reference (read-only)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Everyone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cpat_coded/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Coded CPAT: the Python model, tests and Shiny app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Developers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legacy_bugfix_plans/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Cell-by-cell fix plans for legacy CPAT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CPAT team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4213D"/>
                          </a:solidFill>
                          <a:latin typeface="Calibri"/>
                        </a:rPr>
                        <a:t>templates/, _research/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Input template; source literature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F4A5A"/>
                          </a:solidFill>
                          <a:latin typeface="Calibri"/>
                        </a:rPr>
                        <a:t>Everyone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one repo, two projects (Excel and Python), one reference model and one task log.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2600000"/>
            <a:ext cx="105664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3500000"/>
            <a:ext cx="105664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C9D3E0"/>
                </a:solidFill>
                <a:latin typeface="Calibri"/>
              </a:rPr>
              <a:t>Questions and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of AI in developing climate fiscal tools</dc:title>
  <dc:subject>FY27 work plan: AI climate fiscal tools</dc:subject>
  <dc:creator>Stephen Stretton</dc:creator>
  <cp:lastModifiedBy>Stephen Stretton</cp:lastModifiedBy>
  <cp:revision>2</cp:revision>
  <dcterms:created xsi:type="dcterms:W3CDTF">2026-09-28T21:49:06Z</dcterms:created>
  <dcterms:modified xsi:type="dcterms:W3CDTF">2026-10-01T00:40:12Z</dcterms:modified>
  <cp:version>1.2</cp:version>
</cp:coreProperties>
</file>