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1" r:id="rId4"/>
  </p:sldMasterIdLst>
  <p:notesMasterIdLst>
    <p:notesMasterId r:id="rId9"/>
  </p:notesMasterIdLst>
  <p:handoutMasterIdLst>
    <p:handoutMasterId r:id="rId10"/>
  </p:handoutMasterIdLst>
  <p:sldIdLst>
    <p:sldId id="2141412433" r:id="rId5"/>
    <p:sldId id="2147471897" r:id="rId6"/>
    <p:sldId id="2147471898" r:id="rId7"/>
    <p:sldId id="2147471640" r:id="rId8"/>
  </p:sldIdLst>
  <p:sldSz cx="20104100" cy="11309350"/>
  <p:notesSz cx="20104100" cy="11309350"/>
  <p:defaultTextStyle>
    <a:defPPr>
      <a:defRPr lang="en-US"/>
    </a:defPPr>
    <a:lvl1pPr marL="0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9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3AD23F-DC62-DF1D-BC8D-9C24735C5220}" name="Florent John McIsaac" initials="FJM" userId="S::fmcisaac@worldbank.org::2d8844a1-08dd-4f60-8d1b-c7a73a1f4904" providerId="AD"/>
  <p188:author id="{B0F670E4-7903-62D6-1D71-6059ED181027}" name="Stephen Stretton" initials="SS" userId="d46b5d2afcd4ceb0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dy E. Hughes" initials="WEH" lastIdx="18" clrIdx="0">
    <p:extLst>
      <p:ext uri="{19B8F6BF-5375-455C-9EA6-DF929625EA0E}">
        <p15:presenceInfo xmlns:p15="http://schemas.microsoft.com/office/powerpoint/2012/main" userId="S::whughes@worldbank.org::ccb323fb-528a-4594-9603-47d8cab397fc" providerId="AD"/>
      </p:ext>
    </p:extLst>
  </p:cmAuthor>
  <p:cmAuthor id="2" name="Ana Ferran Torres" initials="AFT" lastIdx="12" clrIdx="1">
    <p:extLst>
      <p:ext uri="{19B8F6BF-5375-455C-9EA6-DF929625EA0E}">
        <p15:presenceInfo xmlns:p15="http://schemas.microsoft.com/office/powerpoint/2012/main" userId="S::aferrantorres@worldbank.org::1b5c7c5f-f6d6-40f3-9fd7-fa68caa6b11d" providerId="AD"/>
      </p:ext>
    </p:extLst>
  </p:cmAuthor>
  <p:cmAuthor id="3" name="Stephanie Rogers" initials="SR" lastIdx="3" clrIdx="2">
    <p:extLst>
      <p:ext uri="{19B8F6BF-5375-455C-9EA6-DF929625EA0E}">
        <p15:presenceInfo xmlns:p15="http://schemas.microsoft.com/office/powerpoint/2012/main" userId="S::srogers@worldbank.org::95b7fd45-651d-479b-b065-4b5f6b9f7cf8" providerId="AD"/>
      </p:ext>
    </p:extLst>
  </p:cmAuthor>
  <p:cmAuthor id="4" name="Izzati Zabidin" initials="IZ" lastIdx="1" clrIdx="3">
    <p:extLst>
      <p:ext uri="{19B8F6BF-5375-455C-9EA6-DF929625EA0E}">
        <p15:presenceInfo xmlns:p15="http://schemas.microsoft.com/office/powerpoint/2012/main" userId="S::izabidin@ifc.org::fa90ca0f-efb8-46e6-b0c0-8060e44ca6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9495D"/>
    <a:srgbClr val="E2E7EB"/>
    <a:srgbClr val="1CA3D7"/>
    <a:srgbClr val="00955E"/>
    <a:srgbClr val="EBF1F9"/>
    <a:srgbClr val="D8E0E4"/>
    <a:srgbClr val="617D8A"/>
    <a:srgbClr val="FBFCFF"/>
    <a:srgbClr val="35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4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162"/>
      </p:cViewPr>
      <p:guideLst>
        <p:guide orient="horz" pos="2879"/>
        <p:guide pos="215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John Stretton" userId="da8c780b-1aa2-4e36-94fb-871dc8111504" providerId="ADAL" clId="{461C8D16-F91C-40AB-8163-8272BCB3CEB6}"/>
    <pc:docChg chg="undo custSel addSld delSld modSld sldOrd addSection delSection modSection">
      <pc:chgData name="Stephen John Stretton" userId="da8c780b-1aa2-4e36-94fb-871dc8111504" providerId="ADAL" clId="{461C8D16-F91C-40AB-8163-8272BCB3CEB6}" dt="2026-09-28T20:45:47.284" v="5336" actId="47"/>
      <pc:docMkLst>
        <pc:docMk/>
      </pc:docMkLst>
      <pc:sldChg chg="del">
        <pc:chgData name="Stephen John Stretton" userId="da8c780b-1aa2-4e36-94fb-871dc8111504" providerId="ADAL" clId="{461C8D16-F91C-40AB-8163-8272BCB3CEB6}" dt="2026-09-28T20:45:22.860" v="5330" actId="47"/>
        <pc:sldMkLst>
          <pc:docMk/>
          <pc:sldMk cId="1908229061" sldId="26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014043127" sldId="27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153486191" sldId="179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659949872" sldId="300000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4003823372" sldId="300000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378200134" sldId="300001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101676957" sldId="300001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652554194" sldId="300001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939990307" sldId="3000015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650343034" sldId="300001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508110872" sldId="300001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166121328" sldId="300002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289711055" sldId="300002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481688334" sldId="214141178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222917417" sldId="214141191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958811518" sldId="214141192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953078986" sldId="214141194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824886960" sldId="214141197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314945980" sldId="2141411997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833278786" sldId="214141200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653830617" sldId="214141202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58540657" sldId="214141244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368913025" sldId="214747158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861834035" sldId="214747158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737988581" sldId="214747161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857396302" sldId="214747161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925421090" sldId="2147471619"/>
        </pc:sldMkLst>
      </pc:sldChg>
      <pc:sldChg chg="del">
        <pc:chgData name="Stephen John Stretton" userId="da8c780b-1aa2-4e36-94fb-871dc8111504" providerId="ADAL" clId="{461C8D16-F91C-40AB-8163-8272BCB3CEB6}" dt="2026-09-28T20:45:23.419" v="5331" actId="47"/>
        <pc:sldMkLst>
          <pc:docMk/>
          <pc:sldMk cId="2142715937" sldId="214747162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930140800" sldId="214747162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861268539" sldId="214747166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806383880" sldId="214747169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773080079" sldId="2147471693"/>
        </pc:sldMkLst>
      </pc:sldChg>
      <pc:sldChg chg="del">
        <pc:chgData name="Stephen John Stretton" userId="da8c780b-1aa2-4e36-94fb-871dc8111504" providerId="ADAL" clId="{461C8D16-F91C-40AB-8163-8272BCB3CEB6}" dt="2026-09-28T20:45:25.010" v="5333" actId="47"/>
        <pc:sldMkLst>
          <pc:docMk/>
          <pc:sldMk cId="1070036688" sldId="214747169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091663100" sldId="214747169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251063105" sldId="214747169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183649018" sldId="214747170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333185938" sldId="214747170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052020498" sldId="214747170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392434675" sldId="214747170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358219231" sldId="214747171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785508895" sldId="214747171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358418170" sldId="214747171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312797715" sldId="214747171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624477474" sldId="214747172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615636930" sldId="214747172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84408114" sldId="2147471725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4147728064" sldId="214747176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33865985" sldId="214747179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331384171" sldId="214747180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043404588" sldId="214747181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727108358" sldId="2147471852"/>
        </pc:sldMkLst>
      </pc:sldChg>
      <pc:sldChg chg="del">
        <pc:chgData name="Stephen John Stretton" userId="da8c780b-1aa2-4e36-94fb-871dc8111504" providerId="ADAL" clId="{461C8D16-F91C-40AB-8163-8272BCB3CEB6}" dt="2026-09-28T20:45:24.449" v="5332" actId="47"/>
        <pc:sldMkLst>
          <pc:docMk/>
          <pc:sldMk cId="564679471" sldId="214747185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229455074" sldId="2147471857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4084580425" sldId="214747185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150179216" sldId="214747186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645689098" sldId="214747186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304342952" sldId="214747186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453493231" sldId="214747186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268783344" sldId="214747186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810894554" sldId="214747186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339774115" sldId="214747186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178950255" sldId="214747187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857736012" sldId="214747187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543521232" sldId="2147471877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8085685" sldId="214747187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650433982" sldId="214747187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216411695" sldId="214747188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444054640" sldId="214747188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618951051" sldId="214747188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329728751" sldId="214747188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413707064" sldId="214747188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09602495" sldId="2147471886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3971701079" sldId="2147471888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126373163" sldId="2147471889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945690706" sldId="2147471890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130634158" sldId="2147471891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494177556" sldId="2147471892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973018999" sldId="2147471893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1748129840" sldId="2147471894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4006085522" sldId="2147471895"/>
        </pc:sldMkLst>
      </pc:sldChg>
      <pc:sldChg chg="del">
        <pc:chgData name="Stephen John Stretton" userId="da8c780b-1aa2-4e36-94fb-871dc8111504" providerId="ADAL" clId="{461C8D16-F91C-40AB-8163-8272BCB3CEB6}" dt="2026-09-28T20:45:34.462" v="5334" actId="47"/>
        <pc:sldMkLst>
          <pc:docMk/>
          <pc:sldMk cId="2289199830" sldId="2147471896"/>
        </pc:sldMkLst>
      </pc:sldChg>
      <pc:sldChg chg="new">
        <pc:chgData name="Stephen John Stretton" userId="da8c780b-1aa2-4e36-94fb-871dc8111504" providerId="ADAL" clId="{461C8D16-F91C-40AB-8163-8272BCB3CEB6}" dt="2026-09-28T20:45:06.564" v="5328" actId="680"/>
        <pc:sldMkLst>
          <pc:docMk/>
          <pc:sldMk cId="3940005869" sldId="2147471897"/>
        </pc:sldMkLst>
      </pc:sldChg>
      <pc:sldChg chg="new">
        <pc:chgData name="Stephen John Stretton" userId="da8c780b-1aa2-4e36-94fb-871dc8111504" providerId="ADAL" clId="{461C8D16-F91C-40AB-8163-8272BCB3CEB6}" dt="2026-09-28T20:45:10.375" v="5329" actId="680"/>
        <pc:sldMkLst>
          <pc:docMk/>
          <pc:sldMk cId="3266804023" sldId="2147471898"/>
        </pc:sldMkLst>
      </pc:sldChg>
      <pc:sldChg chg="new del">
        <pc:chgData name="Stephen John Stretton" userId="da8c780b-1aa2-4e36-94fb-871dc8111504" providerId="ADAL" clId="{461C8D16-F91C-40AB-8163-8272BCB3CEB6}" dt="2026-09-28T20:45:47.284" v="5336" actId="47"/>
        <pc:sldMkLst>
          <pc:docMk/>
          <pc:sldMk cId="3907230480" sldId="2147471899"/>
        </pc:sldMkLst>
      </pc:sldChg>
      <pc:sldMasterChg chg="delSldLayout">
        <pc:chgData name="Stephen John Stretton" userId="da8c780b-1aa2-4e36-94fb-871dc8111504" providerId="ADAL" clId="{461C8D16-F91C-40AB-8163-8272BCB3CEB6}" dt="2026-09-28T20:45:34.462" v="5334" actId="47"/>
        <pc:sldMasterMkLst>
          <pc:docMk/>
          <pc:sldMasterMk cId="677322908" sldId="2147483721"/>
        </pc:sldMasterMkLst>
        <pc:sldLayoutChg chg="del">
          <pc:chgData name="Stephen John Stretton" userId="da8c780b-1aa2-4e36-94fb-871dc8111504" providerId="ADAL" clId="{461C8D16-F91C-40AB-8163-8272BCB3CEB6}" dt="2026-09-28T20:45:34.462" v="5334" actId="47"/>
          <pc:sldLayoutMkLst>
            <pc:docMk/>
            <pc:sldMasterMk cId="677322908" sldId="2147483721"/>
            <pc:sldLayoutMk cId="1620261244" sldId="214748379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A3B1F5-210E-1066-2267-FFAFC3FBDF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39FDE0-487B-DDF9-28A7-43AC6523F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C814A-F289-45A8-A3E6-60435267C1B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D8DCE-468C-D6E0-B4EB-540894D26A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30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0C5CC-B822-4E8A-B1B6-07581C7D158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D2ABE-0F47-4599-BD2A-7C23DCC59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7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08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77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65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54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42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31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19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08" algn="l" defTabSz="914177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0" y="0"/>
            <a:ext cx="20104100" cy="10554732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1337EEC8-8211-43CD-A3B4-09AC6860E1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60432" y="754619"/>
            <a:ext cx="8141831" cy="369832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989" y="4281488"/>
            <a:ext cx="6742792" cy="310765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9856" y="7794171"/>
            <a:ext cx="6742793" cy="169817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6A4301-DAC9-6FE7-F3B5-FB0627161C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41B47E-F806-7FD2-74C6-D121F8F33D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2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C7B27-E57F-01DC-D7F5-81EF0B1DBE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DEC1C-8850-56D7-5819-DEA339F6E0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1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1 Green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A2F4FF-D371-E936-4221-9E5E7CB227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A711-384F-6478-CC7A-5259861867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3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76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with space to add your own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lue rectangle">
            <a:extLst>
              <a:ext uri="{FF2B5EF4-FFF2-40B4-BE49-F238E27FC236}">
                <a16:creationId xmlns:a16="http://schemas.microsoft.com/office/drawing/2014/main" id="{B54F5B37-BD7F-DEFE-A468-0E5F899B05C8}"/>
              </a:ext>
            </a:extLst>
          </p:cNvPr>
          <p:cNvSpPr/>
          <p:nvPr userDrawn="1"/>
        </p:nvSpPr>
        <p:spPr bwMode="auto">
          <a:xfrm>
            <a:off x="13176070" y="116453"/>
            <a:ext cx="6736564" cy="11104591"/>
          </a:xfrm>
          <a:prstGeom prst="rect">
            <a:avLst/>
          </a:prstGeom>
          <a:solidFill>
            <a:srgbClr val="8029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0781" tIns="75390" rIns="150781" bIns="75390" numCol="1" rtlCol="0" anchor="t" anchorCtr="0" compatLnSpc="1">
            <a:prstTxWarp prst="textNoShape">
              <a:avLst/>
            </a:prstTxWarp>
          </a:bodyPr>
          <a:lstStyle/>
          <a:p>
            <a:pPr marL="191099" marR="0" indent="-191099" algn="l" defTabSz="150784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14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C8EC22-2644-70CE-42DC-8D0D2E4C1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>
          <a:xfrm>
            <a:off x="13176070" y="0"/>
            <a:ext cx="6919430" cy="11309350"/>
          </a:xfrm>
          <a:prstGeom prst="rect">
            <a:avLst/>
          </a:prstGeom>
        </p:spPr>
      </p:pic>
      <p:sp>
        <p:nvSpPr>
          <p:cNvPr id="24" name="Presentation title text ">
            <a:extLst>
              <a:ext uri="{FF2B5EF4-FFF2-40B4-BE49-F238E27FC236}">
                <a16:creationId xmlns:a16="http://schemas.microsoft.com/office/drawing/2014/main" id="{E178D353-04F4-DC50-BA6F-F4448016F0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70704" y="4494914"/>
            <a:ext cx="6541929" cy="1684252"/>
          </a:xfrm>
          <a:prstGeom prst="rect">
            <a:avLst/>
          </a:prstGeom>
          <a:solidFill>
            <a:srgbClr val="802987"/>
          </a:solidFill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617" b="0" i="0" cap="none" spc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ADD YOUR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25" name="Subhead text">
            <a:extLst>
              <a:ext uri="{FF2B5EF4-FFF2-40B4-BE49-F238E27FC236}">
                <a16:creationId xmlns:a16="http://schemas.microsoft.com/office/drawing/2014/main" id="{E7C6BEF5-6D79-8AFF-D375-FEB0A34EFF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780663" y="6437664"/>
            <a:ext cx="5770975" cy="572135"/>
          </a:xfrm>
          <a:prstGeom prst="rect">
            <a:avLst/>
          </a:prstGeom>
          <a:solidFill>
            <a:srgbClr val="802987"/>
          </a:solidFill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968" b="1" i="0" cap="none" baseline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add your subhead</a:t>
            </a:r>
          </a:p>
        </p:txBody>
      </p:sp>
      <p:sp>
        <p:nvSpPr>
          <p:cNvPr id="13" name="Picture Placeholder">
            <a:extLst>
              <a:ext uri="{FF2B5EF4-FFF2-40B4-BE49-F238E27FC236}">
                <a16:creationId xmlns:a16="http://schemas.microsoft.com/office/drawing/2014/main" id="{9687E4AC-3865-4817-ADAF-8168461A7C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-21854"/>
            <a:ext cx="13176069" cy="1133120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6596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  <a:p>
            <a:r>
              <a:rPr lang="en-US"/>
              <a:t>     Click to add your image</a:t>
            </a:r>
          </a:p>
        </p:txBody>
      </p:sp>
      <p:pic>
        <p:nvPicPr>
          <p:cNvPr id="5" name="World Bank logo">
            <a:extLst>
              <a:ext uri="{FF2B5EF4-FFF2-40B4-BE49-F238E27FC236}">
                <a16:creationId xmlns:a16="http://schemas.microsoft.com/office/drawing/2014/main" id="{3DFCED31-5D27-EB76-08D7-7D5DC5209AC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815769" y="9000166"/>
            <a:ext cx="3646218" cy="16520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811615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1AE02A-4DB4-8961-A163-03E11DF82A55}"/>
              </a:ext>
            </a:extLst>
          </p:cNvPr>
          <p:cNvSpPr/>
          <p:nvPr userDrawn="1"/>
        </p:nvSpPr>
        <p:spPr bwMode="auto">
          <a:xfrm>
            <a:off x="0" y="0"/>
            <a:ext cx="9604787" cy="11309350"/>
          </a:xfrm>
          <a:prstGeom prst="rect">
            <a:avLst/>
          </a:prstGeom>
          <a:solidFill>
            <a:srgbClr val="80298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50781" tIns="75390" rIns="150781" bIns="75390" numCol="1" rtlCol="0" anchor="t" anchorCtr="0" compatLnSpc="1">
            <a:prstTxWarp prst="textNoShape">
              <a:avLst/>
            </a:prstTxWarp>
          </a:bodyPr>
          <a:lstStyle/>
          <a:p>
            <a:pPr marL="191099" marR="0" indent="-191099" algn="l" defTabSz="150784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144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rebuchet MS" pitchFamily="34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47A9FA-9D05-5DA0-7855-EC1DA30AE4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0000"/>
            <a:lum bright="30000"/>
          </a:blip>
          <a:srcRect r="49625" b="44045"/>
          <a:stretch/>
        </p:blipFill>
        <p:spPr>
          <a:xfrm>
            <a:off x="632478" y="1277224"/>
            <a:ext cx="8972309" cy="10032126"/>
          </a:xfrm>
          <a:prstGeom prst="rect">
            <a:avLst/>
          </a:prstGeom>
        </p:spPr>
      </p:pic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8665723" cy="0"/>
          </a:xfrm>
          <a:prstGeom prst="line">
            <a:avLst/>
          </a:prstGeom>
          <a:noFill/>
          <a:ln w="127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Picture Placeholder ">
            <a:extLst>
              <a:ext uri="{FF2B5EF4-FFF2-40B4-BE49-F238E27FC236}">
                <a16:creationId xmlns:a16="http://schemas.microsoft.com/office/drawing/2014/main" id="{954AB1F3-7EDA-DC4D-52AE-A4551F492C5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5118" y="0"/>
            <a:ext cx="10503301" cy="11309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algn="ctr">
              <a:defRPr sz="5277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endParaRPr lang="en-US"/>
          </a:p>
          <a:p>
            <a:r>
              <a:rPr lang="en-US"/>
              <a:t>     Click to add your image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7" y="389093"/>
            <a:ext cx="7740067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  <p:sp>
        <p:nvSpPr>
          <p:cNvPr id="4" name="Subhead">
            <a:extLst>
              <a:ext uri="{FF2B5EF4-FFF2-40B4-BE49-F238E27FC236}">
                <a16:creationId xmlns:a16="http://schemas.microsoft.com/office/drawing/2014/main" id="{01B350AB-213C-BA5E-F096-D556FE809E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479" y="954773"/>
            <a:ext cx="5661713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page </a:t>
            </a:r>
            <a:r>
              <a:rPr lang="en-US" err="1"/>
              <a:t>subheader</a:t>
            </a:r>
            <a:endParaRPr lang="en-US"/>
          </a:p>
        </p:txBody>
      </p:sp>
      <p:sp>
        <p:nvSpPr>
          <p:cNvPr id="9" name="Body copy ">
            <a:extLst>
              <a:ext uri="{FF2B5EF4-FFF2-40B4-BE49-F238E27FC236}">
                <a16:creationId xmlns:a16="http://schemas.microsoft.com/office/drawing/2014/main" id="{F49F63CF-BB77-ECA7-C746-74363772E0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2480" y="4554593"/>
            <a:ext cx="8232744" cy="39488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638" b="0" i="0" cap="none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366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15" descr="Imagen que contiene exterior, montaña, molino de viento, objeto&#10;&#10;Descripción generada automáticamente">
            <a:extLst>
              <a:ext uri="{FF2B5EF4-FFF2-40B4-BE49-F238E27FC236}">
                <a16:creationId xmlns:a16="http://schemas.microsoft.com/office/drawing/2014/main" id="{DD221274-2C8F-40BF-8CA4-C99C2D530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9" r="-217" b="6672"/>
          <a:stretch/>
        </p:blipFill>
        <p:spPr>
          <a:xfrm>
            <a:off x="0" y="0"/>
            <a:ext cx="20104100" cy="10554732"/>
          </a:xfrm>
          <a:prstGeom prst="rect">
            <a:avLst/>
          </a:prstGeom>
        </p:spPr>
      </p:pic>
      <p:sp>
        <p:nvSpPr>
          <p:cNvPr id="6" name="Triángulo rectángulo 18">
            <a:extLst>
              <a:ext uri="{FF2B5EF4-FFF2-40B4-BE49-F238E27FC236}">
                <a16:creationId xmlns:a16="http://schemas.microsoft.com/office/drawing/2014/main" id="{955F555B-82BF-4E9F-9775-EEDC22B7EBE0}"/>
              </a:ext>
            </a:extLst>
          </p:cNvPr>
          <p:cNvSpPr/>
          <p:nvPr userDrawn="1"/>
        </p:nvSpPr>
        <p:spPr>
          <a:xfrm rot="10800000">
            <a:off x="0" y="6350"/>
            <a:ext cx="20104100" cy="113030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kern="0">
              <a:solidFill>
                <a:schemeClr val="bg1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8F87E-F9E4-492A-8975-B5F332AFFFB9}"/>
              </a:ext>
            </a:extLst>
          </p:cNvPr>
          <p:cNvSpPr txBox="1">
            <a:spLocks/>
          </p:cNvSpPr>
          <p:nvPr userDrawn="1"/>
        </p:nvSpPr>
        <p:spPr>
          <a:xfrm>
            <a:off x="1055523" y="5087938"/>
            <a:ext cx="7543729" cy="310765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7200" b="1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  <a:p>
            <a:pPr algn="ctr"/>
            <a:endParaRPr lang="en-US" sz="4399" kern="0">
              <a:solidFill>
                <a:srgbClr val="183153"/>
              </a:solidFill>
              <a:latin typeface="Heiti TC Medium" pitchFamily="2" charset="-128"/>
              <a:ea typeface="Heiti TC Medium" pitchFamily="2" charset="-128"/>
              <a:cs typeface="Biome" panose="020B0604020202020204" pitchFamily="34" charset="0"/>
            </a:endParaRPr>
          </a:p>
        </p:txBody>
      </p:sp>
      <p:cxnSp>
        <p:nvCxnSpPr>
          <p:cNvPr id="9" name="Conector recto 21">
            <a:extLst>
              <a:ext uri="{FF2B5EF4-FFF2-40B4-BE49-F238E27FC236}">
                <a16:creationId xmlns:a16="http://schemas.microsoft.com/office/drawing/2014/main" id="{F0F15FF9-6014-4CE9-B6D3-81F225B40E81}"/>
              </a:ext>
            </a:extLst>
          </p:cNvPr>
          <p:cNvCxnSpPr>
            <a:cxnSpLocks/>
          </p:cNvCxnSpPr>
          <p:nvPr userDrawn="1"/>
        </p:nvCxnSpPr>
        <p:spPr>
          <a:xfrm>
            <a:off x="5714710" y="2130089"/>
            <a:ext cx="7903156" cy="4505326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24">
            <a:extLst>
              <a:ext uri="{FF2B5EF4-FFF2-40B4-BE49-F238E27FC236}">
                <a16:creationId xmlns:a16="http://schemas.microsoft.com/office/drawing/2014/main" id="{0B400D1A-8B81-4C51-994A-6AC381AC5651}"/>
              </a:ext>
            </a:extLst>
          </p:cNvPr>
          <p:cNvCxnSpPr>
            <a:cxnSpLocks/>
          </p:cNvCxnSpPr>
          <p:nvPr userDrawn="1"/>
        </p:nvCxnSpPr>
        <p:spPr>
          <a:xfrm>
            <a:off x="19196049" y="1082677"/>
            <a:ext cx="0" cy="6953251"/>
          </a:xfrm>
          <a:prstGeom prst="line">
            <a:avLst/>
          </a:prstGeom>
          <a:ln w="44450">
            <a:solidFill>
              <a:srgbClr val="DAF4F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1337EEC8-8211-43CD-A3B4-09AC6860E1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2C348C0-4A4E-4985-94D1-1DF93A92C9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960432" y="754619"/>
            <a:ext cx="8141831" cy="3698320"/>
          </a:xfrm>
          <a:prstGeom prst="rect">
            <a:avLst/>
          </a:prstGeom>
        </p:spPr>
        <p:txBody>
          <a:bodyPr/>
          <a:lstStyle>
            <a:lvl1pPr>
              <a:defRPr sz="4800">
                <a:solidFill>
                  <a:schemeClr val="bg1"/>
                </a:solidFill>
                <a:latin typeface="Helvetica Neue"/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 sz="4800">
                <a:solidFill>
                  <a:schemeClr val="bg1"/>
                </a:solidFill>
              </a:defRPr>
            </a:lvl3pPr>
            <a:lvl4pPr>
              <a:defRPr sz="4800">
                <a:solidFill>
                  <a:schemeClr val="bg1"/>
                </a:solidFill>
              </a:defRPr>
            </a:lvl4pPr>
            <a:lvl5pPr>
              <a:defRPr sz="4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75473FC-553B-4424-AA61-160C16EE07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9989" y="4281488"/>
            <a:ext cx="6742792" cy="3107651"/>
          </a:xfrm>
          <a:prstGeom prst="rect">
            <a:avLst/>
          </a:prstGeom>
        </p:spPr>
        <p:txBody>
          <a:bodyPr/>
          <a:lstStyle>
            <a:lvl1pPr>
              <a:defRPr sz="4800" b="1">
                <a:latin typeface="Helvetica Neue"/>
              </a:defRPr>
            </a:lvl1pPr>
            <a:lvl2pPr>
              <a:defRPr sz="3600" b="0">
                <a:latin typeface="Helvetica Neue"/>
              </a:defRPr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9540376-333D-4EC9-9EB4-D87AFC076D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89856" y="7794171"/>
            <a:ext cx="6742793" cy="1698172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Helvetica Neu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26A4301-DAC9-6FE7-F3B5-FB0627161C1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41B47E-F806-7FD2-74C6-D121F8F33DF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6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BC7B27-E57F-01DC-D7F5-81EF0B1DBE0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FDEC1C-8850-56D7-5819-DEA339F6E03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87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1 Green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Holder 2"/>
          <p:cNvSpPr>
            <a:spLocks noGrp="1"/>
          </p:cNvSpPr>
          <p:nvPr>
            <p:ph type="title" hasCustomPrompt="1"/>
          </p:nvPr>
        </p:nvSpPr>
        <p:spPr>
          <a:xfrm>
            <a:off x="1028039" y="727520"/>
            <a:ext cx="17232252" cy="1469123"/>
          </a:xfrm>
          <a:prstGeom prst="rect">
            <a:avLst/>
          </a:prstGeom>
        </p:spPr>
        <p:txBody>
          <a:bodyPr lIns="0" tIns="0" rIns="0" bIns="0"/>
          <a:lstStyle>
            <a:lvl1pPr>
              <a:defRPr sz="6000" b="1" i="0" baseline="0">
                <a:solidFill>
                  <a:schemeClr val="accent4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n-US" sz="5200" baseline="0"/>
              <a:t>Title</a:t>
            </a:r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sz="half" idx="17"/>
          </p:nvPr>
        </p:nvSpPr>
        <p:spPr>
          <a:xfrm>
            <a:off x="1028038" y="2454275"/>
            <a:ext cx="17232252" cy="7624011"/>
          </a:xfrm>
          <a:prstGeom prst="rect">
            <a:avLst/>
          </a:prstGeom>
        </p:spPr>
        <p:txBody>
          <a:bodyPr/>
          <a:lstStyle>
            <a:lvl1pPr marL="457166" indent="-457166">
              <a:spcAft>
                <a:spcPts val="600"/>
              </a:spcAft>
              <a:buSzPct val="120000"/>
              <a:buFont typeface="Arial" panose="020B0604020202020204" pitchFamily="34" charset="0"/>
              <a:buChar char="•"/>
              <a:defRPr sz="4600" baseline="0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1pPr>
            <a:lvl2pPr marL="914330" indent="-457166">
              <a:spcAft>
                <a:spcPts val="600"/>
              </a:spcAft>
              <a:buSzPct val="120000"/>
              <a:buFont typeface="Arial" charset="0"/>
              <a:buChar char="•"/>
              <a:defRPr sz="35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2pPr>
            <a:lvl3pPr marL="1371495" indent="-457166">
              <a:spcAft>
                <a:spcPts val="600"/>
              </a:spcAft>
              <a:buSzPct val="120000"/>
              <a:buFont typeface="Courier New" charset="0"/>
              <a:buChar char="o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3pPr>
            <a:lvl4pPr marL="1828659" indent="-457166">
              <a:spcAft>
                <a:spcPts val="600"/>
              </a:spcAft>
              <a:buSzPct val="120000"/>
              <a:buFont typeface="Wingdings" charset="2"/>
              <a:buChar char="§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4pPr>
            <a:lvl5pPr marL="2285825" indent="-457166">
              <a:spcAft>
                <a:spcPts val="600"/>
              </a:spcAft>
              <a:buSzPct val="120000"/>
              <a:buFont typeface="AppleSymbols" charset="0"/>
              <a:buChar char="⎻"/>
              <a:defRPr sz="2799">
                <a:solidFill>
                  <a:schemeClr val="tx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7C9225-4017-4B67-BEA6-908252EFD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650588"/>
            <a:ext cx="20104100" cy="658761"/>
          </a:xfrm>
          <a:prstGeom prst="rect">
            <a:avLst/>
          </a:prstGeom>
        </p:spPr>
      </p:pic>
      <p:sp>
        <p:nvSpPr>
          <p:cNvPr id="29" name="Rectangle 28"/>
          <p:cNvSpPr/>
          <p:nvPr userDrawn="1"/>
        </p:nvSpPr>
        <p:spPr>
          <a:xfrm>
            <a:off x="13702145" y="10294938"/>
            <a:ext cx="4558145" cy="1082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17"/>
          </a:p>
        </p:txBody>
      </p:sp>
      <p:pic>
        <p:nvPicPr>
          <p:cNvPr id="15" name="Picture 14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8B4679BF-ED40-4F5C-B0C9-FFE58F6B80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29348"/>
          <a:stretch/>
        </p:blipFill>
        <p:spPr>
          <a:xfrm>
            <a:off x="13958391" y="10597074"/>
            <a:ext cx="741281" cy="586817"/>
          </a:xfrm>
          <a:prstGeom prst="rect">
            <a:avLst/>
          </a:prstGeom>
        </p:spPr>
      </p:pic>
      <p:sp>
        <p:nvSpPr>
          <p:cNvPr id="3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035051" y="10836276"/>
            <a:ext cx="8635999" cy="215443"/>
          </a:xfrm>
          <a:prstGeom prst="rect">
            <a:avLst/>
          </a:prstGeom>
        </p:spPr>
        <p:txBody>
          <a:bodyPr/>
          <a:lstStyle>
            <a:lvl1pPr>
              <a:defRPr sz="1401" b="0" baseline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  <a:lvl2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2pPr>
            <a:lvl3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3pPr>
            <a:lvl4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4pPr>
            <a:lvl5pPr>
              <a:defRPr sz="2001">
                <a:solidFill>
                  <a:schemeClr val="accent5"/>
                </a:solidFill>
                <a:latin typeface="Proxima Nova" charset="0"/>
                <a:ea typeface="Proxima Nova" charset="0"/>
                <a:cs typeface="Proxima Nova" charset="0"/>
              </a:defRPr>
            </a:lvl5pPr>
          </a:lstStyle>
          <a:p>
            <a:pPr lvl="0"/>
            <a:r>
              <a:rPr lang="en-US"/>
              <a:t>Click to add presentation title/date/other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A2F4FF-D371-E936-4221-9E5E7CB227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6659483" y="10482093"/>
            <a:ext cx="6785134" cy="6021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AA711-384F-6478-CC7A-5259861867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65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18942232" cy="0"/>
          </a:xfrm>
          <a:prstGeom prst="line">
            <a:avLst/>
          </a:prstGeom>
          <a:noFill/>
          <a:ln w="12700" cap="rnd" cmpd="sng" algn="ctr">
            <a:solidFill>
              <a:srgbClr val="09426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8" y="389093"/>
            <a:ext cx="18860994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rgbClr val="09426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  <p:sp>
        <p:nvSpPr>
          <p:cNvPr id="4" name="Subhead">
            <a:extLst>
              <a:ext uri="{FF2B5EF4-FFF2-40B4-BE49-F238E27FC236}">
                <a16:creationId xmlns:a16="http://schemas.microsoft.com/office/drawing/2014/main" id="{01B350AB-213C-BA5E-F096-D556FE809E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479" y="954773"/>
            <a:ext cx="18839143" cy="69354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3298" b="0" i="1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lvl="0"/>
            <a:r>
              <a:rPr lang="en-US"/>
              <a:t>Click to edit page </a:t>
            </a:r>
            <a:r>
              <a:rPr lang="en-US" err="1"/>
              <a:t>subheader</a:t>
            </a:r>
            <a:endParaRPr lang="en-US"/>
          </a:p>
        </p:txBody>
      </p:sp>
      <p:sp>
        <p:nvSpPr>
          <p:cNvPr id="9" name="Body copy ">
            <a:extLst>
              <a:ext uri="{FF2B5EF4-FFF2-40B4-BE49-F238E27FC236}">
                <a16:creationId xmlns:a16="http://schemas.microsoft.com/office/drawing/2014/main" id="{F49F63CF-BB77-ECA7-C746-74363772E0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2479" y="4603235"/>
            <a:ext cx="18920379" cy="30579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defRPr sz="2638" b="0" i="0" cap="none" baseline="0">
                <a:solidFill>
                  <a:srgbClr val="09426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b="0" i="0">
                <a:latin typeface="AndesExtraLight"/>
                <a:cs typeface="AndesExtraLight"/>
              </a:defRPr>
            </a:lvl2pPr>
            <a:lvl3pPr>
              <a:defRPr b="0" i="0">
                <a:latin typeface="AndesExtraLight"/>
                <a:cs typeface="AndesExtraLight"/>
              </a:defRPr>
            </a:lvl3pPr>
            <a:lvl4pPr>
              <a:defRPr b="0" i="0">
                <a:latin typeface="AndesExtraLight"/>
                <a:cs typeface="AndesExtraLight"/>
              </a:defRPr>
            </a:lvl4pPr>
            <a:lvl5pPr>
              <a:defRPr b="0" i="0">
                <a:latin typeface="AndesExtraLight"/>
                <a:cs typeface="AndesExtraLight"/>
              </a:defRPr>
            </a:lvl5pPr>
          </a:lstStyle>
          <a:p>
            <a:pPr marL="0" marR="0" lvl="0" indent="0" algn="l" defTabSz="1507846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989"/>
              </a:spcAft>
              <a:buClr>
                <a:srgbClr val="404040"/>
              </a:buClr>
              <a:buSzTx/>
              <a:buFontTx/>
              <a:buNone/>
              <a:tabLst/>
              <a:defRPr/>
            </a:pPr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Click to edit slide body copy.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 Ut </a:t>
            </a:r>
            <a:r>
              <a:rPr lang="en-US" err="1"/>
              <a:t>wisi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</a:t>
            </a:r>
            <a:r>
              <a:rPr lang="en-US" err="1"/>
              <a:t>exerci</a:t>
            </a:r>
            <a:r>
              <a:rPr lang="en-US"/>
              <a:t> </a:t>
            </a:r>
            <a:r>
              <a:rPr lang="en-US" err="1"/>
              <a:t>tation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lobortis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421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Blue line ">
            <a:extLst>
              <a:ext uri="{FF2B5EF4-FFF2-40B4-BE49-F238E27FC236}">
                <a16:creationId xmlns:a16="http://schemas.microsoft.com/office/drawing/2014/main" id="{14B50395-1DB5-E7DD-6CE6-B883F0FFDD7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10627" y="1795499"/>
            <a:ext cx="18942232" cy="0"/>
          </a:xfrm>
          <a:prstGeom prst="line">
            <a:avLst/>
          </a:prstGeom>
          <a:noFill/>
          <a:ln w="12700" cap="rnd" cmpd="sng" algn="ctr">
            <a:solidFill>
              <a:srgbClr val="09426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itle">
            <a:extLst>
              <a:ext uri="{FF2B5EF4-FFF2-40B4-BE49-F238E27FC236}">
                <a16:creationId xmlns:a16="http://schemas.microsoft.com/office/drawing/2014/main" id="{5319FF8E-1FC9-090D-8163-70D8F7B42C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627" y="389093"/>
            <a:ext cx="18942232" cy="71336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spcBef>
                <a:spcPts val="0"/>
              </a:spcBef>
              <a:defRPr sz="4452" b="0" i="0" cap="none" spc="0" baseline="0">
                <a:solidFill>
                  <a:srgbClr val="094269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CLICK TO EDIT PAGE HEADER</a:t>
            </a:r>
          </a:p>
        </p:txBody>
      </p:sp>
    </p:spTree>
    <p:extLst>
      <p:ext uri="{BB962C8B-B14F-4D97-AF65-F5344CB8AC3E}">
        <p14:creationId xmlns:p14="http://schemas.microsoft.com/office/powerpoint/2010/main" val="213986838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mpany name&#10;&#10;Description automatically generated with low confidence">
            <a:extLst>
              <a:ext uri="{FF2B5EF4-FFF2-40B4-BE49-F238E27FC236}">
                <a16:creationId xmlns:a16="http://schemas.microsoft.com/office/drawing/2014/main" id="{96FA3872-6554-4C47-96D8-9CF4E4F4AF45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b="29348"/>
          <a:stretch/>
        </p:blipFill>
        <p:spPr>
          <a:xfrm>
            <a:off x="13958392" y="10597076"/>
            <a:ext cx="741281" cy="58681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424E2F-EAE1-417E-A4C4-B09D1BF84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198520" y="10482093"/>
            <a:ext cx="452342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FA1E6-9E58-459F-9A1B-0DE3AC5B15E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9EBE2-A96D-DB9A-4AF0-93D8968A3A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192875" y="11093450"/>
            <a:ext cx="8763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Official Use Only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4519A-226F-7B5B-788F-B49620B8A7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4939881" y="10598053"/>
            <a:ext cx="2923576" cy="67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32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83" r:id="rId2"/>
    <p:sldLayoutId id="2147483720" r:id="rId3"/>
    <p:sldLayoutId id="2147483792" r:id="rId4"/>
    <p:sldLayoutId id="2147483793" r:id="rId5"/>
    <p:sldLayoutId id="2147483873" r:id="rId6"/>
    <p:sldLayoutId id="2147483874" r:id="rId7"/>
    <p:sldLayoutId id="2147483875" r:id="rId8"/>
    <p:sldLayoutId id="2147483879" r:id="rId9"/>
    <p:sldLayoutId id="2147483880" r:id="rId10"/>
    <p:sldLayoutId id="2147483881" r:id="rId11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144" eaLnBrk="1" hangingPunct="1">
        <a:defRPr>
          <a:latin typeface="+mn-lt"/>
          <a:ea typeface="+mn-ea"/>
          <a:cs typeface="+mn-cs"/>
        </a:defRPr>
      </a:lvl2pPr>
      <a:lvl3pPr marL="914288" eaLnBrk="1" hangingPunct="1">
        <a:defRPr>
          <a:latin typeface="+mn-lt"/>
          <a:ea typeface="+mn-ea"/>
          <a:cs typeface="+mn-cs"/>
        </a:defRPr>
      </a:lvl3pPr>
      <a:lvl4pPr marL="1371432" eaLnBrk="1" hangingPunct="1">
        <a:defRPr>
          <a:latin typeface="+mn-lt"/>
          <a:ea typeface="+mn-ea"/>
          <a:cs typeface="+mn-cs"/>
        </a:defRPr>
      </a:lvl4pPr>
      <a:lvl5pPr marL="1828574" eaLnBrk="1" hangingPunct="1">
        <a:defRPr>
          <a:latin typeface="+mn-lt"/>
          <a:ea typeface="+mn-ea"/>
          <a:cs typeface="+mn-cs"/>
        </a:defRPr>
      </a:lvl5pPr>
      <a:lvl6pPr marL="2285718" eaLnBrk="1" hangingPunct="1">
        <a:defRPr>
          <a:latin typeface="+mn-lt"/>
          <a:ea typeface="+mn-ea"/>
          <a:cs typeface="+mn-cs"/>
        </a:defRPr>
      </a:lvl6pPr>
      <a:lvl7pPr marL="2742863" eaLnBrk="1" hangingPunct="1">
        <a:defRPr>
          <a:latin typeface="+mn-lt"/>
          <a:ea typeface="+mn-ea"/>
          <a:cs typeface="+mn-cs"/>
        </a:defRPr>
      </a:lvl7pPr>
      <a:lvl8pPr marL="3200007" eaLnBrk="1" hangingPunct="1">
        <a:defRPr>
          <a:latin typeface="+mn-lt"/>
          <a:ea typeface="+mn-ea"/>
          <a:cs typeface="+mn-cs"/>
        </a:defRPr>
      </a:lvl8pPr>
      <a:lvl9pPr marL="3657149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144" eaLnBrk="1" hangingPunct="1">
        <a:defRPr>
          <a:latin typeface="+mn-lt"/>
          <a:ea typeface="+mn-ea"/>
          <a:cs typeface="+mn-cs"/>
        </a:defRPr>
      </a:lvl2pPr>
      <a:lvl3pPr marL="914288" eaLnBrk="1" hangingPunct="1">
        <a:defRPr>
          <a:latin typeface="+mn-lt"/>
          <a:ea typeface="+mn-ea"/>
          <a:cs typeface="+mn-cs"/>
        </a:defRPr>
      </a:lvl3pPr>
      <a:lvl4pPr marL="1371432" eaLnBrk="1" hangingPunct="1">
        <a:defRPr>
          <a:latin typeface="+mn-lt"/>
          <a:ea typeface="+mn-ea"/>
          <a:cs typeface="+mn-cs"/>
        </a:defRPr>
      </a:lvl4pPr>
      <a:lvl5pPr marL="1828574" eaLnBrk="1" hangingPunct="1">
        <a:defRPr>
          <a:latin typeface="+mn-lt"/>
          <a:ea typeface="+mn-ea"/>
          <a:cs typeface="+mn-cs"/>
        </a:defRPr>
      </a:lvl5pPr>
      <a:lvl6pPr marL="2285718" eaLnBrk="1" hangingPunct="1">
        <a:defRPr>
          <a:latin typeface="+mn-lt"/>
          <a:ea typeface="+mn-ea"/>
          <a:cs typeface="+mn-cs"/>
        </a:defRPr>
      </a:lvl6pPr>
      <a:lvl7pPr marL="2742863" eaLnBrk="1" hangingPunct="1">
        <a:defRPr>
          <a:latin typeface="+mn-lt"/>
          <a:ea typeface="+mn-ea"/>
          <a:cs typeface="+mn-cs"/>
        </a:defRPr>
      </a:lvl7pPr>
      <a:lvl8pPr marL="3200007" eaLnBrk="1" hangingPunct="1">
        <a:defRPr>
          <a:latin typeface="+mn-lt"/>
          <a:ea typeface="+mn-ea"/>
          <a:cs typeface="+mn-cs"/>
        </a:defRPr>
      </a:lvl8pPr>
      <a:lvl9pPr marL="3657149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cpat/" TargetMode="External"/><Relationship Id="rId4" Type="http://schemas.openxmlformats.org/officeDocument/2006/relationships/hyperlink" Target="https://www.worldbank.org/en/topic/climatechange/brief/climate-policy-assessment-to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92C4-6F5F-6B37-F6B7-E34001673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5186" y="674370"/>
            <a:ext cx="6541929" cy="4980305"/>
          </a:xfrm>
        </p:spPr>
        <p:txBody>
          <a:bodyPr/>
          <a:lstStyle/>
          <a:p>
            <a:r>
              <a:rPr lang="en-US" noProof="0" dirty="0"/>
              <a:t>Climate Policy Assessment Tool </a:t>
            </a:r>
            <a:br>
              <a:rPr lang="en-US" noProof="0" dirty="0"/>
            </a:br>
            <a:r>
              <a:rPr lang="en-US" noProof="0" dirty="0"/>
              <a:t>(CPAT)</a:t>
            </a:r>
            <a:br>
              <a:rPr lang="en-US" noProof="0" dirty="0"/>
            </a:br>
            <a:br>
              <a:rPr lang="en-US" noProof="0" dirty="0"/>
            </a:b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AE9DA6D-4C03-83B2-CCFA-FA135CC98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-21454"/>
            <a:ext cx="13176069" cy="1065773"/>
          </a:xfrm>
        </p:spPr>
        <p:txBody>
          <a:bodyPr/>
          <a:lstStyle/>
          <a:p>
            <a:endParaRPr lang="en-US" noProof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F961F-E700-31E7-AA3B-05F53E3F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" y="397"/>
            <a:ext cx="13131547" cy="11308556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BB26D1-A5C9-01E7-9795-A262D54097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780663" y="4920916"/>
            <a:ext cx="5770975" cy="2088883"/>
          </a:xfrm>
        </p:spPr>
        <p:txBody>
          <a:bodyPr/>
          <a:lstStyle/>
          <a:p>
            <a:r>
              <a:rPr lang="en-US" dirty="0"/>
              <a:t>Workshop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977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E75C376-B37B-1410-24D4-BAB75FD27B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FE8CB5-9807-F9F4-424E-8D7840639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27FE9-EFC3-144E-12A4-A773ED538C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AC10E-4C47-64FA-368F-3C355EB895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28E7-EA14-F5E9-EC69-393EF37CF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360E2-A246-E8B4-4A75-6D99A70BEE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D10AD-2032-0B8C-D19C-A5EEDFAEB3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04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7BA02-E3E3-7D8D-1B6A-4B18287CE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2952208-3BE0-6BB3-3921-986B0EB89AA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3429" r="3429"/>
          <a:stretch/>
        </p:blipFill>
        <p:spPr>
          <a:xfrm>
            <a:off x="9583874" y="397"/>
            <a:ext cx="10544048" cy="11308556"/>
          </a:xfrm>
          <a:noFill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F73DF34-DB5E-14A1-F9E5-88E9B2422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80" y="777184"/>
            <a:ext cx="7740067" cy="713311"/>
          </a:xfrm>
        </p:spPr>
        <p:txBody>
          <a:bodyPr anchor="b">
            <a:normAutofit/>
          </a:bodyPr>
          <a:lstStyle/>
          <a:p>
            <a:r>
              <a:rPr lang="en-US" noProof="0"/>
              <a:t>Thank you for your attention!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B9576C5-2FEB-EBE4-7F19-18F004B97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751" y="8303666"/>
            <a:ext cx="4586441" cy="2554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5E659E-11F2-5DAC-E330-A101317959EC}"/>
              </a:ext>
            </a:extLst>
          </p:cNvPr>
          <p:cNvSpPr txBox="1"/>
          <p:nvPr/>
        </p:nvSpPr>
        <p:spPr>
          <a:xfrm>
            <a:off x="632480" y="1992515"/>
            <a:ext cx="8174636" cy="6170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External WB Website: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chemeClr val="bg1"/>
                </a:solidFill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https://www.worldbank.org/en/topic/climatechange/brief/climate-policy-assessment-tool</a:t>
            </a:r>
            <a:r>
              <a:rPr lang="en-US" sz="3000" b="0" i="0" dirty="0">
                <a:solidFill>
                  <a:schemeClr val="bg1"/>
                </a:solidFill>
                <a:latin typeface="Calibri"/>
              </a:rPr>
              <a:t>  (or google "CPAT WB")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chemeClr val="bg1"/>
                </a:solidFill>
                <a:latin typeface="Calibri"/>
              </a:rPr>
              <a:t>Internal: </a:t>
            </a:r>
            <a:r>
              <a:rPr lang="en-US" sz="3000" b="0" i="0" dirty="0">
                <a:solidFill>
                  <a:schemeClr val="bg1"/>
                </a:solidFill>
                <a:latin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http://cpat/</a:t>
            </a:r>
            <a:endParaRPr lang="en-US" sz="3000" b="0" i="0" dirty="0">
              <a:solidFill>
                <a:schemeClr val="bg1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US" sz="3000" b="0" i="0" dirty="0">
              <a:solidFill>
                <a:srgbClr val="CCCCFF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Online documentation: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0" i="0" dirty="0">
                <a:solidFill>
                  <a:srgbClr val="FFFFFF"/>
                </a:solidFill>
                <a:latin typeface="Calibri"/>
              </a:rPr>
              <a:t>https://cpmodel.github.io/cpat_public/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endParaRPr lang="en-US" sz="3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lang="en-US" sz="3000" b="1" dirty="0">
                <a:solidFill>
                  <a:srgbClr val="FCC402"/>
                </a:solidFill>
                <a:latin typeface="Calibri"/>
              </a:rPr>
              <a:t>Questions/t</a:t>
            </a:r>
            <a:r>
              <a:rPr lang="en-US" sz="3000" b="1" i="0" dirty="0">
                <a:solidFill>
                  <a:srgbClr val="FCC402"/>
                </a:solidFill>
                <a:latin typeface="Calibri"/>
              </a:rPr>
              <a:t>o request CPAT, email: </a:t>
            </a:r>
            <a:r>
              <a:rPr lang="en-US" sz="3000" b="0" i="0" dirty="0">
                <a:solidFill>
                  <a:srgbClr val="FFFFFF"/>
                </a:solidFill>
                <a:latin typeface="Calibri"/>
              </a:rPr>
              <a:t>cpat@worldbank.org</a:t>
            </a:r>
          </a:p>
        </p:txBody>
      </p:sp>
    </p:spTree>
    <p:extLst>
      <p:ext uri="{BB962C8B-B14F-4D97-AF65-F5344CB8AC3E}">
        <p14:creationId xmlns:p14="http://schemas.microsoft.com/office/powerpoint/2010/main" val="2728314236"/>
      </p:ext>
    </p:extLst>
  </p:cSld>
  <p:clrMapOvr>
    <a:masterClrMapping/>
  </p:clrMapOvr>
</p:sld>
</file>

<file path=ppt/theme/theme1.xml><?xml version="1.0" encoding="utf-8"?>
<a:theme xmlns:a="http://schemas.openxmlformats.org/drawingml/2006/main" name="1 Green Master">
  <a:themeElements>
    <a:clrScheme name="CLIMATE WAREHOUSE 2">
      <a:dk1>
        <a:srgbClr val="494949"/>
      </a:dk1>
      <a:lt1>
        <a:srgbClr val="FBFCFF"/>
      </a:lt1>
      <a:dk2>
        <a:srgbClr val="183153"/>
      </a:dk2>
      <a:lt2>
        <a:srgbClr val="F8F9F8"/>
      </a:lt2>
      <a:accent1>
        <a:srgbClr val="183153"/>
      </a:accent1>
      <a:accent2>
        <a:srgbClr val="004B87"/>
      </a:accent2>
      <a:accent3>
        <a:srgbClr val="049AD7"/>
      </a:accent3>
      <a:accent4>
        <a:srgbClr val="00955E"/>
      </a:accent4>
      <a:accent5>
        <a:srgbClr val="FCC402"/>
      </a:accent5>
      <a:accent6>
        <a:srgbClr val="E7485F"/>
      </a:accent6>
      <a:hlink>
        <a:srgbClr val="611F41"/>
      </a:hlink>
      <a:folHlink>
        <a:srgbClr val="0095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SharedWithUsers xmlns="76cbe74e-7cd4-4bc0-a35c-d3ee6e5e8f9f">
      <UserInfo>
        <DisplayName/>
        <AccountId xsi:nil="true"/>
        <AccountType/>
      </UserInfo>
    </SharedWithUsers>
    <lcf76f155ced4ddcb4097134ff3c332f xmlns="6da25918-1bbc-4f8d-86b2-1161a4d0f75d">
      <Terms xmlns="http://schemas.microsoft.com/office/infopath/2007/PartnerControls"/>
    </lcf76f155ced4ddcb4097134ff3c332f>
    <TaxCatchAll xmlns="76cbe74e-7cd4-4bc0-a35c-d3ee6e5e8f9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8033965C425B4096B45C738AFDD784" ma:contentTypeVersion="17" ma:contentTypeDescription="Create a new document." ma:contentTypeScope="" ma:versionID="9c1732ee7a25a4e8acb8d96c4f217788">
  <xsd:schema xmlns:xsd="http://www.w3.org/2001/XMLSchema" xmlns:xs="http://www.w3.org/2001/XMLSchema" xmlns:p="http://schemas.microsoft.com/office/2006/metadata/properties" xmlns:ns1="http://schemas.microsoft.com/sharepoint/v3" xmlns:ns2="6da25918-1bbc-4f8d-86b2-1161a4d0f75d" xmlns:ns3="76cbe74e-7cd4-4bc0-a35c-d3ee6e5e8f9f" targetNamespace="http://schemas.microsoft.com/office/2006/metadata/properties" ma:root="true" ma:fieldsID="55b39b2be5860e8cf2504e89a1f5dc73" ns1:_="" ns2:_="" ns3:_="">
    <xsd:import namespace="http://schemas.microsoft.com/sharepoint/v3"/>
    <xsd:import namespace="6da25918-1bbc-4f8d-86b2-1161a4d0f75d"/>
    <xsd:import namespace="76cbe74e-7cd4-4bc0-a35c-d3ee6e5e8f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a25918-1bbc-4f8d-86b2-1161a4d0f7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a6c10d7-b926-4fc0-945e-3cbf5049f6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be74e-7cd4-4bc0-a35c-d3ee6e5e8f9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4c923a6-c63f-40b5-92dd-7685153e33d5}" ma:internalName="TaxCatchAll" ma:showField="CatchAllData" ma:web="76cbe74e-7cd4-4bc0-a35c-d3ee6e5e8f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FB7066-147D-4A4A-8352-76508892562D}">
  <ds:schemaRefs>
    <ds:schemaRef ds:uri="6da25918-1bbc-4f8d-86b2-1161a4d0f75d"/>
    <ds:schemaRef ds:uri="76cbe74e-7cd4-4bc0-a35c-d3ee6e5e8f9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  <ds:schemaRef ds:uri="52671cb1-616e-4311-8ae8-0550fa1a0921"/>
    <ds:schemaRef ds:uri="1c64e12d-c16e-4fb6-b71a-a38e65ae2470"/>
  </ds:schemaRefs>
</ds:datastoreItem>
</file>

<file path=customXml/itemProps2.xml><?xml version="1.0" encoding="utf-8"?>
<ds:datastoreItem xmlns:ds="http://schemas.openxmlformats.org/officeDocument/2006/customXml" ds:itemID="{09788A9E-248B-4C79-9399-ED8A6DAE4F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a25918-1bbc-4f8d-86b2-1161a4d0f75d"/>
    <ds:schemaRef ds:uri="76cbe74e-7cd4-4bc0-a35c-d3ee6e5e8f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12303A-E578-4C6C-A82E-E3AC046908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80</Words>
  <Application>Microsoft Office PowerPoint</Application>
  <PresentationFormat>Custom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9" baseType="lpstr">
      <vt:lpstr>AndesExtraLight</vt:lpstr>
      <vt:lpstr>AppleSymbols</vt:lpstr>
      <vt:lpstr>Aptos</vt:lpstr>
      <vt:lpstr>Arial</vt:lpstr>
      <vt:lpstr>Calibri</vt:lpstr>
      <vt:lpstr>Courier New</vt:lpstr>
      <vt:lpstr>Heiti TC Medium</vt:lpstr>
      <vt:lpstr>Helvetica Neue</vt:lpstr>
      <vt:lpstr>Open Sans</vt:lpstr>
      <vt:lpstr>Open Sans Light</vt:lpstr>
      <vt:lpstr>Open Sans Semibold</vt:lpstr>
      <vt:lpstr>Proxima Nova</vt:lpstr>
      <vt:lpstr>Trebuchet MS</vt:lpstr>
      <vt:lpstr>Wingdings</vt:lpstr>
      <vt:lpstr>1 Green Master</vt:lpstr>
      <vt:lpstr>Climate Policy Assessment Tool  (CPAT)  </vt:lpstr>
      <vt:lpstr>PowerPoint Presentation</vt:lpstr>
      <vt:lpstr>PowerPoint Presentation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Sandhya Srinivasan</dc:creator>
  <cp:lastModifiedBy>Stephen John Stretton</cp:lastModifiedBy>
  <cp:revision>4</cp:revision>
  <dcterms:created xsi:type="dcterms:W3CDTF">2019-05-21T10:29:25Z</dcterms:created>
  <dcterms:modified xsi:type="dcterms:W3CDTF">2026-09-28T20:45:54Z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2019-05-21T00:00:00Z</vt:filetime>
  </property>
  <property fmtid="{D5CDD505-2E9C-101B-9397-08002B2CF9AE}" pid="3" name="Creator">
    <vt:lpwstr>Adobe InDesign CC 14.0 (Macintosh)</vt:lpwstr>
  </property>
  <property fmtid="{D5CDD505-2E9C-101B-9397-08002B2CF9AE}" pid="4" name="LastSaved">
    <vt:filetime>2019-05-21T00:00:00Z</vt:filetime>
  </property>
  <property fmtid="{D5CDD505-2E9C-101B-9397-08002B2CF9AE}" pid="5" name="ContentTypeId">
    <vt:lpwstr>0x010100E78033965C425B4096B45C738AFDD784</vt:lpwstr>
  </property>
  <property fmtid="{D5CDD505-2E9C-101B-9397-08002B2CF9AE}" pid="6" name="Order">
    <vt:r8>63059800</vt:r8>
  </property>
  <property fmtid="{D5CDD505-2E9C-101B-9397-08002B2CF9AE}" pid="7" name="_ExtendedDescription">
    <vt:lpwstr/>
  </property>
  <property fmtid="{D5CDD505-2E9C-101B-9397-08002B2CF9AE}" pid="8" name="MediaServiceImageTags">
    <vt:lpwstr/>
  </property>
  <property fmtid="{D5CDD505-2E9C-101B-9397-08002B2CF9AE}" pid="9" name="MSIP_Label_f1bf45b6-5649-4236-82a3-f45024cd282e_Enabled">
    <vt:lpwstr>true</vt:lpwstr>
  </property>
  <property fmtid="{D5CDD505-2E9C-101B-9397-08002B2CF9AE}" pid="10" name="MSIP_Label_f1bf45b6-5649-4236-82a3-f45024cd282e_SetDate">
    <vt:lpwstr>2025-10-02T17:26:21Z</vt:lpwstr>
  </property>
  <property fmtid="{D5CDD505-2E9C-101B-9397-08002B2CF9AE}" pid="11" name="MSIP_Label_f1bf45b6-5649-4236-82a3-f45024cd282e_Method">
    <vt:lpwstr>Standard</vt:lpwstr>
  </property>
  <property fmtid="{D5CDD505-2E9C-101B-9397-08002B2CF9AE}" pid="12" name="MSIP_Label_f1bf45b6-5649-4236-82a3-f45024cd282e_Name">
    <vt:lpwstr>Official Use Only</vt:lpwstr>
  </property>
  <property fmtid="{D5CDD505-2E9C-101B-9397-08002B2CF9AE}" pid="13" name="MSIP_Label_f1bf45b6-5649-4236-82a3-f45024cd282e_SiteId">
    <vt:lpwstr>31a2fec0-266b-4c67-b56e-2796d8f59c36</vt:lpwstr>
  </property>
  <property fmtid="{D5CDD505-2E9C-101B-9397-08002B2CF9AE}" pid="14" name="MSIP_Label_f1bf45b6-5649-4236-82a3-f45024cd282e_ActionId">
    <vt:lpwstr>4dcfc70e-44fb-44d6-acf6-e44fd93a6940</vt:lpwstr>
  </property>
  <property fmtid="{D5CDD505-2E9C-101B-9397-08002B2CF9AE}" pid="15" name="MSIP_Label_f1bf45b6-5649-4236-82a3-f45024cd282e_ContentBits">
    <vt:lpwstr>2</vt:lpwstr>
  </property>
  <property fmtid="{D5CDD505-2E9C-101B-9397-08002B2CF9AE}" pid="16" name="MSIP_Label_f1bf45b6-5649-4236-82a3-f45024cd282e_Tag">
    <vt:lpwstr>10, 3, 0, 1</vt:lpwstr>
  </property>
  <property fmtid="{D5CDD505-2E9C-101B-9397-08002B2CF9AE}" pid="17" name="ClassificationContentMarkingFooterLocations">
    <vt:lpwstr>Office Theme:5\1 Green Master:4\Full Page Interior:3\1_Office Theme:8\2_Office Theme:5\1_1 Green Master:4</vt:lpwstr>
  </property>
  <property fmtid="{D5CDD505-2E9C-101B-9397-08002B2CF9AE}" pid="18" name="ClassificationContentMarkingFooterText">
    <vt:lpwstr>Official Use Only</vt:lpwstr>
  </property>
</Properties>
</file>