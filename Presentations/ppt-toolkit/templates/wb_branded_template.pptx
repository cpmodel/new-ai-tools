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
<Relationship Id="rId1" Type="http://schemas.openxmlformats.org/officeDocument/2006/relationships/officeDocument" Target="ppt/presentation.xml"/>
<Relationship Id="rId2" Type="http://schemas.openxmlformats.org/package/2006/relationships/metadata/core-properties" Target="docProps/core.xml"/>
<Relationship Id="rId3" Type="http://schemas.openxmlformats.org/officeDocument/2006/relationships/extended-properties" Target="docProps/app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9" r:id="rId1"/>
  </p:sldMasterIdLst>
  <p:sldIdLst/>
  <p:sldSz cx="12192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</a:defRPr>
    </a:lvl1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/>
</file>

<file path=ppt/_rels/presentation.xml.rels><?xml version="1.0" encoding="UTF-8" standalone="yes"?>
<Relationships xmlns="http://schemas.openxmlformats.org/package/2006/relationships">
<Relationship Id="rId1" Type="http://schemas.openxmlformats.org/officeDocument/2006/relationships/slideMaster" Target="slideMasters/slideMaster1.xml"/>
<Relationship Id="rId3" Type="http://schemas.openxmlformats.org/officeDocument/2006/relationships/theme" Target="theme/theme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ableStyles" Target="tableStyles.xml"/>
</Relationships>
</file>

<file path=ppt/slideLayouts/_rels/slideLayout1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_rels/slideLayout2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_rels/slideLayout3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_rels/slideLayout4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_rels/slideLayout5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Decoration"/>
          <p:cNvSpPr/>
          <p:nvPr userDrawn="1"/>
        </p:nvSpPr>
        <p:spPr>
          <a:xfrm>
            <a:off x="0" y="0"/>
            <a:ext cx="12192000" cy="137160"/>
          </a:xfrm>
          <a:prstGeom prst="rect">
            <a:avLst/>
          </a:prstGeom>
          <a:solidFill>
            <a:srgbClr val="183153"/>
          </a:solidFill>
          <a:ln>
            <a:noFill/>
          </a:ln>
        </p:spPr>
        <p:txBody>
          <a:bodyPr/>
          <a:lstStyle/>
          <a:p/>
        </p:txBody>
      </p:sp>
      <p:sp>
        <p:nvSpPr>
          <p:cNvPr id="0" name="Title"/>
          <p:cNvSpPr>
            <a:spLocks noGrp="1"/>
          </p:cNvSpPr>
          <p:nvPr>
            <p:ph type="title"/>
          </p:nvPr>
        </p:nvSpPr>
        <p:spPr>
          <a:xfrm>
            <a:off x="685800" y="2286000"/>
            <a:ext cx="10820400" cy="1143000"/>
          </a:xfrm>
        </p:spPr>
        <p:txBody>
          <a:bodyPr/>
          <a:p>
            <a:r>
              <a:rPr lang="en-US"/>
              <a:t> </a:t>
            </a:r>
          </a:p>
        </p:txBody>
      </p:sp>
      <p:sp>
        <p:nvSpPr>
          <p:cNvPr id="0" name="Subtitle"/>
          <p:cNvSpPr>
            <a:spLocks noGrp="1"/>
          </p:cNvSpPr>
          <p:nvPr>
            <p:ph type="subTitle" idx="1"/>
          </p:nvPr>
        </p:nvSpPr>
        <p:spPr>
          <a:xfrm>
            <a:off x="685800" y="3600450"/>
            <a:ext cx="10820400" cy="914400"/>
          </a:xfrm>
        </p:spPr>
        <p:txBody>
          <a:bodyPr/>
          <a:p>
            <a:r>
              <a:rPr lang="en-US"/>
              <a:t> 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Divider">
    <p:bg>
      <p:bgPr>
        <a:solidFill>
          <a:srgbClr val="E748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Title"/>
          <p:cNvSpPr>
            <a:spLocks noGrp="1"/>
          </p:cNvSpPr>
          <p:nvPr>
            <p:ph type="title"/>
          </p:nvPr>
        </p:nvSpPr>
        <p:spPr>
          <a:xfrm>
            <a:off x="685800" y="2971800"/>
            <a:ext cx="10820400" cy="914400"/>
          </a:xfrm>
        </p:spPr>
        <p:txBody>
          <a:bodyPr/>
          <a:lstStyle>
            <a:lvl1pPr>
              <a:defRPr sz="4000" b="1">
                <a:solidFill>
                  <a:srgbClr val="FFFFFF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Half Half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Decoration"/>
          <p:cNvSpPr/>
          <p:nvPr userDrawn="1"/>
        </p:nvSpPr>
        <p:spPr>
          <a:xfrm>
            <a:off x="6092952" y="0"/>
            <a:ext cx="6099048" cy="6858000"/>
          </a:xfrm>
          <a:prstGeom prst="rect">
            <a:avLst/>
          </a:prstGeom>
          <a:solidFill>
            <a:srgbClr val="F8F9F8"/>
          </a:solidFill>
          <a:ln>
            <a:noFill/>
          </a:ln>
        </p:spPr>
        <p:txBody>
          <a:bodyPr/>
          <a:lstStyle/>
          <a:p/>
        </p:txBody>
      </p:sp>
      <p:sp>
        <p:nvSpPr>
          <p:cNvPr id="0" name="Decoration"/>
          <p:cNvSpPr/>
          <p:nvPr userDrawn="1"/>
        </p:nvSpPr>
        <p:spPr>
          <a:xfrm>
            <a:off x="0" y="0"/>
            <a:ext cx="12192000" cy="137160"/>
          </a:xfrm>
          <a:prstGeom prst="rect">
            <a:avLst/>
          </a:prstGeom>
          <a:solidFill>
            <a:srgbClr val="183153"/>
          </a:solidFill>
          <a:ln>
            <a:noFill/>
          </a:ln>
        </p:spPr>
        <p:txBody>
          <a:bodyPr/>
          <a:lstStyle/>
          <a:p/>
        </p:txBody>
      </p:sp>
      <p:sp>
        <p:nvSpPr>
          <p:cNvPr id="0" name="Title"/>
          <p:cNvSpPr>
            <a:spLocks noGrp="1"/>
          </p:cNvSpPr>
          <p:nvPr>
            <p:ph type="title"/>
          </p:nvPr>
        </p:nvSpPr>
        <p:spPr>
          <a:xfrm>
            <a:off x="685800" y="457200"/>
            <a:ext cx="5486400" cy="685800"/>
          </a:xfrm>
        </p:spPr>
        <p:txBody>
          <a:bodyPr/>
          <a:p>
            <a:r>
              <a:rPr lang="en-US"/>
              <a:t> </a:t>
            </a:r>
          </a:p>
        </p:txBody>
      </p:sp>
      <p:sp>
        <p:nvSpPr>
          <p:cNvPr id="0" name="Bullets"/>
          <p:cNvSpPr>
            <a:spLocks noGrp="1"/>
          </p:cNvSpPr>
          <p:nvPr>
            <p:ph type="body" idx="1"/>
          </p:nvPr>
        </p:nvSpPr>
        <p:spPr>
          <a:xfrm>
            <a:off x="685800" y="1200150"/>
            <a:ext cx="5486400" cy="5200650"/>
          </a:xfrm>
        </p:spPr>
        <p:txBody>
          <a:bodyPr/>
          <a:p>
            <a:r>
              <a:rPr lang="en-US"/>
              <a:t> </a:t>
            </a:r>
          </a:p>
        </p:txBody>
      </p:sp>
      <p:sp>
        <p:nvSpPr>
          <p:cNvPr id="0" name="Image"/>
          <p:cNvSpPr>
            <a:spLocks noGrp="1"/>
          </p:cNvSpPr>
          <p:nvPr>
            <p:ph type="pic" idx="2"/>
          </p:nvPr>
        </p:nvSpPr>
        <p:spPr>
          <a:xfrm>
            <a:off x="6400800" y="0"/>
            <a:ext cx="5791200" cy="6858000"/>
          </a:xfrm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Decoration"/>
          <p:cNvSpPr/>
          <p:nvPr userDrawn="1"/>
        </p:nvSpPr>
        <p:spPr>
          <a:xfrm>
            <a:off x="0" y="0"/>
            <a:ext cx="12192000" cy="137160"/>
          </a:xfrm>
          <a:prstGeom prst="rect">
            <a:avLst/>
          </a:prstGeom>
          <a:solidFill>
            <a:srgbClr val="183153"/>
          </a:solidFill>
          <a:ln>
            <a:noFill/>
          </a:ln>
        </p:spPr>
        <p:txBody>
          <a:bodyPr/>
          <a:lstStyle/>
          <a:p/>
        </p:txBody>
      </p:sp>
      <p:sp>
        <p:nvSpPr>
          <p:cNvPr id="0" name="Title"/>
          <p:cNvSpPr>
            <a:spLocks noGrp="1"/>
          </p:cNvSpPr>
          <p:nvPr>
            <p:ph type="title"/>
          </p:nvPr>
        </p:nvSpPr>
        <p:spPr>
          <a:xfrm>
            <a:off x="685800" y="457200"/>
            <a:ext cx="10820400" cy="685800"/>
          </a:xfrm>
        </p:spPr>
        <p:txBody>
          <a:bodyPr/>
          <a:p>
            <a:r>
              <a:rPr lang="en-US"/>
              <a:t> </a:t>
            </a:r>
          </a:p>
        </p:txBody>
      </p:sp>
      <p:sp>
        <p:nvSpPr>
          <p:cNvPr id="0" name="Bullets"/>
          <p:cNvSpPr>
            <a:spLocks noGrp="1"/>
          </p:cNvSpPr>
          <p:nvPr>
            <p:ph type="body" idx="1"/>
          </p:nvPr>
        </p:nvSpPr>
        <p:spPr>
          <a:xfrm>
            <a:off x="685800" y="1200150"/>
            <a:ext cx="10820400" cy="5200650"/>
          </a:xfrm>
        </p:spPr>
        <p:txBody>
          <a:bodyPr/>
          <a:p>
            <a:r>
              <a:rPr lang="en-US"/>
              <a:t> 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losing">
    <p:bg>
      <p:bgPr>
        <a:solidFill>
          <a:srgbClr val="E748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Title"/>
          <p:cNvSpPr>
            <a:spLocks noGrp="1"/>
          </p:cNvSpPr>
          <p:nvPr>
            <p:ph type="title"/>
          </p:nvPr>
        </p:nvSpPr>
        <p:spPr>
          <a:xfrm>
            <a:off x="685800" y="2286000"/>
            <a:ext cx="10820400" cy="914400"/>
          </a:xfrm>
        </p:spPr>
        <p:txBody>
          <a:bodyPr/>
          <a:lstStyle>
            <a:lvl1pPr>
              <a:defRPr sz="3600" b="1">
                <a:solidFill>
                  <a:srgbClr val="FFFFFF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  <p:sp>
        <p:nvSpPr>
          <p:cNvPr id="0" name="Message"/>
          <p:cNvSpPr>
            <a:spLocks noGrp="1"/>
          </p:cNvSpPr>
          <p:nvPr>
            <p:ph type="body" idx="1"/>
          </p:nvPr>
        </p:nvSpPr>
        <p:spPr>
          <a:xfrm>
            <a:off x="685800" y="3352800"/>
            <a:ext cx="10820400" cy="1600200"/>
          </a:xfr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Title Placeholder"/>
          <p:cNvSpPr>
            <a:spLocks noGrp="1"/>
          </p:cNvSpPr>
          <p:nvPr>
            <p:ph type="title"/>
          </p:nvPr>
        </p:nvSpPr>
        <p:spPr>
          <a:xfrm>
            <a:off x="685800" y="274638"/>
            <a:ext cx="10820400" cy="1143000"/>
          </a:xfrm>
        </p:spPr>
        <p:txBody>
          <a:bodyPr/>
          <a:lstStyle/>
          <a:p>
            <a:r>
              <a:rPr lang="en-US"/>
              <a:t> </a:t>
            </a:r>
          </a:p>
        </p:txBody>
      </p:sp>
      <p:sp>
        <p:nvSpPr>
          <p:cNvPr id="0" name="Text Placeholder"/>
          <p:cNvSpPr>
            <a:spLocks noGrp="1"/>
          </p:cNvSpPr>
          <p:nvPr>
            <p:ph type="body" idx="1"/>
          </p:nvPr>
        </p:nvSpPr>
        <p:spPr>
          <a:xfrm>
            <a:off x="685800" y="1600200"/>
            <a:ext cx="10820400" cy="4525963"/>
          </a:xfrm>
        </p:spPr>
        <p:txBody>
          <a:bodyPr/>
          <a:lstStyle/>
          <a:p>
            <a:r>
              <a:rPr lang="en-US"/>
              <a:t> 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</a:defRPr>
    </a:lvl1pPr>
  </p:defaultTextStyle>
</p:sldMaster>
</file>

<file path=ppt/theme/theme1.xml><?xml version="1.0" encoding="utf-8"?>
<a:theme xmlns:a="http://schemas.openxmlformats.org/drawingml/2006/main" name="CLIMATE WAREHOUSE 2">
  <a:themeElements>
    <a:clrScheme name="CLIMATE WAREHOUSE 2">
      <a:dk1>
        <a:srgbClr val="494949"/>
      </a:dk1>
      <a:lt1>
        <a:srgbClr val="FBFCFF"/>
      </a:lt1>
      <a:dk2>
        <a:srgbClr val="183153"/>
      </a:dk2>
      <a:lt2>
        <a:srgbClr val="F8F9F8"/>
      </a:lt2>
      <a:accent1>
        <a:srgbClr val="183153"/>
      </a:accent1>
      <a:accent2>
        <a:srgbClr val="004B87"/>
      </a:accent2>
      <a:accent3>
        <a:srgbClr val="049AD7"/>
      </a:accent3>
      <a:accent4>
        <a:srgbClr val="00955E"/>
      </a:accent4>
      <a:accent5>
        <a:srgbClr val="FCC402"/>
      </a:accent5>
      <a:accent6>
        <a:srgbClr val="E7485F"/>
      </a:accent6>
      <a:hlink>
        <a:srgbClr val="611F41"/>
      </a:hlink>
      <a:folHlink>
        <a:srgbClr val="00955E"/>
      </a:folHlink>
    </a:clrScheme>
    <a:fontScheme name="CLIMATE WAREHOUSE 2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ppt-toolkit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WB-Branded Template</dc:title>
  <dc:creator>ppt-toolkit</dc:creator>
</cp:coreProperties>
</file>