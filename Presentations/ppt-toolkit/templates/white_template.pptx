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/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3" Type="http://schemas.openxmlformats.org/officeDocument/2006/relationships/theme" Target="theme/theme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